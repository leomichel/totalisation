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9" r:id="rId3"/>
    <p:sldId id="285" r:id="rId4"/>
    <p:sldId id="258" r:id="rId5"/>
    <p:sldId id="260" r:id="rId6"/>
    <p:sldId id="275" r:id="rId7"/>
    <p:sldId id="261" r:id="rId8"/>
    <p:sldId id="266" r:id="rId9"/>
    <p:sldId id="264" r:id="rId10"/>
    <p:sldId id="276" r:id="rId11"/>
    <p:sldId id="267" r:id="rId12"/>
    <p:sldId id="292" r:id="rId13"/>
    <p:sldId id="293" r:id="rId14"/>
    <p:sldId id="298" r:id="rId15"/>
    <p:sldId id="299" r:id="rId16"/>
    <p:sldId id="300" r:id="rId17"/>
    <p:sldId id="301" r:id="rId18"/>
    <p:sldId id="302" r:id="rId19"/>
    <p:sldId id="296" r:id="rId20"/>
    <p:sldId id="286" r:id="rId21"/>
    <p:sldId id="284" r:id="rId22"/>
    <p:sldId id="281" r:id="rId23"/>
    <p:sldId id="282" r:id="rId24"/>
    <p:sldId id="263" r:id="rId25"/>
    <p:sldId id="291" r:id="rId26"/>
    <p:sldId id="287" r:id="rId27"/>
    <p:sldId id="288" r:id="rId28"/>
    <p:sldId id="289" r:id="rId29"/>
    <p:sldId id="290" r:id="rId30"/>
    <p:sldId id="278" r:id="rId31"/>
    <p:sldId id="304" r:id="rId32"/>
    <p:sldId id="305" r:id="rId33"/>
    <p:sldId id="271" r:id="rId34"/>
    <p:sldId id="306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B92488E5-08E9-4C20-AD79-B1CD56A97447}">
          <p14:sldIdLst>
            <p14:sldId id="256"/>
            <p14:sldId id="259"/>
            <p14:sldId id="285"/>
          </p14:sldIdLst>
        </p14:section>
        <p14:section name="Produit" id="{F9CDC3A3-FE8D-4691-816C-A5B563F113C0}">
          <p14:sldIdLst>
            <p14:sldId id="258"/>
            <p14:sldId id="260"/>
            <p14:sldId id="275"/>
            <p14:sldId id="261"/>
            <p14:sldId id="266"/>
            <p14:sldId id="264"/>
            <p14:sldId id="276"/>
            <p14:sldId id="267"/>
          </p14:sldIdLst>
        </p14:section>
        <p14:section name="Capacité" id="{1680872D-ECEA-4650-8283-26E48081351C}">
          <p14:sldIdLst>
            <p14:sldId id="292"/>
            <p14:sldId id="293"/>
            <p14:sldId id="298"/>
            <p14:sldId id="299"/>
            <p14:sldId id="300"/>
            <p14:sldId id="301"/>
            <p14:sldId id="302"/>
            <p14:sldId id="296"/>
          </p14:sldIdLst>
        </p14:section>
        <p14:section name="Position qualité" id="{0A398007-6BF6-4A62-9E48-CA873A2444E6}">
          <p14:sldIdLst>
            <p14:sldId id="286"/>
            <p14:sldId id="284"/>
            <p14:sldId id="281"/>
            <p14:sldId id="282"/>
            <p14:sldId id="263"/>
            <p14:sldId id="291"/>
            <p14:sldId id="287"/>
            <p14:sldId id="288"/>
            <p14:sldId id="289"/>
            <p14:sldId id="290"/>
            <p14:sldId id="278"/>
          </p14:sldIdLst>
        </p14:section>
        <p14:section name="back to the future" id="{4A390466-093F-4E0B-B89F-D2FF59A76EB4}">
          <p14:sldIdLst>
            <p14:sldId id="304"/>
            <p14:sldId id="305"/>
          </p14:sldIdLst>
        </p14:section>
        <p14:section name="outro" id="{1936FF43-06FF-4C97-8557-800DE9805956}">
          <p14:sldIdLst>
            <p14:sldId id="271"/>
            <p14:sldId id="3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6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F8F1A2-B059-4EAD-AEA6-A564D0126FFE}" v="950" dt="2026-05-26T17:44:23.434"/>
    <p1510:client id="{2B4D1B9E-5B89-6E51-DAC2-18A0EE7F9A99}" v="66" dt="2026-05-26T19:49:18.869"/>
    <p1510:client id="{4CB1E6CA-3921-48B1-81B5-B76AA0114E4E}" v="5" dt="2026-05-27T15:41:08.181"/>
    <p1510:client id="{5773D1DE-85F5-CD8F-A991-93469AC16B6C}" v="123" dt="2026-05-26T20:02:44.558"/>
    <p1510:client id="{ADA6DB9C-6BB8-224A-C16E-C94CEE96127E}" v="1" dt="2026-05-27T13:39:06.8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441" autoAdjust="0"/>
    <p:restoredTop sz="96912" autoAdjust="0"/>
  </p:normalViewPr>
  <p:slideViewPr>
    <p:cSldViewPr snapToGrid="0">
      <p:cViewPr varScale="1">
        <p:scale>
          <a:sx n="134" d="100"/>
          <a:sy n="134" d="100"/>
        </p:scale>
        <p:origin x="1734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langer, Michel" userId="S::mic.belanger@cgi.com::9f46d9ab-1cf5-4fc6-8ef3-fcac8369d45b" providerId="AD" clId="Web-{ADA6DB9C-6BB8-224A-C16E-C94CEE96127E}"/>
    <pc:docChg chg="modSld">
      <pc:chgData name="Belanger, Michel" userId="S::mic.belanger@cgi.com::9f46d9ab-1cf5-4fc6-8ef3-fcac8369d45b" providerId="AD" clId="Web-{ADA6DB9C-6BB8-224A-C16E-C94CEE96127E}" dt="2026-05-27T13:39:06.885" v="0" actId="1076"/>
      <pc:docMkLst>
        <pc:docMk/>
      </pc:docMkLst>
      <pc:sldChg chg="modSp">
        <pc:chgData name="Belanger, Michel" userId="S::mic.belanger@cgi.com::9f46d9ab-1cf5-4fc6-8ef3-fcac8369d45b" providerId="AD" clId="Web-{ADA6DB9C-6BB8-224A-C16E-C94CEE96127E}" dt="2026-05-27T13:39:06.885" v="0" actId="1076"/>
        <pc:sldMkLst>
          <pc:docMk/>
          <pc:sldMk cId="0" sldId="259"/>
        </pc:sldMkLst>
        <pc:spChg chg="mod">
          <ac:chgData name="Belanger, Michel" userId="S::mic.belanger@cgi.com::9f46d9ab-1cf5-4fc6-8ef3-fcac8369d45b" providerId="AD" clId="Web-{ADA6DB9C-6BB8-224A-C16E-C94CEE96127E}" dt="2026-05-27T13:39:06.885" v="0" actId="1076"/>
          <ac:spMkLst>
            <pc:docMk/>
            <pc:sldMk cId="0" sldId="259"/>
            <ac:spMk id="5" creationId="{13C98D96-E206-5B65-8782-DE9AB838429E}"/>
          </ac:spMkLst>
        </pc:spChg>
      </pc:sldChg>
    </pc:docChg>
  </pc:docChgLst>
  <pc:docChgLst>
    <pc:chgData name="Belanger, Michel" userId="9f46d9ab-1cf5-4fc6-8ef3-fcac8369d45b" providerId="ADAL" clId="{22CC25F5-1A08-4A57-ACE3-42D11CEBC825}"/>
    <pc:docChg chg="undo redo custSel addSld delSld modSld sldOrd addSection modSection">
      <pc:chgData name="Belanger, Michel" userId="9f46d9ab-1cf5-4fc6-8ef3-fcac8369d45b" providerId="ADAL" clId="{22CC25F5-1A08-4A57-ACE3-42D11CEBC825}" dt="2026-05-27T15:43:44.335" v="11527" actId="20577"/>
      <pc:docMkLst>
        <pc:docMk/>
      </pc:docMkLst>
      <pc:sldChg chg="addSp modSp mod ord setBg">
        <pc:chgData name="Belanger, Michel" userId="9f46d9ab-1cf5-4fc6-8ef3-fcac8369d45b" providerId="ADAL" clId="{22CC25F5-1A08-4A57-ACE3-42D11CEBC825}" dt="2026-05-27T15:43:44.335" v="11527" actId="20577"/>
        <pc:sldMkLst>
          <pc:docMk/>
          <pc:sldMk cId="0" sldId="256"/>
        </pc:sldMkLst>
        <pc:spChg chg="mod">
          <ac:chgData name="Belanger, Michel" userId="9f46d9ab-1cf5-4fc6-8ef3-fcac8369d45b" providerId="ADAL" clId="{22CC25F5-1A08-4A57-ACE3-42D11CEBC825}" dt="2026-05-27T15:43:44.335" v="11527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Belanger, Michel" userId="9f46d9ab-1cf5-4fc6-8ef3-fcac8369d45b" providerId="ADAL" clId="{22CC25F5-1A08-4A57-ACE3-42D11CEBC825}" dt="2026-05-19T20:41:16.923" v="1790" actId="1076"/>
          <ac:spMkLst>
            <pc:docMk/>
            <pc:sldMk cId="0" sldId="256"/>
            <ac:spMk id="3" creationId="{00000000-0000-0000-0000-000000000000}"/>
          </ac:spMkLst>
        </pc:spChg>
        <pc:spChg chg="add">
          <ac:chgData name="Belanger, Michel" userId="9f46d9ab-1cf5-4fc6-8ef3-fcac8369d45b" providerId="ADAL" clId="{22CC25F5-1A08-4A57-ACE3-42D11CEBC825}" dt="2026-05-19T17:26:49.923" v="786" actId="26606"/>
          <ac:spMkLst>
            <pc:docMk/>
            <pc:sldMk cId="0" sldId="256"/>
            <ac:spMk id="12" creationId="{74751229-0244-4FBB-BED1-407467F4C951}"/>
          </ac:spMkLst>
        </pc:spChg>
        <pc:picChg chg="add mod">
          <ac:chgData name="Belanger, Michel" userId="9f46d9ab-1cf5-4fc6-8ef3-fcac8369d45b" providerId="ADAL" clId="{22CC25F5-1A08-4A57-ACE3-42D11CEBC825}" dt="2026-05-19T18:39:56.759" v="1417" actId="207"/>
          <ac:picMkLst>
            <pc:docMk/>
            <pc:sldMk cId="0" sldId="256"/>
            <ac:picMk id="7" creationId="{5ABFA997-8D3B-90C7-5540-722809A9039C}"/>
          </ac:picMkLst>
        </pc:picChg>
        <pc:picChg chg="add">
          <ac:chgData name="Belanger, Michel" userId="9f46d9ab-1cf5-4fc6-8ef3-fcac8369d45b" providerId="ADAL" clId="{22CC25F5-1A08-4A57-ACE3-42D11CEBC825}" dt="2026-05-19T17:26:49.923" v="786" actId="26606"/>
          <ac:picMkLst>
            <pc:docMk/>
            <pc:sldMk cId="0" sldId="256"/>
            <ac:picMk id="9" creationId="{9A3A1422-BE99-4C9B-A729-9A3CD1741954}"/>
          </ac:picMkLst>
        </pc:picChg>
      </pc:sldChg>
      <pc:sldChg chg="addSp delSp modSp mod ord setBg">
        <pc:chgData name="Belanger, Michel" userId="9f46d9ab-1cf5-4fc6-8ef3-fcac8369d45b" providerId="ADAL" clId="{22CC25F5-1A08-4A57-ACE3-42D11CEBC825}" dt="2026-05-26T17:42:38.711" v="10598" actId="20577"/>
        <pc:sldMkLst>
          <pc:docMk/>
          <pc:sldMk cId="0" sldId="257"/>
        </pc:sldMkLst>
        <pc:spChg chg="mod">
          <ac:chgData name="Belanger, Michel" userId="9f46d9ab-1cf5-4fc6-8ef3-fcac8369d45b" providerId="ADAL" clId="{22CC25F5-1A08-4A57-ACE3-42D11CEBC825}" dt="2026-05-26T17:42:38.711" v="10598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Belanger, Michel" userId="9f46d9ab-1cf5-4fc6-8ef3-fcac8369d45b" providerId="ADAL" clId="{22CC25F5-1A08-4A57-ACE3-42D11CEBC825}" dt="2026-05-26T17:40:04.167" v="10555" actId="27636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 ord">
        <pc:chgData name="Belanger, Michel" userId="9f46d9ab-1cf5-4fc6-8ef3-fcac8369d45b" providerId="ADAL" clId="{22CC25F5-1A08-4A57-ACE3-42D11CEBC825}" dt="2026-05-25T19:42:34.390" v="8251" actId="20577"/>
        <pc:sldMkLst>
          <pc:docMk/>
          <pc:sldMk cId="0" sldId="258"/>
        </pc:sldMkLst>
        <pc:spChg chg="add mod">
          <ac:chgData name="Belanger, Michel" userId="9f46d9ab-1cf5-4fc6-8ef3-fcac8369d45b" providerId="ADAL" clId="{22CC25F5-1A08-4A57-ACE3-42D11CEBC825}" dt="2026-05-25T19:42:34.390" v="8251" actId="20577"/>
          <ac:spMkLst>
            <pc:docMk/>
            <pc:sldMk cId="0" sldId="258"/>
            <ac:spMk id="7" creationId="{119F0CFC-2301-A72F-15D0-11CB140200B4}"/>
          </ac:spMkLst>
        </pc:spChg>
        <pc:spChg chg="add mod">
          <ac:chgData name="Belanger, Michel" userId="9f46d9ab-1cf5-4fc6-8ef3-fcac8369d45b" providerId="ADAL" clId="{22CC25F5-1A08-4A57-ACE3-42D11CEBC825}" dt="2026-05-21T20:05:38.193" v="4739" actId="20577"/>
          <ac:spMkLst>
            <pc:docMk/>
            <pc:sldMk cId="0" sldId="258"/>
            <ac:spMk id="14" creationId="{EADDB4A6-1FBD-7C71-40C6-0BA37155AD9A}"/>
          </ac:spMkLst>
        </pc:spChg>
        <pc:graphicFrameChg chg="add mod modGraphic">
          <ac:chgData name="Belanger, Michel" userId="9f46d9ab-1cf5-4fc6-8ef3-fcac8369d45b" providerId="ADAL" clId="{22CC25F5-1A08-4A57-ACE3-42D11CEBC825}" dt="2026-05-21T20:08:21.704" v="4810" actId="20577"/>
          <ac:graphicFrameMkLst>
            <pc:docMk/>
            <pc:sldMk cId="0" sldId="258"/>
            <ac:graphicFrameMk id="10" creationId="{E7047C37-9775-5E1B-C665-43B41DD8A779}"/>
          </ac:graphicFrameMkLst>
        </pc:graphicFrameChg>
      </pc:sldChg>
      <pc:sldChg chg="addSp delSp modSp mod ord setBg">
        <pc:chgData name="Belanger, Michel" userId="9f46d9ab-1cf5-4fc6-8ef3-fcac8369d45b" providerId="ADAL" clId="{22CC25F5-1A08-4A57-ACE3-42D11CEBC825}" dt="2026-05-27T15:41:10.365" v="11520" actId="20577"/>
        <pc:sldMkLst>
          <pc:docMk/>
          <pc:sldMk cId="0" sldId="259"/>
        </pc:sldMkLst>
        <pc:spChg chg="add del mod">
          <ac:chgData name="Belanger, Michel" userId="9f46d9ab-1cf5-4fc6-8ef3-fcac8369d45b" providerId="ADAL" clId="{22CC25F5-1A08-4A57-ACE3-42D11CEBC825}" dt="2026-05-25T19:33:56.594" v="8076" actId="20577"/>
          <ac:spMkLst>
            <pc:docMk/>
            <pc:sldMk cId="0" sldId="259"/>
            <ac:spMk id="5" creationId="{13C98D96-E206-5B65-8782-DE9AB838429E}"/>
          </ac:spMkLst>
        </pc:spChg>
        <pc:spChg chg="add mod">
          <ac:chgData name="Belanger, Michel" userId="9f46d9ab-1cf5-4fc6-8ef3-fcac8369d45b" providerId="ADAL" clId="{22CC25F5-1A08-4A57-ACE3-42D11CEBC825}" dt="2026-05-25T17:49:35.592" v="7214" actId="20577"/>
          <ac:spMkLst>
            <pc:docMk/>
            <pc:sldMk cId="0" sldId="259"/>
            <ac:spMk id="7" creationId="{04F4AC5D-DAD8-BA1D-224C-B86F7D853A3D}"/>
          </ac:spMkLst>
        </pc:spChg>
        <pc:spChg chg="add mod">
          <ac:chgData name="Belanger, Michel" userId="9f46d9ab-1cf5-4fc6-8ef3-fcac8369d45b" providerId="ADAL" clId="{22CC25F5-1A08-4A57-ACE3-42D11CEBC825}" dt="2026-05-26T17:10:25.493" v="10004" actId="113"/>
          <ac:spMkLst>
            <pc:docMk/>
            <pc:sldMk cId="0" sldId="259"/>
            <ac:spMk id="12" creationId="{B17A3916-908F-D7FA-1276-D5F5F16EE61F}"/>
          </ac:spMkLst>
        </pc:spChg>
        <pc:spChg chg="add mod">
          <ac:chgData name="Belanger, Michel" userId="9f46d9ab-1cf5-4fc6-8ef3-fcac8369d45b" providerId="ADAL" clId="{22CC25F5-1A08-4A57-ACE3-42D11CEBC825}" dt="2026-05-27T15:41:10.365" v="11520" actId="20577"/>
          <ac:spMkLst>
            <pc:docMk/>
            <pc:sldMk cId="0" sldId="259"/>
            <ac:spMk id="26" creationId="{77D60E4E-16A6-51F6-7231-B6C91432ED3D}"/>
          </ac:spMkLst>
        </pc:spChg>
        <pc:spChg chg="add mod">
          <ac:chgData name="Belanger, Michel" userId="9f46d9ab-1cf5-4fc6-8ef3-fcac8369d45b" providerId="ADAL" clId="{22CC25F5-1A08-4A57-ACE3-42D11CEBC825}" dt="2026-05-20T15:09:50.934" v="4167" actId="1076"/>
          <ac:spMkLst>
            <pc:docMk/>
            <pc:sldMk cId="0" sldId="259"/>
            <ac:spMk id="33" creationId="{00000000-0000-0000-0000-000000000000}"/>
          </ac:spMkLst>
        </pc:spChg>
        <pc:spChg chg="add">
          <ac:chgData name="Belanger, Michel" userId="9f46d9ab-1cf5-4fc6-8ef3-fcac8369d45b" providerId="ADAL" clId="{22CC25F5-1A08-4A57-ACE3-42D11CEBC825}" dt="2026-05-19T17:48:06.459" v="931" actId="26606"/>
          <ac:spMkLst>
            <pc:docMk/>
            <pc:sldMk cId="0" sldId="259"/>
            <ac:spMk id="153" creationId="{CEEF22E7-C7EB-4303-91B7-B38A2A46C2B4}"/>
          </ac:spMkLst>
        </pc:spChg>
        <pc:graphicFrameChg chg="add mod modGraphic">
          <ac:chgData name="Belanger, Michel" userId="9f46d9ab-1cf5-4fc6-8ef3-fcac8369d45b" providerId="ADAL" clId="{22CC25F5-1A08-4A57-ACE3-42D11CEBC825}" dt="2026-05-25T17:29:19.771" v="7093" actId="1076"/>
          <ac:graphicFrameMkLst>
            <pc:docMk/>
            <pc:sldMk cId="0" sldId="259"/>
            <ac:graphicFrameMk id="45" creationId="{102C5A90-CA85-BDAF-52F2-E5AA12DA893C}"/>
          </ac:graphicFrameMkLst>
        </pc:graphicFrameChg>
      </pc:sldChg>
      <pc:sldChg chg="addSp delSp modSp mod">
        <pc:chgData name="Belanger, Michel" userId="9f46d9ab-1cf5-4fc6-8ef3-fcac8369d45b" providerId="ADAL" clId="{22CC25F5-1A08-4A57-ACE3-42D11CEBC825}" dt="2026-05-25T19:27:57.689" v="8015" actId="1076"/>
        <pc:sldMkLst>
          <pc:docMk/>
          <pc:sldMk cId="0" sldId="260"/>
        </pc:sldMkLst>
        <pc:spChg chg="mod">
          <ac:chgData name="Belanger, Michel" userId="9f46d9ab-1cf5-4fc6-8ef3-fcac8369d45b" providerId="ADAL" clId="{22CC25F5-1A08-4A57-ACE3-42D11CEBC825}" dt="2026-05-19T21:45:53.886" v="2700" actId="20577"/>
          <ac:spMkLst>
            <pc:docMk/>
            <pc:sldMk cId="0" sldId="260"/>
            <ac:spMk id="2" creationId="{00000000-0000-0000-0000-000000000000}"/>
          </ac:spMkLst>
        </pc:spChg>
        <pc:spChg chg="add mod">
          <ac:chgData name="Belanger, Michel" userId="9f46d9ab-1cf5-4fc6-8ef3-fcac8369d45b" providerId="ADAL" clId="{22CC25F5-1A08-4A57-ACE3-42D11CEBC825}" dt="2026-05-25T14:23:01.466" v="6043" actId="1076"/>
          <ac:spMkLst>
            <pc:docMk/>
            <pc:sldMk cId="0" sldId="260"/>
            <ac:spMk id="3" creationId="{B4673882-5CE7-EC16-FADA-01FA4998357F}"/>
          </ac:spMkLst>
        </pc:spChg>
        <pc:spChg chg="add mod">
          <ac:chgData name="Belanger, Michel" userId="9f46d9ab-1cf5-4fc6-8ef3-fcac8369d45b" providerId="ADAL" clId="{22CC25F5-1A08-4A57-ACE3-42D11CEBC825}" dt="2026-05-25T19:27:57.689" v="8015" actId="1076"/>
          <ac:spMkLst>
            <pc:docMk/>
            <pc:sldMk cId="0" sldId="260"/>
            <ac:spMk id="4" creationId="{9A939F10-046A-747A-6A0F-32298925DE7F}"/>
          </ac:spMkLst>
        </pc:spChg>
        <pc:spChg chg="add mod">
          <ac:chgData name="Belanger, Michel" userId="9f46d9ab-1cf5-4fc6-8ef3-fcac8369d45b" providerId="ADAL" clId="{22CC25F5-1A08-4A57-ACE3-42D11CEBC825}" dt="2026-05-25T18:49:50.278" v="7943" actId="20577"/>
          <ac:spMkLst>
            <pc:docMk/>
            <pc:sldMk cId="0" sldId="260"/>
            <ac:spMk id="8" creationId="{25D0D9BE-CD90-CC48-9F05-8C5BA80E01B4}"/>
          </ac:spMkLst>
        </pc:spChg>
        <pc:spChg chg="add mod">
          <ac:chgData name="Belanger, Michel" userId="9f46d9ab-1cf5-4fc6-8ef3-fcac8369d45b" providerId="ADAL" clId="{22CC25F5-1A08-4A57-ACE3-42D11CEBC825}" dt="2026-05-21T20:10:03.085" v="4840" actId="113"/>
          <ac:spMkLst>
            <pc:docMk/>
            <pc:sldMk cId="0" sldId="260"/>
            <ac:spMk id="10" creationId="{62CC02C2-68FC-90FA-5AF1-E0F5D7662B8F}"/>
          </ac:spMkLst>
        </pc:spChg>
        <pc:spChg chg="add mod">
          <ac:chgData name="Belanger, Michel" userId="9f46d9ab-1cf5-4fc6-8ef3-fcac8369d45b" providerId="ADAL" clId="{22CC25F5-1A08-4A57-ACE3-42D11CEBC825}" dt="2026-05-25T18:49:42.355" v="7939" actId="20577"/>
          <ac:spMkLst>
            <pc:docMk/>
            <pc:sldMk cId="0" sldId="260"/>
            <ac:spMk id="14" creationId="{BB7A933A-CAF0-1F03-A93E-106CDB4D4811}"/>
          </ac:spMkLst>
        </pc:spChg>
        <pc:spChg chg="add mod">
          <ac:chgData name="Belanger, Michel" userId="9f46d9ab-1cf5-4fc6-8ef3-fcac8369d45b" providerId="ADAL" clId="{22CC25F5-1A08-4A57-ACE3-42D11CEBC825}" dt="2026-05-19T21:45:29.540" v="2691" actId="1036"/>
          <ac:spMkLst>
            <pc:docMk/>
            <pc:sldMk cId="0" sldId="260"/>
            <ac:spMk id="15" creationId="{F9353593-6F21-5E5B-6CE7-C2ADEE08A974}"/>
          </ac:spMkLst>
        </pc:spChg>
        <pc:spChg chg="add mod">
          <ac:chgData name="Belanger, Michel" userId="9f46d9ab-1cf5-4fc6-8ef3-fcac8369d45b" providerId="ADAL" clId="{22CC25F5-1A08-4A57-ACE3-42D11CEBC825}" dt="2026-05-19T21:45:29.540" v="2691" actId="1036"/>
          <ac:spMkLst>
            <pc:docMk/>
            <pc:sldMk cId="0" sldId="260"/>
            <ac:spMk id="16" creationId="{CA5710D5-FCED-53A3-C696-9C2CC1CD84AF}"/>
          </ac:spMkLst>
        </pc:spChg>
        <pc:spChg chg="add mod">
          <ac:chgData name="Belanger, Michel" userId="9f46d9ab-1cf5-4fc6-8ef3-fcac8369d45b" providerId="ADAL" clId="{22CC25F5-1A08-4A57-ACE3-42D11CEBC825}" dt="2026-05-21T20:09:50.982" v="4837" actId="113"/>
          <ac:spMkLst>
            <pc:docMk/>
            <pc:sldMk cId="0" sldId="260"/>
            <ac:spMk id="147" creationId="{C6F21A6C-4F01-7F1D-15B1-3A8170547FDF}"/>
          </ac:spMkLst>
        </pc:spChg>
        <pc:picChg chg="add mod">
          <ac:chgData name="Belanger, Michel" userId="9f46d9ab-1cf5-4fc6-8ef3-fcac8369d45b" providerId="ADAL" clId="{22CC25F5-1A08-4A57-ACE3-42D11CEBC825}" dt="2026-05-20T14:35:50.272" v="3973" actId="1076"/>
          <ac:picMkLst>
            <pc:docMk/>
            <pc:sldMk cId="0" sldId="260"/>
            <ac:picMk id="5" creationId="{88A801BD-5699-73F8-3381-88864DA801D5}"/>
          </ac:picMkLst>
        </pc:picChg>
      </pc:sldChg>
      <pc:sldChg chg="addSp delSp modSp mod ord setBg">
        <pc:chgData name="Belanger, Michel" userId="9f46d9ab-1cf5-4fc6-8ef3-fcac8369d45b" providerId="ADAL" clId="{22CC25F5-1A08-4A57-ACE3-42D11CEBC825}" dt="2026-05-25T15:00:16.665" v="6412" actId="1076"/>
        <pc:sldMkLst>
          <pc:docMk/>
          <pc:sldMk cId="0" sldId="261"/>
        </pc:sldMkLst>
        <pc:spChg chg="mod">
          <ac:chgData name="Belanger, Michel" userId="9f46d9ab-1cf5-4fc6-8ef3-fcac8369d45b" providerId="ADAL" clId="{22CC25F5-1A08-4A57-ACE3-42D11CEBC825}" dt="2026-05-20T17:34:03.783" v="4567" actId="6549"/>
          <ac:spMkLst>
            <pc:docMk/>
            <pc:sldMk cId="0" sldId="261"/>
            <ac:spMk id="2" creationId="{00000000-0000-0000-0000-000000000000}"/>
          </ac:spMkLst>
        </pc:spChg>
        <pc:spChg chg="add mod">
          <ac:chgData name="Belanger, Michel" userId="9f46d9ab-1cf5-4fc6-8ef3-fcac8369d45b" providerId="ADAL" clId="{22CC25F5-1A08-4A57-ACE3-42D11CEBC825}" dt="2026-05-21T20:10:43.028" v="4846" actId="20577"/>
          <ac:spMkLst>
            <pc:docMk/>
            <pc:sldMk cId="0" sldId="261"/>
            <ac:spMk id="5" creationId="{2F7A07DC-96C6-A0F3-C09A-6964631A8890}"/>
          </ac:spMkLst>
        </pc:spChg>
        <pc:spChg chg="add mod">
          <ac:chgData name="Belanger, Michel" userId="9f46d9ab-1cf5-4fc6-8ef3-fcac8369d45b" providerId="ADAL" clId="{22CC25F5-1A08-4A57-ACE3-42D11CEBC825}" dt="2026-05-20T15:43:33.077" v="4536" actId="20577"/>
          <ac:spMkLst>
            <pc:docMk/>
            <pc:sldMk cId="0" sldId="261"/>
            <ac:spMk id="7" creationId="{B18B69CA-1F03-FACC-1930-D99A4498A7E0}"/>
          </ac:spMkLst>
        </pc:spChg>
        <pc:spChg chg="add">
          <ac:chgData name="Belanger, Michel" userId="9f46d9ab-1cf5-4fc6-8ef3-fcac8369d45b" providerId="ADAL" clId="{22CC25F5-1A08-4A57-ACE3-42D11CEBC825}" dt="2026-05-19T18:15:50.778" v="1235" actId="26606"/>
          <ac:spMkLst>
            <pc:docMk/>
            <pc:sldMk cId="0" sldId="261"/>
            <ac:spMk id="27" creationId="{3AD318CC-E2A8-4E27-9548-A047A78999B1}"/>
          </ac:spMkLst>
        </pc:spChg>
        <pc:spChg chg="add">
          <ac:chgData name="Belanger, Michel" userId="9f46d9ab-1cf5-4fc6-8ef3-fcac8369d45b" providerId="ADAL" clId="{22CC25F5-1A08-4A57-ACE3-42D11CEBC825}" dt="2026-05-19T18:15:50.778" v="1235" actId="26606"/>
          <ac:spMkLst>
            <pc:docMk/>
            <pc:sldMk cId="0" sldId="261"/>
            <ac:spMk id="31" creationId="{2C1BBA94-3F40-40AA-8BB9-E69E25E537C1}"/>
          </ac:spMkLst>
        </pc:spChg>
        <pc:grpChg chg="add">
          <ac:chgData name="Belanger, Michel" userId="9f46d9ab-1cf5-4fc6-8ef3-fcac8369d45b" providerId="ADAL" clId="{22CC25F5-1A08-4A57-ACE3-42D11CEBC825}" dt="2026-05-19T18:15:50.778" v="1235" actId="26606"/>
          <ac:grpSpMkLst>
            <pc:docMk/>
            <pc:sldMk cId="0" sldId="261"/>
            <ac:grpSpMk id="28" creationId="{B14B560F-9DD7-4302-A60B-EBD3EF59B073}"/>
          </ac:grpSpMkLst>
        </pc:grpChg>
        <pc:graphicFrameChg chg="add mod modGraphic">
          <ac:chgData name="Belanger, Michel" userId="9f46d9ab-1cf5-4fc6-8ef3-fcac8369d45b" providerId="ADAL" clId="{22CC25F5-1A08-4A57-ACE3-42D11CEBC825}" dt="2026-05-25T15:00:16.665" v="6412" actId="1076"/>
          <ac:graphicFrameMkLst>
            <pc:docMk/>
            <pc:sldMk cId="0" sldId="261"/>
            <ac:graphicFrameMk id="6" creationId="{3ADDAF66-BDBC-B9E4-F480-4300999AC89F}"/>
          </ac:graphicFrameMkLst>
        </pc:graphicFrameChg>
      </pc:sldChg>
      <pc:sldChg chg="addSp delSp modSp mod setBg">
        <pc:chgData name="Belanger, Michel" userId="9f46d9ab-1cf5-4fc6-8ef3-fcac8369d45b" providerId="ADAL" clId="{22CC25F5-1A08-4A57-ACE3-42D11CEBC825}" dt="2026-05-22T19:37:29.141" v="5683" actId="207"/>
        <pc:sldMkLst>
          <pc:docMk/>
          <pc:sldMk cId="0" sldId="263"/>
        </pc:sldMkLst>
        <pc:spChg chg="mod">
          <ac:chgData name="Belanger, Michel" userId="9f46d9ab-1cf5-4fc6-8ef3-fcac8369d45b" providerId="ADAL" clId="{22CC25F5-1A08-4A57-ACE3-42D11CEBC825}" dt="2026-05-22T19:37:29.141" v="5683" actId="207"/>
          <ac:spMkLst>
            <pc:docMk/>
            <pc:sldMk cId="0" sldId="263"/>
            <ac:spMk id="2" creationId="{00000000-0000-0000-0000-000000000000}"/>
          </ac:spMkLst>
        </pc:spChg>
        <pc:spChg chg="mod">
          <ac:chgData name="Belanger, Michel" userId="9f46d9ab-1cf5-4fc6-8ef3-fcac8369d45b" providerId="ADAL" clId="{22CC25F5-1A08-4A57-ACE3-42D11CEBC825}" dt="2026-05-22T19:37:29.141" v="5683" actId="207"/>
          <ac:spMkLst>
            <pc:docMk/>
            <pc:sldMk cId="0" sldId="263"/>
            <ac:spMk id="3" creationId="{00000000-0000-0000-0000-000000000000}"/>
          </ac:spMkLst>
        </pc:spChg>
        <pc:spChg chg="add">
          <ac:chgData name="Belanger, Michel" userId="9f46d9ab-1cf5-4fc6-8ef3-fcac8369d45b" providerId="ADAL" clId="{22CC25F5-1A08-4A57-ACE3-42D11CEBC825}" dt="2026-05-22T19:33:19.584" v="5626" actId="26606"/>
          <ac:spMkLst>
            <pc:docMk/>
            <pc:sldMk cId="0" sldId="263"/>
            <ac:spMk id="17" creationId="{C9A36457-A5F4-4103-A443-02581C09185B}"/>
          </ac:spMkLst>
        </pc:spChg>
        <pc:spChg chg="add">
          <ac:chgData name="Belanger, Michel" userId="9f46d9ab-1cf5-4fc6-8ef3-fcac8369d45b" providerId="ADAL" clId="{22CC25F5-1A08-4A57-ACE3-42D11CEBC825}" dt="2026-05-22T19:33:19.584" v="5626" actId="26606"/>
          <ac:spMkLst>
            <pc:docMk/>
            <pc:sldMk cId="0" sldId="263"/>
            <ac:spMk id="19" creationId="{DC5FB7E8-B636-40FA-BE8D-48145C0F5C57}"/>
          </ac:spMkLst>
        </pc:spChg>
        <pc:spChg chg="add">
          <ac:chgData name="Belanger, Michel" userId="9f46d9ab-1cf5-4fc6-8ef3-fcac8369d45b" providerId="ADAL" clId="{22CC25F5-1A08-4A57-ACE3-42D11CEBC825}" dt="2026-05-22T19:33:19.584" v="5626" actId="26606"/>
          <ac:spMkLst>
            <pc:docMk/>
            <pc:sldMk cId="0" sldId="263"/>
            <ac:spMk id="21" creationId="{142DCE2C-2863-46FA-9BE7-24365A24D9BA}"/>
          </ac:spMkLst>
        </pc:spChg>
      </pc:sldChg>
      <pc:sldChg chg="addSp delSp modSp mod setBg">
        <pc:chgData name="Belanger, Michel" userId="9f46d9ab-1cf5-4fc6-8ef3-fcac8369d45b" providerId="ADAL" clId="{22CC25F5-1A08-4A57-ACE3-42D11CEBC825}" dt="2026-05-27T15:34:31.789" v="11492" actId="20577"/>
        <pc:sldMkLst>
          <pc:docMk/>
          <pc:sldMk cId="0" sldId="264"/>
        </pc:sldMkLst>
        <pc:spChg chg="mod">
          <ac:chgData name="Belanger, Michel" userId="9f46d9ab-1cf5-4fc6-8ef3-fcac8369d45b" providerId="ADAL" clId="{22CC25F5-1A08-4A57-ACE3-42D11CEBC825}" dt="2026-05-20T17:34:22.862" v="4580" actId="6549"/>
          <ac:spMkLst>
            <pc:docMk/>
            <pc:sldMk cId="0" sldId="264"/>
            <ac:spMk id="2" creationId="{00000000-0000-0000-0000-000000000000}"/>
          </ac:spMkLst>
        </pc:spChg>
        <pc:spChg chg="add mod">
          <ac:chgData name="Belanger, Michel" userId="9f46d9ab-1cf5-4fc6-8ef3-fcac8369d45b" providerId="ADAL" clId="{22CC25F5-1A08-4A57-ACE3-42D11CEBC825}" dt="2026-05-21T21:00:59.598" v="5530" actId="790"/>
          <ac:spMkLst>
            <pc:docMk/>
            <pc:sldMk cId="0" sldId="264"/>
            <ac:spMk id="5" creationId="{FE01605C-BA3F-2B01-EBCA-0157FF42A009}"/>
          </ac:spMkLst>
        </pc:spChg>
        <pc:spChg chg="add mod">
          <ac:chgData name="Belanger, Michel" userId="9f46d9ab-1cf5-4fc6-8ef3-fcac8369d45b" providerId="ADAL" clId="{22CC25F5-1A08-4A57-ACE3-42D11CEBC825}" dt="2026-05-27T15:34:31.789" v="11492" actId="20577"/>
          <ac:spMkLst>
            <pc:docMk/>
            <pc:sldMk cId="0" sldId="264"/>
            <ac:spMk id="6" creationId="{529351A9-A245-F67C-685D-B45621066FFF}"/>
          </ac:spMkLst>
        </pc:spChg>
        <pc:spChg chg="add">
          <ac:chgData name="Belanger, Michel" userId="9f46d9ab-1cf5-4fc6-8ef3-fcac8369d45b" providerId="ADAL" clId="{22CC25F5-1A08-4A57-ACE3-42D11CEBC825}" dt="2026-05-19T18:16:49.192" v="1251" actId="26606"/>
          <ac:spMkLst>
            <pc:docMk/>
            <pc:sldMk cId="0" sldId="264"/>
            <ac:spMk id="8" creationId="{3AD318CC-E2A8-4E27-9548-A047A78999B1}"/>
          </ac:spMkLst>
        </pc:spChg>
        <pc:spChg chg="add">
          <ac:chgData name="Belanger, Michel" userId="9f46d9ab-1cf5-4fc6-8ef3-fcac8369d45b" providerId="ADAL" clId="{22CC25F5-1A08-4A57-ACE3-42D11CEBC825}" dt="2026-05-19T18:16:49.192" v="1251" actId="26606"/>
          <ac:spMkLst>
            <pc:docMk/>
            <pc:sldMk cId="0" sldId="264"/>
            <ac:spMk id="14" creationId="{2C1BBA94-3F40-40AA-8BB9-E69E25E537C1}"/>
          </ac:spMkLst>
        </pc:spChg>
        <pc:grpChg chg="add">
          <ac:chgData name="Belanger, Michel" userId="9f46d9ab-1cf5-4fc6-8ef3-fcac8369d45b" providerId="ADAL" clId="{22CC25F5-1A08-4A57-ACE3-42D11CEBC825}" dt="2026-05-19T18:16:49.192" v="1251" actId="26606"/>
          <ac:grpSpMkLst>
            <pc:docMk/>
            <pc:sldMk cId="0" sldId="264"/>
            <ac:grpSpMk id="10" creationId="{B14B560F-9DD7-4302-A60B-EBD3EF59B073}"/>
          </ac:grpSpMkLst>
        </pc:grpChg>
        <pc:graphicFrameChg chg="add mod modGraphic">
          <ac:chgData name="Belanger, Michel" userId="9f46d9ab-1cf5-4fc6-8ef3-fcac8369d45b" providerId="ADAL" clId="{22CC25F5-1A08-4A57-ACE3-42D11CEBC825}" dt="2026-05-27T15:29:49.611" v="11450" actId="20577"/>
          <ac:graphicFrameMkLst>
            <pc:docMk/>
            <pc:sldMk cId="0" sldId="264"/>
            <ac:graphicFrameMk id="4" creationId="{8CF41D8C-700C-B98D-DB69-F1120C6FC593}"/>
          </ac:graphicFrameMkLst>
        </pc:graphicFrameChg>
      </pc:sldChg>
      <pc:sldChg chg="addSp delSp modSp mod ord setBg addAnim delAnim">
        <pc:chgData name="Belanger, Michel" userId="9f46d9ab-1cf5-4fc6-8ef3-fcac8369d45b" providerId="ADAL" clId="{22CC25F5-1A08-4A57-ACE3-42D11CEBC825}" dt="2026-05-27T15:40:01.327" v="11503"/>
        <pc:sldMkLst>
          <pc:docMk/>
          <pc:sldMk cId="0" sldId="266"/>
        </pc:sldMkLst>
        <pc:spChg chg="mod">
          <ac:chgData name="Belanger, Michel" userId="9f46d9ab-1cf5-4fc6-8ef3-fcac8369d45b" providerId="ADAL" clId="{22CC25F5-1A08-4A57-ACE3-42D11CEBC825}" dt="2026-05-25T14:46:54.789" v="6211" actId="27636"/>
          <ac:spMkLst>
            <pc:docMk/>
            <pc:sldMk cId="0" sldId="266"/>
            <ac:spMk id="2" creationId="{00000000-0000-0000-0000-000000000000}"/>
          </ac:spMkLst>
        </pc:spChg>
        <pc:spChg chg="mod">
          <ac:chgData name="Belanger, Michel" userId="9f46d9ab-1cf5-4fc6-8ef3-fcac8369d45b" providerId="ADAL" clId="{22CC25F5-1A08-4A57-ACE3-42D11CEBC825}" dt="2026-05-27T15:40:01.327" v="11503"/>
          <ac:spMkLst>
            <pc:docMk/>
            <pc:sldMk cId="0" sldId="266"/>
            <ac:spMk id="3" creationId="{00000000-0000-0000-0000-000000000000}"/>
          </ac:spMkLst>
        </pc:spChg>
        <pc:spChg chg="add mod">
          <ac:chgData name="Belanger, Michel" userId="9f46d9ab-1cf5-4fc6-8ef3-fcac8369d45b" providerId="ADAL" clId="{22CC25F5-1A08-4A57-ACE3-42D11CEBC825}" dt="2026-05-21T21:01:48.240" v="5532" actId="790"/>
          <ac:spMkLst>
            <pc:docMk/>
            <pc:sldMk cId="0" sldId="266"/>
            <ac:spMk id="37" creationId="{9C7E0A2C-7C0A-4AAC-B3B0-6C12B2EBAE05}"/>
          </ac:spMkLst>
        </pc:spChg>
        <pc:spChg chg="add mod">
          <ac:chgData name="Belanger, Michel" userId="9f46d9ab-1cf5-4fc6-8ef3-fcac8369d45b" providerId="ADAL" clId="{22CC25F5-1A08-4A57-ACE3-42D11CEBC825}" dt="2026-05-21T21:01:48.240" v="5532" actId="790"/>
          <ac:spMkLst>
            <pc:docMk/>
            <pc:sldMk cId="0" sldId="266"/>
            <ac:spMk id="38" creationId="{5EB7D2A2-F448-44D4-938C-DC84CBCB3B1E}"/>
          </ac:spMkLst>
        </pc:spChg>
        <pc:spChg chg="add mod">
          <ac:chgData name="Belanger, Michel" userId="9f46d9ab-1cf5-4fc6-8ef3-fcac8369d45b" providerId="ADAL" clId="{22CC25F5-1A08-4A57-ACE3-42D11CEBC825}" dt="2026-05-21T21:01:48.240" v="5532" actId="790"/>
          <ac:spMkLst>
            <pc:docMk/>
            <pc:sldMk cId="0" sldId="266"/>
            <ac:spMk id="39" creationId="{871AEA07-1E14-44B4-8E55-64EF049CD66F}"/>
          </ac:spMkLst>
        </pc:spChg>
        <pc:cxnChg chg="add">
          <ac:chgData name="Belanger, Michel" userId="9f46d9ab-1cf5-4fc6-8ef3-fcac8369d45b" providerId="ADAL" clId="{22CC25F5-1A08-4A57-ACE3-42D11CEBC825}" dt="2026-05-19T18:25:36.459" v="1332" actId="26606"/>
          <ac:cxnSpMkLst>
            <pc:docMk/>
            <pc:sldMk cId="0" sldId="266"/>
            <ac:cxnSpMk id="40" creationId="{F7C8EA93-3210-4C62-99E9-153C275E3A87}"/>
          </ac:cxnSpMkLst>
        </pc:cxnChg>
      </pc:sldChg>
      <pc:sldChg chg="addSp delSp modSp mod setBg">
        <pc:chgData name="Belanger, Michel" userId="9f46d9ab-1cf5-4fc6-8ef3-fcac8369d45b" providerId="ADAL" clId="{22CC25F5-1A08-4A57-ACE3-42D11CEBC825}" dt="2026-05-25T15:11:41.168" v="6609" actId="20577"/>
        <pc:sldMkLst>
          <pc:docMk/>
          <pc:sldMk cId="0" sldId="267"/>
        </pc:sldMkLst>
        <pc:spChg chg="mod">
          <ac:chgData name="Belanger, Michel" userId="9f46d9ab-1cf5-4fc6-8ef3-fcac8369d45b" providerId="ADAL" clId="{22CC25F5-1A08-4A57-ACE3-42D11CEBC825}" dt="2026-05-20T17:34:53.619" v="4605" actId="6549"/>
          <ac:spMkLst>
            <pc:docMk/>
            <pc:sldMk cId="0" sldId="267"/>
            <ac:spMk id="2" creationId="{00000000-0000-0000-0000-000000000000}"/>
          </ac:spMkLst>
        </pc:spChg>
        <pc:spChg chg="add mod">
          <ac:chgData name="Belanger, Michel" userId="9f46d9ab-1cf5-4fc6-8ef3-fcac8369d45b" providerId="ADAL" clId="{22CC25F5-1A08-4A57-ACE3-42D11CEBC825}" dt="2026-05-19T21:58:42.703" v="2902" actId="1076"/>
          <ac:spMkLst>
            <pc:docMk/>
            <pc:sldMk cId="0" sldId="267"/>
            <ac:spMk id="5" creationId="{6B2BF67C-3AAF-138F-18FD-0C4655EECE28}"/>
          </ac:spMkLst>
        </pc:spChg>
        <pc:spChg chg="add mod">
          <ac:chgData name="Belanger, Michel" userId="9f46d9ab-1cf5-4fc6-8ef3-fcac8369d45b" providerId="ADAL" clId="{22CC25F5-1A08-4A57-ACE3-42D11CEBC825}" dt="2026-05-25T15:11:41.168" v="6609" actId="20577"/>
          <ac:spMkLst>
            <pc:docMk/>
            <pc:sldMk cId="0" sldId="267"/>
            <ac:spMk id="6" creationId="{9236886D-9E33-9770-B6D1-5B2D499B631C}"/>
          </ac:spMkLst>
        </pc:spChg>
        <pc:spChg chg="add">
          <ac:chgData name="Belanger, Michel" userId="9f46d9ab-1cf5-4fc6-8ef3-fcac8369d45b" providerId="ADAL" clId="{22CC25F5-1A08-4A57-ACE3-42D11CEBC825}" dt="2026-05-19T18:22:15.596" v="1272" actId="26606"/>
          <ac:spMkLst>
            <pc:docMk/>
            <pc:sldMk cId="0" sldId="267"/>
            <ac:spMk id="8" creationId="{3AD318CC-E2A8-4E27-9548-A047A78999B1}"/>
          </ac:spMkLst>
        </pc:spChg>
        <pc:spChg chg="add">
          <ac:chgData name="Belanger, Michel" userId="9f46d9ab-1cf5-4fc6-8ef3-fcac8369d45b" providerId="ADAL" clId="{22CC25F5-1A08-4A57-ACE3-42D11CEBC825}" dt="2026-05-19T18:22:15.596" v="1272" actId="26606"/>
          <ac:spMkLst>
            <pc:docMk/>
            <pc:sldMk cId="0" sldId="267"/>
            <ac:spMk id="14" creationId="{2C1BBA94-3F40-40AA-8BB9-E69E25E537C1}"/>
          </ac:spMkLst>
        </pc:spChg>
        <pc:grpChg chg="add">
          <ac:chgData name="Belanger, Michel" userId="9f46d9ab-1cf5-4fc6-8ef3-fcac8369d45b" providerId="ADAL" clId="{22CC25F5-1A08-4A57-ACE3-42D11CEBC825}" dt="2026-05-19T18:22:15.596" v="1272" actId="26606"/>
          <ac:grpSpMkLst>
            <pc:docMk/>
            <pc:sldMk cId="0" sldId="267"/>
            <ac:grpSpMk id="10" creationId="{B14B560F-9DD7-4302-A60B-EBD3EF59B073}"/>
          </ac:grpSpMkLst>
        </pc:grpChg>
        <pc:graphicFrameChg chg="add mod">
          <ac:chgData name="Belanger, Michel" userId="9f46d9ab-1cf5-4fc6-8ef3-fcac8369d45b" providerId="ADAL" clId="{22CC25F5-1A08-4A57-ACE3-42D11CEBC825}" dt="2026-05-25T15:01:53.426" v="6425" actId="1076"/>
          <ac:graphicFrameMkLst>
            <pc:docMk/>
            <pc:sldMk cId="0" sldId="267"/>
            <ac:graphicFrameMk id="18" creationId="{1DABE9BB-E7E4-3A7F-1455-B10C4A221881}"/>
          </ac:graphicFrameMkLst>
        </pc:graphicFrameChg>
      </pc:sldChg>
      <pc:sldChg chg="addSp delSp modSp mod setBg">
        <pc:chgData name="Belanger, Michel" userId="9f46d9ab-1cf5-4fc6-8ef3-fcac8369d45b" providerId="ADAL" clId="{22CC25F5-1A08-4A57-ACE3-42D11CEBC825}" dt="2026-05-21T21:08:20.228" v="5542" actId="20577"/>
        <pc:sldMkLst>
          <pc:docMk/>
          <pc:sldMk cId="0" sldId="271"/>
        </pc:sldMkLst>
        <pc:spChg chg="mod">
          <ac:chgData name="Belanger, Michel" userId="9f46d9ab-1cf5-4fc6-8ef3-fcac8369d45b" providerId="ADAL" clId="{22CC25F5-1A08-4A57-ACE3-42D11CEBC825}" dt="2026-05-21T20:17:41.820" v="4969" actId="27636"/>
          <ac:spMkLst>
            <pc:docMk/>
            <pc:sldMk cId="0" sldId="271"/>
            <ac:spMk id="2" creationId="{00000000-0000-0000-0000-000000000000}"/>
          </ac:spMkLst>
        </pc:spChg>
        <pc:spChg chg="mod">
          <ac:chgData name="Belanger, Michel" userId="9f46d9ab-1cf5-4fc6-8ef3-fcac8369d45b" providerId="ADAL" clId="{22CC25F5-1A08-4A57-ACE3-42D11CEBC825}" dt="2026-05-21T21:08:20.228" v="5542" actId="20577"/>
          <ac:spMkLst>
            <pc:docMk/>
            <pc:sldMk cId="0" sldId="271"/>
            <ac:spMk id="3" creationId="{00000000-0000-0000-0000-000000000000}"/>
          </ac:spMkLst>
        </pc:spChg>
        <pc:spChg chg="add">
          <ac:chgData name="Belanger, Michel" userId="9f46d9ab-1cf5-4fc6-8ef3-fcac8369d45b" providerId="ADAL" clId="{22CC25F5-1A08-4A57-ACE3-42D11CEBC825}" dt="2026-05-19T20:39:00.379" v="1752" actId="26606"/>
          <ac:spMkLst>
            <pc:docMk/>
            <pc:sldMk cId="0" sldId="271"/>
            <ac:spMk id="22" creationId="{4DA718D0-4865-4629-8134-44F68D41D574}"/>
          </ac:spMkLst>
        </pc:spChg>
        <pc:spChg chg="add">
          <ac:chgData name="Belanger, Michel" userId="9f46d9ab-1cf5-4fc6-8ef3-fcac8369d45b" providerId="ADAL" clId="{22CC25F5-1A08-4A57-ACE3-42D11CEBC825}" dt="2026-05-19T20:39:00.379" v="1752" actId="26606"/>
          <ac:spMkLst>
            <pc:docMk/>
            <pc:sldMk cId="0" sldId="271"/>
            <ac:spMk id="28" creationId="{CBC4F608-B4B8-48C3-9572-C0F061B1CD99}"/>
          </ac:spMkLst>
        </pc:spChg>
        <pc:grpChg chg="add">
          <ac:chgData name="Belanger, Michel" userId="9f46d9ab-1cf5-4fc6-8ef3-fcac8369d45b" providerId="ADAL" clId="{22CC25F5-1A08-4A57-ACE3-42D11CEBC825}" dt="2026-05-19T20:39:00.379" v="1752" actId="26606"/>
          <ac:grpSpMkLst>
            <pc:docMk/>
            <pc:sldMk cId="0" sldId="271"/>
            <ac:grpSpMk id="24" creationId="{65167ED7-6315-43AB-B1B6-C326D5FD8F84}"/>
          </ac:grpSpMkLst>
        </pc:grpChg>
      </pc:sldChg>
      <pc:sldChg chg="addSp delSp modSp add mod ord setBg delDesignElem">
        <pc:chgData name="Belanger, Michel" userId="9f46d9ab-1cf5-4fc6-8ef3-fcac8369d45b" providerId="ADAL" clId="{22CC25F5-1A08-4A57-ACE3-42D11CEBC825}" dt="2026-05-27T15:39:44.818" v="11499" actId="20577"/>
        <pc:sldMkLst>
          <pc:docMk/>
          <pc:sldMk cId="2727072318" sldId="275"/>
        </pc:sldMkLst>
        <pc:spChg chg="mod">
          <ac:chgData name="Belanger, Michel" userId="9f46d9ab-1cf5-4fc6-8ef3-fcac8369d45b" providerId="ADAL" clId="{22CC25F5-1A08-4A57-ACE3-42D11CEBC825}" dt="2026-05-27T15:14:05.914" v="11369" actId="20577"/>
          <ac:spMkLst>
            <pc:docMk/>
            <pc:sldMk cId="2727072318" sldId="275"/>
            <ac:spMk id="2" creationId="{001BE1D7-9D1C-E970-0169-838C8861DEF0}"/>
          </ac:spMkLst>
        </pc:spChg>
        <pc:spChg chg="mod">
          <ac:chgData name="Belanger, Michel" userId="9f46d9ab-1cf5-4fc6-8ef3-fcac8369d45b" providerId="ADAL" clId="{22CC25F5-1A08-4A57-ACE3-42D11CEBC825}" dt="2026-05-27T15:39:44.818" v="11499" actId="20577"/>
          <ac:spMkLst>
            <pc:docMk/>
            <pc:sldMk cId="2727072318" sldId="275"/>
            <ac:spMk id="3" creationId="{F255E232-7A4F-0DFE-28AA-69259659F626}"/>
          </ac:spMkLst>
        </pc:spChg>
        <pc:spChg chg="add">
          <ac:chgData name="Belanger, Michel" userId="9f46d9ab-1cf5-4fc6-8ef3-fcac8369d45b" providerId="ADAL" clId="{22CC25F5-1A08-4A57-ACE3-42D11CEBC825}" dt="2026-05-19T18:31:56.708" v="1359" actId="26606"/>
          <ac:spMkLst>
            <pc:docMk/>
            <pc:sldMk cId="2727072318" sldId="275"/>
            <ac:spMk id="8" creationId="{9C7E0A2C-7C0A-4AAC-B3B0-6C12B2EBAE05}"/>
          </ac:spMkLst>
        </pc:spChg>
        <pc:spChg chg="add">
          <ac:chgData name="Belanger, Michel" userId="9f46d9ab-1cf5-4fc6-8ef3-fcac8369d45b" providerId="ADAL" clId="{22CC25F5-1A08-4A57-ACE3-42D11CEBC825}" dt="2026-05-19T18:31:56.708" v="1359" actId="26606"/>
          <ac:spMkLst>
            <pc:docMk/>
            <pc:sldMk cId="2727072318" sldId="275"/>
            <ac:spMk id="10" creationId="{5EB7D2A2-F448-44D4-938C-DC84CBCB3B1E}"/>
          </ac:spMkLst>
        </pc:spChg>
        <pc:spChg chg="add">
          <ac:chgData name="Belanger, Michel" userId="9f46d9ab-1cf5-4fc6-8ef3-fcac8369d45b" providerId="ADAL" clId="{22CC25F5-1A08-4A57-ACE3-42D11CEBC825}" dt="2026-05-19T18:31:56.708" v="1359" actId="26606"/>
          <ac:spMkLst>
            <pc:docMk/>
            <pc:sldMk cId="2727072318" sldId="275"/>
            <ac:spMk id="12" creationId="{871AEA07-1E14-44B4-8E55-64EF049CD66F}"/>
          </ac:spMkLst>
        </pc:spChg>
        <pc:cxnChg chg="add">
          <ac:chgData name="Belanger, Michel" userId="9f46d9ab-1cf5-4fc6-8ef3-fcac8369d45b" providerId="ADAL" clId="{22CC25F5-1A08-4A57-ACE3-42D11CEBC825}" dt="2026-05-19T18:31:56.708" v="1359" actId="26606"/>
          <ac:cxnSpMkLst>
            <pc:docMk/>
            <pc:sldMk cId="2727072318" sldId="275"/>
            <ac:cxnSpMk id="14" creationId="{F7C8EA93-3210-4C62-99E9-153C275E3A87}"/>
          </ac:cxnSpMkLst>
        </pc:cxnChg>
      </pc:sldChg>
      <pc:sldChg chg="addSp delSp modSp add mod ord setBg addAnim delDesignElem">
        <pc:chgData name="Belanger, Michel" userId="9f46d9ab-1cf5-4fc6-8ef3-fcac8369d45b" providerId="ADAL" clId="{22CC25F5-1A08-4A57-ACE3-42D11CEBC825}" dt="2026-05-27T15:39:55.847" v="11501"/>
        <pc:sldMkLst>
          <pc:docMk/>
          <pc:sldMk cId="2670851464" sldId="276"/>
        </pc:sldMkLst>
        <pc:spChg chg="mod">
          <ac:chgData name="Belanger, Michel" userId="9f46d9ab-1cf5-4fc6-8ef3-fcac8369d45b" providerId="ADAL" clId="{22CC25F5-1A08-4A57-ACE3-42D11CEBC825}" dt="2026-05-25T15:02:18.252" v="6429" actId="27636"/>
          <ac:spMkLst>
            <pc:docMk/>
            <pc:sldMk cId="2670851464" sldId="276"/>
            <ac:spMk id="2" creationId="{954F2BC5-A5BE-FEF4-9667-E199A05B3C14}"/>
          </ac:spMkLst>
        </pc:spChg>
        <pc:spChg chg="mod">
          <ac:chgData name="Belanger, Michel" userId="9f46d9ab-1cf5-4fc6-8ef3-fcac8369d45b" providerId="ADAL" clId="{22CC25F5-1A08-4A57-ACE3-42D11CEBC825}" dt="2026-05-27T15:39:55.847" v="11501"/>
          <ac:spMkLst>
            <pc:docMk/>
            <pc:sldMk cId="2670851464" sldId="276"/>
            <ac:spMk id="3" creationId="{C9E1C182-9226-B927-43A3-DADF9B9E6116}"/>
          </ac:spMkLst>
        </pc:spChg>
        <pc:spChg chg="add mod">
          <ac:chgData name="Belanger, Michel" userId="9f46d9ab-1cf5-4fc6-8ef3-fcac8369d45b" providerId="ADAL" clId="{22CC25F5-1A08-4A57-ACE3-42D11CEBC825}" dt="2026-05-21T21:02:24.380" v="5534" actId="790"/>
          <ac:spMkLst>
            <pc:docMk/>
            <pc:sldMk cId="2670851464" sldId="276"/>
            <ac:spMk id="8" creationId="{9C7E0A2C-7C0A-4AAC-B3B0-6C12B2EBAE05}"/>
          </ac:spMkLst>
        </pc:spChg>
        <pc:spChg chg="add mod">
          <ac:chgData name="Belanger, Michel" userId="9f46d9ab-1cf5-4fc6-8ef3-fcac8369d45b" providerId="ADAL" clId="{22CC25F5-1A08-4A57-ACE3-42D11CEBC825}" dt="2026-05-21T21:02:24.380" v="5534" actId="790"/>
          <ac:spMkLst>
            <pc:docMk/>
            <pc:sldMk cId="2670851464" sldId="276"/>
            <ac:spMk id="10" creationId="{5EB7D2A2-F448-44D4-938C-DC84CBCB3B1E}"/>
          </ac:spMkLst>
        </pc:spChg>
        <pc:spChg chg="add mod">
          <ac:chgData name="Belanger, Michel" userId="9f46d9ab-1cf5-4fc6-8ef3-fcac8369d45b" providerId="ADAL" clId="{22CC25F5-1A08-4A57-ACE3-42D11CEBC825}" dt="2026-05-21T21:02:24.380" v="5534" actId="790"/>
          <ac:spMkLst>
            <pc:docMk/>
            <pc:sldMk cId="2670851464" sldId="276"/>
            <ac:spMk id="12" creationId="{871AEA07-1E14-44B4-8E55-64EF049CD66F}"/>
          </ac:spMkLst>
        </pc:spChg>
        <pc:cxnChg chg="add">
          <ac:chgData name="Belanger, Michel" userId="9f46d9ab-1cf5-4fc6-8ef3-fcac8369d45b" providerId="ADAL" clId="{22CC25F5-1A08-4A57-ACE3-42D11CEBC825}" dt="2026-05-19T18:36:22.955" v="1409" actId="26606"/>
          <ac:cxnSpMkLst>
            <pc:docMk/>
            <pc:sldMk cId="2670851464" sldId="276"/>
            <ac:cxnSpMk id="14" creationId="{F7C8EA93-3210-4C62-99E9-153C275E3A87}"/>
          </ac:cxnSpMkLst>
        </pc:cxnChg>
      </pc:sldChg>
      <pc:sldChg chg="addSp delSp modSp add mod setBg">
        <pc:chgData name="Belanger, Michel" userId="9f46d9ab-1cf5-4fc6-8ef3-fcac8369d45b" providerId="ADAL" clId="{22CC25F5-1A08-4A57-ACE3-42D11CEBC825}" dt="2026-05-22T19:38:59.364" v="5686" actId="207"/>
        <pc:sldMkLst>
          <pc:docMk/>
          <pc:sldMk cId="0" sldId="278"/>
        </pc:sldMkLst>
        <pc:spChg chg="mod">
          <ac:chgData name="Belanger, Michel" userId="9f46d9ab-1cf5-4fc6-8ef3-fcac8369d45b" providerId="ADAL" clId="{22CC25F5-1A08-4A57-ACE3-42D11CEBC825}" dt="2026-05-22T19:38:59.364" v="5686" actId="207"/>
          <ac:spMkLst>
            <pc:docMk/>
            <pc:sldMk cId="0" sldId="278"/>
            <ac:spMk id="2" creationId="{00000000-0000-0000-0000-000000000000}"/>
          </ac:spMkLst>
        </pc:spChg>
        <pc:spChg chg="mod">
          <ac:chgData name="Belanger, Michel" userId="9f46d9ab-1cf5-4fc6-8ef3-fcac8369d45b" providerId="ADAL" clId="{22CC25F5-1A08-4A57-ACE3-42D11CEBC825}" dt="2026-05-22T19:38:59.364" v="5686" actId="207"/>
          <ac:spMkLst>
            <pc:docMk/>
            <pc:sldMk cId="0" sldId="278"/>
            <ac:spMk id="3" creationId="{CF6C2240-D024-3D86-46A4-6A1CD9DB8D93}"/>
          </ac:spMkLst>
        </pc:spChg>
        <pc:spChg chg="add mod">
          <ac:chgData name="Belanger, Michel" userId="9f46d9ab-1cf5-4fc6-8ef3-fcac8369d45b" providerId="ADAL" clId="{22CC25F5-1A08-4A57-ACE3-42D11CEBC825}" dt="2026-05-22T19:38:59.364" v="5686" actId="207"/>
          <ac:spMkLst>
            <pc:docMk/>
            <pc:sldMk cId="0" sldId="278"/>
            <ac:spMk id="7" creationId="{FDF6EC08-C0A9-CD6F-3C77-05D825F4ACA4}"/>
          </ac:spMkLst>
        </pc:spChg>
        <pc:spChg chg="add">
          <ac:chgData name="Belanger, Michel" userId="9f46d9ab-1cf5-4fc6-8ef3-fcac8369d45b" providerId="ADAL" clId="{22CC25F5-1A08-4A57-ACE3-42D11CEBC825}" dt="2026-05-19T20:26:32.519" v="1695" actId="26606"/>
          <ac:spMkLst>
            <pc:docMk/>
            <pc:sldMk cId="0" sldId="278"/>
            <ac:spMk id="25" creationId="{257363FD-7E77-4145-9483-331A807ADF0E}"/>
          </ac:spMkLst>
        </pc:spChg>
        <pc:graphicFrameChg chg="add mod ord modGraphic">
          <ac:chgData name="Belanger, Michel" userId="9f46d9ab-1cf5-4fc6-8ef3-fcac8369d45b" providerId="ADAL" clId="{22CC25F5-1A08-4A57-ACE3-42D11CEBC825}" dt="2026-05-21T20:16:43.438" v="4949" actId="20577"/>
          <ac:graphicFrameMkLst>
            <pc:docMk/>
            <pc:sldMk cId="0" sldId="278"/>
            <ac:graphicFrameMk id="5" creationId="{F319B876-56BC-40FF-4F03-F652CE7FF749}"/>
          </ac:graphicFrameMkLst>
        </pc:graphicFrameChg>
        <pc:picChg chg="add">
          <ac:chgData name="Belanger, Michel" userId="9f46d9ab-1cf5-4fc6-8ef3-fcac8369d45b" providerId="ADAL" clId="{22CC25F5-1A08-4A57-ACE3-42D11CEBC825}" dt="2026-05-19T20:26:32.519" v="1695" actId="26606"/>
          <ac:picMkLst>
            <pc:docMk/>
            <pc:sldMk cId="0" sldId="278"/>
            <ac:picMk id="21" creationId="{A74D00E0-9551-9E77-0227-650319ED845D}"/>
          </ac:picMkLst>
        </pc:picChg>
      </pc:sldChg>
      <pc:sldChg chg="addSp delSp modSp add mod setBg">
        <pc:chgData name="Belanger, Michel" userId="9f46d9ab-1cf5-4fc6-8ef3-fcac8369d45b" providerId="ADAL" clId="{22CC25F5-1A08-4A57-ACE3-42D11CEBC825}" dt="2026-05-27T14:17:17.663" v="10730" actId="27636"/>
        <pc:sldMkLst>
          <pc:docMk/>
          <pc:sldMk cId="0" sldId="281"/>
        </pc:sldMkLst>
        <pc:spChg chg="mod">
          <ac:chgData name="Belanger, Michel" userId="9f46d9ab-1cf5-4fc6-8ef3-fcac8369d45b" providerId="ADAL" clId="{22CC25F5-1A08-4A57-ACE3-42D11CEBC825}" dt="2026-05-27T14:17:17.663" v="10730" actId="27636"/>
          <ac:spMkLst>
            <pc:docMk/>
            <pc:sldMk cId="0" sldId="281"/>
            <ac:spMk id="2" creationId="{00000000-0000-0000-0000-000000000000}"/>
          </ac:spMkLst>
        </pc:spChg>
        <pc:spChg chg="mod">
          <ac:chgData name="Belanger, Michel" userId="9f46d9ab-1cf5-4fc6-8ef3-fcac8369d45b" providerId="ADAL" clId="{22CC25F5-1A08-4A57-ACE3-42D11CEBC825}" dt="2026-05-20T14:00:09.596" v="3620" actId="20577"/>
          <ac:spMkLst>
            <pc:docMk/>
            <pc:sldMk cId="0" sldId="281"/>
            <ac:spMk id="3" creationId="{00000000-0000-0000-0000-000000000000}"/>
          </ac:spMkLst>
        </pc:spChg>
        <pc:spChg chg="add">
          <ac:chgData name="Belanger, Michel" userId="9f46d9ab-1cf5-4fc6-8ef3-fcac8369d45b" providerId="ADAL" clId="{22CC25F5-1A08-4A57-ACE3-42D11CEBC825}" dt="2026-05-19T20:01:48.064" v="1531" actId="26606"/>
          <ac:spMkLst>
            <pc:docMk/>
            <pc:sldMk cId="0" sldId="281"/>
            <ac:spMk id="8" creationId="{84697CDA-BDB7-4883-B48B-1D4EDB2F0E93}"/>
          </ac:spMkLst>
        </pc:spChg>
        <pc:spChg chg="add">
          <ac:chgData name="Belanger, Michel" userId="9f46d9ab-1cf5-4fc6-8ef3-fcac8369d45b" providerId="ADAL" clId="{22CC25F5-1A08-4A57-ACE3-42D11CEBC825}" dt="2026-05-19T20:01:48.064" v="1531" actId="26606"/>
          <ac:spMkLst>
            <pc:docMk/>
            <pc:sldMk cId="0" sldId="281"/>
            <ac:spMk id="10" creationId="{6295B176-FA0E-4B6A-A190-5E2E82BEA57A}"/>
          </ac:spMkLst>
        </pc:spChg>
        <pc:spChg chg="add">
          <ac:chgData name="Belanger, Michel" userId="9f46d9ab-1cf5-4fc6-8ef3-fcac8369d45b" providerId="ADAL" clId="{22CC25F5-1A08-4A57-ACE3-42D11CEBC825}" dt="2026-05-19T20:01:48.064" v="1531" actId="26606"/>
          <ac:spMkLst>
            <pc:docMk/>
            <pc:sldMk cId="0" sldId="281"/>
            <ac:spMk id="12" creationId="{48F779DE-4744-42D6-9C74-33EC94460CCC}"/>
          </ac:spMkLst>
        </pc:spChg>
      </pc:sldChg>
      <pc:sldChg chg="addSp delSp modSp add mod ord setBg">
        <pc:chgData name="Belanger, Michel" userId="9f46d9ab-1cf5-4fc6-8ef3-fcac8369d45b" providerId="ADAL" clId="{22CC25F5-1A08-4A57-ACE3-42D11CEBC825}" dt="2026-05-20T13:40:35.778" v="3036" actId="20577"/>
        <pc:sldMkLst>
          <pc:docMk/>
          <pc:sldMk cId="0" sldId="282"/>
        </pc:sldMkLst>
        <pc:spChg chg="mod">
          <ac:chgData name="Belanger, Michel" userId="9f46d9ab-1cf5-4fc6-8ef3-fcac8369d45b" providerId="ADAL" clId="{22CC25F5-1A08-4A57-ACE3-42D11CEBC825}" dt="2026-05-20T13:38:31.278" v="3004" actId="207"/>
          <ac:spMkLst>
            <pc:docMk/>
            <pc:sldMk cId="0" sldId="282"/>
            <ac:spMk id="2" creationId="{00000000-0000-0000-0000-000000000000}"/>
          </ac:spMkLst>
        </pc:spChg>
        <pc:spChg chg="mod">
          <ac:chgData name="Belanger, Michel" userId="9f46d9ab-1cf5-4fc6-8ef3-fcac8369d45b" providerId="ADAL" clId="{22CC25F5-1A08-4A57-ACE3-42D11CEBC825}" dt="2026-05-20T13:40:35.778" v="3036" actId="20577"/>
          <ac:spMkLst>
            <pc:docMk/>
            <pc:sldMk cId="0" sldId="282"/>
            <ac:spMk id="3" creationId="{00000000-0000-0000-0000-000000000000}"/>
          </ac:spMkLst>
        </pc:spChg>
        <pc:spChg chg="add">
          <ac:chgData name="Belanger, Michel" userId="9f46d9ab-1cf5-4fc6-8ef3-fcac8369d45b" providerId="ADAL" clId="{22CC25F5-1A08-4A57-ACE3-42D11CEBC825}" dt="2026-05-19T20:00:12.284" v="1519" actId="26606"/>
          <ac:spMkLst>
            <pc:docMk/>
            <pc:sldMk cId="0" sldId="282"/>
            <ac:spMk id="8" creationId="{84697CDA-BDB7-4883-B48B-1D4EDB2F0E93}"/>
          </ac:spMkLst>
        </pc:spChg>
        <pc:spChg chg="add">
          <ac:chgData name="Belanger, Michel" userId="9f46d9ab-1cf5-4fc6-8ef3-fcac8369d45b" providerId="ADAL" clId="{22CC25F5-1A08-4A57-ACE3-42D11CEBC825}" dt="2026-05-19T20:00:12.284" v="1519" actId="26606"/>
          <ac:spMkLst>
            <pc:docMk/>
            <pc:sldMk cId="0" sldId="282"/>
            <ac:spMk id="10" creationId="{11026190-6B62-46DB-B5FF-9E0FF9BDCDC6}"/>
          </ac:spMkLst>
        </pc:spChg>
        <pc:spChg chg="add">
          <ac:chgData name="Belanger, Michel" userId="9f46d9ab-1cf5-4fc6-8ef3-fcac8369d45b" providerId="ADAL" clId="{22CC25F5-1A08-4A57-ACE3-42D11CEBC825}" dt="2026-05-19T20:00:12.284" v="1519" actId="26606"/>
          <ac:spMkLst>
            <pc:docMk/>
            <pc:sldMk cId="0" sldId="282"/>
            <ac:spMk id="12" creationId="{66DA0389-D66E-4727-8EFB-E60E6C412FC8}"/>
          </ac:spMkLst>
        </pc:spChg>
        <pc:spChg chg="add">
          <ac:chgData name="Belanger, Michel" userId="9f46d9ab-1cf5-4fc6-8ef3-fcac8369d45b" providerId="ADAL" clId="{22CC25F5-1A08-4A57-ACE3-42D11CEBC825}" dt="2026-05-19T20:00:12.284" v="1519" actId="26606"/>
          <ac:spMkLst>
            <pc:docMk/>
            <pc:sldMk cId="0" sldId="282"/>
            <ac:spMk id="14" creationId="{B24A3A03-2C4E-45B5-B388-FAD638CDF0A1}"/>
          </ac:spMkLst>
        </pc:spChg>
      </pc:sldChg>
      <pc:sldChg chg="addSp modSp add mod setBg">
        <pc:chgData name="Belanger, Michel" userId="9f46d9ab-1cf5-4fc6-8ef3-fcac8369d45b" providerId="ADAL" clId="{22CC25F5-1A08-4A57-ACE3-42D11CEBC825}" dt="2026-05-21T21:04:12.537" v="5538" actId="14100"/>
        <pc:sldMkLst>
          <pc:docMk/>
          <pc:sldMk cId="0" sldId="284"/>
        </pc:sldMkLst>
        <pc:spChg chg="mod">
          <ac:chgData name="Belanger, Michel" userId="9f46d9ab-1cf5-4fc6-8ef3-fcac8369d45b" providerId="ADAL" clId="{22CC25F5-1A08-4A57-ACE3-42D11CEBC825}" dt="2026-05-21T21:03:57.890" v="5536" actId="113"/>
          <ac:spMkLst>
            <pc:docMk/>
            <pc:sldMk cId="0" sldId="284"/>
            <ac:spMk id="2" creationId="{00000000-0000-0000-0000-000000000000}"/>
          </ac:spMkLst>
        </pc:spChg>
        <pc:spChg chg="mod ord">
          <ac:chgData name="Belanger, Michel" userId="9f46d9ab-1cf5-4fc6-8ef3-fcac8369d45b" providerId="ADAL" clId="{22CC25F5-1A08-4A57-ACE3-42D11CEBC825}" dt="2026-05-21T20:16:12.822" v="4938" actId="113"/>
          <ac:spMkLst>
            <pc:docMk/>
            <pc:sldMk cId="0" sldId="284"/>
            <ac:spMk id="3" creationId="{00000000-0000-0000-0000-000000000000}"/>
          </ac:spMkLst>
        </pc:spChg>
        <pc:spChg chg="add">
          <ac:chgData name="Belanger, Michel" userId="9f46d9ab-1cf5-4fc6-8ef3-fcac8369d45b" providerId="ADAL" clId="{22CC25F5-1A08-4A57-ACE3-42D11CEBC825}" dt="2026-05-20T14:27:14.383" v="3921" actId="26606"/>
          <ac:spMkLst>
            <pc:docMk/>
            <pc:sldMk cId="0" sldId="284"/>
            <ac:spMk id="9" creationId="{66E48AFA-8884-4F68-A44F-D2C1E8609C5A}"/>
          </ac:spMkLst>
        </pc:spChg>
        <pc:spChg chg="add">
          <ac:chgData name="Belanger, Michel" userId="9f46d9ab-1cf5-4fc6-8ef3-fcac8369d45b" providerId="ADAL" clId="{22CC25F5-1A08-4A57-ACE3-42D11CEBC825}" dt="2026-05-20T14:27:14.383" v="3921" actId="26606"/>
          <ac:spMkLst>
            <pc:docMk/>
            <pc:sldMk cId="0" sldId="284"/>
            <ac:spMk id="11" creationId="{969D19A6-08CB-498C-93EC-3FFB021FC68A}"/>
          </ac:spMkLst>
        </pc:spChg>
        <pc:picChg chg="mod">
          <ac:chgData name="Belanger, Michel" userId="9f46d9ab-1cf5-4fc6-8ef3-fcac8369d45b" providerId="ADAL" clId="{22CC25F5-1A08-4A57-ACE3-42D11CEBC825}" dt="2026-05-21T21:04:12.537" v="5538" actId="14100"/>
          <ac:picMkLst>
            <pc:docMk/>
            <pc:sldMk cId="0" sldId="284"/>
            <ac:picMk id="4" creationId="{E31C8912-FD44-9492-C4F2-B7775128D87E}"/>
          </ac:picMkLst>
        </pc:picChg>
      </pc:sldChg>
      <pc:sldChg chg="addSp delSp modSp new mod ord setBg">
        <pc:chgData name="Belanger, Michel" userId="9f46d9ab-1cf5-4fc6-8ef3-fcac8369d45b" providerId="ADAL" clId="{22CC25F5-1A08-4A57-ACE3-42D11CEBC825}" dt="2026-05-25T19:41:53.640" v="8244" actId="113"/>
        <pc:sldMkLst>
          <pc:docMk/>
          <pc:sldMk cId="2599220763" sldId="285"/>
        </pc:sldMkLst>
        <pc:spChg chg="mod">
          <ac:chgData name="Belanger, Michel" userId="9f46d9ab-1cf5-4fc6-8ef3-fcac8369d45b" providerId="ADAL" clId="{22CC25F5-1A08-4A57-ACE3-42D11CEBC825}" dt="2026-05-25T19:36:17.354" v="8110" actId="207"/>
          <ac:spMkLst>
            <pc:docMk/>
            <pc:sldMk cId="2599220763" sldId="285"/>
            <ac:spMk id="2" creationId="{A8F3DE72-F081-BAEA-96B7-B6A972ED0B27}"/>
          </ac:spMkLst>
        </pc:spChg>
        <pc:spChg chg="mod">
          <ac:chgData name="Belanger, Michel" userId="9f46d9ab-1cf5-4fc6-8ef3-fcac8369d45b" providerId="ADAL" clId="{22CC25F5-1A08-4A57-ACE3-42D11CEBC825}" dt="2026-05-25T19:38:11.546" v="8137" actId="313"/>
          <ac:spMkLst>
            <pc:docMk/>
            <pc:sldMk cId="2599220763" sldId="285"/>
            <ac:spMk id="3" creationId="{857A9879-34FA-401E-D51D-DED1521AC222}"/>
          </ac:spMkLst>
        </pc:spChg>
        <pc:spChg chg="add mod">
          <ac:chgData name="Belanger, Michel" userId="9f46d9ab-1cf5-4fc6-8ef3-fcac8369d45b" providerId="ADAL" clId="{22CC25F5-1A08-4A57-ACE3-42D11CEBC825}" dt="2026-05-25T19:41:53.640" v="8244" actId="113"/>
          <ac:spMkLst>
            <pc:docMk/>
            <pc:sldMk cId="2599220763" sldId="285"/>
            <ac:spMk id="7" creationId="{96AF531C-EFED-C32E-1AD0-C591DECF6E4D}"/>
          </ac:spMkLst>
        </pc:spChg>
        <pc:spChg chg="add">
          <ac:chgData name="Belanger, Michel" userId="9f46d9ab-1cf5-4fc6-8ef3-fcac8369d45b" providerId="ADAL" clId="{22CC25F5-1A08-4A57-ACE3-42D11CEBC825}" dt="2026-05-21T20:43:25.835" v="5274" actId="26606"/>
          <ac:spMkLst>
            <pc:docMk/>
            <pc:sldMk cId="2599220763" sldId="285"/>
            <ac:spMk id="70" creationId="{3AD318CC-E2A8-4E27-9548-A047A78999B1}"/>
          </ac:spMkLst>
        </pc:spChg>
        <pc:spChg chg="add">
          <ac:chgData name="Belanger, Michel" userId="9f46d9ab-1cf5-4fc6-8ef3-fcac8369d45b" providerId="ADAL" clId="{22CC25F5-1A08-4A57-ACE3-42D11CEBC825}" dt="2026-05-21T20:43:25.835" v="5274" actId="26606"/>
          <ac:spMkLst>
            <pc:docMk/>
            <pc:sldMk cId="2599220763" sldId="285"/>
            <ac:spMk id="76" creationId="{2C1BBA94-3F40-40AA-8BB9-E69E25E537C1}"/>
          </ac:spMkLst>
        </pc:spChg>
        <pc:grpChg chg="add">
          <ac:chgData name="Belanger, Michel" userId="9f46d9ab-1cf5-4fc6-8ef3-fcac8369d45b" providerId="ADAL" clId="{22CC25F5-1A08-4A57-ACE3-42D11CEBC825}" dt="2026-05-21T20:43:25.835" v="5274" actId="26606"/>
          <ac:grpSpMkLst>
            <pc:docMk/>
            <pc:sldMk cId="2599220763" sldId="285"/>
            <ac:grpSpMk id="72" creationId="{B14B560F-9DD7-4302-A60B-EBD3EF59B073}"/>
          </ac:grpSpMkLst>
        </pc:grpChg>
      </pc:sldChg>
      <pc:sldChg chg="addSp modSp mod setBg">
        <pc:chgData name="Belanger, Michel" userId="9f46d9ab-1cf5-4fc6-8ef3-fcac8369d45b" providerId="ADAL" clId="{22CC25F5-1A08-4A57-ACE3-42D11CEBC825}" dt="2026-05-25T19:07:29.741" v="8007" actId="113"/>
        <pc:sldMkLst>
          <pc:docMk/>
          <pc:sldMk cId="822769725" sldId="286"/>
        </pc:sldMkLst>
        <pc:spChg chg="mod">
          <ac:chgData name="Belanger, Michel" userId="9f46d9ab-1cf5-4fc6-8ef3-fcac8369d45b" providerId="ADAL" clId="{22CC25F5-1A08-4A57-ACE3-42D11CEBC825}" dt="2026-05-25T19:07:29.741" v="8007" actId="113"/>
          <ac:spMkLst>
            <pc:docMk/>
            <pc:sldMk cId="822769725" sldId="286"/>
            <ac:spMk id="2" creationId="{00000000-0000-0000-0000-000000000000}"/>
          </ac:spMkLst>
        </pc:spChg>
        <pc:spChg chg="mod">
          <ac:chgData name="Belanger, Michel" userId="9f46d9ab-1cf5-4fc6-8ef3-fcac8369d45b" providerId="ADAL" clId="{22CC25F5-1A08-4A57-ACE3-42D11CEBC825}" dt="2026-05-25T19:00:54.840" v="8006" actId="207"/>
          <ac:spMkLst>
            <pc:docMk/>
            <pc:sldMk cId="822769725" sldId="286"/>
            <ac:spMk id="3" creationId="{00000000-0000-0000-0000-000000000000}"/>
          </ac:spMkLst>
        </pc:spChg>
        <pc:spChg chg="add">
          <ac:chgData name="Belanger, Michel" userId="9f46d9ab-1cf5-4fc6-8ef3-fcac8369d45b" providerId="ADAL" clId="{22CC25F5-1A08-4A57-ACE3-42D11CEBC825}" dt="2026-05-22T19:38:02.022" v="5685" actId="26606"/>
          <ac:spMkLst>
            <pc:docMk/>
            <pc:sldMk cId="822769725" sldId="286"/>
            <ac:spMk id="8" creationId="{081EA652-8C6A-4E69-BEB9-170809474553}"/>
          </ac:spMkLst>
        </pc:spChg>
        <pc:spChg chg="add">
          <ac:chgData name="Belanger, Michel" userId="9f46d9ab-1cf5-4fc6-8ef3-fcac8369d45b" providerId="ADAL" clId="{22CC25F5-1A08-4A57-ACE3-42D11CEBC825}" dt="2026-05-22T19:38:02.022" v="5685" actId="26606"/>
          <ac:spMkLst>
            <pc:docMk/>
            <pc:sldMk cId="822769725" sldId="286"/>
            <ac:spMk id="10" creationId="{5298780A-33B9-4EA2-8F67-DE68AD62841B}"/>
          </ac:spMkLst>
        </pc:spChg>
        <pc:spChg chg="add">
          <ac:chgData name="Belanger, Michel" userId="9f46d9ab-1cf5-4fc6-8ef3-fcac8369d45b" providerId="ADAL" clId="{22CC25F5-1A08-4A57-ACE3-42D11CEBC825}" dt="2026-05-22T19:38:02.022" v="5685" actId="26606"/>
          <ac:spMkLst>
            <pc:docMk/>
            <pc:sldMk cId="822769725" sldId="286"/>
            <ac:spMk id="12" creationId="{7F488E8B-4E1E-4402-8935-D4E6C02615C7}"/>
          </ac:spMkLst>
        </pc:spChg>
      </pc:sldChg>
      <pc:sldChg chg="addSp modSp mod setBg">
        <pc:chgData name="Belanger, Michel" userId="9f46d9ab-1cf5-4fc6-8ef3-fcac8369d45b" providerId="ADAL" clId="{22CC25F5-1A08-4A57-ACE3-42D11CEBC825}" dt="2026-05-22T19:37:14.523" v="5681" actId="207"/>
        <pc:sldMkLst>
          <pc:docMk/>
          <pc:sldMk cId="2824525294" sldId="287"/>
        </pc:sldMkLst>
        <pc:spChg chg="mod">
          <ac:chgData name="Belanger, Michel" userId="9f46d9ab-1cf5-4fc6-8ef3-fcac8369d45b" providerId="ADAL" clId="{22CC25F5-1A08-4A57-ACE3-42D11CEBC825}" dt="2026-05-22T19:37:14.523" v="5681" actId="207"/>
          <ac:spMkLst>
            <pc:docMk/>
            <pc:sldMk cId="2824525294" sldId="287"/>
            <ac:spMk id="2" creationId="{00000000-0000-0000-0000-000000000000}"/>
          </ac:spMkLst>
        </pc:spChg>
        <pc:spChg chg="mod">
          <ac:chgData name="Belanger, Michel" userId="9f46d9ab-1cf5-4fc6-8ef3-fcac8369d45b" providerId="ADAL" clId="{22CC25F5-1A08-4A57-ACE3-42D11CEBC825}" dt="2026-05-22T19:37:14.523" v="5681" actId="207"/>
          <ac:spMkLst>
            <pc:docMk/>
            <pc:sldMk cId="2824525294" sldId="287"/>
            <ac:spMk id="3" creationId="{00000000-0000-0000-0000-000000000000}"/>
          </ac:spMkLst>
        </pc:spChg>
        <pc:spChg chg="add">
          <ac:chgData name="Belanger, Michel" userId="9f46d9ab-1cf5-4fc6-8ef3-fcac8369d45b" providerId="ADAL" clId="{22CC25F5-1A08-4A57-ACE3-42D11CEBC825}" dt="2026-05-22T19:32:25.212" v="5622" actId="26606"/>
          <ac:spMkLst>
            <pc:docMk/>
            <pc:sldMk cId="2824525294" sldId="287"/>
            <ac:spMk id="8" creationId="{DBF61EA3-B236-439E-9C0B-340980D56BEE}"/>
          </ac:spMkLst>
        </pc:spChg>
        <pc:spChg chg="add">
          <ac:chgData name="Belanger, Michel" userId="9f46d9ab-1cf5-4fc6-8ef3-fcac8369d45b" providerId="ADAL" clId="{22CC25F5-1A08-4A57-ACE3-42D11CEBC825}" dt="2026-05-22T19:32:25.212" v="5622" actId="26606"/>
          <ac:spMkLst>
            <pc:docMk/>
            <pc:sldMk cId="2824525294" sldId="287"/>
            <ac:spMk id="14" creationId="{E659831F-0D9A-4C63-9EBB-8435B85A440F}"/>
          </ac:spMkLst>
        </pc:spChg>
        <pc:grpChg chg="add">
          <ac:chgData name="Belanger, Michel" userId="9f46d9ab-1cf5-4fc6-8ef3-fcac8369d45b" providerId="ADAL" clId="{22CC25F5-1A08-4A57-ACE3-42D11CEBC825}" dt="2026-05-22T19:32:25.212" v="5622" actId="26606"/>
          <ac:grpSpMkLst>
            <pc:docMk/>
            <pc:sldMk cId="2824525294" sldId="287"/>
            <ac:grpSpMk id="10" creationId="{28FAF094-D087-493F-8DF9-A486C2D6BBAA}"/>
          </ac:grpSpMkLst>
        </pc:grpChg>
      </pc:sldChg>
      <pc:sldChg chg="addSp modSp mod setBg">
        <pc:chgData name="Belanger, Michel" userId="9f46d9ab-1cf5-4fc6-8ef3-fcac8369d45b" providerId="ADAL" clId="{22CC25F5-1A08-4A57-ACE3-42D11CEBC825}" dt="2026-05-22T19:37:07.402" v="5680" actId="207"/>
        <pc:sldMkLst>
          <pc:docMk/>
          <pc:sldMk cId="2133295912" sldId="288"/>
        </pc:sldMkLst>
        <pc:spChg chg="mod">
          <ac:chgData name="Belanger, Michel" userId="9f46d9ab-1cf5-4fc6-8ef3-fcac8369d45b" providerId="ADAL" clId="{22CC25F5-1A08-4A57-ACE3-42D11CEBC825}" dt="2026-05-22T19:37:07.402" v="5680" actId="207"/>
          <ac:spMkLst>
            <pc:docMk/>
            <pc:sldMk cId="2133295912" sldId="288"/>
            <ac:spMk id="2" creationId="{00000000-0000-0000-0000-000000000000}"/>
          </ac:spMkLst>
        </pc:spChg>
        <pc:spChg chg="mod">
          <ac:chgData name="Belanger, Michel" userId="9f46d9ab-1cf5-4fc6-8ef3-fcac8369d45b" providerId="ADAL" clId="{22CC25F5-1A08-4A57-ACE3-42D11CEBC825}" dt="2026-05-22T19:37:07.402" v="5680" actId="207"/>
          <ac:spMkLst>
            <pc:docMk/>
            <pc:sldMk cId="2133295912" sldId="288"/>
            <ac:spMk id="3" creationId="{00000000-0000-0000-0000-000000000000}"/>
          </ac:spMkLst>
        </pc:spChg>
        <pc:spChg chg="add">
          <ac:chgData name="Belanger, Michel" userId="9f46d9ab-1cf5-4fc6-8ef3-fcac8369d45b" providerId="ADAL" clId="{22CC25F5-1A08-4A57-ACE3-42D11CEBC825}" dt="2026-05-22T19:32:30.047" v="5623" actId="26606"/>
          <ac:spMkLst>
            <pc:docMk/>
            <pc:sldMk cId="2133295912" sldId="288"/>
            <ac:spMk id="8" creationId="{DBF61EA3-B236-439E-9C0B-340980D56BEE}"/>
          </ac:spMkLst>
        </pc:spChg>
        <pc:spChg chg="add">
          <ac:chgData name="Belanger, Michel" userId="9f46d9ab-1cf5-4fc6-8ef3-fcac8369d45b" providerId="ADAL" clId="{22CC25F5-1A08-4A57-ACE3-42D11CEBC825}" dt="2026-05-22T19:32:30.047" v="5623" actId="26606"/>
          <ac:spMkLst>
            <pc:docMk/>
            <pc:sldMk cId="2133295912" sldId="288"/>
            <ac:spMk id="14" creationId="{E659831F-0D9A-4C63-9EBB-8435B85A440F}"/>
          </ac:spMkLst>
        </pc:spChg>
        <pc:grpChg chg="add">
          <ac:chgData name="Belanger, Michel" userId="9f46d9ab-1cf5-4fc6-8ef3-fcac8369d45b" providerId="ADAL" clId="{22CC25F5-1A08-4A57-ACE3-42D11CEBC825}" dt="2026-05-22T19:32:30.047" v="5623" actId="26606"/>
          <ac:grpSpMkLst>
            <pc:docMk/>
            <pc:sldMk cId="2133295912" sldId="288"/>
            <ac:grpSpMk id="10" creationId="{28FAF094-D087-493F-8DF9-A486C2D6BBAA}"/>
          </ac:grpSpMkLst>
        </pc:grpChg>
      </pc:sldChg>
      <pc:sldChg chg="addSp modSp mod setBg">
        <pc:chgData name="Belanger, Michel" userId="9f46d9ab-1cf5-4fc6-8ef3-fcac8369d45b" providerId="ADAL" clId="{22CC25F5-1A08-4A57-ACE3-42D11CEBC825}" dt="2026-05-22T19:37:00.618" v="5679" actId="207"/>
        <pc:sldMkLst>
          <pc:docMk/>
          <pc:sldMk cId="1555688286" sldId="289"/>
        </pc:sldMkLst>
        <pc:spChg chg="mod">
          <ac:chgData name="Belanger, Michel" userId="9f46d9ab-1cf5-4fc6-8ef3-fcac8369d45b" providerId="ADAL" clId="{22CC25F5-1A08-4A57-ACE3-42D11CEBC825}" dt="2026-05-22T19:37:00.618" v="5679" actId="207"/>
          <ac:spMkLst>
            <pc:docMk/>
            <pc:sldMk cId="1555688286" sldId="289"/>
            <ac:spMk id="2" creationId="{00000000-0000-0000-0000-000000000000}"/>
          </ac:spMkLst>
        </pc:spChg>
        <pc:spChg chg="mod">
          <ac:chgData name="Belanger, Michel" userId="9f46d9ab-1cf5-4fc6-8ef3-fcac8369d45b" providerId="ADAL" clId="{22CC25F5-1A08-4A57-ACE3-42D11CEBC825}" dt="2026-05-22T19:37:00.618" v="5679" actId="207"/>
          <ac:spMkLst>
            <pc:docMk/>
            <pc:sldMk cId="1555688286" sldId="289"/>
            <ac:spMk id="3" creationId="{00000000-0000-0000-0000-000000000000}"/>
          </ac:spMkLst>
        </pc:spChg>
        <pc:spChg chg="add">
          <ac:chgData name="Belanger, Michel" userId="9f46d9ab-1cf5-4fc6-8ef3-fcac8369d45b" providerId="ADAL" clId="{22CC25F5-1A08-4A57-ACE3-42D11CEBC825}" dt="2026-05-22T19:32:34.956" v="5624" actId="26606"/>
          <ac:spMkLst>
            <pc:docMk/>
            <pc:sldMk cId="1555688286" sldId="289"/>
            <ac:spMk id="8" creationId="{DBF61EA3-B236-439E-9C0B-340980D56BEE}"/>
          </ac:spMkLst>
        </pc:spChg>
        <pc:spChg chg="add">
          <ac:chgData name="Belanger, Michel" userId="9f46d9ab-1cf5-4fc6-8ef3-fcac8369d45b" providerId="ADAL" clId="{22CC25F5-1A08-4A57-ACE3-42D11CEBC825}" dt="2026-05-22T19:32:34.956" v="5624" actId="26606"/>
          <ac:spMkLst>
            <pc:docMk/>
            <pc:sldMk cId="1555688286" sldId="289"/>
            <ac:spMk id="14" creationId="{E659831F-0D9A-4C63-9EBB-8435B85A440F}"/>
          </ac:spMkLst>
        </pc:spChg>
        <pc:grpChg chg="add">
          <ac:chgData name="Belanger, Michel" userId="9f46d9ab-1cf5-4fc6-8ef3-fcac8369d45b" providerId="ADAL" clId="{22CC25F5-1A08-4A57-ACE3-42D11CEBC825}" dt="2026-05-22T19:32:34.956" v="5624" actId="26606"/>
          <ac:grpSpMkLst>
            <pc:docMk/>
            <pc:sldMk cId="1555688286" sldId="289"/>
            <ac:grpSpMk id="10" creationId="{28FAF094-D087-493F-8DF9-A486C2D6BBAA}"/>
          </ac:grpSpMkLst>
        </pc:grpChg>
      </pc:sldChg>
      <pc:sldChg chg="addSp modSp mod setBg">
        <pc:chgData name="Belanger, Michel" userId="9f46d9ab-1cf5-4fc6-8ef3-fcac8369d45b" providerId="ADAL" clId="{22CC25F5-1A08-4A57-ACE3-42D11CEBC825}" dt="2026-05-25T18:46:20.306" v="7879" actId="313"/>
        <pc:sldMkLst>
          <pc:docMk/>
          <pc:sldMk cId="1084838479" sldId="290"/>
        </pc:sldMkLst>
        <pc:spChg chg="mod">
          <ac:chgData name="Belanger, Michel" userId="9f46d9ab-1cf5-4fc6-8ef3-fcac8369d45b" providerId="ADAL" clId="{22CC25F5-1A08-4A57-ACE3-42D11CEBC825}" dt="2026-05-22T19:36:52.955" v="5678" actId="207"/>
          <ac:spMkLst>
            <pc:docMk/>
            <pc:sldMk cId="1084838479" sldId="290"/>
            <ac:spMk id="2" creationId="{00000000-0000-0000-0000-000000000000}"/>
          </ac:spMkLst>
        </pc:spChg>
        <pc:spChg chg="mod">
          <ac:chgData name="Belanger, Michel" userId="9f46d9ab-1cf5-4fc6-8ef3-fcac8369d45b" providerId="ADAL" clId="{22CC25F5-1A08-4A57-ACE3-42D11CEBC825}" dt="2026-05-25T18:46:20.306" v="7879" actId="313"/>
          <ac:spMkLst>
            <pc:docMk/>
            <pc:sldMk cId="1084838479" sldId="290"/>
            <ac:spMk id="3" creationId="{00000000-0000-0000-0000-000000000000}"/>
          </ac:spMkLst>
        </pc:spChg>
        <pc:spChg chg="add">
          <ac:chgData name="Belanger, Michel" userId="9f46d9ab-1cf5-4fc6-8ef3-fcac8369d45b" providerId="ADAL" clId="{22CC25F5-1A08-4A57-ACE3-42D11CEBC825}" dt="2026-05-22T19:32:39.646" v="5625" actId="26606"/>
          <ac:spMkLst>
            <pc:docMk/>
            <pc:sldMk cId="1084838479" sldId="290"/>
            <ac:spMk id="8" creationId="{DBF61EA3-B236-439E-9C0B-340980D56BEE}"/>
          </ac:spMkLst>
        </pc:spChg>
        <pc:spChg chg="add">
          <ac:chgData name="Belanger, Michel" userId="9f46d9ab-1cf5-4fc6-8ef3-fcac8369d45b" providerId="ADAL" clId="{22CC25F5-1A08-4A57-ACE3-42D11CEBC825}" dt="2026-05-22T19:32:39.646" v="5625" actId="26606"/>
          <ac:spMkLst>
            <pc:docMk/>
            <pc:sldMk cId="1084838479" sldId="290"/>
            <ac:spMk id="14" creationId="{E659831F-0D9A-4C63-9EBB-8435B85A440F}"/>
          </ac:spMkLst>
        </pc:spChg>
        <pc:grpChg chg="add">
          <ac:chgData name="Belanger, Michel" userId="9f46d9ab-1cf5-4fc6-8ef3-fcac8369d45b" providerId="ADAL" clId="{22CC25F5-1A08-4A57-ACE3-42D11CEBC825}" dt="2026-05-22T19:32:39.646" v="5625" actId="26606"/>
          <ac:grpSpMkLst>
            <pc:docMk/>
            <pc:sldMk cId="1084838479" sldId="290"/>
            <ac:grpSpMk id="10" creationId="{28FAF094-D087-493F-8DF9-A486C2D6BBAA}"/>
          </ac:grpSpMkLst>
        </pc:grpChg>
      </pc:sldChg>
      <pc:sldChg chg="addSp modSp mod setBg">
        <pc:chgData name="Belanger, Michel" userId="9f46d9ab-1cf5-4fc6-8ef3-fcac8369d45b" providerId="ADAL" clId="{22CC25F5-1A08-4A57-ACE3-42D11CEBC825}" dt="2026-05-22T19:37:21.382" v="5682" actId="207"/>
        <pc:sldMkLst>
          <pc:docMk/>
          <pc:sldMk cId="3414185557" sldId="291"/>
        </pc:sldMkLst>
        <pc:spChg chg="mod">
          <ac:chgData name="Belanger, Michel" userId="9f46d9ab-1cf5-4fc6-8ef3-fcac8369d45b" providerId="ADAL" clId="{22CC25F5-1A08-4A57-ACE3-42D11CEBC825}" dt="2026-05-22T19:37:21.382" v="5682" actId="207"/>
          <ac:spMkLst>
            <pc:docMk/>
            <pc:sldMk cId="3414185557" sldId="291"/>
            <ac:spMk id="2" creationId="{00000000-0000-0000-0000-000000000000}"/>
          </ac:spMkLst>
        </pc:spChg>
        <pc:spChg chg="mod">
          <ac:chgData name="Belanger, Michel" userId="9f46d9ab-1cf5-4fc6-8ef3-fcac8369d45b" providerId="ADAL" clId="{22CC25F5-1A08-4A57-ACE3-42D11CEBC825}" dt="2026-05-22T19:37:21.382" v="5682" actId="207"/>
          <ac:spMkLst>
            <pc:docMk/>
            <pc:sldMk cId="3414185557" sldId="291"/>
            <ac:spMk id="3" creationId="{00000000-0000-0000-0000-000000000000}"/>
          </ac:spMkLst>
        </pc:spChg>
        <pc:spChg chg="add">
          <ac:chgData name="Belanger, Michel" userId="9f46d9ab-1cf5-4fc6-8ef3-fcac8369d45b" providerId="ADAL" clId="{22CC25F5-1A08-4A57-ACE3-42D11CEBC825}" dt="2026-05-22T19:32:08.967" v="5621" actId="26606"/>
          <ac:spMkLst>
            <pc:docMk/>
            <pc:sldMk cId="3414185557" sldId="291"/>
            <ac:spMk id="8" creationId="{081EA652-8C6A-4E69-BEB9-170809474553}"/>
          </ac:spMkLst>
        </pc:spChg>
        <pc:spChg chg="add">
          <ac:chgData name="Belanger, Michel" userId="9f46d9ab-1cf5-4fc6-8ef3-fcac8369d45b" providerId="ADAL" clId="{22CC25F5-1A08-4A57-ACE3-42D11CEBC825}" dt="2026-05-22T19:32:08.967" v="5621" actId="26606"/>
          <ac:spMkLst>
            <pc:docMk/>
            <pc:sldMk cId="3414185557" sldId="291"/>
            <ac:spMk id="10" creationId="{5298780A-33B9-4EA2-8F67-DE68AD62841B}"/>
          </ac:spMkLst>
        </pc:spChg>
        <pc:spChg chg="add">
          <ac:chgData name="Belanger, Michel" userId="9f46d9ab-1cf5-4fc6-8ef3-fcac8369d45b" providerId="ADAL" clId="{22CC25F5-1A08-4A57-ACE3-42D11CEBC825}" dt="2026-05-22T19:32:08.967" v="5621" actId="26606"/>
          <ac:spMkLst>
            <pc:docMk/>
            <pc:sldMk cId="3414185557" sldId="291"/>
            <ac:spMk id="12" creationId="{7F488E8B-4E1E-4402-8935-D4E6C02615C7}"/>
          </ac:spMkLst>
        </pc:spChg>
      </pc:sldChg>
      <pc:sldChg chg="addSp delSp modSp new mod setBg">
        <pc:chgData name="Belanger, Michel" userId="9f46d9ab-1cf5-4fc6-8ef3-fcac8369d45b" providerId="ADAL" clId="{22CC25F5-1A08-4A57-ACE3-42D11CEBC825}" dt="2026-05-27T14:05:34.480" v="10674" actId="13926"/>
        <pc:sldMkLst>
          <pc:docMk/>
          <pc:sldMk cId="435385560" sldId="292"/>
        </pc:sldMkLst>
        <pc:spChg chg="mod">
          <ac:chgData name="Belanger, Michel" userId="9f46d9ab-1cf5-4fc6-8ef3-fcac8369d45b" providerId="ADAL" clId="{22CC25F5-1A08-4A57-ACE3-42D11CEBC825}" dt="2026-05-25T18:59:40.431" v="7997" actId="207"/>
          <ac:spMkLst>
            <pc:docMk/>
            <pc:sldMk cId="435385560" sldId="292"/>
            <ac:spMk id="2" creationId="{008904B4-3FC7-5A38-852E-DFDB2629AA3D}"/>
          </ac:spMkLst>
        </pc:spChg>
        <pc:spChg chg="add del mod">
          <ac:chgData name="Belanger, Michel" userId="9f46d9ab-1cf5-4fc6-8ef3-fcac8369d45b" providerId="ADAL" clId="{22CC25F5-1A08-4A57-ACE3-42D11CEBC825}" dt="2026-05-27T14:05:34.480" v="10674" actId="13926"/>
          <ac:spMkLst>
            <pc:docMk/>
            <pc:sldMk cId="435385560" sldId="292"/>
            <ac:spMk id="3" creationId="{E9D92BB8-C9DE-46F3-B96A-95D16838752F}"/>
          </ac:spMkLst>
        </pc:spChg>
        <pc:spChg chg="add">
          <ac:chgData name="Belanger, Michel" userId="9f46d9ab-1cf5-4fc6-8ef3-fcac8369d45b" providerId="ADAL" clId="{22CC25F5-1A08-4A57-ACE3-42D11CEBC825}" dt="2026-05-25T18:37:09.860" v="7808" actId="26606"/>
          <ac:spMkLst>
            <pc:docMk/>
            <pc:sldMk cId="435385560" sldId="292"/>
            <ac:spMk id="26" creationId="{CB299CAB-C506-454B-90FC-4065728297D3}"/>
          </ac:spMkLst>
        </pc:spChg>
        <pc:spChg chg="add">
          <ac:chgData name="Belanger, Michel" userId="9f46d9ab-1cf5-4fc6-8ef3-fcac8369d45b" providerId="ADAL" clId="{22CC25F5-1A08-4A57-ACE3-42D11CEBC825}" dt="2026-05-25T18:37:09.860" v="7808" actId="26606"/>
          <ac:spMkLst>
            <pc:docMk/>
            <pc:sldMk cId="435385560" sldId="292"/>
            <ac:spMk id="28" creationId="{C8D99311-F254-40F1-8AB5-EE3E7B9B6872}"/>
          </ac:spMkLst>
        </pc:spChg>
        <pc:spChg chg="add">
          <ac:chgData name="Belanger, Michel" userId="9f46d9ab-1cf5-4fc6-8ef3-fcac8369d45b" providerId="ADAL" clId="{22CC25F5-1A08-4A57-ACE3-42D11CEBC825}" dt="2026-05-25T18:37:09.860" v="7808" actId="26606"/>
          <ac:spMkLst>
            <pc:docMk/>
            <pc:sldMk cId="435385560" sldId="292"/>
            <ac:spMk id="30" creationId="{7D89E3CB-00ED-4691-9F0F-F23EA3564705}"/>
          </ac:spMkLst>
        </pc:spChg>
      </pc:sldChg>
      <pc:sldChg chg="addSp delSp modSp new mod ord setBg">
        <pc:chgData name="Belanger, Michel" userId="9f46d9ab-1cf5-4fc6-8ef3-fcac8369d45b" providerId="ADAL" clId="{22CC25F5-1A08-4A57-ACE3-42D11CEBC825}" dt="2026-05-25T19:00:06.473" v="7999" actId="207"/>
        <pc:sldMkLst>
          <pc:docMk/>
          <pc:sldMk cId="3310090199" sldId="293"/>
        </pc:sldMkLst>
        <pc:spChg chg="mod">
          <ac:chgData name="Belanger, Michel" userId="9f46d9ab-1cf5-4fc6-8ef3-fcac8369d45b" providerId="ADAL" clId="{22CC25F5-1A08-4A57-ACE3-42D11CEBC825}" dt="2026-05-25T19:00:06.473" v="7999" actId="207"/>
          <ac:spMkLst>
            <pc:docMk/>
            <pc:sldMk cId="3310090199" sldId="293"/>
            <ac:spMk id="2" creationId="{23B5ED6A-5797-E27C-76D4-BFBC70DE8262}"/>
          </ac:spMkLst>
        </pc:spChg>
        <pc:spChg chg="mod">
          <ac:chgData name="Belanger, Michel" userId="9f46d9ab-1cf5-4fc6-8ef3-fcac8369d45b" providerId="ADAL" clId="{22CC25F5-1A08-4A57-ACE3-42D11CEBC825}" dt="2026-05-25T19:00:06.473" v="7999" actId="207"/>
          <ac:spMkLst>
            <pc:docMk/>
            <pc:sldMk cId="3310090199" sldId="293"/>
            <ac:spMk id="3" creationId="{3DADA920-D198-8527-B878-E0B6F50522E6}"/>
          </ac:spMkLst>
        </pc:spChg>
        <pc:spChg chg="add">
          <ac:chgData name="Belanger, Michel" userId="9f46d9ab-1cf5-4fc6-8ef3-fcac8369d45b" providerId="ADAL" clId="{22CC25F5-1A08-4A57-ACE3-42D11CEBC825}" dt="2026-05-25T18:35:04.061" v="7768" actId="26606"/>
          <ac:spMkLst>
            <pc:docMk/>
            <pc:sldMk cId="3310090199" sldId="293"/>
            <ac:spMk id="8" creationId="{081EA652-8C6A-4E69-BEB9-170809474553}"/>
          </ac:spMkLst>
        </pc:spChg>
        <pc:spChg chg="add">
          <ac:chgData name="Belanger, Michel" userId="9f46d9ab-1cf5-4fc6-8ef3-fcac8369d45b" providerId="ADAL" clId="{22CC25F5-1A08-4A57-ACE3-42D11CEBC825}" dt="2026-05-25T18:35:04.061" v="7768" actId="26606"/>
          <ac:spMkLst>
            <pc:docMk/>
            <pc:sldMk cId="3310090199" sldId="293"/>
            <ac:spMk id="10" creationId="{5298780A-33B9-4EA2-8F67-DE68AD62841B}"/>
          </ac:spMkLst>
        </pc:spChg>
        <pc:spChg chg="add">
          <ac:chgData name="Belanger, Michel" userId="9f46d9ab-1cf5-4fc6-8ef3-fcac8369d45b" providerId="ADAL" clId="{22CC25F5-1A08-4A57-ACE3-42D11CEBC825}" dt="2026-05-25T18:35:04.061" v="7768" actId="26606"/>
          <ac:spMkLst>
            <pc:docMk/>
            <pc:sldMk cId="3310090199" sldId="293"/>
            <ac:spMk id="12" creationId="{7F488E8B-4E1E-4402-8935-D4E6C02615C7}"/>
          </ac:spMkLst>
        </pc:spChg>
      </pc:sldChg>
      <pc:sldChg chg="addSp delSp modSp new mod setBg">
        <pc:chgData name="Belanger, Michel" userId="9f46d9ab-1cf5-4fc6-8ef3-fcac8369d45b" providerId="ADAL" clId="{22CC25F5-1A08-4A57-ACE3-42D11CEBC825}" dt="2026-05-25T19:00:48.833" v="8005" actId="207"/>
        <pc:sldMkLst>
          <pc:docMk/>
          <pc:sldMk cId="1022263763" sldId="296"/>
        </pc:sldMkLst>
        <pc:spChg chg="mod">
          <ac:chgData name="Belanger, Michel" userId="9f46d9ab-1cf5-4fc6-8ef3-fcac8369d45b" providerId="ADAL" clId="{22CC25F5-1A08-4A57-ACE3-42D11CEBC825}" dt="2026-05-25T19:00:48.833" v="8005" actId="207"/>
          <ac:spMkLst>
            <pc:docMk/>
            <pc:sldMk cId="1022263763" sldId="296"/>
            <ac:spMk id="2" creationId="{CAD7F4EF-741B-82B8-6171-92F2239284C3}"/>
          </ac:spMkLst>
        </pc:spChg>
        <pc:spChg chg="mod">
          <ac:chgData name="Belanger, Michel" userId="9f46d9ab-1cf5-4fc6-8ef3-fcac8369d45b" providerId="ADAL" clId="{22CC25F5-1A08-4A57-ACE3-42D11CEBC825}" dt="2026-05-25T19:00:48.833" v="8005" actId="207"/>
          <ac:spMkLst>
            <pc:docMk/>
            <pc:sldMk cId="1022263763" sldId="296"/>
            <ac:spMk id="3" creationId="{9C881792-CB4D-4554-C055-4E630027D934}"/>
          </ac:spMkLst>
        </pc:spChg>
        <pc:spChg chg="add">
          <ac:chgData name="Belanger, Michel" userId="9f46d9ab-1cf5-4fc6-8ef3-fcac8369d45b" providerId="ADAL" clId="{22CC25F5-1A08-4A57-ACE3-42D11CEBC825}" dt="2026-05-25T18:39:31.191" v="7831" actId="26606"/>
          <ac:spMkLst>
            <pc:docMk/>
            <pc:sldMk cId="1022263763" sldId="296"/>
            <ac:spMk id="17" creationId="{3AD318CC-E2A8-4E27-9548-A047A78999B1}"/>
          </ac:spMkLst>
        </pc:spChg>
        <pc:spChg chg="add">
          <ac:chgData name="Belanger, Michel" userId="9f46d9ab-1cf5-4fc6-8ef3-fcac8369d45b" providerId="ADAL" clId="{22CC25F5-1A08-4A57-ACE3-42D11CEBC825}" dt="2026-05-25T18:39:31.191" v="7831" actId="26606"/>
          <ac:spMkLst>
            <pc:docMk/>
            <pc:sldMk cId="1022263763" sldId="296"/>
            <ac:spMk id="23" creationId="{2C1BBA94-3F40-40AA-8BB9-E69E25E537C1}"/>
          </ac:spMkLst>
        </pc:spChg>
        <pc:grpChg chg="add">
          <ac:chgData name="Belanger, Michel" userId="9f46d9ab-1cf5-4fc6-8ef3-fcac8369d45b" providerId="ADAL" clId="{22CC25F5-1A08-4A57-ACE3-42D11CEBC825}" dt="2026-05-25T18:39:31.191" v="7831" actId="26606"/>
          <ac:grpSpMkLst>
            <pc:docMk/>
            <pc:sldMk cId="1022263763" sldId="296"/>
            <ac:grpSpMk id="19" creationId="{B14B560F-9DD7-4302-A60B-EBD3EF59B073}"/>
          </ac:grpSpMkLst>
        </pc:grpChg>
      </pc:sldChg>
      <pc:sldChg chg="addSp delSp modSp new mod setBg">
        <pc:chgData name="Belanger, Michel" userId="9f46d9ab-1cf5-4fc6-8ef3-fcac8369d45b" providerId="ADAL" clId="{22CC25F5-1A08-4A57-ACE3-42D11CEBC825}" dt="2026-05-25T19:00:13.717" v="8000" actId="207"/>
        <pc:sldMkLst>
          <pc:docMk/>
          <pc:sldMk cId="649845987" sldId="298"/>
        </pc:sldMkLst>
        <pc:spChg chg="mod">
          <ac:chgData name="Belanger, Michel" userId="9f46d9ab-1cf5-4fc6-8ef3-fcac8369d45b" providerId="ADAL" clId="{22CC25F5-1A08-4A57-ACE3-42D11CEBC825}" dt="2026-05-25T19:00:13.717" v="8000" actId="207"/>
          <ac:spMkLst>
            <pc:docMk/>
            <pc:sldMk cId="649845987" sldId="298"/>
            <ac:spMk id="2" creationId="{3B4A89F4-03F5-B298-CA71-90D3068EBD37}"/>
          </ac:spMkLst>
        </pc:spChg>
        <pc:spChg chg="mod">
          <ac:chgData name="Belanger, Michel" userId="9f46d9ab-1cf5-4fc6-8ef3-fcac8369d45b" providerId="ADAL" clId="{22CC25F5-1A08-4A57-ACE3-42D11CEBC825}" dt="2026-05-25T19:00:13.717" v="8000" actId="207"/>
          <ac:spMkLst>
            <pc:docMk/>
            <pc:sldMk cId="649845987" sldId="298"/>
            <ac:spMk id="3" creationId="{ADCECEAB-F451-7C5E-3A7B-45BA24AC3BAA}"/>
          </ac:spMkLst>
        </pc:spChg>
        <pc:spChg chg="add">
          <ac:chgData name="Belanger, Michel" userId="9f46d9ab-1cf5-4fc6-8ef3-fcac8369d45b" providerId="ADAL" clId="{22CC25F5-1A08-4A57-ACE3-42D11CEBC825}" dt="2026-05-25T18:38:39.903" v="7826" actId="26606"/>
          <ac:spMkLst>
            <pc:docMk/>
            <pc:sldMk cId="649845987" sldId="298"/>
            <ac:spMk id="23" creationId="{81E140AE-0ABF-47C8-BF32-7D2F0CF2BA44}"/>
          </ac:spMkLst>
        </pc:spChg>
        <pc:spChg chg="add">
          <ac:chgData name="Belanger, Michel" userId="9f46d9ab-1cf5-4fc6-8ef3-fcac8369d45b" providerId="ADAL" clId="{22CC25F5-1A08-4A57-ACE3-42D11CEBC825}" dt="2026-05-25T18:38:39.903" v="7826" actId="26606"/>
          <ac:spMkLst>
            <pc:docMk/>
            <pc:sldMk cId="649845987" sldId="298"/>
            <ac:spMk id="25" creationId="{CBC4F608-B4B8-48C3-9572-C0F061B1CD99}"/>
          </ac:spMkLst>
        </pc:spChg>
        <pc:spChg chg="add">
          <ac:chgData name="Belanger, Michel" userId="9f46d9ab-1cf5-4fc6-8ef3-fcac8369d45b" providerId="ADAL" clId="{22CC25F5-1A08-4A57-ACE3-42D11CEBC825}" dt="2026-05-25T18:38:39.903" v="7826" actId="26606"/>
          <ac:spMkLst>
            <pc:docMk/>
            <pc:sldMk cId="649845987" sldId="298"/>
            <ac:spMk id="28" creationId="{8B9AA7C6-5E5A-498E-A6DF-A943376E09BC}"/>
          </ac:spMkLst>
        </pc:spChg>
        <pc:grpChg chg="add">
          <ac:chgData name="Belanger, Michel" userId="9f46d9ab-1cf5-4fc6-8ef3-fcac8369d45b" providerId="ADAL" clId="{22CC25F5-1A08-4A57-ACE3-42D11CEBC825}" dt="2026-05-25T18:38:39.903" v="7826" actId="26606"/>
          <ac:grpSpMkLst>
            <pc:docMk/>
            <pc:sldMk cId="649845987" sldId="298"/>
            <ac:grpSpMk id="29" creationId="{83EAB11A-76F7-48F4-9B4F-5BFDF4BF9670}"/>
          </ac:grpSpMkLst>
        </pc:grpChg>
      </pc:sldChg>
      <pc:sldChg chg="addSp delSp modSp new mod setBg">
        <pc:chgData name="Belanger, Michel" userId="9f46d9ab-1cf5-4fc6-8ef3-fcac8369d45b" providerId="ADAL" clId="{22CC25F5-1A08-4A57-ACE3-42D11CEBC825}" dt="2026-05-25T19:00:19.847" v="8001" actId="207"/>
        <pc:sldMkLst>
          <pc:docMk/>
          <pc:sldMk cId="3904136604" sldId="299"/>
        </pc:sldMkLst>
        <pc:spChg chg="mod">
          <ac:chgData name="Belanger, Michel" userId="9f46d9ab-1cf5-4fc6-8ef3-fcac8369d45b" providerId="ADAL" clId="{22CC25F5-1A08-4A57-ACE3-42D11CEBC825}" dt="2026-05-25T19:00:19.847" v="8001" actId="207"/>
          <ac:spMkLst>
            <pc:docMk/>
            <pc:sldMk cId="3904136604" sldId="299"/>
            <ac:spMk id="2" creationId="{9D5DA4E7-33EC-0B17-2A33-CD0F2B1A6DE1}"/>
          </ac:spMkLst>
        </pc:spChg>
        <pc:spChg chg="mod">
          <ac:chgData name="Belanger, Michel" userId="9f46d9ab-1cf5-4fc6-8ef3-fcac8369d45b" providerId="ADAL" clId="{22CC25F5-1A08-4A57-ACE3-42D11CEBC825}" dt="2026-05-25T19:00:19.847" v="8001" actId="207"/>
          <ac:spMkLst>
            <pc:docMk/>
            <pc:sldMk cId="3904136604" sldId="299"/>
            <ac:spMk id="3" creationId="{EEC6B334-5E8B-F789-F78F-5FEDF9D56433}"/>
          </ac:spMkLst>
        </pc:spChg>
        <pc:spChg chg="add">
          <ac:chgData name="Belanger, Michel" userId="9f46d9ab-1cf5-4fc6-8ef3-fcac8369d45b" providerId="ADAL" clId="{22CC25F5-1A08-4A57-ACE3-42D11CEBC825}" dt="2026-05-25T18:38:46.129" v="7827" actId="26606"/>
          <ac:spMkLst>
            <pc:docMk/>
            <pc:sldMk cId="3904136604" sldId="299"/>
            <ac:spMk id="17" creationId="{8B9AA7C6-5E5A-498E-A6DF-A943376E09BC}"/>
          </ac:spMkLst>
        </pc:spChg>
        <pc:spChg chg="add">
          <ac:chgData name="Belanger, Michel" userId="9f46d9ab-1cf5-4fc6-8ef3-fcac8369d45b" providerId="ADAL" clId="{22CC25F5-1A08-4A57-ACE3-42D11CEBC825}" dt="2026-05-25T18:38:46.129" v="7827" actId="26606"/>
          <ac:spMkLst>
            <pc:docMk/>
            <pc:sldMk cId="3904136604" sldId="299"/>
            <ac:spMk id="23" creationId="{81E140AE-0ABF-47C8-BF32-7D2F0CF2BA44}"/>
          </ac:spMkLst>
        </pc:spChg>
        <pc:spChg chg="add">
          <ac:chgData name="Belanger, Michel" userId="9f46d9ab-1cf5-4fc6-8ef3-fcac8369d45b" providerId="ADAL" clId="{22CC25F5-1A08-4A57-ACE3-42D11CEBC825}" dt="2026-05-25T18:38:46.129" v="7827" actId="26606"/>
          <ac:spMkLst>
            <pc:docMk/>
            <pc:sldMk cId="3904136604" sldId="299"/>
            <ac:spMk id="25" creationId="{CBC4F608-B4B8-48C3-9572-C0F061B1CD99}"/>
          </ac:spMkLst>
        </pc:spChg>
        <pc:grpChg chg="add">
          <ac:chgData name="Belanger, Michel" userId="9f46d9ab-1cf5-4fc6-8ef3-fcac8369d45b" providerId="ADAL" clId="{22CC25F5-1A08-4A57-ACE3-42D11CEBC825}" dt="2026-05-25T18:38:46.129" v="7827" actId="26606"/>
          <ac:grpSpMkLst>
            <pc:docMk/>
            <pc:sldMk cId="3904136604" sldId="299"/>
            <ac:grpSpMk id="19" creationId="{83EAB11A-76F7-48F4-9B4F-5BFDF4BF9670}"/>
          </ac:grpSpMkLst>
        </pc:grpChg>
      </pc:sldChg>
      <pc:sldChg chg="addSp delSp modSp new mod setBg">
        <pc:chgData name="Belanger, Michel" userId="9f46d9ab-1cf5-4fc6-8ef3-fcac8369d45b" providerId="ADAL" clId="{22CC25F5-1A08-4A57-ACE3-42D11CEBC825}" dt="2026-05-27T14:08:26.569" v="10680" actId="6549"/>
        <pc:sldMkLst>
          <pc:docMk/>
          <pc:sldMk cId="826720829" sldId="300"/>
        </pc:sldMkLst>
        <pc:spChg chg="mod">
          <ac:chgData name="Belanger, Michel" userId="9f46d9ab-1cf5-4fc6-8ef3-fcac8369d45b" providerId="ADAL" clId="{22CC25F5-1A08-4A57-ACE3-42D11CEBC825}" dt="2026-05-25T19:00:27.889" v="8002" actId="207"/>
          <ac:spMkLst>
            <pc:docMk/>
            <pc:sldMk cId="826720829" sldId="300"/>
            <ac:spMk id="2" creationId="{960D2F1A-4105-F1A4-6B41-B07EB0A0A8F5}"/>
          </ac:spMkLst>
        </pc:spChg>
        <pc:spChg chg="mod">
          <ac:chgData name="Belanger, Michel" userId="9f46d9ab-1cf5-4fc6-8ef3-fcac8369d45b" providerId="ADAL" clId="{22CC25F5-1A08-4A57-ACE3-42D11CEBC825}" dt="2026-05-27T14:08:26.569" v="10680" actId="6549"/>
          <ac:spMkLst>
            <pc:docMk/>
            <pc:sldMk cId="826720829" sldId="300"/>
            <ac:spMk id="3" creationId="{C41D242F-70E2-04E2-BA75-D907B88E21C9}"/>
          </ac:spMkLst>
        </pc:spChg>
        <pc:spChg chg="add">
          <ac:chgData name="Belanger, Michel" userId="9f46d9ab-1cf5-4fc6-8ef3-fcac8369d45b" providerId="ADAL" clId="{22CC25F5-1A08-4A57-ACE3-42D11CEBC825}" dt="2026-05-25T18:38:51.187" v="7828" actId="26606"/>
          <ac:spMkLst>
            <pc:docMk/>
            <pc:sldMk cId="826720829" sldId="300"/>
            <ac:spMk id="17" creationId="{8B9AA7C6-5E5A-498E-A6DF-A943376E09BC}"/>
          </ac:spMkLst>
        </pc:spChg>
        <pc:spChg chg="add">
          <ac:chgData name="Belanger, Michel" userId="9f46d9ab-1cf5-4fc6-8ef3-fcac8369d45b" providerId="ADAL" clId="{22CC25F5-1A08-4A57-ACE3-42D11CEBC825}" dt="2026-05-25T18:38:51.187" v="7828" actId="26606"/>
          <ac:spMkLst>
            <pc:docMk/>
            <pc:sldMk cId="826720829" sldId="300"/>
            <ac:spMk id="23" creationId="{81E140AE-0ABF-47C8-BF32-7D2F0CF2BA44}"/>
          </ac:spMkLst>
        </pc:spChg>
        <pc:spChg chg="add">
          <ac:chgData name="Belanger, Michel" userId="9f46d9ab-1cf5-4fc6-8ef3-fcac8369d45b" providerId="ADAL" clId="{22CC25F5-1A08-4A57-ACE3-42D11CEBC825}" dt="2026-05-25T18:38:51.187" v="7828" actId="26606"/>
          <ac:spMkLst>
            <pc:docMk/>
            <pc:sldMk cId="826720829" sldId="300"/>
            <ac:spMk id="25" creationId="{CBC4F608-B4B8-48C3-9572-C0F061B1CD99}"/>
          </ac:spMkLst>
        </pc:spChg>
        <pc:grpChg chg="add">
          <ac:chgData name="Belanger, Michel" userId="9f46d9ab-1cf5-4fc6-8ef3-fcac8369d45b" providerId="ADAL" clId="{22CC25F5-1A08-4A57-ACE3-42D11CEBC825}" dt="2026-05-25T18:38:51.187" v="7828" actId="26606"/>
          <ac:grpSpMkLst>
            <pc:docMk/>
            <pc:sldMk cId="826720829" sldId="300"/>
            <ac:grpSpMk id="19" creationId="{83EAB11A-76F7-48F4-9B4F-5BFDF4BF9670}"/>
          </ac:grpSpMkLst>
        </pc:grpChg>
      </pc:sldChg>
      <pc:sldChg chg="addSp delSp modSp new mod setBg">
        <pc:chgData name="Belanger, Michel" userId="9f46d9ab-1cf5-4fc6-8ef3-fcac8369d45b" providerId="ADAL" clId="{22CC25F5-1A08-4A57-ACE3-42D11CEBC825}" dt="2026-05-25T19:00:34.163" v="8003" actId="207"/>
        <pc:sldMkLst>
          <pc:docMk/>
          <pc:sldMk cId="527666406" sldId="301"/>
        </pc:sldMkLst>
        <pc:spChg chg="mod">
          <ac:chgData name="Belanger, Michel" userId="9f46d9ab-1cf5-4fc6-8ef3-fcac8369d45b" providerId="ADAL" clId="{22CC25F5-1A08-4A57-ACE3-42D11CEBC825}" dt="2026-05-25T19:00:34.163" v="8003" actId="207"/>
          <ac:spMkLst>
            <pc:docMk/>
            <pc:sldMk cId="527666406" sldId="301"/>
            <ac:spMk id="2" creationId="{B6C9B75A-38B2-7026-7CBD-FF8F51E0B936}"/>
          </ac:spMkLst>
        </pc:spChg>
        <pc:spChg chg="mod">
          <ac:chgData name="Belanger, Michel" userId="9f46d9ab-1cf5-4fc6-8ef3-fcac8369d45b" providerId="ADAL" clId="{22CC25F5-1A08-4A57-ACE3-42D11CEBC825}" dt="2026-05-25T19:00:34.163" v="8003" actId="207"/>
          <ac:spMkLst>
            <pc:docMk/>
            <pc:sldMk cId="527666406" sldId="301"/>
            <ac:spMk id="3" creationId="{9F9DDA06-AB84-ECCA-B604-67F364CCAF3E}"/>
          </ac:spMkLst>
        </pc:spChg>
        <pc:spChg chg="add">
          <ac:chgData name="Belanger, Michel" userId="9f46d9ab-1cf5-4fc6-8ef3-fcac8369d45b" providerId="ADAL" clId="{22CC25F5-1A08-4A57-ACE3-42D11CEBC825}" dt="2026-05-25T18:38:56.351" v="7829" actId="26606"/>
          <ac:spMkLst>
            <pc:docMk/>
            <pc:sldMk cId="527666406" sldId="301"/>
            <ac:spMk id="17" creationId="{8B9AA7C6-5E5A-498E-A6DF-A943376E09BC}"/>
          </ac:spMkLst>
        </pc:spChg>
        <pc:spChg chg="add">
          <ac:chgData name="Belanger, Michel" userId="9f46d9ab-1cf5-4fc6-8ef3-fcac8369d45b" providerId="ADAL" clId="{22CC25F5-1A08-4A57-ACE3-42D11CEBC825}" dt="2026-05-25T18:38:56.351" v="7829" actId="26606"/>
          <ac:spMkLst>
            <pc:docMk/>
            <pc:sldMk cId="527666406" sldId="301"/>
            <ac:spMk id="23" creationId="{81E140AE-0ABF-47C8-BF32-7D2F0CF2BA44}"/>
          </ac:spMkLst>
        </pc:spChg>
        <pc:spChg chg="add">
          <ac:chgData name="Belanger, Michel" userId="9f46d9ab-1cf5-4fc6-8ef3-fcac8369d45b" providerId="ADAL" clId="{22CC25F5-1A08-4A57-ACE3-42D11CEBC825}" dt="2026-05-25T18:38:56.351" v="7829" actId="26606"/>
          <ac:spMkLst>
            <pc:docMk/>
            <pc:sldMk cId="527666406" sldId="301"/>
            <ac:spMk id="25" creationId="{CBC4F608-B4B8-48C3-9572-C0F061B1CD99}"/>
          </ac:spMkLst>
        </pc:spChg>
        <pc:grpChg chg="add">
          <ac:chgData name="Belanger, Michel" userId="9f46d9ab-1cf5-4fc6-8ef3-fcac8369d45b" providerId="ADAL" clId="{22CC25F5-1A08-4A57-ACE3-42D11CEBC825}" dt="2026-05-25T18:38:56.351" v="7829" actId="26606"/>
          <ac:grpSpMkLst>
            <pc:docMk/>
            <pc:sldMk cId="527666406" sldId="301"/>
            <ac:grpSpMk id="19" creationId="{83EAB11A-76F7-48F4-9B4F-5BFDF4BF9670}"/>
          </ac:grpSpMkLst>
        </pc:grpChg>
      </pc:sldChg>
      <pc:sldChg chg="addSp delSp modSp new mod setBg">
        <pc:chgData name="Belanger, Michel" userId="9f46d9ab-1cf5-4fc6-8ef3-fcac8369d45b" providerId="ADAL" clId="{22CC25F5-1A08-4A57-ACE3-42D11CEBC825}" dt="2026-05-25T19:00:41.357" v="8004" actId="207"/>
        <pc:sldMkLst>
          <pc:docMk/>
          <pc:sldMk cId="1036608163" sldId="302"/>
        </pc:sldMkLst>
        <pc:spChg chg="mod">
          <ac:chgData name="Belanger, Michel" userId="9f46d9ab-1cf5-4fc6-8ef3-fcac8369d45b" providerId="ADAL" clId="{22CC25F5-1A08-4A57-ACE3-42D11CEBC825}" dt="2026-05-25T19:00:41.357" v="8004" actId="207"/>
          <ac:spMkLst>
            <pc:docMk/>
            <pc:sldMk cId="1036608163" sldId="302"/>
            <ac:spMk id="2" creationId="{8603B40A-CAB1-7F4C-9008-B5FD62D0CB70}"/>
          </ac:spMkLst>
        </pc:spChg>
        <pc:spChg chg="mod">
          <ac:chgData name="Belanger, Michel" userId="9f46d9ab-1cf5-4fc6-8ef3-fcac8369d45b" providerId="ADAL" clId="{22CC25F5-1A08-4A57-ACE3-42D11CEBC825}" dt="2026-05-25T19:00:41.357" v="8004" actId="207"/>
          <ac:spMkLst>
            <pc:docMk/>
            <pc:sldMk cId="1036608163" sldId="302"/>
            <ac:spMk id="3" creationId="{43BC9F1A-244E-EC2B-053F-B5B71B9B38B2}"/>
          </ac:spMkLst>
        </pc:spChg>
        <pc:spChg chg="add">
          <ac:chgData name="Belanger, Michel" userId="9f46d9ab-1cf5-4fc6-8ef3-fcac8369d45b" providerId="ADAL" clId="{22CC25F5-1A08-4A57-ACE3-42D11CEBC825}" dt="2026-05-25T18:39:01.423" v="7830" actId="26606"/>
          <ac:spMkLst>
            <pc:docMk/>
            <pc:sldMk cId="1036608163" sldId="302"/>
            <ac:spMk id="17" creationId="{8B9AA7C6-5E5A-498E-A6DF-A943376E09BC}"/>
          </ac:spMkLst>
        </pc:spChg>
        <pc:spChg chg="add">
          <ac:chgData name="Belanger, Michel" userId="9f46d9ab-1cf5-4fc6-8ef3-fcac8369d45b" providerId="ADAL" clId="{22CC25F5-1A08-4A57-ACE3-42D11CEBC825}" dt="2026-05-25T18:39:01.423" v="7830" actId="26606"/>
          <ac:spMkLst>
            <pc:docMk/>
            <pc:sldMk cId="1036608163" sldId="302"/>
            <ac:spMk id="23" creationId="{81E140AE-0ABF-47C8-BF32-7D2F0CF2BA44}"/>
          </ac:spMkLst>
        </pc:spChg>
        <pc:spChg chg="add">
          <ac:chgData name="Belanger, Michel" userId="9f46d9ab-1cf5-4fc6-8ef3-fcac8369d45b" providerId="ADAL" clId="{22CC25F5-1A08-4A57-ACE3-42D11CEBC825}" dt="2026-05-25T18:39:01.423" v="7830" actId="26606"/>
          <ac:spMkLst>
            <pc:docMk/>
            <pc:sldMk cId="1036608163" sldId="302"/>
            <ac:spMk id="25" creationId="{CBC4F608-B4B8-48C3-9572-C0F061B1CD99}"/>
          </ac:spMkLst>
        </pc:spChg>
        <pc:grpChg chg="add">
          <ac:chgData name="Belanger, Michel" userId="9f46d9ab-1cf5-4fc6-8ef3-fcac8369d45b" providerId="ADAL" clId="{22CC25F5-1A08-4A57-ACE3-42D11CEBC825}" dt="2026-05-25T18:39:01.423" v="7830" actId="26606"/>
          <ac:grpSpMkLst>
            <pc:docMk/>
            <pc:sldMk cId="1036608163" sldId="302"/>
            <ac:grpSpMk id="19" creationId="{83EAB11A-76F7-48F4-9B4F-5BFDF4BF9670}"/>
          </ac:grpSpMkLst>
        </pc:grpChg>
      </pc:sldChg>
      <pc:sldChg chg="modSp new mod ord">
        <pc:chgData name="Belanger, Michel" userId="9f46d9ab-1cf5-4fc6-8ef3-fcac8369d45b" providerId="ADAL" clId="{22CC25F5-1A08-4A57-ACE3-42D11CEBC825}" dt="2026-05-26T16:23:51.379" v="8759" actId="20577"/>
        <pc:sldMkLst>
          <pc:docMk/>
          <pc:sldMk cId="3613120108" sldId="303"/>
        </pc:sldMkLst>
        <pc:spChg chg="mod">
          <ac:chgData name="Belanger, Michel" userId="9f46d9ab-1cf5-4fc6-8ef3-fcac8369d45b" providerId="ADAL" clId="{22CC25F5-1A08-4A57-ACE3-42D11CEBC825}" dt="2026-05-26T16:16:36.543" v="8285" actId="20577"/>
          <ac:spMkLst>
            <pc:docMk/>
            <pc:sldMk cId="3613120108" sldId="303"/>
            <ac:spMk id="2" creationId="{5FB7C7F3-94FB-4C98-DA96-F99195C488E6}"/>
          </ac:spMkLst>
        </pc:spChg>
        <pc:spChg chg="mod">
          <ac:chgData name="Belanger, Michel" userId="9f46d9ab-1cf5-4fc6-8ef3-fcac8369d45b" providerId="ADAL" clId="{22CC25F5-1A08-4A57-ACE3-42D11CEBC825}" dt="2026-05-26T16:23:51.379" v="8759" actId="20577"/>
          <ac:spMkLst>
            <pc:docMk/>
            <pc:sldMk cId="3613120108" sldId="303"/>
            <ac:spMk id="3" creationId="{CA01C859-FAB8-F693-9678-C4172F7EBA3A}"/>
          </ac:spMkLst>
        </pc:spChg>
      </pc:sldChg>
      <pc:sldChg chg="modSp new mod">
        <pc:chgData name="Belanger, Michel" userId="9f46d9ab-1cf5-4fc6-8ef3-fcac8369d45b" providerId="ADAL" clId="{22CC25F5-1A08-4A57-ACE3-42D11CEBC825}" dt="2026-05-26T17:11:43.566" v="10062" actId="20577"/>
        <pc:sldMkLst>
          <pc:docMk/>
          <pc:sldMk cId="3246329082" sldId="304"/>
        </pc:sldMkLst>
        <pc:spChg chg="mod">
          <ac:chgData name="Belanger, Michel" userId="9f46d9ab-1cf5-4fc6-8ef3-fcac8369d45b" providerId="ADAL" clId="{22CC25F5-1A08-4A57-ACE3-42D11CEBC825}" dt="2026-05-26T17:11:43.566" v="10062" actId="20577"/>
          <ac:spMkLst>
            <pc:docMk/>
            <pc:sldMk cId="3246329082" sldId="304"/>
            <ac:spMk id="2" creationId="{AA97F3E4-6F07-DFC1-F40E-BBFF60C8707B}"/>
          </ac:spMkLst>
        </pc:spChg>
      </pc:sldChg>
      <pc:sldChg chg="modSp new mod">
        <pc:chgData name="Belanger, Michel" userId="9f46d9ab-1cf5-4fc6-8ef3-fcac8369d45b" providerId="ADAL" clId="{22CC25F5-1A08-4A57-ACE3-42D11CEBC825}" dt="2026-05-26T17:16:07.701" v="10518" actId="20577"/>
        <pc:sldMkLst>
          <pc:docMk/>
          <pc:sldMk cId="4152586022" sldId="305"/>
        </pc:sldMkLst>
        <pc:spChg chg="mod">
          <ac:chgData name="Belanger, Michel" userId="9f46d9ab-1cf5-4fc6-8ef3-fcac8369d45b" providerId="ADAL" clId="{22CC25F5-1A08-4A57-ACE3-42D11CEBC825}" dt="2026-05-26T17:12:15.473" v="10113" actId="20577"/>
          <ac:spMkLst>
            <pc:docMk/>
            <pc:sldMk cId="4152586022" sldId="305"/>
            <ac:spMk id="2" creationId="{49DFA429-B71A-06EF-1699-E437BC2FE1D1}"/>
          </ac:spMkLst>
        </pc:spChg>
        <pc:spChg chg="mod">
          <ac:chgData name="Belanger, Michel" userId="9f46d9ab-1cf5-4fc6-8ef3-fcac8369d45b" providerId="ADAL" clId="{22CC25F5-1A08-4A57-ACE3-42D11CEBC825}" dt="2026-05-26T17:16:07.701" v="10518" actId="20577"/>
          <ac:spMkLst>
            <pc:docMk/>
            <pc:sldMk cId="4152586022" sldId="305"/>
            <ac:spMk id="3" creationId="{3530A04A-BA05-89D4-6CEC-DE598CECFE52}"/>
          </ac:spMkLst>
        </pc:spChg>
      </pc:sldChg>
      <pc:sldChg chg="delSp modSp new mod">
        <pc:chgData name="Belanger, Michel" userId="9f46d9ab-1cf5-4fc6-8ef3-fcac8369d45b" providerId="ADAL" clId="{22CC25F5-1A08-4A57-ACE3-42D11CEBC825}" dt="2026-05-27T14:39:09.914" v="11344" actId="20577"/>
        <pc:sldMkLst>
          <pc:docMk/>
          <pc:sldMk cId="1940130327" sldId="306"/>
        </pc:sldMkLst>
        <pc:spChg chg="del">
          <ac:chgData name="Belanger, Michel" userId="9f46d9ab-1cf5-4fc6-8ef3-fcac8369d45b" providerId="ADAL" clId="{22CC25F5-1A08-4A57-ACE3-42D11CEBC825}" dt="2026-05-27T14:19:07.016" v="10812" actId="478"/>
          <ac:spMkLst>
            <pc:docMk/>
            <pc:sldMk cId="1940130327" sldId="306"/>
            <ac:spMk id="2" creationId="{DB04BB11-78CE-337D-D229-849DC0B9B356}"/>
          </ac:spMkLst>
        </pc:spChg>
        <pc:spChg chg="mod">
          <ac:chgData name="Belanger, Michel" userId="9f46d9ab-1cf5-4fc6-8ef3-fcac8369d45b" providerId="ADAL" clId="{22CC25F5-1A08-4A57-ACE3-42D11CEBC825}" dt="2026-05-27T14:39:09.914" v="11344" actId="20577"/>
          <ac:spMkLst>
            <pc:docMk/>
            <pc:sldMk cId="1940130327" sldId="306"/>
            <ac:spMk id="3" creationId="{46E6E134-9919-3904-7C60-392CCF1BC51E}"/>
          </ac:spMkLst>
        </pc:spChg>
      </pc:sldChg>
      <pc:sldChg chg="modSp add del mod">
        <pc:chgData name="Belanger, Michel" userId="9f46d9ab-1cf5-4fc6-8ef3-fcac8369d45b" providerId="ADAL" clId="{22CC25F5-1A08-4A57-ACE3-42D11CEBC825}" dt="2026-05-26T17:41:30.906" v="10584" actId="47"/>
        <pc:sldMkLst>
          <pc:docMk/>
          <pc:sldMk cId="3574656182" sldId="2561"/>
        </pc:sldMkLst>
        <pc:spChg chg="mod">
          <ac:chgData name="Belanger, Michel" userId="9f46d9ab-1cf5-4fc6-8ef3-fcac8369d45b" providerId="ADAL" clId="{22CC25F5-1A08-4A57-ACE3-42D11CEBC825}" dt="2026-05-26T17:40:04.022" v="10529" actId="27636"/>
          <ac:spMkLst>
            <pc:docMk/>
            <pc:sldMk cId="3574656182" sldId="2561"/>
            <ac:spMk id="4" creationId="{28EE17E0-217B-89BA-5A8D-F9ECA8077758}"/>
          </ac:spMkLst>
        </pc:spChg>
      </pc:sldChg>
      <pc:sldChg chg="addSp delSp modSp add del mod delAnim">
        <pc:chgData name="Belanger, Michel" userId="9f46d9ab-1cf5-4fc6-8ef3-fcac8369d45b" providerId="ADAL" clId="{22CC25F5-1A08-4A57-ACE3-42D11CEBC825}" dt="2026-05-26T17:44:06.807" v="10612" actId="47"/>
        <pc:sldMkLst>
          <pc:docMk/>
          <pc:sldMk cId="2685899" sldId="2562"/>
        </pc:sldMkLst>
        <pc:spChg chg="del mod">
          <ac:chgData name="Belanger, Michel" userId="9f46d9ab-1cf5-4fc6-8ef3-fcac8369d45b" providerId="ADAL" clId="{22CC25F5-1A08-4A57-ACE3-42D11CEBC825}" dt="2026-05-26T17:43:57.379" v="10609" actId="21"/>
          <ac:spMkLst>
            <pc:docMk/>
            <pc:sldMk cId="2685899" sldId="2562"/>
            <ac:spMk id="2" creationId="{081448D8-7EE6-4915-BE93-18933627D1C7}"/>
          </ac:spMkLst>
        </pc:spChg>
        <pc:spChg chg="del mod">
          <ac:chgData name="Belanger, Michel" userId="9f46d9ab-1cf5-4fc6-8ef3-fcac8369d45b" providerId="ADAL" clId="{22CC25F5-1A08-4A57-ACE3-42D11CEBC825}" dt="2026-05-26T17:43:59.690" v="10610" actId="478"/>
          <ac:spMkLst>
            <pc:docMk/>
            <pc:sldMk cId="2685899" sldId="2562"/>
            <ac:spMk id="4" creationId="{C1664E7F-190E-1A7A-D73E-1035DF2BB35A}"/>
          </ac:spMkLst>
        </pc:spChg>
        <pc:spChg chg="del">
          <ac:chgData name="Belanger, Michel" userId="9f46d9ab-1cf5-4fc6-8ef3-fcac8369d45b" providerId="ADAL" clId="{22CC25F5-1A08-4A57-ACE3-42D11CEBC825}" dt="2026-05-26T17:43:59.690" v="10610" actId="478"/>
          <ac:spMkLst>
            <pc:docMk/>
            <pc:sldMk cId="2685899" sldId="2562"/>
            <ac:spMk id="5" creationId="{F9C9E1C1-1A2B-BF98-2590-8DC5AA6A9C94}"/>
          </ac:spMkLst>
        </pc:spChg>
        <pc:spChg chg="del">
          <ac:chgData name="Belanger, Michel" userId="9f46d9ab-1cf5-4fc6-8ef3-fcac8369d45b" providerId="ADAL" clId="{22CC25F5-1A08-4A57-ACE3-42D11CEBC825}" dt="2026-05-26T17:43:59.690" v="10610" actId="478"/>
          <ac:spMkLst>
            <pc:docMk/>
            <pc:sldMk cId="2685899" sldId="2562"/>
            <ac:spMk id="6" creationId="{15EE7969-56E2-0E5D-3547-32AFEA51A965}"/>
          </ac:spMkLst>
        </pc:spChg>
        <pc:spChg chg="add del mod">
          <ac:chgData name="Belanger, Michel" userId="9f46d9ab-1cf5-4fc6-8ef3-fcac8369d45b" providerId="ADAL" clId="{22CC25F5-1A08-4A57-ACE3-42D11CEBC825}" dt="2026-05-26T17:43:59.690" v="10610" actId="478"/>
          <ac:spMkLst>
            <pc:docMk/>
            <pc:sldMk cId="2685899" sldId="2562"/>
            <ac:spMk id="7" creationId="{2E097FE5-143C-8E3C-0FB0-38A2A48A89E3}"/>
          </ac:spMkLst>
        </pc:spChg>
      </pc:sldChg>
      <pc:sldChg chg="addSp delSp modSp add mod setBg">
        <pc:chgData name="Belanger, Michel" userId="9f46d9ab-1cf5-4fc6-8ef3-fcac8369d45b" providerId="ADAL" clId="{22CC25F5-1A08-4A57-ACE3-42D11CEBC825}" dt="2026-05-26T17:46:29.543" v="10623" actId="26606"/>
        <pc:sldMkLst>
          <pc:docMk/>
          <pc:sldMk cId="1900110152" sldId="2563"/>
        </pc:sldMkLst>
        <pc:spChg chg="mod ord">
          <ac:chgData name="Belanger, Michel" userId="9f46d9ab-1cf5-4fc6-8ef3-fcac8369d45b" providerId="ADAL" clId="{22CC25F5-1A08-4A57-ACE3-42D11CEBC825}" dt="2026-05-26T17:46:29.543" v="10623" actId="26606"/>
          <ac:spMkLst>
            <pc:docMk/>
            <pc:sldMk cId="1900110152" sldId="2563"/>
            <ac:spMk id="2" creationId="{64A3D417-08E8-2821-B0E6-1C733B481A30}"/>
          </ac:spMkLst>
        </pc:spChg>
        <pc:spChg chg="mod ord">
          <ac:chgData name="Belanger, Michel" userId="9f46d9ab-1cf5-4fc6-8ef3-fcac8369d45b" providerId="ADAL" clId="{22CC25F5-1A08-4A57-ACE3-42D11CEBC825}" dt="2026-05-26T17:46:29.543" v="10623" actId="26606"/>
          <ac:spMkLst>
            <pc:docMk/>
            <pc:sldMk cId="1900110152" sldId="2563"/>
            <ac:spMk id="4" creationId="{C25301E8-4EB8-18D4-06A5-5B87148721E1}"/>
          </ac:spMkLst>
        </pc:spChg>
        <pc:spChg chg="mod ord">
          <ac:chgData name="Belanger, Michel" userId="9f46d9ab-1cf5-4fc6-8ef3-fcac8369d45b" providerId="ADAL" clId="{22CC25F5-1A08-4A57-ACE3-42D11CEBC825}" dt="2026-05-26T17:46:29.543" v="10623" actId="26606"/>
          <ac:spMkLst>
            <pc:docMk/>
            <pc:sldMk cId="1900110152" sldId="2563"/>
            <ac:spMk id="5" creationId="{E245873C-34A4-7B18-EC92-C0A9F7CE1920}"/>
          </ac:spMkLst>
        </pc:spChg>
        <pc:spChg chg="mod ord">
          <ac:chgData name="Belanger, Michel" userId="9f46d9ab-1cf5-4fc6-8ef3-fcac8369d45b" providerId="ADAL" clId="{22CC25F5-1A08-4A57-ACE3-42D11CEBC825}" dt="2026-05-26T17:46:29.543" v="10623" actId="26606"/>
          <ac:spMkLst>
            <pc:docMk/>
            <pc:sldMk cId="1900110152" sldId="2563"/>
            <ac:spMk id="6" creationId="{E81E1952-CAD8-448C-40D1-7261FCCD560A}"/>
          </ac:spMkLst>
        </pc:spChg>
        <pc:spChg chg="mod ord">
          <ac:chgData name="Belanger, Michel" userId="9f46d9ab-1cf5-4fc6-8ef3-fcac8369d45b" providerId="ADAL" clId="{22CC25F5-1A08-4A57-ACE3-42D11CEBC825}" dt="2026-05-26T17:46:29.543" v="10623" actId="26606"/>
          <ac:spMkLst>
            <pc:docMk/>
            <pc:sldMk cId="1900110152" sldId="2563"/>
            <ac:spMk id="8" creationId="{7E7FC387-D0C4-4A10-8FA9-A031E0229EEE}"/>
          </ac:spMkLst>
        </pc:spChg>
        <pc:spChg chg="add del">
          <ac:chgData name="Belanger, Michel" userId="9f46d9ab-1cf5-4fc6-8ef3-fcac8369d45b" providerId="ADAL" clId="{22CC25F5-1A08-4A57-ACE3-42D11CEBC825}" dt="2026-05-26T17:46:07.524" v="10621" actId="26606"/>
          <ac:spMkLst>
            <pc:docMk/>
            <pc:sldMk cId="1900110152" sldId="2563"/>
            <ac:spMk id="13" creationId="{7FEAE179-C525-48F3-AD47-0E9E2B6F2E2E}"/>
          </ac:spMkLst>
        </pc:spChg>
        <pc:spChg chg="add del">
          <ac:chgData name="Belanger, Michel" userId="9f46d9ab-1cf5-4fc6-8ef3-fcac8369d45b" providerId="ADAL" clId="{22CC25F5-1A08-4A57-ACE3-42D11CEBC825}" dt="2026-05-26T17:46:07.524" v="10621" actId="26606"/>
          <ac:spMkLst>
            <pc:docMk/>
            <pc:sldMk cId="1900110152" sldId="2563"/>
            <ac:spMk id="15" creationId="{95C8260E-968F-44E8-A823-ABB431311926}"/>
          </ac:spMkLst>
        </pc:spChg>
        <pc:spChg chg="add del">
          <ac:chgData name="Belanger, Michel" userId="9f46d9ab-1cf5-4fc6-8ef3-fcac8369d45b" providerId="ADAL" clId="{22CC25F5-1A08-4A57-ACE3-42D11CEBC825}" dt="2026-05-26T17:46:07.524" v="10621" actId="26606"/>
          <ac:spMkLst>
            <pc:docMk/>
            <pc:sldMk cId="1900110152" sldId="2563"/>
            <ac:spMk id="17" creationId="{2C1BBA94-3F40-40AA-8BB9-E69E25E537C1}"/>
          </ac:spMkLst>
        </pc:spChg>
        <pc:spChg chg="add del">
          <ac:chgData name="Belanger, Michel" userId="9f46d9ab-1cf5-4fc6-8ef3-fcac8369d45b" providerId="ADAL" clId="{22CC25F5-1A08-4A57-ACE3-42D11CEBC825}" dt="2026-05-26T17:46:07.524" v="10621" actId="26606"/>
          <ac:spMkLst>
            <pc:docMk/>
            <pc:sldMk cId="1900110152" sldId="2563"/>
            <ac:spMk id="19" creationId="{FE43805F-24A6-46A4-B19B-54F28347355C}"/>
          </ac:spMkLst>
        </pc:spChg>
        <pc:spChg chg="add del">
          <ac:chgData name="Belanger, Michel" userId="9f46d9ab-1cf5-4fc6-8ef3-fcac8369d45b" providerId="ADAL" clId="{22CC25F5-1A08-4A57-ACE3-42D11CEBC825}" dt="2026-05-26T17:46:29.543" v="10623" actId="26606"/>
          <ac:spMkLst>
            <pc:docMk/>
            <pc:sldMk cId="1900110152" sldId="2563"/>
            <ac:spMk id="21" creationId="{9D25F302-27C5-414F-97F8-6EA0A6C028BA}"/>
          </ac:spMkLst>
        </pc:spChg>
        <pc:spChg chg="add del">
          <ac:chgData name="Belanger, Michel" userId="9f46d9ab-1cf5-4fc6-8ef3-fcac8369d45b" providerId="ADAL" clId="{22CC25F5-1A08-4A57-ACE3-42D11CEBC825}" dt="2026-05-26T17:46:29.543" v="10623" actId="26606"/>
          <ac:spMkLst>
            <pc:docMk/>
            <pc:sldMk cId="1900110152" sldId="2563"/>
            <ac:spMk id="22" creationId="{830A36F8-48C2-4842-A87B-8CE8DF4E7FD2}"/>
          </ac:spMkLst>
        </pc:spChg>
        <pc:spChg chg="add del">
          <ac:chgData name="Belanger, Michel" userId="9f46d9ab-1cf5-4fc6-8ef3-fcac8369d45b" providerId="ADAL" clId="{22CC25F5-1A08-4A57-ACE3-42D11CEBC825}" dt="2026-05-26T17:46:29.543" v="10623" actId="26606"/>
          <ac:spMkLst>
            <pc:docMk/>
            <pc:sldMk cId="1900110152" sldId="2563"/>
            <ac:spMk id="23" creationId="{51C89C42-AF83-451A-81EA-4728447557EF}"/>
          </ac:spMkLst>
        </pc:spChg>
        <pc:spChg chg="add">
          <ac:chgData name="Belanger, Michel" userId="9f46d9ab-1cf5-4fc6-8ef3-fcac8369d45b" providerId="ADAL" clId="{22CC25F5-1A08-4A57-ACE3-42D11CEBC825}" dt="2026-05-26T17:46:29.543" v="10623" actId="26606"/>
          <ac:spMkLst>
            <pc:docMk/>
            <pc:sldMk cId="1900110152" sldId="2563"/>
            <ac:spMk id="36" creationId="{C13237C8-E62C-4F0D-A318-BD6FB6C2D138}"/>
          </ac:spMkLst>
        </pc:spChg>
        <pc:spChg chg="add">
          <ac:chgData name="Belanger, Michel" userId="9f46d9ab-1cf5-4fc6-8ef3-fcac8369d45b" providerId="ADAL" clId="{22CC25F5-1A08-4A57-ACE3-42D11CEBC825}" dt="2026-05-26T17:46:29.543" v="10623" actId="26606"/>
          <ac:spMkLst>
            <pc:docMk/>
            <pc:sldMk cId="1900110152" sldId="2563"/>
            <ac:spMk id="38" creationId="{19C9EAEA-39D0-4B0E-A0EB-51E7B26740B1}"/>
          </ac:spMkLst>
        </pc:spChg>
        <pc:picChg chg="mod">
          <ac:chgData name="Belanger, Michel" userId="9f46d9ab-1cf5-4fc6-8ef3-fcac8369d45b" providerId="ADAL" clId="{22CC25F5-1A08-4A57-ACE3-42D11CEBC825}" dt="2026-05-26T17:46:07.531" v="10622" actId="26606"/>
          <ac:picMkLst>
            <pc:docMk/>
            <pc:sldMk cId="1900110152" sldId="2563"/>
            <ac:picMk id="7" creationId="{1C171D10-D737-47E3-BDCE-B3E2B2C8AFA2}"/>
          </ac:picMkLst>
        </pc:picChg>
      </pc:sldChg>
      <pc:sldChg chg="add del">
        <pc:chgData name="Belanger, Michel" userId="9f46d9ab-1cf5-4fc6-8ef3-fcac8369d45b" providerId="ADAL" clId="{22CC25F5-1A08-4A57-ACE3-42D11CEBC825}" dt="2026-05-26T17:43:04.179" v="10606" actId="47"/>
        <pc:sldMkLst>
          <pc:docMk/>
          <pc:sldMk cId="3522181952" sldId="2564"/>
        </pc:sldMkLst>
      </pc:sldChg>
      <pc:sldChg chg="addSp modSp add mod setBg">
        <pc:chgData name="Belanger, Michel" userId="9f46d9ab-1cf5-4fc6-8ef3-fcac8369d45b" providerId="ADAL" clId="{22CC25F5-1A08-4A57-ACE3-42D11CEBC825}" dt="2026-05-26T17:47:12.366" v="10624" actId="26606"/>
        <pc:sldMkLst>
          <pc:docMk/>
          <pc:sldMk cId="1615516033" sldId="2565"/>
        </pc:sldMkLst>
        <pc:spChg chg="mod">
          <ac:chgData name="Belanger, Michel" userId="9f46d9ab-1cf5-4fc6-8ef3-fcac8369d45b" providerId="ADAL" clId="{22CC25F5-1A08-4A57-ACE3-42D11CEBC825}" dt="2026-05-26T17:47:12.366" v="10624" actId="26606"/>
          <ac:spMkLst>
            <pc:docMk/>
            <pc:sldMk cId="1615516033" sldId="2565"/>
            <ac:spMk id="2" creationId="{EFAF6879-142C-D0E5-3EB7-177C9F57283D}"/>
          </ac:spMkLst>
        </pc:spChg>
        <pc:spChg chg="mod">
          <ac:chgData name="Belanger, Michel" userId="9f46d9ab-1cf5-4fc6-8ef3-fcac8369d45b" providerId="ADAL" clId="{22CC25F5-1A08-4A57-ACE3-42D11CEBC825}" dt="2026-05-26T17:47:12.366" v="10624" actId="26606"/>
          <ac:spMkLst>
            <pc:docMk/>
            <pc:sldMk cId="1615516033" sldId="2565"/>
            <ac:spMk id="3" creationId="{5EFC39C4-5327-518D-736B-EB49C844D1A6}"/>
          </ac:spMkLst>
        </pc:spChg>
        <pc:spChg chg="mod">
          <ac:chgData name="Belanger, Michel" userId="9f46d9ab-1cf5-4fc6-8ef3-fcac8369d45b" providerId="ADAL" clId="{22CC25F5-1A08-4A57-ACE3-42D11CEBC825}" dt="2026-05-26T17:47:12.366" v="10624" actId="26606"/>
          <ac:spMkLst>
            <pc:docMk/>
            <pc:sldMk cId="1615516033" sldId="2565"/>
            <ac:spMk id="4" creationId="{87F2D65B-8959-7CF3-B0F0-7D4191FD6F1C}"/>
          </ac:spMkLst>
        </pc:spChg>
        <pc:spChg chg="mod">
          <ac:chgData name="Belanger, Michel" userId="9f46d9ab-1cf5-4fc6-8ef3-fcac8369d45b" providerId="ADAL" clId="{22CC25F5-1A08-4A57-ACE3-42D11CEBC825}" dt="2026-05-26T17:47:12.366" v="10624" actId="26606"/>
          <ac:spMkLst>
            <pc:docMk/>
            <pc:sldMk cId="1615516033" sldId="2565"/>
            <ac:spMk id="5" creationId="{A4647AB1-AFC3-F613-8250-86F88FA40BE5}"/>
          </ac:spMkLst>
        </pc:spChg>
        <pc:spChg chg="mod ord">
          <ac:chgData name="Belanger, Michel" userId="9f46d9ab-1cf5-4fc6-8ef3-fcac8369d45b" providerId="ADAL" clId="{22CC25F5-1A08-4A57-ACE3-42D11CEBC825}" dt="2026-05-26T17:47:12.366" v="10624" actId="26606"/>
          <ac:spMkLst>
            <pc:docMk/>
            <pc:sldMk cId="1615516033" sldId="2565"/>
            <ac:spMk id="6" creationId="{C558F31A-239E-3C7E-00B6-985BA0C9D669}"/>
          </ac:spMkLst>
        </pc:spChg>
        <pc:spChg chg="add">
          <ac:chgData name="Belanger, Michel" userId="9f46d9ab-1cf5-4fc6-8ef3-fcac8369d45b" providerId="ADAL" clId="{22CC25F5-1A08-4A57-ACE3-42D11CEBC825}" dt="2026-05-26T17:47:12.366" v="10624" actId="26606"/>
          <ac:spMkLst>
            <pc:docMk/>
            <pc:sldMk cId="1615516033" sldId="2565"/>
            <ac:spMk id="11" creationId="{8B9AA7C6-5E5A-498E-A6DF-A943376E09BC}"/>
          </ac:spMkLst>
        </pc:spChg>
        <pc:spChg chg="add">
          <ac:chgData name="Belanger, Michel" userId="9f46d9ab-1cf5-4fc6-8ef3-fcac8369d45b" providerId="ADAL" clId="{22CC25F5-1A08-4A57-ACE3-42D11CEBC825}" dt="2026-05-26T17:47:12.366" v="10624" actId="26606"/>
          <ac:spMkLst>
            <pc:docMk/>
            <pc:sldMk cId="1615516033" sldId="2565"/>
            <ac:spMk id="17" creationId="{81E140AE-0ABF-47C8-BF32-7D2F0CF2BA44}"/>
          </ac:spMkLst>
        </pc:spChg>
        <pc:spChg chg="add">
          <ac:chgData name="Belanger, Michel" userId="9f46d9ab-1cf5-4fc6-8ef3-fcac8369d45b" providerId="ADAL" clId="{22CC25F5-1A08-4A57-ACE3-42D11CEBC825}" dt="2026-05-26T17:47:12.366" v="10624" actId="26606"/>
          <ac:spMkLst>
            <pc:docMk/>
            <pc:sldMk cId="1615516033" sldId="2565"/>
            <ac:spMk id="19" creationId="{CBC4F608-B4B8-48C3-9572-C0F061B1CD99}"/>
          </ac:spMkLst>
        </pc:spChg>
        <pc:grpChg chg="add">
          <ac:chgData name="Belanger, Michel" userId="9f46d9ab-1cf5-4fc6-8ef3-fcac8369d45b" providerId="ADAL" clId="{22CC25F5-1A08-4A57-ACE3-42D11CEBC825}" dt="2026-05-26T17:47:12.366" v="10624" actId="26606"/>
          <ac:grpSpMkLst>
            <pc:docMk/>
            <pc:sldMk cId="1615516033" sldId="2565"/>
            <ac:grpSpMk id="13" creationId="{83EAB11A-76F7-48F4-9B4F-5BFDF4BF9670}"/>
          </ac:grpSpMkLst>
        </pc:grpChg>
      </pc:sldChg>
      <pc:sldChg chg="modSp add del mod">
        <pc:chgData name="Belanger, Michel" userId="9f46d9ab-1cf5-4fc6-8ef3-fcac8369d45b" providerId="ADAL" clId="{22CC25F5-1A08-4A57-ACE3-42D11CEBC825}" dt="2026-05-26T17:42:10.031" v="10587" actId="47"/>
        <pc:sldMkLst>
          <pc:docMk/>
          <pc:sldMk cId="1569418200" sldId="2566"/>
        </pc:sldMkLst>
        <pc:spChg chg="mod">
          <ac:chgData name="Belanger, Michel" userId="9f46d9ab-1cf5-4fc6-8ef3-fcac8369d45b" providerId="ADAL" clId="{22CC25F5-1A08-4A57-ACE3-42D11CEBC825}" dt="2026-05-26T17:40:04.069" v="10533" actId="27636"/>
          <ac:spMkLst>
            <pc:docMk/>
            <pc:sldMk cId="1569418200" sldId="2566"/>
            <ac:spMk id="4" creationId="{16CB0780-AF5A-30C8-BCCA-F558867A0EBC}"/>
          </ac:spMkLst>
        </pc:spChg>
      </pc:sldChg>
      <pc:sldChg chg="addSp modSp add mod setBg">
        <pc:chgData name="Belanger, Michel" userId="9f46d9ab-1cf5-4fc6-8ef3-fcac8369d45b" providerId="ADAL" clId="{22CC25F5-1A08-4A57-ACE3-42D11CEBC825}" dt="2026-05-26T17:47:21.547" v="10625" actId="26606"/>
        <pc:sldMkLst>
          <pc:docMk/>
          <pc:sldMk cId="257253477" sldId="2567"/>
        </pc:sldMkLst>
        <pc:spChg chg="mod">
          <ac:chgData name="Belanger, Michel" userId="9f46d9ab-1cf5-4fc6-8ef3-fcac8369d45b" providerId="ADAL" clId="{22CC25F5-1A08-4A57-ACE3-42D11CEBC825}" dt="2026-05-26T17:47:21.547" v="10625" actId="26606"/>
          <ac:spMkLst>
            <pc:docMk/>
            <pc:sldMk cId="257253477" sldId="2567"/>
            <ac:spMk id="2" creationId="{AD2CCE6B-4088-7587-A0A9-A7BF9B9BA33E}"/>
          </ac:spMkLst>
        </pc:spChg>
        <pc:spChg chg="mod">
          <ac:chgData name="Belanger, Michel" userId="9f46d9ab-1cf5-4fc6-8ef3-fcac8369d45b" providerId="ADAL" clId="{22CC25F5-1A08-4A57-ACE3-42D11CEBC825}" dt="2026-05-26T17:47:21.547" v="10625" actId="26606"/>
          <ac:spMkLst>
            <pc:docMk/>
            <pc:sldMk cId="257253477" sldId="2567"/>
            <ac:spMk id="4" creationId="{F7F14F92-5916-E85C-C0AF-B18719166D1A}"/>
          </ac:spMkLst>
        </pc:spChg>
        <pc:spChg chg="mod">
          <ac:chgData name="Belanger, Michel" userId="9f46d9ab-1cf5-4fc6-8ef3-fcac8369d45b" providerId="ADAL" clId="{22CC25F5-1A08-4A57-ACE3-42D11CEBC825}" dt="2026-05-26T17:47:21.547" v="10625" actId="26606"/>
          <ac:spMkLst>
            <pc:docMk/>
            <pc:sldMk cId="257253477" sldId="2567"/>
            <ac:spMk id="5" creationId="{81171BCA-B246-527B-1337-C5660559FDAD}"/>
          </ac:spMkLst>
        </pc:spChg>
        <pc:spChg chg="mod ord">
          <ac:chgData name="Belanger, Michel" userId="9f46d9ab-1cf5-4fc6-8ef3-fcac8369d45b" providerId="ADAL" clId="{22CC25F5-1A08-4A57-ACE3-42D11CEBC825}" dt="2026-05-26T17:47:21.547" v="10625" actId="26606"/>
          <ac:spMkLst>
            <pc:docMk/>
            <pc:sldMk cId="257253477" sldId="2567"/>
            <ac:spMk id="6" creationId="{78DDCA16-0BD9-9EB5-0E33-41B0E355589A}"/>
          </ac:spMkLst>
        </pc:spChg>
        <pc:spChg chg="mod">
          <ac:chgData name="Belanger, Michel" userId="9f46d9ab-1cf5-4fc6-8ef3-fcac8369d45b" providerId="ADAL" clId="{22CC25F5-1A08-4A57-ACE3-42D11CEBC825}" dt="2026-05-26T17:47:21.547" v="10625" actId="26606"/>
          <ac:spMkLst>
            <pc:docMk/>
            <pc:sldMk cId="257253477" sldId="2567"/>
            <ac:spMk id="8" creationId="{06A9FF53-9EF6-40F5-9E45-84EEC4604B04}"/>
          </ac:spMkLst>
        </pc:spChg>
        <pc:spChg chg="add">
          <ac:chgData name="Belanger, Michel" userId="9f46d9ab-1cf5-4fc6-8ef3-fcac8369d45b" providerId="ADAL" clId="{22CC25F5-1A08-4A57-ACE3-42D11CEBC825}" dt="2026-05-26T17:47:21.547" v="10625" actId="26606"/>
          <ac:spMkLst>
            <pc:docMk/>
            <pc:sldMk cId="257253477" sldId="2567"/>
            <ac:spMk id="13" creationId="{201CC55D-ED54-4C5C-95E6-10947BD1103B}"/>
          </ac:spMkLst>
        </pc:spChg>
        <pc:spChg chg="add">
          <ac:chgData name="Belanger, Michel" userId="9f46d9ab-1cf5-4fc6-8ef3-fcac8369d45b" providerId="ADAL" clId="{22CC25F5-1A08-4A57-ACE3-42D11CEBC825}" dt="2026-05-26T17:47:21.547" v="10625" actId="26606"/>
          <ac:spMkLst>
            <pc:docMk/>
            <pc:sldMk cId="257253477" sldId="2567"/>
            <ac:spMk id="19" creationId="{3873B707-463F-40B0-8227-E8CC6C67EB25}"/>
          </ac:spMkLst>
        </pc:spChg>
        <pc:spChg chg="add">
          <ac:chgData name="Belanger, Michel" userId="9f46d9ab-1cf5-4fc6-8ef3-fcac8369d45b" providerId="ADAL" clId="{22CC25F5-1A08-4A57-ACE3-42D11CEBC825}" dt="2026-05-26T17:47:21.547" v="10625" actId="26606"/>
          <ac:spMkLst>
            <pc:docMk/>
            <pc:sldMk cId="257253477" sldId="2567"/>
            <ac:spMk id="21" creationId="{C13237C8-E62C-4F0D-A318-BD6FB6C2D138}"/>
          </ac:spMkLst>
        </pc:spChg>
        <pc:spChg chg="add">
          <ac:chgData name="Belanger, Michel" userId="9f46d9ab-1cf5-4fc6-8ef3-fcac8369d45b" providerId="ADAL" clId="{22CC25F5-1A08-4A57-ACE3-42D11CEBC825}" dt="2026-05-26T17:47:21.547" v="10625" actId="26606"/>
          <ac:spMkLst>
            <pc:docMk/>
            <pc:sldMk cId="257253477" sldId="2567"/>
            <ac:spMk id="23" creationId="{19C9EAEA-39D0-4B0E-A0EB-51E7B26740B1}"/>
          </ac:spMkLst>
        </pc:spChg>
        <pc:picChg chg="mod ord">
          <ac:chgData name="Belanger, Michel" userId="9f46d9ab-1cf5-4fc6-8ef3-fcac8369d45b" providerId="ADAL" clId="{22CC25F5-1A08-4A57-ACE3-42D11CEBC825}" dt="2026-05-26T17:47:21.547" v="10625" actId="26606"/>
          <ac:picMkLst>
            <pc:docMk/>
            <pc:sldMk cId="257253477" sldId="2567"/>
            <ac:picMk id="7" creationId="{F250F057-8E96-423E-B851-51AB425D5BC1}"/>
          </ac:picMkLst>
        </pc:picChg>
      </pc:sldChg>
      <pc:sldChg chg="modSp add del mod">
        <pc:chgData name="Belanger, Michel" userId="9f46d9ab-1cf5-4fc6-8ef3-fcac8369d45b" providerId="ADAL" clId="{22CC25F5-1A08-4A57-ACE3-42D11CEBC825}" dt="2026-05-26T17:42:03.106" v="10586" actId="47"/>
        <pc:sldMkLst>
          <pc:docMk/>
          <pc:sldMk cId="2264541095" sldId="2568"/>
        </pc:sldMkLst>
        <pc:spChg chg="mod">
          <ac:chgData name="Belanger, Michel" userId="9f46d9ab-1cf5-4fc6-8ef3-fcac8369d45b" providerId="ADAL" clId="{22CC25F5-1A08-4A57-ACE3-42D11CEBC825}" dt="2026-05-26T17:40:04.075" v="10534" actId="27636"/>
          <ac:spMkLst>
            <pc:docMk/>
            <pc:sldMk cId="2264541095" sldId="2568"/>
            <ac:spMk id="4" creationId="{166607EC-E640-6341-7225-A13E045F6576}"/>
          </ac:spMkLst>
        </pc:spChg>
      </pc:sldChg>
      <pc:sldChg chg="addSp modSp add mod setBg">
        <pc:chgData name="Belanger, Michel" userId="9f46d9ab-1cf5-4fc6-8ef3-fcac8369d45b" providerId="ADAL" clId="{22CC25F5-1A08-4A57-ACE3-42D11CEBC825}" dt="2026-05-26T17:47:29.448" v="10626" actId="26606"/>
        <pc:sldMkLst>
          <pc:docMk/>
          <pc:sldMk cId="3694364842" sldId="2569"/>
        </pc:sldMkLst>
        <pc:spChg chg="mod">
          <ac:chgData name="Belanger, Michel" userId="9f46d9ab-1cf5-4fc6-8ef3-fcac8369d45b" providerId="ADAL" clId="{22CC25F5-1A08-4A57-ACE3-42D11CEBC825}" dt="2026-05-26T17:47:29.448" v="10626" actId="26606"/>
          <ac:spMkLst>
            <pc:docMk/>
            <pc:sldMk cId="3694364842" sldId="2569"/>
            <ac:spMk id="2" creationId="{6DFF0806-8A05-DF38-1E38-8497F488679A}"/>
          </ac:spMkLst>
        </pc:spChg>
        <pc:spChg chg="mod">
          <ac:chgData name="Belanger, Michel" userId="9f46d9ab-1cf5-4fc6-8ef3-fcac8369d45b" providerId="ADAL" clId="{22CC25F5-1A08-4A57-ACE3-42D11CEBC825}" dt="2026-05-26T17:47:29.448" v="10626" actId="26606"/>
          <ac:spMkLst>
            <pc:docMk/>
            <pc:sldMk cId="3694364842" sldId="2569"/>
            <ac:spMk id="4" creationId="{1DE169BA-D41D-D00F-5B8E-BF240A14A021}"/>
          </ac:spMkLst>
        </pc:spChg>
        <pc:spChg chg="mod">
          <ac:chgData name="Belanger, Michel" userId="9f46d9ab-1cf5-4fc6-8ef3-fcac8369d45b" providerId="ADAL" clId="{22CC25F5-1A08-4A57-ACE3-42D11CEBC825}" dt="2026-05-26T17:47:29.448" v="10626" actId="26606"/>
          <ac:spMkLst>
            <pc:docMk/>
            <pc:sldMk cId="3694364842" sldId="2569"/>
            <ac:spMk id="5" creationId="{CD09B415-5FEB-577E-BD0C-5524BD62CAE5}"/>
          </ac:spMkLst>
        </pc:spChg>
        <pc:spChg chg="mod ord">
          <ac:chgData name="Belanger, Michel" userId="9f46d9ab-1cf5-4fc6-8ef3-fcac8369d45b" providerId="ADAL" clId="{22CC25F5-1A08-4A57-ACE3-42D11CEBC825}" dt="2026-05-26T17:47:29.448" v="10626" actId="26606"/>
          <ac:spMkLst>
            <pc:docMk/>
            <pc:sldMk cId="3694364842" sldId="2569"/>
            <ac:spMk id="6" creationId="{76C073BC-EB2F-8D59-8553-BD845C9ADF7C}"/>
          </ac:spMkLst>
        </pc:spChg>
        <pc:spChg chg="mod">
          <ac:chgData name="Belanger, Michel" userId="9f46d9ab-1cf5-4fc6-8ef3-fcac8369d45b" providerId="ADAL" clId="{22CC25F5-1A08-4A57-ACE3-42D11CEBC825}" dt="2026-05-26T17:47:29.448" v="10626" actId="26606"/>
          <ac:spMkLst>
            <pc:docMk/>
            <pc:sldMk cId="3694364842" sldId="2569"/>
            <ac:spMk id="8" creationId="{E85B9C9D-51F2-4108-A0F8-928D5186625D}"/>
          </ac:spMkLst>
        </pc:spChg>
        <pc:spChg chg="add">
          <ac:chgData name="Belanger, Michel" userId="9f46d9ab-1cf5-4fc6-8ef3-fcac8369d45b" providerId="ADAL" clId="{22CC25F5-1A08-4A57-ACE3-42D11CEBC825}" dt="2026-05-26T17:47:29.448" v="10626" actId="26606"/>
          <ac:spMkLst>
            <pc:docMk/>
            <pc:sldMk cId="3694364842" sldId="2569"/>
            <ac:spMk id="13" creationId="{201CC55D-ED54-4C5C-95E6-10947BD1103B}"/>
          </ac:spMkLst>
        </pc:spChg>
        <pc:spChg chg="add">
          <ac:chgData name="Belanger, Michel" userId="9f46d9ab-1cf5-4fc6-8ef3-fcac8369d45b" providerId="ADAL" clId="{22CC25F5-1A08-4A57-ACE3-42D11CEBC825}" dt="2026-05-26T17:47:29.448" v="10626" actId="26606"/>
          <ac:spMkLst>
            <pc:docMk/>
            <pc:sldMk cId="3694364842" sldId="2569"/>
            <ac:spMk id="19" creationId="{3873B707-463F-40B0-8227-E8CC6C67EB25}"/>
          </ac:spMkLst>
        </pc:spChg>
        <pc:spChg chg="add">
          <ac:chgData name="Belanger, Michel" userId="9f46d9ab-1cf5-4fc6-8ef3-fcac8369d45b" providerId="ADAL" clId="{22CC25F5-1A08-4A57-ACE3-42D11CEBC825}" dt="2026-05-26T17:47:29.448" v="10626" actId="26606"/>
          <ac:spMkLst>
            <pc:docMk/>
            <pc:sldMk cId="3694364842" sldId="2569"/>
            <ac:spMk id="21" creationId="{C13237C8-E62C-4F0D-A318-BD6FB6C2D138}"/>
          </ac:spMkLst>
        </pc:spChg>
        <pc:spChg chg="add">
          <ac:chgData name="Belanger, Michel" userId="9f46d9ab-1cf5-4fc6-8ef3-fcac8369d45b" providerId="ADAL" clId="{22CC25F5-1A08-4A57-ACE3-42D11CEBC825}" dt="2026-05-26T17:47:29.448" v="10626" actId="26606"/>
          <ac:spMkLst>
            <pc:docMk/>
            <pc:sldMk cId="3694364842" sldId="2569"/>
            <ac:spMk id="23" creationId="{19C9EAEA-39D0-4B0E-A0EB-51E7B26740B1}"/>
          </ac:spMkLst>
        </pc:spChg>
        <pc:picChg chg="mod ord">
          <ac:chgData name="Belanger, Michel" userId="9f46d9ab-1cf5-4fc6-8ef3-fcac8369d45b" providerId="ADAL" clId="{22CC25F5-1A08-4A57-ACE3-42D11CEBC825}" dt="2026-05-26T17:47:29.448" v="10626" actId="26606"/>
          <ac:picMkLst>
            <pc:docMk/>
            <pc:sldMk cId="3694364842" sldId="2569"/>
            <ac:picMk id="7" creationId="{362D291F-BC93-49C4-9BB6-9F146AC51164}"/>
          </ac:picMkLst>
        </pc:picChg>
      </pc:sldChg>
      <pc:sldChg chg="modSp add del mod">
        <pc:chgData name="Belanger, Michel" userId="9f46d9ab-1cf5-4fc6-8ef3-fcac8369d45b" providerId="ADAL" clId="{22CC25F5-1A08-4A57-ACE3-42D11CEBC825}" dt="2026-05-26T17:42:01.352" v="10585" actId="47"/>
        <pc:sldMkLst>
          <pc:docMk/>
          <pc:sldMk cId="2607704450" sldId="2570"/>
        </pc:sldMkLst>
        <pc:spChg chg="mod">
          <ac:chgData name="Belanger, Michel" userId="9f46d9ab-1cf5-4fc6-8ef3-fcac8369d45b" providerId="ADAL" clId="{22CC25F5-1A08-4A57-ACE3-42D11CEBC825}" dt="2026-05-26T17:40:04.082" v="10536" actId="27636"/>
          <ac:spMkLst>
            <pc:docMk/>
            <pc:sldMk cId="2607704450" sldId="2570"/>
            <ac:spMk id="4" creationId="{65DEEE34-778B-F946-2C01-66FE06BEA796}"/>
          </ac:spMkLst>
        </pc:spChg>
      </pc:sldChg>
      <pc:sldChg chg="addSp modSp add mod setBg">
        <pc:chgData name="Belanger, Michel" userId="9f46d9ab-1cf5-4fc6-8ef3-fcac8369d45b" providerId="ADAL" clId="{22CC25F5-1A08-4A57-ACE3-42D11CEBC825}" dt="2026-05-26T17:47:36.841" v="10627" actId="26606"/>
        <pc:sldMkLst>
          <pc:docMk/>
          <pc:sldMk cId="2802059200" sldId="2571"/>
        </pc:sldMkLst>
        <pc:spChg chg="mod">
          <ac:chgData name="Belanger, Michel" userId="9f46d9ab-1cf5-4fc6-8ef3-fcac8369d45b" providerId="ADAL" clId="{22CC25F5-1A08-4A57-ACE3-42D11CEBC825}" dt="2026-05-26T17:47:36.841" v="10627" actId="26606"/>
          <ac:spMkLst>
            <pc:docMk/>
            <pc:sldMk cId="2802059200" sldId="2571"/>
            <ac:spMk id="2" creationId="{9DA330B5-F6E0-1A40-EDB8-81F7F48990D2}"/>
          </ac:spMkLst>
        </pc:spChg>
        <pc:spChg chg="mod">
          <ac:chgData name="Belanger, Michel" userId="9f46d9ab-1cf5-4fc6-8ef3-fcac8369d45b" providerId="ADAL" clId="{22CC25F5-1A08-4A57-ACE3-42D11CEBC825}" dt="2026-05-26T17:47:36.841" v="10627" actId="26606"/>
          <ac:spMkLst>
            <pc:docMk/>
            <pc:sldMk cId="2802059200" sldId="2571"/>
            <ac:spMk id="4" creationId="{596E183B-74BD-47EA-8EA5-FE9B5E5555A4}"/>
          </ac:spMkLst>
        </pc:spChg>
        <pc:spChg chg="mod">
          <ac:chgData name="Belanger, Michel" userId="9f46d9ab-1cf5-4fc6-8ef3-fcac8369d45b" providerId="ADAL" clId="{22CC25F5-1A08-4A57-ACE3-42D11CEBC825}" dt="2026-05-26T17:47:36.841" v="10627" actId="26606"/>
          <ac:spMkLst>
            <pc:docMk/>
            <pc:sldMk cId="2802059200" sldId="2571"/>
            <ac:spMk id="5" creationId="{AB82A628-D509-DB18-67A2-A71D9300AF9A}"/>
          </ac:spMkLst>
        </pc:spChg>
        <pc:spChg chg="mod ord">
          <ac:chgData name="Belanger, Michel" userId="9f46d9ab-1cf5-4fc6-8ef3-fcac8369d45b" providerId="ADAL" clId="{22CC25F5-1A08-4A57-ACE3-42D11CEBC825}" dt="2026-05-26T17:47:36.841" v="10627" actId="26606"/>
          <ac:spMkLst>
            <pc:docMk/>
            <pc:sldMk cId="2802059200" sldId="2571"/>
            <ac:spMk id="6" creationId="{187234BC-5489-5945-79CA-65FC0C072CCE}"/>
          </ac:spMkLst>
        </pc:spChg>
        <pc:spChg chg="mod">
          <ac:chgData name="Belanger, Michel" userId="9f46d9ab-1cf5-4fc6-8ef3-fcac8369d45b" providerId="ADAL" clId="{22CC25F5-1A08-4A57-ACE3-42D11CEBC825}" dt="2026-05-26T17:47:36.841" v="10627" actId="26606"/>
          <ac:spMkLst>
            <pc:docMk/>
            <pc:sldMk cId="2802059200" sldId="2571"/>
            <ac:spMk id="8" creationId="{B7D648B6-8AAF-4CAF-8185-92E45118E64A}"/>
          </ac:spMkLst>
        </pc:spChg>
        <pc:spChg chg="add">
          <ac:chgData name="Belanger, Michel" userId="9f46d9ab-1cf5-4fc6-8ef3-fcac8369d45b" providerId="ADAL" clId="{22CC25F5-1A08-4A57-ACE3-42D11CEBC825}" dt="2026-05-26T17:47:36.841" v="10627" actId="26606"/>
          <ac:spMkLst>
            <pc:docMk/>
            <pc:sldMk cId="2802059200" sldId="2571"/>
            <ac:spMk id="13" creationId="{201CC55D-ED54-4C5C-95E6-10947BD1103B}"/>
          </ac:spMkLst>
        </pc:spChg>
        <pc:spChg chg="add">
          <ac:chgData name="Belanger, Michel" userId="9f46d9ab-1cf5-4fc6-8ef3-fcac8369d45b" providerId="ADAL" clId="{22CC25F5-1A08-4A57-ACE3-42D11CEBC825}" dt="2026-05-26T17:47:36.841" v="10627" actId="26606"/>
          <ac:spMkLst>
            <pc:docMk/>
            <pc:sldMk cId="2802059200" sldId="2571"/>
            <ac:spMk id="19" creationId="{3873B707-463F-40B0-8227-E8CC6C67EB25}"/>
          </ac:spMkLst>
        </pc:spChg>
        <pc:spChg chg="add">
          <ac:chgData name="Belanger, Michel" userId="9f46d9ab-1cf5-4fc6-8ef3-fcac8369d45b" providerId="ADAL" clId="{22CC25F5-1A08-4A57-ACE3-42D11CEBC825}" dt="2026-05-26T17:47:36.841" v="10627" actId="26606"/>
          <ac:spMkLst>
            <pc:docMk/>
            <pc:sldMk cId="2802059200" sldId="2571"/>
            <ac:spMk id="21" creationId="{C13237C8-E62C-4F0D-A318-BD6FB6C2D138}"/>
          </ac:spMkLst>
        </pc:spChg>
        <pc:spChg chg="add">
          <ac:chgData name="Belanger, Michel" userId="9f46d9ab-1cf5-4fc6-8ef3-fcac8369d45b" providerId="ADAL" clId="{22CC25F5-1A08-4A57-ACE3-42D11CEBC825}" dt="2026-05-26T17:47:36.841" v="10627" actId="26606"/>
          <ac:spMkLst>
            <pc:docMk/>
            <pc:sldMk cId="2802059200" sldId="2571"/>
            <ac:spMk id="23" creationId="{19C9EAEA-39D0-4B0E-A0EB-51E7B26740B1}"/>
          </ac:spMkLst>
        </pc:spChg>
        <pc:picChg chg="mod ord">
          <ac:chgData name="Belanger, Michel" userId="9f46d9ab-1cf5-4fc6-8ef3-fcac8369d45b" providerId="ADAL" clId="{22CC25F5-1A08-4A57-ACE3-42D11CEBC825}" dt="2026-05-26T17:47:36.841" v="10627" actId="26606"/>
          <ac:picMkLst>
            <pc:docMk/>
            <pc:sldMk cId="2802059200" sldId="2571"/>
            <ac:picMk id="7" creationId="{F815345F-8DEF-47EE-A02D-0004A5BE8CDB}"/>
          </ac:picMkLst>
        </pc:picChg>
      </pc:sldChg>
      <pc:sldChg chg="modSp add del mod">
        <pc:chgData name="Belanger, Michel" userId="9f46d9ab-1cf5-4fc6-8ef3-fcac8369d45b" providerId="ADAL" clId="{22CC25F5-1A08-4A57-ACE3-42D11CEBC825}" dt="2026-05-26T17:42:58.412" v="10605" actId="47"/>
        <pc:sldMkLst>
          <pc:docMk/>
          <pc:sldMk cId="3603679700" sldId="2572"/>
        </pc:sldMkLst>
        <pc:spChg chg="mod">
          <ac:chgData name="Belanger, Michel" userId="9f46d9ab-1cf5-4fc6-8ef3-fcac8369d45b" providerId="ADAL" clId="{22CC25F5-1A08-4A57-ACE3-42D11CEBC825}" dt="2026-05-26T17:40:04.090" v="10539" actId="27636"/>
          <ac:spMkLst>
            <pc:docMk/>
            <pc:sldMk cId="3603679700" sldId="2572"/>
            <ac:spMk id="4" creationId="{18651BCE-5F17-F755-0A6A-1E7EE05D6F95}"/>
          </ac:spMkLst>
        </pc:spChg>
      </pc:sldChg>
      <pc:sldChg chg="addSp modSp add mod setBg">
        <pc:chgData name="Belanger, Michel" userId="9f46d9ab-1cf5-4fc6-8ef3-fcac8369d45b" providerId="ADAL" clId="{22CC25F5-1A08-4A57-ACE3-42D11CEBC825}" dt="2026-05-26T17:47:51.376" v="10628" actId="26606"/>
        <pc:sldMkLst>
          <pc:docMk/>
          <pc:sldMk cId="221676281" sldId="2573"/>
        </pc:sldMkLst>
        <pc:spChg chg="mod">
          <ac:chgData name="Belanger, Michel" userId="9f46d9ab-1cf5-4fc6-8ef3-fcac8369d45b" providerId="ADAL" clId="{22CC25F5-1A08-4A57-ACE3-42D11CEBC825}" dt="2026-05-26T17:47:51.376" v="10628" actId="26606"/>
          <ac:spMkLst>
            <pc:docMk/>
            <pc:sldMk cId="221676281" sldId="2573"/>
            <ac:spMk id="2" creationId="{4BF6E0C3-233C-69C1-EDD0-C72F96AD1404}"/>
          </ac:spMkLst>
        </pc:spChg>
        <pc:spChg chg="mod">
          <ac:chgData name="Belanger, Michel" userId="9f46d9ab-1cf5-4fc6-8ef3-fcac8369d45b" providerId="ADAL" clId="{22CC25F5-1A08-4A57-ACE3-42D11CEBC825}" dt="2026-05-26T17:47:51.376" v="10628" actId="26606"/>
          <ac:spMkLst>
            <pc:docMk/>
            <pc:sldMk cId="221676281" sldId="2573"/>
            <ac:spMk id="4" creationId="{8C4D2692-823E-84B1-AB0B-11DC1BAEF0C8}"/>
          </ac:spMkLst>
        </pc:spChg>
        <pc:spChg chg="mod">
          <ac:chgData name="Belanger, Michel" userId="9f46d9ab-1cf5-4fc6-8ef3-fcac8369d45b" providerId="ADAL" clId="{22CC25F5-1A08-4A57-ACE3-42D11CEBC825}" dt="2026-05-26T17:47:51.376" v="10628" actId="26606"/>
          <ac:spMkLst>
            <pc:docMk/>
            <pc:sldMk cId="221676281" sldId="2573"/>
            <ac:spMk id="5" creationId="{CD5A2155-7F0F-A1DC-5F9A-B2194B07DBBA}"/>
          </ac:spMkLst>
        </pc:spChg>
        <pc:spChg chg="mod ord">
          <ac:chgData name="Belanger, Michel" userId="9f46d9ab-1cf5-4fc6-8ef3-fcac8369d45b" providerId="ADAL" clId="{22CC25F5-1A08-4A57-ACE3-42D11CEBC825}" dt="2026-05-26T17:47:51.376" v="10628" actId="26606"/>
          <ac:spMkLst>
            <pc:docMk/>
            <pc:sldMk cId="221676281" sldId="2573"/>
            <ac:spMk id="6" creationId="{D3412600-4610-E527-D243-96AC79196908}"/>
          </ac:spMkLst>
        </pc:spChg>
        <pc:spChg chg="mod">
          <ac:chgData name="Belanger, Michel" userId="9f46d9ab-1cf5-4fc6-8ef3-fcac8369d45b" providerId="ADAL" clId="{22CC25F5-1A08-4A57-ACE3-42D11CEBC825}" dt="2026-05-26T17:47:51.376" v="10628" actId="26606"/>
          <ac:spMkLst>
            <pc:docMk/>
            <pc:sldMk cId="221676281" sldId="2573"/>
            <ac:spMk id="8" creationId="{D09BC3D0-D601-449B-8C25-C3E66199973E}"/>
          </ac:spMkLst>
        </pc:spChg>
        <pc:spChg chg="add">
          <ac:chgData name="Belanger, Michel" userId="9f46d9ab-1cf5-4fc6-8ef3-fcac8369d45b" providerId="ADAL" clId="{22CC25F5-1A08-4A57-ACE3-42D11CEBC825}" dt="2026-05-26T17:47:51.376" v="10628" actId="26606"/>
          <ac:spMkLst>
            <pc:docMk/>
            <pc:sldMk cId="221676281" sldId="2573"/>
            <ac:spMk id="13" creationId="{201CC55D-ED54-4C5C-95E6-10947BD1103B}"/>
          </ac:spMkLst>
        </pc:spChg>
        <pc:spChg chg="add">
          <ac:chgData name="Belanger, Michel" userId="9f46d9ab-1cf5-4fc6-8ef3-fcac8369d45b" providerId="ADAL" clId="{22CC25F5-1A08-4A57-ACE3-42D11CEBC825}" dt="2026-05-26T17:47:51.376" v="10628" actId="26606"/>
          <ac:spMkLst>
            <pc:docMk/>
            <pc:sldMk cId="221676281" sldId="2573"/>
            <ac:spMk id="19" creationId="{3873B707-463F-40B0-8227-E8CC6C67EB25}"/>
          </ac:spMkLst>
        </pc:spChg>
        <pc:spChg chg="add">
          <ac:chgData name="Belanger, Michel" userId="9f46d9ab-1cf5-4fc6-8ef3-fcac8369d45b" providerId="ADAL" clId="{22CC25F5-1A08-4A57-ACE3-42D11CEBC825}" dt="2026-05-26T17:47:51.376" v="10628" actId="26606"/>
          <ac:spMkLst>
            <pc:docMk/>
            <pc:sldMk cId="221676281" sldId="2573"/>
            <ac:spMk id="21" creationId="{C13237C8-E62C-4F0D-A318-BD6FB6C2D138}"/>
          </ac:spMkLst>
        </pc:spChg>
        <pc:spChg chg="add">
          <ac:chgData name="Belanger, Michel" userId="9f46d9ab-1cf5-4fc6-8ef3-fcac8369d45b" providerId="ADAL" clId="{22CC25F5-1A08-4A57-ACE3-42D11CEBC825}" dt="2026-05-26T17:47:51.376" v="10628" actId="26606"/>
          <ac:spMkLst>
            <pc:docMk/>
            <pc:sldMk cId="221676281" sldId="2573"/>
            <ac:spMk id="23" creationId="{19C9EAEA-39D0-4B0E-A0EB-51E7B26740B1}"/>
          </ac:spMkLst>
        </pc:spChg>
        <pc:picChg chg="mod ord">
          <ac:chgData name="Belanger, Michel" userId="9f46d9ab-1cf5-4fc6-8ef3-fcac8369d45b" providerId="ADAL" clId="{22CC25F5-1A08-4A57-ACE3-42D11CEBC825}" dt="2026-05-26T17:47:51.376" v="10628" actId="26606"/>
          <ac:picMkLst>
            <pc:docMk/>
            <pc:sldMk cId="221676281" sldId="2573"/>
            <ac:picMk id="7" creationId="{0A62A1ED-92FD-45E3-98FD-7BF0A41A6817}"/>
          </ac:picMkLst>
        </pc:picChg>
      </pc:sldChg>
      <pc:sldChg chg="modSp add del mod">
        <pc:chgData name="Belanger, Michel" userId="9f46d9ab-1cf5-4fc6-8ef3-fcac8369d45b" providerId="ADAL" clId="{22CC25F5-1A08-4A57-ACE3-42D11CEBC825}" dt="2026-05-26T17:42:56.365" v="10604" actId="47"/>
        <pc:sldMkLst>
          <pc:docMk/>
          <pc:sldMk cId="1798901601" sldId="2574"/>
        </pc:sldMkLst>
        <pc:spChg chg="mod">
          <ac:chgData name="Belanger, Michel" userId="9f46d9ab-1cf5-4fc6-8ef3-fcac8369d45b" providerId="ADAL" clId="{22CC25F5-1A08-4A57-ACE3-42D11CEBC825}" dt="2026-05-26T17:40:04.101" v="10542" actId="27636"/>
          <ac:spMkLst>
            <pc:docMk/>
            <pc:sldMk cId="1798901601" sldId="2574"/>
            <ac:spMk id="4" creationId="{666B8854-A624-F025-F314-6DCEB67D99FC}"/>
          </ac:spMkLst>
        </pc:spChg>
      </pc:sldChg>
      <pc:sldChg chg="addSp modSp add mod setBg">
        <pc:chgData name="Belanger, Michel" userId="9f46d9ab-1cf5-4fc6-8ef3-fcac8369d45b" providerId="ADAL" clId="{22CC25F5-1A08-4A57-ACE3-42D11CEBC825}" dt="2026-05-26T17:47:57.598" v="10629" actId="26606"/>
        <pc:sldMkLst>
          <pc:docMk/>
          <pc:sldMk cId="3095651260" sldId="2575"/>
        </pc:sldMkLst>
        <pc:spChg chg="mod">
          <ac:chgData name="Belanger, Michel" userId="9f46d9ab-1cf5-4fc6-8ef3-fcac8369d45b" providerId="ADAL" clId="{22CC25F5-1A08-4A57-ACE3-42D11CEBC825}" dt="2026-05-26T17:47:57.598" v="10629" actId="26606"/>
          <ac:spMkLst>
            <pc:docMk/>
            <pc:sldMk cId="3095651260" sldId="2575"/>
            <ac:spMk id="2" creationId="{23460F52-CB0B-26DF-C805-172B622F5564}"/>
          </ac:spMkLst>
        </pc:spChg>
        <pc:spChg chg="mod">
          <ac:chgData name="Belanger, Michel" userId="9f46d9ab-1cf5-4fc6-8ef3-fcac8369d45b" providerId="ADAL" clId="{22CC25F5-1A08-4A57-ACE3-42D11CEBC825}" dt="2026-05-26T17:47:57.598" v="10629" actId="26606"/>
          <ac:spMkLst>
            <pc:docMk/>
            <pc:sldMk cId="3095651260" sldId="2575"/>
            <ac:spMk id="4" creationId="{C497F22F-39F8-AA01-4063-F2E1021CAB69}"/>
          </ac:spMkLst>
        </pc:spChg>
        <pc:spChg chg="mod">
          <ac:chgData name="Belanger, Michel" userId="9f46d9ab-1cf5-4fc6-8ef3-fcac8369d45b" providerId="ADAL" clId="{22CC25F5-1A08-4A57-ACE3-42D11CEBC825}" dt="2026-05-26T17:47:57.598" v="10629" actId="26606"/>
          <ac:spMkLst>
            <pc:docMk/>
            <pc:sldMk cId="3095651260" sldId="2575"/>
            <ac:spMk id="5" creationId="{F02D4870-5C0C-D980-A680-7781EB0B964D}"/>
          </ac:spMkLst>
        </pc:spChg>
        <pc:spChg chg="mod ord">
          <ac:chgData name="Belanger, Michel" userId="9f46d9ab-1cf5-4fc6-8ef3-fcac8369d45b" providerId="ADAL" clId="{22CC25F5-1A08-4A57-ACE3-42D11CEBC825}" dt="2026-05-26T17:47:57.598" v="10629" actId="26606"/>
          <ac:spMkLst>
            <pc:docMk/>
            <pc:sldMk cId="3095651260" sldId="2575"/>
            <ac:spMk id="6" creationId="{E39076B3-75F2-9716-8CB3-6D82C462928D}"/>
          </ac:spMkLst>
        </pc:spChg>
        <pc:spChg chg="mod">
          <ac:chgData name="Belanger, Michel" userId="9f46d9ab-1cf5-4fc6-8ef3-fcac8369d45b" providerId="ADAL" clId="{22CC25F5-1A08-4A57-ACE3-42D11CEBC825}" dt="2026-05-26T17:47:57.598" v="10629" actId="26606"/>
          <ac:spMkLst>
            <pc:docMk/>
            <pc:sldMk cId="3095651260" sldId="2575"/>
            <ac:spMk id="8" creationId="{74165B16-C14C-489D-AD95-764E906894A9}"/>
          </ac:spMkLst>
        </pc:spChg>
        <pc:spChg chg="add">
          <ac:chgData name="Belanger, Michel" userId="9f46d9ab-1cf5-4fc6-8ef3-fcac8369d45b" providerId="ADAL" clId="{22CC25F5-1A08-4A57-ACE3-42D11CEBC825}" dt="2026-05-26T17:47:57.598" v="10629" actId="26606"/>
          <ac:spMkLst>
            <pc:docMk/>
            <pc:sldMk cId="3095651260" sldId="2575"/>
            <ac:spMk id="13" creationId="{201CC55D-ED54-4C5C-95E6-10947BD1103B}"/>
          </ac:spMkLst>
        </pc:spChg>
        <pc:spChg chg="add">
          <ac:chgData name="Belanger, Michel" userId="9f46d9ab-1cf5-4fc6-8ef3-fcac8369d45b" providerId="ADAL" clId="{22CC25F5-1A08-4A57-ACE3-42D11CEBC825}" dt="2026-05-26T17:47:57.598" v="10629" actId="26606"/>
          <ac:spMkLst>
            <pc:docMk/>
            <pc:sldMk cId="3095651260" sldId="2575"/>
            <ac:spMk id="19" creationId="{3873B707-463F-40B0-8227-E8CC6C67EB25}"/>
          </ac:spMkLst>
        </pc:spChg>
        <pc:spChg chg="add">
          <ac:chgData name="Belanger, Michel" userId="9f46d9ab-1cf5-4fc6-8ef3-fcac8369d45b" providerId="ADAL" clId="{22CC25F5-1A08-4A57-ACE3-42D11CEBC825}" dt="2026-05-26T17:47:57.598" v="10629" actId="26606"/>
          <ac:spMkLst>
            <pc:docMk/>
            <pc:sldMk cId="3095651260" sldId="2575"/>
            <ac:spMk id="21" creationId="{C13237C8-E62C-4F0D-A318-BD6FB6C2D138}"/>
          </ac:spMkLst>
        </pc:spChg>
        <pc:spChg chg="add">
          <ac:chgData name="Belanger, Michel" userId="9f46d9ab-1cf5-4fc6-8ef3-fcac8369d45b" providerId="ADAL" clId="{22CC25F5-1A08-4A57-ACE3-42D11CEBC825}" dt="2026-05-26T17:47:57.598" v="10629" actId="26606"/>
          <ac:spMkLst>
            <pc:docMk/>
            <pc:sldMk cId="3095651260" sldId="2575"/>
            <ac:spMk id="23" creationId="{19C9EAEA-39D0-4B0E-A0EB-51E7B26740B1}"/>
          </ac:spMkLst>
        </pc:spChg>
        <pc:picChg chg="mod ord">
          <ac:chgData name="Belanger, Michel" userId="9f46d9ab-1cf5-4fc6-8ef3-fcac8369d45b" providerId="ADAL" clId="{22CC25F5-1A08-4A57-ACE3-42D11CEBC825}" dt="2026-05-26T17:47:57.598" v="10629" actId="26606"/>
          <ac:picMkLst>
            <pc:docMk/>
            <pc:sldMk cId="3095651260" sldId="2575"/>
            <ac:picMk id="7" creationId="{93519ADD-1C0E-4AE2-AB6B-FC2F17071E37}"/>
          </ac:picMkLst>
        </pc:picChg>
      </pc:sldChg>
      <pc:sldChg chg="modSp add del mod">
        <pc:chgData name="Belanger, Michel" userId="9f46d9ab-1cf5-4fc6-8ef3-fcac8369d45b" providerId="ADAL" clId="{22CC25F5-1A08-4A57-ACE3-42D11CEBC825}" dt="2026-05-26T17:42:54.112" v="10603" actId="47"/>
        <pc:sldMkLst>
          <pc:docMk/>
          <pc:sldMk cId="3314058795" sldId="2576"/>
        </pc:sldMkLst>
        <pc:spChg chg="mod">
          <ac:chgData name="Belanger, Michel" userId="9f46d9ab-1cf5-4fc6-8ef3-fcac8369d45b" providerId="ADAL" clId="{22CC25F5-1A08-4A57-ACE3-42D11CEBC825}" dt="2026-05-26T17:40:04.115" v="10544" actId="27636"/>
          <ac:spMkLst>
            <pc:docMk/>
            <pc:sldMk cId="3314058795" sldId="2576"/>
            <ac:spMk id="4" creationId="{7940649D-93B3-0842-EFE3-417AD0197572}"/>
          </ac:spMkLst>
        </pc:spChg>
      </pc:sldChg>
      <pc:sldChg chg="addSp modSp add mod setBg">
        <pc:chgData name="Belanger, Michel" userId="9f46d9ab-1cf5-4fc6-8ef3-fcac8369d45b" providerId="ADAL" clId="{22CC25F5-1A08-4A57-ACE3-42D11CEBC825}" dt="2026-05-26T17:48:03.837" v="10630" actId="26606"/>
        <pc:sldMkLst>
          <pc:docMk/>
          <pc:sldMk cId="646421686" sldId="2577"/>
        </pc:sldMkLst>
        <pc:spChg chg="mod">
          <ac:chgData name="Belanger, Michel" userId="9f46d9ab-1cf5-4fc6-8ef3-fcac8369d45b" providerId="ADAL" clId="{22CC25F5-1A08-4A57-ACE3-42D11CEBC825}" dt="2026-05-26T17:48:03.837" v="10630" actId="26606"/>
          <ac:spMkLst>
            <pc:docMk/>
            <pc:sldMk cId="646421686" sldId="2577"/>
            <ac:spMk id="2" creationId="{700047F9-5DF3-F4E0-578A-10719050B7F2}"/>
          </ac:spMkLst>
        </pc:spChg>
        <pc:spChg chg="mod">
          <ac:chgData name="Belanger, Michel" userId="9f46d9ab-1cf5-4fc6-8ef3-fcac8369d45b" providerId="ADAL" clId="{22CC25F5-1A08-4A57-ACE3-42D11CEBC825}" dt="2026-05-26T17:48:03.837" v="10630" actId="26606"/>
          <ac:spMkLst>
            <pc:docMk/>
            <pc:sldMk cId="646421686" sldId="2577"/>
            <ac:spMk id="4" creationId="{E6B57FE3-DC0F-6904-FF6F-6E196DFF069D}"/>
          </ac:spMkLst>
        </pc:spChg>
        <pc:spChg chg="mod">
          <ac:chgData name="Belanger, Michel" userId="9f46d9ab-1cf5-4fc6-8ef3-fcac8369d45b" providerId="ADAL" clId="{22CC25F5-1A08-4A57-ACE3-42D11CEBC825}" dt="2026-05-26T17:48:03.837" v="10630" actId="26606"/>
          <ac:spMkLst>
            <pc:docMk/>
            <pc:sldMk cId="646421686" sldId="2577"/>
            <ac:spMk id="5" creationId="{B9C063D6-08F3-B1CA-86F2-847689860C83}"/>
          </ac:spMkLst>
        </pc:spChg>
        <pc:spChg chg="mod ord">
          <ac:chgData name="Belanger, Michel" userId="9f46d9ab-1cf5-4fc6-8ef3-fcac8369d45b" providerId="ADAL" clId="{22CC25F5-1A08-4A57-ACE3-42D11CEBC825}" dt="2026-05-26T17:48:03.837" v="10630" actId="26606"/>
          <ac:spMkLst>
            <pc:docMk/>
            <pc:sldMk cId="646421686" sldId="2577"/>
            <ac:spMk id="6" creationId="{7A1053D4-EE27-2AC7-37D1-5A0D44D39168}"/>
          </ac:spMkLst>
        </pc:spChg>
        <pc:spChg chg="mod">
          <ac:chgData name="Belanger, Michel" userId="9f46d9ab-1cf5-4fc6-8ef3-fcac8369d45b" providerId="ADAL" clId="{22CC25F5-1A08-4A57-ACE3-42D11CEBC825}" dt="2026-05-26T17:48:03.837" v="10630" actId="26606"/>
          <ac:spMkLst>
            <pc:docMk/>
            <pc:sldMk cId="646421686" sldId="2577"/>
            <ac:spMk id="8" creationId="{BE5DFEBF-8A3C-4DDE-A17D-BC841A34C2A4}"/>
          </ac:spMkLst>
        </pc:spChg>
        <pc:spChg chg="add">
          <ac:chgData name="Belanger, Michel" userId="9f46d9ab-1cf5-4fc6-8ef3-fcac8369d45b" providerId="ADAL" clId="{22CC25F5-1A08-4A57-ACE3-42D11CEBC825}" dt="2026-05-26T17:48:03.837" v="10630" actId="26606"/>
          <ac:spMkLst>
            <pc:docMk/>
            <pc:sldMk cId="646421686" sldId="2577"/>
            <ac:spMk id="13" creationId="{201CC55D-ED54-4C5C-95E6-10947BD1103B}"/>
          </ac:spMkLst>
        </pc:spChg>
        <pc:spChg chg="add">
          <ac:chgData name="Belanger, Michel" userId="9f46d9ab-1cf5-4fc6-8ef3-fcac8369d45b" providerId="ADAL" clId="{22CC25F5-1A08-4A57-ACE3-42D11CEBC825}" dt="2026-05-26T17:48:03.837" v="10630" actId="26606"/>
          <ac:spMkLst>
            <pc:docMk/>
            <pc:sldMk cId="646421686" sldId="2577"/>
            <ac:spMk id="19" creationId="{3873B707-463F-40B0-8227-E8CC6C67EB25}"/>
          </ac:spMkLst>
        </pc:spChg>
        <pc:spChg chg="add">
          <ac:chgData name="Belanger, Michel" userId="9f46d9ab-1cf5-4fc6-8ef3-fcac8369d45b" providerId="ADAL" clId="{22CC25F5-1A08-4A57-ACE3-42D11CEBC825}" dt="2026-05-26T17:48:03.837" v="10630" actId="26606"/>
          <ac:spMkLst>
            <pc:docMk/>
            <pc:sldMk cId="646421686" sldId="2577"/>
            <ac:spMk id="21" creationId="{C13237C8-E62C-4F0D-A318-BD6FB6C2D138}"/>
          </ac:spMkLst>
        </pc:spChg>
        <pc:spChg chg="add">
          <ac:chgData name="Belanger, Michel" userId="9f46d9ab-1cf5-4fc6-8ef3-fcac8369d45b" providerId="ADAL" clId="{22CC25F5-1A08-4A57-ACE3-42D11CEBC825}" dt="2026-05-26T17:48:03.837" v="10630" actId="26606"/>
          <ac:spMkLst>
            <pc:docMk/>
            <pc:sldMk cId="646421686" sldId="2577"/>
            <ac:spMk id="23" creationId="{19C9EAEA-39D0-4B0E-A0EB-51E7B26740B1}"/>
          </ac:spMkLst>
        </pc:spChg>
        <pc:picChg chg="mod ord">
          <ac:chgData name="Belanger, Michel" userId="9f46d9ab-1cf5-4fc6-8ef3-fcac8369d45b" providerId="ADAL" clId="{22CC25F5-1A08-4A57-ACE3-42D11CEBC825}" dt="2026-05-26T17:48:03.837" v="10630" actId="26606"/>
          <ac:picMkLst>
            <pc:docMk/>
            <pc:sldMk cId="646421686" sldId="2577"/>
            <ac:picMk id="7" creationId="{8561A4F6-6030-4B49-8508-6109C5A361C3}"/>
          </ac:picMkLst>
        </pc:picChg>
      </pc:sldChg>
      <pc:sldChg chg="modSp add del mod">
        <pc:chgData name="Belanger, Michel" userId="9f46d9ab-1cf5-4fc6-8ef3-fcac8369d45b" providerId="ADAL" clId="{22CC25F5-1A08-4A57-ACE3-42D11CEBC825}" dt="2026-05-26T17:42:51.795" v="10602" actId="47"/>
        <pc:sldMkLst>
          <pc:docMk/>
          <pc:sldMk cId="1198037320" sldId="2578"/>
        </pc:sldMkLst>
        <pc:spChg chg="mod">
          <ac:chgData name="Belanger, Michel" userId="9f46d9ab-1cf5-4fc6-8ef3-fcac8369d45b" providerId="ADAL" clId="{22CC25F5-1A08-4A57-ACE3-42D11CEBC825}" dt="2026-05-26T17:40:04.123" v="10546" actId="27636"/>
          <ac:spMkLst>
            <pc:docMk/>
            <pc:sldMk cId="1198037320" sldId="2578"/>
            <ac:spMk id="4" creationId="{A3FE5D35-C1FC-F4D2-47DE-060AF3438FD3}"/>
          </ac:spMkLst>
        </pc:spChg>
      </pc:sldChg>
      <pc:sldChg chg="addSp modSp add mod setBg">
        <pc:chgData name="Belanger, Michel" userId="9f46d9ab-1cf5-4fc6-8ef3-fcac8369d45b" providerId="ADAL" clId="{22CC25F5-1A08-4A57-ACE3-42D11CEBC825}" dt="2026-05-26T17:48:10.582" v="10631" actId="26606"/>
        <pc:sldMkLst>
          <pc:docMk/>
          <pc:sldMk cId="2901857689" sldId="2579"/>
        </pc:sldMkLst>
        <pc:spChg chg="mod">
          <ac:chgData name="Belanger, Michel" userId="9f46d9ab-1cf5-4fc6-8ef3-fcac8369d45b" providerId="ADAL" clId="{22CC25F5-1A08-4A57-ACE3-42D11CEBC825}" dt="2026-05-26T17:48:10.582" v="10631" actId="26606"/>
          <ac:spMkLst>
            <pc:docMk/>
            <pc:sldMk cId="2901857689" sldId="2579"/>
            <ac:spMk id="2" creationId="{A787FCD2-2109-76D6-159A-DCA33ED12453}"/>
          </ac:spMkLst>
        </pc:spChg>
        <pc:spChg chg="mod">
          <ac:chgData name="Belanger, Michel" userId="9f46d9ab-1cf5-4fc6-8ef3-fcac8369d45b" providerId="ADAL" clId="{22CC25F5-1A08-4A57-ACE3-42D11CEBC825}" dt="2026-05-26T17:48:10.582" v="10631" actId="26606"/>
          <ac:spMkLst>
            <pc:docMk/>
            <pc:sldMk cId="2901857689" sldId="2579"/>
            <ac:spMk id="4" creationId="{FD3DA2E7-1600-C924-2071-7F71C3904E2A}"/>
          </ac:spMkLst>
        </pc:spChg>
        <pc:spChg chg="mod">
          <ac:chgData name="Belanger, Michel" userId="9f46d9ab-1cf5-4fc6-8ef3-fcac8369d45b" providerId="ADAL" clId="{22CC25F5-1A08-4A57-ACE3-42D11CEBC825}" dt="2026-05-26T17:48:10.582" v="10631" actId="26606"/>
          <ac:spMkLst>
            <pc:docMk/>
            <pc:sldMk cId="2901857689" sldId="2579"/>
            <ac:spMk id="5" creationId="{E31ABB79-697A-765C-53FE-D152D81FF759}"/>
          </ac:spMkLst>
        </pc:spChg>
        <pc:spChg chg="mod ord">
          <ac:chgData name="Belanger, Michel" userId="9f46d9ab-1cf5-4fc6-8ef3-fcac8369d45b" providerId="ADAL" clId="{22CC25F5-1A08-4A57-ACE3-42D11CEBC825}" dt="2026-05-26T17:48:10.582" v="10631" actId="26606"/>
          <ac:spMkLst>
            <pc:docMk/>
            <pc:sldMk cId="2901857689" sldId="2579"/>
            <ac:spMk id="6" creationId="{400C89F7-1A2B-FDFF-56A5-E1278634E643}"/>
          </ac:spMkLst>
        </pc:spChg>
        <pc:spChg chg="mod">
          <ac:chgData name="Belanger, Michel" userId="9f46d9ab-1cf5-4fc6-8ef3-fcac8369d45b" providerId="ADAL" clId="{22CC25F5-1A08-4A57-ACE3-42D11CEBC825}" dt="2026-05-26T17:48:10.582" v="10631" actId="26606"/>
          <ac:spMkLst>
            <pc:docMk/>
            <pc:sldMk cId="2901857689" sldId="2579"/>
            <ac:spMk id="8" creationId="{FB5540D2-13F8-4ABD-B3C8-C0AFCC62798B}"/>
          </ac:spMkLst>
        </pc:spChg>
        <pc:spChg chg="add">
          <ac:chgData name="Belanger, Michel" userId="9f46d9ab-1cf5-4fc6-8ef3-fcac8369d45b" providerId="ADAL" clId="{22CC25F5-1A08-4A57-ACE3-42D11CEBC825}" dt="2026-05-26T17:48:10.582" v="10631" actId="26606"/>
          <ac:spMkLst>
            <pc:docMk/>
            <pc:sldMk cId="2901857689" sldId="2579"/>
            <ac:spMk id="13" creationId="{201CC55D-ED54-4C5C-95E6-10947BD1103B}"/>
          </ac:spMkLst>
        </pc:spChg>
        <pc:spChg chg="add">
          <ac:chgData name="Belanger, Michel" userId="9f46d9ab-1cf5-4fc6-8ef3-fcac8369d45b" providerId="ADAL" clId="{22CC25F5-1A08-4A57-ACE3-42D11CEBC825}" dt="2026-05-26T17:48:10.582" v="10631" actId="26606"/>
          <ac:spMkLst>
            <pc:docMk/>
            <pc:sldMk cId="2901857689" sldId="2579"/>
            <ac:spMk id="19" creationId="{3873B707-463F-40B0-8227-E8CC6C67EB25}"/>
          </ac:spMkLst>
        </pc:spChg>
        <pc:spChg chg="add">
          <ac:chgData name="Belanger, Michel" userId="9f46d9ab-1cf5-4fc6-8ef3-fcac8369d45b" providerId="ADAL" clId="{22CC25F5-1A08-4A57-ACE3-42D11CEBC825}" dt="2026-05-26T17:48:10.582" v="10631" actId="26606"/>
          <ac:spMkLst>
            <pc:docMk/>
            <pc:sldMk cId="2901857689" sldId="2579"/>
            <ac:spMk id="21" creationId="{C13237C8-E62C-4F0D-A318-BD6FB6C2D138}"/>
          </ac:spMkLst>
        </pc:spChg>
        <pc:spChg chg="add">
          <ac:chgData name="Belanger, Michel" userId="9f46d9ab-1cf5-4fc6-8ef3-fcac8369d45b" providerId="ADAL" clId="{22CC25F5-1A08-4A57-ACE3-42D11CEBC825}" dt="2026-05-26T17:48:10.582" v="10631" actId="26606"/>
          <ac:spMkLst>
            <pc:docMk/>
            <pc:sldMk cId="2901857689" sldId="2579"/>
            <ac:spMk id="23" creationId="{19C9EAEA-39D0-4B0E-A0EB-51E7B26740B1}"/>
          </ac:spMkLst>
        </pc:spChg>
        <pc:picChg chg="mod ord">
          <ac:chgData name="Belanger, Michel" userId="9f46d9ab-1cf5-4fc6-8ef3-fcac8369d45b" providerId="ADAL" clId="{22CC25F5-1A08-4A57-ACE3-42D11CEBC825}" dt="2026-05-26T17:48:10.582" v="10631" actId="26606"/>
          <ac:picMkLst>
            <pc:docMk/>
            <pc:sldMk cId="2901857689" sldId="2579"/>
            <ac:picMk id="7" creationId="{FEDE1AE0-A57A-4090-8B95-E86FAD6BACD4}"/>
          </ac:picMkLst>
        </pc:picChg>
      </pc:sldChg>
      <pc:sldChg chg="modSp add del mod">
        <pc:chgData name="Belanger, Michel" userId="9f46d9ab-1cf5-4fc6-8ef3-fcac8369d45b" providerId="ADAL" clId="{22CC25F5-1A08-4A57-ACE3-42D11CEBC825}" dt="2026-05-26T17:42:50.042" v="10601" actId="47"/>
        <pc:sldMkLst>
          <pc:docMk/>
          <pc:sldMk cId="2649980140" sldId="2580"/>
        </pc:sldMkLst>
        <pc:spChg chg="mod">
          <ac:chgData name="Belanger, Michel" userId="9f46d9ab-1cf5-4fc6-8ef3-fcac8369d45b" providerId="ADAL" clId="{22CC25F5-1A08-4A57-ACE3-42D11CEBC825}" dt="2026-05-26T17:40:04.132" v="10548" actId="27636"/>
          <ac:spMkLst>
            <pc:docMk/>
            <pc:sldMk cId="2649980140" sldId="2580"/>
            <ac:spMk id="4" creationId="{CEAA0470-B8F4-A348-0D6C-BBF6BBF53081}"/>
          </ac:spMkLst>
        </pc:spChg>
      </pc:sldChg>
      <pc:sldChg chg="addSp modSp add mod setBg">
        <pc:chgData name="Belanger, Michel" userId="9f46d9ab-1cf5-4fc6-8ef3-fcac8369d45b" providerId="ADAL" clId="{22CC25F5-1A08-4A57-ACE3-42D11CEBC825}" dt="2026-05-26T17:48:18.457" v="10632" actId="26606"/>
        <pc:sldMkLst>
          <pc:docMk/>
          <pc:sldMk cId="3541061571" sldId="2581"/>
        </pc:sldMkLst>
        <pc:spChg chg="mod">
          <ac:chgData name="Belanger, Michel" userId="9f46d9ab-1cf5-4fc6-8ef3-fcac8369d45b" providerId="ADAL" clId="{22CC25F5-1A08-4A57-ACE3-42D11CEBC825}" dt="2026-05-26T17:48:18.457" v="10632" actId="26606"/>
          <ac:spMkLst>
            <pc:docMk/>
            <pc:sldMk cId="3541061571" sldId="2581"/>
            <ac:spMk id="2" creationId="{6A7521E1-4D24-B6D7-DECE-4BBCBC961B14}"/>
          </ac:spMkLst>
        </pc:spChg>
        <pc:spChg chg="mod">
          <ac:chgData name="Belanger, Michel" userId="9f46d9ab-1cf5-4fc6-8ef3-fcac8369d45b" providerId="ADAL" clId="{22CC25F5-1A08-4A57-ACE3-42D11CEBC825}" dt="2026-05-26T17:48:18.457" v="10632" actId="26606"/>
          <ac:spMkLst>
            <pc:docMk/>
            <pc:sldMk cId="3541061571" sldId="2581"/>
            <ac:spMk id="4" creationId="{973A77B7-DB0F-CC6B-A4E7-06019EF58E09}"/>
          </ac:spMkLst>
        </pc:spChg>
        <pc:spChg chg="mod">
          <ac:chgData name="Belanger, Michel" userId="9f46d9ab-1cf5-4fc6-8ef3-fcac8369d45b" providerId="ADAL" clId="{22CC25F5-1A08-4A57-ACE3-42D11CEBC825}" dt="2026-05-26T17:48:18.457" v="10632" actId="26606"/>
          <ac:spMkLst>
            <pc:docMk/>
            <pc:sldMk cId="3541061571" sldId="2581"/>
            <ac:spMk id="5" creationId="{635ADF74-BD44-BD32-70B5-347F63283FDE}"/>
          </ac:spMkLst>
        </pc:spChg>
        <pc:spChg chg="mod ord">
          <ac:chgData name="Belanger, Michel" userId="9f46d9ab-1cf5-4fc6-8ef3-fcac8369d45b" providerId="ADAL" clId="{22CC25F5-1A08-4A57-ACE3-42D11CEBC825}" dt="2026-05-26T17:48:18.457" v="10632" actId="26606"/>
          <ac:spMkLst>
            <pc:docMk/>
            <pc:sldMk cId="3541061571" sldId="2581"/>
            <ac:spMk id="6" creationId="{02E82A63-0B85-2040-400F-CD2337AB8C2A}"/>
          </ac:spMkLst>
        </pc:spChg>
        <pc:spChg chg="mod">
          <ac:chgData name="Belanger, Michel" userId="9f46d9ab-1cf5-4fc6-8ef3-fcac8369d45b" providerId="ADAL" clId="{22CC25F5-1A08-4A57-ACE3-42D11CEBC825}" dt="2026-05-26T17:48:18.457" v="10632" actId="26606"/>
          <ac:spMkLst>
            <pc:docMk/>
            <pc:sldMk cId="3541061571" sldId="2581"/>
            <ac:spMk id="8" creationId="{D855E66E-85AC-4458-A393-ECF4CF171DC1}"/>
          </ac:spMkLst>
        </pc:spChg>
        <pc:spChg chg="add">
          <ac:chgData name="Belanger, Michel" userId="9f46d9ab-1cf5-4fc6-8ef3-fcac8369d45b" providerId="ADAL" clId="{22CC25F5-1A08-4A57-ACE3-42D11CEBC825}" dt="2026-05-26T17:48:18.457" v="10632" actId="26606"/>
          <ac:spMkLst>
            <pc:docMk/>
            <pc:sldMk cId="3541061571" sldId="2581"/>
            <ac:spMk id="13" creationId="{201CC55D-ED54-4C5C-95E6-10947BD1103B}"/>
          </ac:spMkLst>
        </pc:spChg>
        <pc:spChg chg="add">
          <ac:chgData name="Belanger, Michel" userId="9f46d9ab-1cf5-4fc6-8ef3-fcac8369d45b" providerId="ADAL" clId="{22CC25F5-1A08-4A57-ACE3-42D11CEBC825}" dt="2026-05-26T17:48:18.457" v="10632" actId="26606"/>
          <ac:spMkLst>
            <pc:docMk/>
            <pc:sldMk cId="3541061571" sldId="2581"/>
            <ac:spMk id="19" creationId="{3873B707-463F-40B0-8227-E8CC6C67EB25}"/>
          </ac:spMkLst>
        </pc:spChg>
        <pc:spChg chg="add">
          <ac:chgData name="Belanger, Michel" userId="9f46d9ab-1cf5-4fc6-8ef3-fcac8369d45b" providerId="ADAL" clId="{22CC25F5-1A08-4A57-ACE3-42D11CEBC825}" dt="2026-05-26T17:48:18.457" v="10632" actId="26606"/>
          <ac:spMkLst>
            <pc:docMk/>
            <pc:sldMk cId="3541061571" sldId="2581"/>
            <ac:spMk id="21" creationId="{C13237C8-E62C-4F0D-A318-BD6FB6C2D138}"/>
          </ac:spMkLst>
        </pc:spChg>
        <pc:spChg chg="add">
          <ac:chgData name="Belanger, Michel" userId="9f46d9ab-1cf5-4fc6-8ef3-fcac8369d45b" providerId="ADAL" clId="{22CC25F5-1A08-4A57-ACE3-42D11CEBC825}" dt="2026-05-26T17:48:18.457" v="10632" actId="26606"/>
          <ac:spMkLst>
            <pc:docMk/>
            <pc:sldMk cId="3541061571" sldId="2581"/>
            <ac:spMk id="23" creationId="{19C9EAEA-39D0-4B0E-A0EB-51E7B26740B1}"/>
          </ac:spMkLst>
        </pc:spChg>
        <pc:picChg chg="mod ord">
          <ac:chgData name="Belanger, Michel" userId="9f46d9ab-1cf5-4fc6-8ef3-fcac8369d45b" providerId="ADAL" clId="{22CC25F5-1A08-4A57-ACE3-42D11CEBC825}" dt="2026-05-26T17:48:18.457" v="10632" actId="26606"/>
          <ac:picMkLst>
            <pc:docMk/>
            <pc:sldMk cId="3541061571" sldId="2581"/>
            <ac:picMk id="7" creationId="{3BF62EA5-0524-4FCE-8CA3-5BA0BF214F9F}"/>
          </ac:picMkLst>
        </pc:picChg>
      </pc:sldChg>
      <pc:sldChg chg="modSp add del mod">
        <pc:chgData name="Belanger, Michel" userId="9f46d9ab-1cf5-4fc6-8ef3-fcac8369d45b" providerId="ADAL" clId="{22CC25F5-1A08-4A57-ACE3-42D11CEBC825}" dt="2026-05-26T17:42:47.473" v="10600" actId="47"/>
        <pc:sldMkLst>
          <pc:docMk/>
          <pc:sldMk cId="3575971126" sldId="2582"/>
        </pc:sldMkLst>
        <pc:spChg chg="mod">
          <ac:chgData name="Belanger, Michel" userId="9f46d9ab-1cf5-4fc6-8ef3-fcac8369d45b" providerId="ADAL" clId="{22CC25F5-1A08-4A57-ACE3-42D11CEBC825}" dt="2026-05-26T17:40:04.140" v="10550" actId="27636"/>
          <ac:spMkLst>
            <pc:docMk/>
            <pc:sldMk cId="3575971126" sldId="2582"/>
            <ac:spMk id="4" creationId="{7846AF68-1382-64EE-AF67-DAF599764919}"/>
          </ac:spMkLst>
        </pc:spChg>
      </pc:sldChg>
      <pc:sldChg chg="addSp modSp add mod setBg">
        <pc:chgData name="Belanger, Michel" userId="9f46d9ab-1cf5-4fc6-8ef3-fcac8369d45b" providerId="ADAL" clId="{22CC25F5-1A08-4A57-ACE3-42D11CEBC825}" dt="2026-05-26T17:48:24.399" v="10633" actId="26606"/>
        <pc:sldMkLst>
          <pc:docMk/>
          <pc:sldMk cId="184700442" sldId="2583"/>
        </pc:sldMkLst>
        <pc:spChg chg="mod">
          <ac:chgData name="Belanger, Michel" userId="9f46d9ab-1cf5-4fc6-8ef3-fcac8369d45b" providerId="ADAL" clId="{22CC25F5-1A08-4A57-ACE3-42D11CEBC825}" dt="2026-05-26T17:48:24.399" v="10633" actId="26606"/>
          <ac:spMkLst>
            <pc:docMk/>
            <pc:sldMk cId="184700442" sldId="2583"/>
            <ac:spMk id="2" creationId="{81465E57-6EA7-0E88-13CB-4D9FF52CCCDD}"/>
          </ac:spMkLst>
        </pc:spChg>
        <pc:spChg chg="mod">
          <ac:chgData name="Belanger, Michel" userId="9f46d9ab-1cf5-4fc6-8ef3-fcac8369d45b" providerId="ADAL" clId="{22CC25F5-1A08-4A57-ACE3-42D11CEBC825}" dt="2026-05-26T17:48:24.399" v="10633" actId="26606"/>
          <ac:spMkLst>
            <pc:docMk/>
            <pc:sldMk cId="184700442" sldId="2583"/>
            <ac:spMk id="4" creationId="{CD8F1E9A-A144-DACD-893C-73AF036D70A5}"/>
          </ac:spMkLst>
        </pc:spChg>
        <pc:spChg chg="mod">
          <ac:chgData name="Belanger, Michel" userId="9f46d9ab-1cf5-4fc6-8ef3-fcac8369d45b" providerId="ADAL" clId="{22CC25F5-1A08-4A57-ACE3-42D11CEBC825}" dt="2026-05-26T17:48:24.399" v="10633" actId="26606"/>
          <ac:spMkLst>
            <pc:docMk/>
            <pc:sldMk cId="184700442" sldId="2583"/>
            <ac:spMk id="5" creationId="{5B8904DD-2AD9-4C64-A0A7-6BE4CD48D6EF}"/>
          </ac:spMkLst>
        </pc:spChg>
        <pc:spChg chg="mod ord">
          <ac:chgData name="Belanger, Michel" userId="9f46d9ab-1cf5-4fc6-8ef3-fcac8369d45b" providerId="ADAL" clId="{22CC25F5-1A08-4A57-ACE3-42D11CEBC825}" dt="2026-05-26T17:48:24.399" v="10633" actId="26606"/>
          <ac:spMkLst>
            <pc:docMk/>
            <pc:sldMk cId="184700442" sldId="2583"/>
            <ac:spMk id="6" creationId="{D5B1B5E5-9CAC-3FCD-7B36-9F1D8ADE7432}"/>
          </ac:spMkLst>
        </pc:spChg>
        <pc:spChg chg="mod">
          <ac:chgData name="Belanger, Michel" userId="9f46d9ab-1cf5-4fc6-8ef3-fcac8369d45b" providerId="ADAL" clId="{22CC25F5-1A08-4A57-ACE3-42D11CEBC825}" dt="2026-05-26T17:48:24.399" v="10633" actId="26606"/>
          <ac:spMkLst>
            <pc:docMk/>
            <pc:sldMk cId="184700442" sldId="2583"/>
            <ac:spMk id="8" creationId="{31BE37E3-29F5-44D5-9F6D-2C3D4C3E88E3}"/>
          </ac:spMkLst>
        </pc:spChg>
        <pc:spChg chg="add">
          <ac:chgData name="Belanger, Michel" userId="9f46d9ab-1cf5-4fc6-8ef3-fcac8369d45b" providerId="ADAL" clId="{22CC25F5-1A08-4A57-ACE3-42D11CEBC825}" dt="2026-05-26T17:48:24.399" v="10633" actId="26606"/>
          <ac:spMkLst>
            <pc:docMk/>
            <pc:sldMk cId="184700442" sldId="2583"/>
            <ac:spMk id="13" creationId="{201CC55D-ED54-4C5C-95E6-10947BD1103B}"/>
          </ac:spMkLst>
        </pc:spChg>
        <pc:spChg chg="add">
          <ac:chgData name="Belanger, Michel" userId="9f46d9ab-1cf5-4fc6-8ef3-fcac8369d45b" providerId="ADAL" clId="{22CC25F5-1A08-4A57-ACE3-42D11CEBC825}" dt="2026-05-26T17:48:24.399" v="10633" actId="26606"/>
          <ac:spMkLst>
            <pc:docMk/>
            <pc:sldMk cId="184700442" sldId="2583"/>
            <ac:spMk id="19" creationId="{3873B707-463F-40B0-8227-E8CC6C67EB25}"/>
          </ac:spMkLst>
        </pc:spChg>
        <pc:spChg chg="add">
          <ac:chgData name="Belanger, Michel" userId="9f46d9ab-1cf5-4fc6-8ef3-fcac8369d45b" providerId="ADAL" clId="{22CC25F5-1A08-4A57-ACE3-42D11CEBC825}" dt="2026-05-26T17:48:24.399" v="10633" actId="26606"/>
          <ac:spMkLst>
            <pc:docMk/>
            <pc:sldMk cId="184700442" sldId="2583"/>
            <ac:spMk id="21" creationId="{C13237C8-E62C-4F0D-A318-BD6FB6C2D138}"/>
          </ac:spMkLst>
        </pc:spChg>
        <pc:spChg chg="add">
          <ac:chgData name="Belanger, Michel" userId="9f46d9ab-1cf5-4fc6-8ef3-fcac8369d45b" providerId="ADAL" clId="{22CC25F5-1A08-4A57-ACE3-42D11CEBC825}" dt="2026-05-26T17:48:24.399" v="10633" actId="26606"/>
          <ac:spMkLst>
            <pc:docMk/>
            <pc:sldMk cId="184700442" sldId="2583"/>
            <ac:spMk id="23" creationId="{19C9EAEA-39D0-4B0E-A0EB-51E7B26740B1}"/>
          </ac:spMkLst>
        </pc:spChg>
        <pc:picChg chg="mod ord">
          <ac:chgData name="Belanger, Michel" userId="9f46d9ab-1cf5-4fc6-8ef3-fcac8369d45b" providerId="ADAL" clId="{22CC25F5-1A08-4A57-ACE3-42D11CEBC825}" dt="2026-05-26T17:48:24.399" v="10633" actId="26606"/>
          <ac:picMkLst>
            <pc:docMk/>
            <pc:sldMk cId="184700442" sldId="2583"/>
            <ac:picMk id="7" creationId="{B8D87F59-61BE-4B10-9D0A-61F256E75EB5}"/>
          </ac:picMkLst>
        </pc:picChg>
      </pc:sldChg>
      <pc:sldChg chg="modSp add del mod">
        <pc:chgData name="Belanger, Michel" userId="9f46d9ab-1cf5-4fc6-8ef3-fcac8369d45b" providerId="ADAL" clId="{22CC25F5-1A08-4A57-ACE3-42D11CEBC825}" dt="2026-05-26T17:42:46.058" v="10599" actId="47"/>
        <pc:sldMkLst>
          <pc:docMk/>
          <pc:sldMk cId="3863350383" sldId="2584"/>
        </pc:sldMkLst>
        <pc:spChg chg="mod">
          <ac:chgData name="Belanger, Michel" userId="9f46d9ab-1cf5-4fc6-8ef3-fcac8369d45b" providerId="ADAL" clId="{22CC25F5-1A08-4A57-ACE3-42D11CEBC825}" dt="2026-05-26T17:40:04.147" v="10552" actId="27636"/>
          <ac:spMkLst>
            <pc:docMk/>
            <pc:sldMk cId="3863350383" sldId="2584"/>
            <ac:spMk id="4" creationId="{3320A9C7-AA38-46D8-0E96-2B5538555875}"/>
          </ac:spMkLst>
        </pc:spChg>
      </pc:sldChg>
      <pc:sldChg chg="addSp modSp add mod setBg">
        <pc:chgData name="Belanger, Michel" userId="9f46d9ab-1cf5-4fc6-8ef3-fcac8369d45b" providerId="ADAL" clId="{22CC25F5-1A08-4A57-ACE3-42D11CEBC825}" dt="2026-05-26T17:48:32.389" v="10634" actId="26606"/>
        <pc:sldMkLst>
          <pc:docMk/>
          <pc:sldMk cId="3003508411" sldId="2585"/>
        </pc:sldMkLst>
        <pc:spChg chg="mod">
          <ac:chgData name="Belanger, Michel" userId="9f46d9ab-1cf5-4fc6-8ef3-fcac8369d45b" providerId="ADAL" clId="{22CC25F5-1A08-4A57-ACE3-42D11CEBC825}" dt="2026-05-26T17:48:32.389" v="10634" actId="26606"/>
          <ac:spMkLst>
            <pc:docMk/>
            <pc:sldMk cId="3003508411" sldId="2585"/>
            <ac:spMk id="2" creationId="{DC5247F2-2A98-A1D3-F104-4ACB615635E4}"/>
          </ac:spMkLst>
        </pc:spChg>
        <pc:spChg chg="mod">
          <ac:chgData name="Belanger, Michel" userId="9f46d9ab-1cf5-4fc6-8ef3-fcac8369d45b" providerId="ADAL" clId="{22CC25F5-1A08-4A57-ACE3-42D11CEBC825}" dt="2026-05-26T17:48:32.389" v="10634" actId="26606"/>
          <ac:spMkLst>
            <pc:docMk/>
            <pc:sldMk cId="3003508411" sldId="2585"/>
            <ac:spMk id="4" creationId="{16F99134-5182-4403-29FF-19F6CD7B783E}"/>
          </ac:spMkLst>
        </pc:spChg>
        <pc:spChg chg="mod">
          <ac:chgData name="Belanger, Michel" userId="9f46d9ab-1cf5-4fc6-8ef3-fcac8369d45b" providerId="ADAL" clId="{22CC25F5-1A08-4A57-ACE3-42D11CEBC825}" dt="2026-05-26T17:48:32.389" v="10634" actId="26606"/>
          <ac:spMkLst>
            <pc:docMk/>
            <pc:sldMk cId="3003508411" sldId="2585"/>
            <ac:spMk id="5" creationId="{725F1571-5D18-34D9-BE8B-779E01CCA3CC}"/>
          </ac:spMkLst>
        </pc:spChg>
        <pc:spChg chg="mod ord">
          <ac:chgData name="Belanger, Michel" userId="9f46d9ab-1cf5-4fc6-8ef3-fcac8369d45b" providerId="ADAL" clId="{22CC25F5-1A08-4A57-ACE3-42D11CEBC825}" dt="2026-05-26T17:48:32.389" v="10634" actId="26606"/>
          <ac:spMkLst>
            <pc:docMk/>
            <pc:sldMk cId="3003508411" sldId="2585"/>
            <ac:spMk id="6" creationId="{6DAE8CDC-F6E2-5854-1767-DB4A317DC9B3}"/>
          </ac:spMkLst>
        </pc:spChg>
        <pc:spChg chg="mod">
          <ac:chgData name="Belanger, Michel" userId="9f46d9ab-1cf5-4fc6-8ef3-fcac8369d45b" providerId="ADAL" clId="{22CC25F5-1A08-4A57-ACE3-42D11CEBC825}" dt="2026-05-26T17:48:32.389" v="10634" actId="26606"/>
          <ac:spMkLst>
            <pc:docMk/>
            <pc:sldMk cId="3003508411" sldId="2585"/>
            <ac:spMk id="8" creationId="{55CFE3B2-5395-42C9-AE91-BB6DE9182532}"/>
          </ac:spMkLst>
        </pc:spChg>
        <pc:spChg chg="add">
          <ac:chgData name="Belanger, Michel" userId="9f46d9ab-1cf5-4fc6-8ef3-fcac8369d45b" providerId="ADAL" clId="{22CC25F5-1A08-4A57-ACE3-42D11CEBC825}" dt="2026-05-26T17:48:32.389" v="10634" actId="26606"/>
          <ac:spMkLst>
            <pc:docMk/>
            <pc:sldMk cId="3003508411" sldId="2585"/>
            <ac:spMk id="13" creationId="{201CC55D-ED54-4C5C-95E6-10947BD1103B}"/>
          </ac:spMkLst>
        </pc:spChg>
        <pc:spChg chg="add">
          <ac:chgData name="Belanger, Michel" userId="9f46d9ab-1cf5-4fc6-8ef3-fcac8369d45b" providerId="ADAL" clId="{22CC25F5-1A08-4A57-ACE3-42D11CEBC825}" dt="2026-05-26T17:48:32.389" v="10634" actId="26606"/>
          <ac:spMkLst>
            <pc:docMk/>
            <pc:sldMk cId="3003508411" sldId="2585"/>
            <ac:spMk id="19" creationId="{3873B707-463F-40B0-8227-E8CC6C67EB25}"/>
          </ac:spMkLst>
        </pc:spChg>
        <pc:spChg chg="add">
          <ac:chgData name="Belanger, Michel" userId="9f46d9ab-1cf5-4fc6-8ef3-fcac8369d45b" providerId="ADAL" clId="{22CC25F5-1A08-4A57-ACE3-42D11CEBC825}" dt="2026-05-26T17:48:32.389" v="10634" actId="26606"/>
          <ac:spMkLst>
            <pc:docMk/>
            <pc:sldMk cId="3003508411" sldId="2585"/>
            <ac:spMk id="21" creationId="{C13237C8-E62C-4F0D-A318-BD6FB6C2D138}"/>
          </ac:spMkLst>
        </pc:spChg>
        <pc:spChg chg="add">
          <ac:chgData name="Belanger, Michel" userId="9f46d9ab-1cf5-4fc6-8ef3-fcac8369d45b" providerId="ADAL" clId="{22CC25F5-1A08-4A57-ACE3-42D11CEBC825}" dt="2026-05-26T17:48:32.389" v="10634" actId="26606"/>
          <ac:spMkLst>
            <pc:docMk/>
            <pc:sldMk cId="3003508411" sldId="2585"/>
            <ac:spMk id="23" creationId="{19C9EAEA-39D0-4B0E-A0EB-51E7B26740B1}"/>
          </ac:spMkLst>
        </pc:spChg>
        <pc:picChg chg="mod ord">
          <ac:chgData name="Belanger, Michel" userId="9f46d9ab-1cf5-4fc6-8ef3-fcac8369d45b" providerId="ADAL" clId="{22CC25F5-1A08-4A57-ACE3-42D11CEBC825}" dt="2026-05-26T17:48:32.389" v="10634" actId="26606"/>
          <ac:picMkLst>
            <pc:docMk/>
            <pc:sldMk cId="3003508411" sldId="2585"/>
            <ac:picMk id="7" creationId="{287D11C8-4833-4E2C-9401-497CEBB4617C}"/>
          </ac:picMkLst>
        </pc:picChg>
      </pc:sldChg>
      <pc:sldChg chg="new del">
        <pc:chgData name="Belanger, Michel" userId="9f46d9ab-1cf5-4fc6-8ef3-fcac8369d45b" providerId="ADAL" clId="{22CC25F5-1A08-4A57-ACE3-42D11CEBC825}" dt="2026-05-26T17:44:12.193" v="10613" actId="47"/>
        <pc:sldMkLst>
          <pc:docMk/>
          <pc:sldMk cId="218632620" sldId="2586"/>
        </pc:sldMkLst>
      </pc:sldChg>
      <pc:sldChg chg="addSp delSp modSp new mod ord setBg modAnim">
        <pc:chgData name="Belanger, Michel" userId="9f46d9ab-1cf5-4fc6-8ef3-fcac8369d45b" providerId="ADAL" clId="{22CC25F5-1A08-4A57-ACE3-42D11CEBC825}" dt="2026-05-26T17:44:44.465" v="10618" actId="26606"/>
        <pc:sldMkLst>
          <pc:docMk/>
          <pc:sldMk cId="550099744" sldId="2586"/>
        </pc:sldMkLst>
        <pc:spChg chg="del">
          <ac:chgData name="Belanger, Michel" userId="9f46d9ab-1cf5-4fc6-8ef3-fcac8369d45b" providerId="ADAL" clId="{22CC25F5-1A08-4A57-ACE3-42D11CEBC825}" dt="2026-05-26T17:44:23.434" v="10616"/>
          <ac:spMkLst>
            <pc:docMk/>
            <pc:sldMk cId="550099744" sldId="2586"/>
            <ac:spMk id="2" creationId="{BB9D19BF-8014-B390-FE2F-CAE35662A4E0}"/>
          </ac:spMkLst>
        </pc:spChg>
        <pc:spChg chg="del">
          <ac:chgData name="Belanger, Michel" userId="9f46d9ab-1cf5-4fc6-8ef3-fcac8369d45b" providerId="ADAL" clId="{22CC25F5-1A08-4A57-ACE3-42D11CEBC825}" dt="2026-05-26T17:44:26.534" v="10617" actId="478"/>
          <ac:spMkLst>
            <pc:docMk/>
            <pc:sldMk cId="550099744" sldId="2586"/>
            <ac:spMk id="3" creationId="{EDE96F4D-D36A-1A11-2FE0-92C8018476F6}"/>
          </ac:spMkLst>
        </pc:spChg>
        <pc:spChg chg="add mod">
          <ac:chgData name="Belanger, Michel" userId="9f46d9ab-1cf5-4fc6-8ef3-fcac8369d45b" providerId="ADAL" clId="{22CC25F5-1A08-4A57-ACE3-42D11CEBC825}" dt="2026-05-26T17:44:44.465" v="10618" actId="26606"/>
          <ac:spMkLst>
            <pc:docMk/>
            <pc:sldMk cId="550099744" sldId="2586"/>
            <ac:spMk id="4" creationId="{081448D8-7EE6-4915-BE93-18933627D1C7}"/>
          </ac:spMkLst>
        </pc:spChg>
        <pc:spChg chg="add">
          <ac:chgData name="Belanger, Michel" userId="9f46d9ab-1cf5-4fc6-8ef3-fcac8369d45b" providerId="ADAL" clId="{22CC25F5-1A08-4A57-ACE3-42D11CEBC825}" dt="2026-05-26T17:44:44.465" v="10618" actId="26606"/>
          <ac:spMkLst>
            <pc:docMk/>
            <pc:sldMk cId="550099744" sldId="2586"/>
            <ac:spMk id="9" creationId="{4522B21E-B2B9-4C72-9A71-C87EFD137480}"/>
          </ac:spMkLst>
        </pc:spChg>
        <pc:spChg chg="add">
          <ac:chgData name="Belanger, Michel" userId="9f46d9ab-1cf5-4fc6-8ef3-fcac8369d45b" providerId="ADAL" clId="{22CC25F5-1A08-4A57-ACE3-42D11CEBC825}" dt="2026-05-26T17:44:44.465" v="10618" actId="26606"/>
          <ac:spMkLst>
            <pc:docMk/>
            <pc:sldMk cId="550099744" sldId="2586"/>
            <ac:spMk id="11" creationId="{5EB7D2A2-F448-44D4-938C-DC84CBCB3B1E}"/>
          </ac:spMkLst>
        </pc:spChg>
        <pc:spChg chg="add">
          <ac:chgData name="Belanger, Michel" userId="9f46d9ab-1cf5-4fc6-8ef3-fcac8369d45b" providerId="ADAL" clId="{22CC25F5-1A08-4A57-ACE3-42D11CEBC825}" dt="2026-05-26T17:44:44.465" v="10618" actId="26606"/>
          <ac:spMkLst>
            <pc:docMk/>
            <pc:sldMk cId="550099744" sldId="2586"/>
            <ac:spMk id="13" creationId="{871AEA07-1E14-44B4-8E55-64EF049CD66F}"/>
          </ac:spMkLst>
        </pc:spChg>
        <pc:cxnChg chg="add">
          <ac:chgData name="Belanger, Michel" userId="9f46d9ab-1cf5-4fc6-8ef3-fcac8369d45b" providerId="ADAL" clId="{22CC25F5-1A08-4A57-ACE3-42D11CEBC825}" dt="2026-05-26T17:44:44.465" v="10618" actId="26606"/>
          <ac:cxnSpMkLst>
            <pc:docMk/>
            <pc:sldMk cId="550099744" sldId="2586"/>
            <ac:cxnSpMk id="15" creationId="{F7C8EA93-3210-4C62-99E9-153C275E3A87}"/>
          </ac:cxnSpMkLst>
        </pc:cxnChg>
      </pc:sldChg>
      <pc:sldMasterChg chg="addSldLayout delSldLayout">
        <pc:chgData name="Belanger, Michel" userId="9f46d9ab-1cf5-4fc6-8ef3-fcac8369d45b" providerId="ADAL" clId="{22CC25F5-1A08-4A57-ACE3-42D11CEBC825}" dt="2026-05-26T17:44:12.193" v="10613" actId="47"/>
        <pc:sldMasterMkLst>
          <pc:docMk/>
          <pc:sldMasterMk cId="2209977519" sldId="2147483648"/>
        </pc:sldMasterMkLst>
        <pc:sldLayoutChg chg="del">
          <pc:chgData name="Belanger, Michel" userId="9f46d9ab-1cf5-4fc6-8ef3-fcac8369d45b" providerId="ADAL" clId="{22CC25F5-1A08-4A57-ACE3-42D11CEBC825}" dt="2026-05-26T17:41:30.906" v="10584" actId="47"/>
          <pc:sldLayoutMkLst>
            <pc:docMk/>
            <pc:sldMasterMk cId="2209977519" sldId="2147483648"/>
            <pc:sldLayoutMk cId="4178019368" sldId="2147483660"/>
          </pc:sldLayoutMkLst>
        </pc:sldLayoutChg>
        <pc:sldLayoutChg chg="add del">
          <pc:chgData name="Belanger, Michel" userId="9f46d9ab-1cf5-4fc6-8ef3-fcac8369d45b" providerId="ADAL" clId="{22CC25F5-1A08-4A57-ACE3-42D11CEBC825}" dt="2026-05-26T17:44:12.193" v="10613" actId="47"/>
          <pc:sldLayoutMkLst>
            <pc:docMk/>
            <pc:sldMasterMk cId="2209977519" sldId="2147483648"/>
            <pc:sldLayoutMk cId="2647518964" sldId="2147483661"/>
          </pc:sldLayoutMkLst>
        </pc:sldLayoutChg>
        <pc:sldLayoutChg chg="del">
          <pc:chgData name="Belanger, Michel" userId="9f46d9ab-1cf5-4fc6-8ef3-fcac8369d45b" providerId="ADAL" clId="{22CC25F5-1A08-4A57-ACE3-42D11CEBC825}" dt="2026-05-26T17:42:58.412" v="10605" actId="47"/>
          <pc:sldLayoutMkLst>
            <pc:docMk/>
            <pc:sldMasterMk cId="2209977519" sldId="2147483648"/>
            <pc:sldLayoutMk cId="3671105544" sldId="2147483664"/>
          </pc:sldLayoutMkLst>
        </pc:sldLayoutChg>
      </pc:sldMasterChg>
    </pc:docChg>
  </pc:docChgLst>
  <pc:docChgLst>
    <pc:chgData name="Belanger, Michel" userId="S::mic.belanger@cgi.com::9f46d9ab-1cf5-4fc6-8ef3-fcac8369d45b" providerId="AD" clId="Web-{61259E09-64E4-00A1-B008-EA576A4C428D}"/>
    <pc:docChg chg="addSld modSld">
      <pc:chgData name="Belanger, Michel" userId="S::mic.belanger@cgi.com::9f46d9ab-1cf5-4fc6-8ef3-fcac8369d45b" providerId="AD" clId="Web-{61259E09-64E4-00A1-B008-EA576A4C428D}" dt="2026-05-19T16:45:23.138" v="211" actId="20577"/>
      <pc:docMkLst>
        <pc:docMk/>
      </pc:docMkLst>
      <pc:sldChg chg="modSp">
        <pc:chgData name="Belanger, Michel" userId="S::mic.belanger@cgi.com::9f46d9ab-1cf5-4fc6-8ef3-fcac8369d45b" providerId="AD" clId="Web-{61259E09-64E4-00A1-B008-EA576A4C428D}" dt="2026-05-19T16:24:16.681" v="4" actId="20577"/>
        <pc:sldMkLst>
          <pc:docMk/>
          <pc:sldMk cId="0" sldId="259"/>
        </pc:sldMkLst>
      </pc:sldChg>
      <pc:sldChg chg="modSp">
        <pc:chgData name="Belanger, Michel" userId="S::mic.belanger@cgi.com::9f46d9ab-1cf5-4fc6-8ef3-fcac8369d45b" providerId="AD" clId="Web-{61259E09-64E4-00A1-B008-EA576A4C428D}" dt="2026-05-19T16:27:17.541" v="64" actId="20577"/>
        <pc:sldMkLst>
          <pc:docMk/>
          <pc:sldMk cId="0" sldId="260"/>
        </pc:sldMkLst>
      </pc:sldChg>
      <pc:sldChg chg="modSp">
        <pc:chgData name="Belanger, Michel" userId="S::mic.belanger@cgi.com::9f46d9ab-1cf5-4fc6-8ef3-fcac8369d45b" providerId="AD" clId="Web-{61259E09-64E4-00A1-B008-EA576A4C428D}" dt="2026-05-19T16:39:54.106" v="161" actId="14100"/>
        <pc:sldMkLst>
          <pc:docMk/>
          <pc:sldMk cId="0" sldId="261"/>
        </pc:sldMkLst>
        <pc:spChg chg="mod">
          <ac:chgData name="Belanger, Michel" userId="S::mic.belanger@cgi.com::9f46d9ab-1cf5-4fc6-8ef3-fcac8369d45b" providerId="AD" clId="Web-{61259E09-64E4-00A1-B008-EA576A4C428D}" dt="2026-05-19T16:39:05.200" v="145" actId="20577"/>
          <ac:spMkLst>
            <pc:docMk/>
            <pc:sldMk cId="0" sldId="261"/>
            <ac:spMk id="2" creationId="{00000000-0000-0000-0000-000000000000}"/>
          </ac:spMkLst>
        </pc:spChg>
      </pc:sldChg>
      <pc:sldChg chg="modSp">
        <pc:chgData name="Belanger, Michel" userId="S::mic.belanger@cgi.com::9f46d9ab-1cf5-4fc6-8ef3-fcac8369d45b" providerId="AD" clId="Web-{61259E09-64E4-00A1-B008-EA576A4C428D}" dt="2026-05-19T16:39:43.872" v="160" actId="14100"/>
        <pc:sldMkLst>
          <pc:docMk/>
          <pc:sldMk cId="0" sldId="264"/>
        </pc:sldMkLst>
        <pc:spChg chg="mod">
          <ac:chgData name="Belanger, Michel" userId="S::mic.belanger@cgi.com::9f46d9ab-1cf5-4fc6-8ef3-fcac8369d45b" providerId="AD" clId="Web-{61259E09-64E4-00A1-B008-EA576A4C428D}" dt="2026-05-19T16:39:36.403" v="159" actId="20577"/>
          <ac:spMkLst>
            <pc:docMk/>
            <pc:sldMk cId="0" sldId="264"/>
            <ac:spMk id="2" creationId="{00000000-0000-0000-0000-000000000000}"/>
          </ac:spMkLst>
        </pc:spChg>
      </pc:sldChg>
      <pc:sldChg chg="modSp">
        <pc:chgData name="Belanger, Michel" userId="S::mic.belanger@cgi.com::9f46d9ab-1cf5-4fc6-8ef3-fcac8369d45b" providerId="AD" clId="Web-{61259E09-64E4-00A1-B008-EA576A4C428D}" dt="2026-05-19T16:41:58.497" v="189" actId="14100"/>
        <pc:sldMkLst>
          <pc:docMk/>
          <pc:sldMk cId="0" sldId="267"/>
        </pc:sldMkLst>
        <pc:spChg chg="mod">
          <ac:chgData name="Belanger, Michel" userId="S::mic.belanger@cgi.com::9f46d9ab-1cf5-4fc6-8ef3-fcac8369d45b" providerId="AD" clId="Web-{61259E09-64E4-00A1-B008-EA576A4C428D}" dt="2026-05-19T16:41:53.950" v="188" actId="20577"/>
          <ac:spMkLst>
            <pc:docMk/>
            <pc:sldMk cId="0" sldId="267"/>
            <ac:spMk id="2" creationId="{00000000-0000-0000-0000-000000000000}"/>
          </ac:spMkLst>
        </pc:spChg>
      </pc:sldChg>
    </pc:docChg>
  </pc:docChgLst>
  <pc:docChgLst>
    <pc:chgData name="Belanger, Michel" userId="S::mic.belanger@cgi.com::9f46d9ab-1cf5-4fc6-8ef3-fcac8369d45b" providerId="AD" clId="Web-{5773D1DE-85F5-CD8F-A991-93469AC16B6C}"/>
    <pc:docChg chg="modSld sldOrd addSection modSection">
      <pc:chgData name="Belanger, Michel" userId="S::mic.belanger@cgi.com::9f46d9ab-1cf5-4fc6-8ef3-fcac8369d45b" providerId="AD" clId="Web-{5773D1DE-85F5-CD8F-A991-93469AC16B6C}" dt="2026-05-26T20:02:44.558" v="120" actId="20577"/>
      <pc:docMkLst>
        <pc:docMk/>
      </pc:docMkLst>
      <pc:sldChg chg="addSp delSp modSp">
        <pc:chgData name="Belanger, Michel" userId="S::mic.belanger@cgi.com::9f46d9ab-1cf5-4fc6-8ef3-fcac8369d45b" providerId="AD" clId="Web-{5773D1DE-85F5-CD8F-A991-93469AC16B6C}" dt="2026-05-26T19:58:22.496" v="53"/>
        <pc:sldMkLst>
          <pc:docMk/>
          <pc:sldMk cId="0" sldId="256"/>
        </pc:sldMkLst>
        <pc:spChg chg="mod">
          <ac:chgData name="Belanger, Michel" userId="S::mic.belanger@cgi.com::9f46d9ab-1cf5-4fc6-8ef3-fcac8369d45b" providerId="AD" clId="Web-{5773D1DE-85F5-CD8F-A991-93469AC16B6C}" dt="2026-05-26T19:58:07.402" v="46"/>
          <ac:spMkLst>
            <pc:docMk/>
            <pc:sldMk cId="0" sldId="256"/>
            <ac:spMk id="2" creationId="{00000000-0000-0000-0000-000000000000}"/>
          </ac:spMkLst>
        </pc:spChg>
        <pc:spChg chg="mod">
          <ac:chgData name="Belanger, Michel" userId="S::mic.belanger@cgi.com::9f46d9ab-1cf5-4fc6-8ef3-fcac8369d45b" providerId="AD" clId="Web-{5773D1DE-85F5-CD8F-A991-93469AC16B6C}" dt="2026-05-26T19:58:07.418" v="47"/>
          <ac:spMkLst>
            <pc:docMk/>
            <pc:sldMk cId="0" sldId="256"/>
            <ac:spMk id="3" creationId="{00000000-0000-0000-0000-000000000000}"/>
          </ac:spMkLst>
        </pc:spChg>
        <pc:picChg chg="add mod">
          <ac:chgData name="Belanger, Michel" userId="S::mic.belanger@cgi.com::9f46d9ab-1cf5-4fc6-8ef3-fcac8369d45b" providerId="AD" clId="Web-{5773D1DE-85F5-CD8F-A991-93469AC16B6C}" dt="2026-05-26T19:58:22.480" v="52"/>
          <ac:picMkLst>
            <pc:docMk/>
            <pc:sldMk cId="0" sldId="256"/>
            <ac:picMk id="4" creationId="{E09E9C7E-0ABA-0EE5-09C0-744ACD24705B}"/>
          </ac:picMkLst>
        </pc:picChg>
        <pc:picChg chg="del">
          <ac:chgData name="Belanger, Michel" userId="S::mic.belanger@cgi.com::9f46d9ab-1cf5-4fc6-8ef3-fcac8369d45b" providerId="AD" clId="Web-{5773D1DE-85F5-CD8F-A991-93469AC16B6C}" dt="2026-05-26T19:49:38.964" v="0"/>
          <ac:picMkLst>
            <pc:docMk/>
            <pc:sldMk cId="0" sldId="256"/>
            <ac:picMk id="5" creationId="{E09E9C7E-0ABA-0EE5-09C0-744ACD24705B}"/>
          </ac:picMkLst>
        </pc:picChg>
        <pc:picChg chg="add del">
          <ac:chgData name="Belanger, Michel" userId="S::mic.belanger@cgi.com::9f46d9ab-1cf5-4fc6-8ef3-fcac8369d45b" providerId="AD" clId="Web-{5773D1DE-85F5-CD8F-A991-93469AC16B6C}" dt="2026-05-26T19:49:48.777" v="3"/>
          <ac:picMkLst>
            <pc:docMk/>
            <pc:sldMk cId="0" sldId="256"/>
            <ac:picMk id="6" creationId="{29A83B96-0606-A35A-1D9C-BE934ED3887C}"/>
          </ac:picMkLst>
        </pc:picChg>
        <pc:picChg chg="mod">
          <ac:chgData name="Belanger, Michel" userId="S::mic.belanger@cgi.com::9f46d9ab-1cf5-4fc6-8ef3-fcac8369d45b" providerId="AD" clId="Web-{5773D1DE-85F5-CD8F-A991-93469AC16B6C}" dt="2026-05-26T19:58:22.480" v="51"/>
          <ac:picMkLst>
            <pc:docMk/>
            <pc:sldMk cId="0" sldId="256"/>
            <ac:picMk id="7" creationId="{5ABFA997-8D3B-90C7-5540-722809A9039C}"/>
          </ac:picMkLst>
        </pc:picChg>
        <pc:picChg chg="add mod">
          <ac:chgData name="Belanger, Michel" userId="S::mic.belanger@cgi.com::9f46d9ab-1cf5-4fc6-8ef3-fcac8369d45b" providerId="AD" clId="Web-{5773D1DE-85F5-CD8F-A991-93469AC16B6C}" dt="2026-05-26T19:58:22.496" v="53"/>
          <ac:picMkLst>
            <pc:docMk/>
            <pc:sldMk cId="0" sldId="256"/>
            <ac:picMk id="8" creationId="{DF7B7FE6-3601-775E-EAB1-462F57C801C1}"/>
          </ac:picMkLst>
        </pc:picChg>
      </pc:sldChg>
      <pc:sldChg chg="modSp">
        <pc:chgData name="Belanger, Michel" userId="S::mic.belanger@cgi.com::9f46d9ab-1cf5-4fc6-8ef3-fcac8369d45b" providerId="AD" clId="Web-{5773D1DE-85F5-CD8F-A991-93469AC16B6C}" dt="2026-05-26T19:57:57.183" v="45"/>
        <pc:sldMkLst>
          <pc:docMk/>
          <pc:sldMk cId="0" sldId="259"/>
        </pc:sldMkLst>
        <pc:spChg chg="mod">
          <ac:chgData name="Belanger, Michel" userId="S::mic.belanger@cgi.com::9f46d9ab-1cf5-4fc6-8ef3-fcac8369d45b" providerId="AD" clId="Web-{5773D1DE-85F5-CD8F-A991-93469AC16B6C}" dt="2026-05-26T19:57:57.058" v="43"/>
          <ac:spMkLst>
            <pc:docMk/>
            <pc:sldMk cId="0" sldId="259"/>
            <ac:spMk id="5" creationId="{13C98D96-E206-5B65-8782-DE9AB838429E}"/>
          </ac:spMkLst>
        </pc:spChg>
        <pc:spChg chg="mod">
          <ac:chgData name="Belanger, Michel" userId="S::mic.belanger@cgi.com::9f46d9ab-1cf5-4fc6-8ef3-fcac8369d45b" providerId="AD" clId="Web-{5773D1DE-85F5-CD8F-A991-93469AC16B6C}" dt="2026-05-26T19:57:57.058" v="44"/>
          <ac:spMkLst>
            <pc:docMk/>
            <pc:sldMk cId="0" sldId="259"/>
            <ac:spMk id="7" creationId="{04F4AC5D-DAD8-BA1D-224C-B86F7D853A3D}"/>
          </ac:spMkLst>
        </pc:spChg>
        <pc:spChg chg="mod">
          <ac:chgData name="Belanger, Michel" userId="S::mic.belanger@cgi.com::9f46d9ab-1cf5-4fc6-8ef3-fcac8369d45b" providerId="AD" clId="Web-{5773D1DE-85F5-CD8F-A991-93469AC16B6C}" dt="2026-05-26T19:57:57.183" v="45"/>
          <ac:spMkLst>
            <pc:docMk/>
            <pc:sldMk cId="0" sldId="259"/>
            <ac:spMk id="12" creationId="{B17A3916-908F-D7FA-1276-D5F5F16EE61F}"/>
          </ac:spMkLst>
        </pc:spChg>
        <pc:spChg chg="mod">
          <ac:chgData name="Belanger, Michel" userId="S::mic.belanger@cgi.com::9f46d9ab-1cf5-4fc6-8ef3-fcac8369d45b" providerId="AD" clId="Web-{5773D1DE-85F5-CD8F-A991-93469AC16B6C}" dt="2026-05-26T19:57:57.058" v="41"/>
          <ac:spMkLst>
            <pc:docMk/>
            <pc:sldMk cId="0" sldId="259"/>
            <ac:spMk id="26" creationId="{77D60E4E-16A6-51F6-7231-B6C91432ED3D}"/>
          </ac:spMkLst>
        </pc:spChg>
        <pc:spChg chg="mod">
          <ac:chgData name="Belanger, Michel" userId="S::mic.belanger@cgi.com::9f46d9ab-1cf5-4fc6-8ef3-fcac8369d45b" providerId="AD" clId="Web-{5773D1DE-85F5-CD8F-A991-93469AC16B6C}" dt="2026-05-26T19:57:57.058" v="42"/>
          <ac:spMkLst>
            <pc:docMk/>
            <pc:sldMk cId="0" sldId="259"/>
            <ac:spMk id="33" creationId="{00000000-0000-0000-0000-000000000000}"/>
          </ac:spMkLst>
        </pc:spChg>
      </pc:sldChg>
      <pc:sldChg chg="modSp">
        <pc:chgData name="Belanger, Michel" userId="S::mic.belanger@cgi.com::9f46d9ab-1cf5-4fc6-8ef3-fcac8369d45b" providerId="AD" clId="Web-{5773D1DE-85F5-CD8F-A991-93469AC16B6C}" dt="2026-05-26T20:02:44.558" v="120" actId="20577"/>
        <pc:sldMkLst>
          <pc:docMk/>
          <pc:sldMk cId="0" sldId="271"/>
        </pc:sldMkLst>
        <pc:spChg chg="mod">
          <ac:chgData name="Belanger, Michel" userId="S::mic.belanger@cgi.com::9f46d9ab-1cf5-4fc6-8ef3-fcac8369d45b" providerId="AD" clId="Web-{5773D1DE-85F5-CD8F-A991-93469AC16B6C}" dt="2026-05-26T20:02:44.558" v="120" actId="20577"/>
          <ac:spMkLst>
            <pc:docMk/>
            <pc:sldMk cId="0" sldId="271"/>
            <ac:spMk id="3" creationId="{00000000-0000-0000-0000-000000000000}"/>
          </ac:spMkLst>
        </pc:spChg>
      </pc:sldChg>
      <pc:sldChg chg="modSp">
        <pc:chgData name="Belanger, Michel" userId="S::mic.belanger@cgi.com::9f46d9ab-1cf5-4fc6-8ef3-fcac8369d45b" providerId="AD" clId="Web-{5773D1DE-85F5-CD8F-A991-93469AC16B6C}" dt="2026-05-26T19:57:45.511" v="40" actId="20577"/>
        <pc:sldMkLst>
          <pc:docMk/>
          <pc:sldMk cId="2599220763" sldId="285"/>
        </pc:sldMkLst>
        <pc:spChg chg="mod">
          <ac:chgData name="Belanger, Michel" userId="S::mic.belanger@cgi.com::9f46d9ab-1cf5-4fc6-8ef3-fcac8369d45b" providerId="AD" clId="Web-{5773D1DE-85F5-CD8F-A991-93469AC16B6C}" dt="2026-05-26T19:57:43.918" v="37" actId="20577"/>
          <ac:spMkLst>
            <pc:docMk/>
            <pc:sldMk cId="2599220763" sldId="285"/>
            <ac:spMk id="2" creationId="{A8F3DE72-F081-BAEA-96B7-B6A972ED0B27}"/>
          </ac:spMkLst>
        </pc:spChg>
        <pc:spChg chg="mod">
          <ac:chgData name="Belanger, Michel" userId="S::mic.belanger@cgi.com::9f46d9ab-1cf5-4fc6-8ef3-fcac8369d45b" providerId="AD" clId="Web-{5773D1DE-85F5-CD8F-A991-93469AC16B6C}" dt="2026-05-26T19:57:45.511" v="40" actId="20577"/>
          <ac:spMkLst>
            <pc:docMk/>
            <pc:sldMk cId="2599220763" sldId="285"/>
            <ac:spMk id="3" creationId="{857A9879-34FA-401E-D51D-DED1521AC222}"/>
          </ac:spMkLst>
        </pc:spChg>
      </pc:sldChg>
      <pc:sldChg chg="modSp ord">
        <pc:chgData name="Belanger, Michel" userId="S::mic.belanger@cgi.com::9f46d9ab-1cf5-4fc6-8ef3-fcac8369d45b" providerId="AD" clId="Web-{5773D1DE-85F5-CD8F-A991-93469AC16B6C}" dt="2026-05-26T20:00:40.183" v="78"/>
        <pc:sldMkLst>
          <pc:docMk/>
          <pc:sldMk cId="3246329082" sldId="304"/>
        </pc:sldMkLst>
        <pc:spChg chg="mod">
          <ac:chgData name="Belanger, Michel" userId="S::mic.belanger@cgi.com::9f46d9ab-1cf5-4fc6-8ef3-fcac8369d45b" providerId="AD" clId="Web-{5773D1DE-85F5-CD8F-A991-93469AC16B6C}" dt="2026-05-26T19:59:43.933" v="66" actId="20577"/>
          <ac:spMkLst>
            <pc:docMk/>
            <pc:sldMk cId="3246329082" sldId="304"/>
            <ac:spMk id="2" creationId="{AA97F3E4-6F07-DFC1-F40E-BBFF60C8707B}"/>
          </ac:spMkLst>
        </pc:spChg>
        <pc:spChg chg="mod">
          <ac:chgData name="Belanger, Michel" userId="S::mic.belanger@cgi.com::9f46d9ab-1cf5-4fc6-8ef3-fcac8369d45b" providerId="AD" clId="Web-{5773D1DE-85F5-CD8F-A991-93469AC16B6C}" dt="2026-05-26T19:58:41.793" v="58" actId="20577"/>
          <ac:spMkLst>
            <pc:docMk/>
            <pc:sldMk cId="3246329082" sldId="304"/>
            <ac:spMk id="3" creationId="{DCC28D21-C719-B17D-3AF8-00509A3D3641}"/>
          </ac:spMkLst>
        </pc:spChg>
      </pc:sldChg>
      <pc:sldChg chg="modSp ord">
        <pc:chgData name="Belanger, Michel" userId="S::mic.belanger@cgi.com::9f46d9ab-1cf5-4fc6-8ef3-fcac8369d45b" providerId="AD" clId="Web-{5773D1DE-85F5-CD8F-A991-93469AC16B6C}" dt="2026-05-26T20:00:40.183" v="77"/>
        <pc:sldMkLst>
          <pc:docMk/>
          <pc:sldMk cId="4152586022" sldId="305"/>
        </pc:sldMkLst>
        <pc:spChg chg="mod">
          <ac:chgData name="Belanger, Michel" userId="S::mic.belanger@cgi.com::9f46d9ab-1cf5-4fc6-8ef3-fcac8369d45b" providerId="AD" clId="Web-{5773D1DE-85F5-CD8F-A991-93469AC16B6C}" dt="2026-05-26T20:00:20.949" v="74" actId="20577"/>
          <ac:spMkLst>
            <pc:docMk/>
            <pc:sldMk cId="4152586022" sldId="305"/>
            <ac:spMk id="2" creationId="{49DFA429-B71A-06EF-1699-E437BC2FE1D1}"/>
          </ac:spMkLst>
        </pc:spChg>
        <pc:spChg chg="mod">
          <ac:chgData name="Belanger, Michel" userId="S::mic.belanger@cgi.com::9f46d9ab-1cf5-4fc6-8ef3-fcac8369d45b" providerId="AD" clId="Web-{5773D1DE-85F5-CD8F-A991-93469AC16B6C}" dt="2026-05-26T19:59:32.496" v="64" actId="20577"/>
          <ac:spMkLst>
            <pc:docMk/>
            <pc:sldMk cId="4152586022" sldId="305"/>
            <ac:spMk id="3" creationId="{3530A04A-BA05-89D4-6CEC-DE598CECFE52}"/>
          </ac:spMkLst>
        </pc:spChg>
      </pc:sldChg>
    </pc:docChg>
  </pc:docChgLst>
  <pc:docChgLst>
    <pc:chgData name="Belanger, Michel" userId="S::mic.belanger@cgi.com::9f46d9ab-1cf5-4fc6-8ef3-fcac8369d45b" providerId="AD" clId="Web-{2B4D1B9E-5B89-6E51-DAC2-18A0EE7F9A99}"/>
    <pc:docChg chg="delSld modSld delSection modSection">
      <pc:chgData name="Belanger, Michel" userId="S::mic.belanger@cgi.com::9f46d9ab-1cf5-4fc6-8ef3-fcac8369d45b" providerId="AD" clId="Web-{2B4D1B9E-5B89-6E51-DAC2-18A0EE7F9A99}" dt="2026-05-26T19:49:18.869" v="65" actId="14100"/>
      <pc:docMkLst>
        <pc:docMk/>
      </pc:docMkLst>
      <pc:sldChg chg="delSp modSp">
        <pc:chgData name="Belanger, Michel" userId="S::mic.belanger@cgi.com::9f46d9ab-1cf5-4fc6-8ef3-fcac8369d45b" providerId="AD" clId="Web-{2B4D1B9E-5B89-6E51-DAC2-18A0EE7F9A99}" dt="2026-05-26T19:49:18.869" v="65" actId="14100"/>
        <pc:sldMkLst>
          <pc:docMk/>
          <pc:sldMk cId="0" sldId="256"/>
        </pc:sldMkLst>
        <pc:picChg chg="del">
          <ac:chgData name="Belanger, Michel" userId="S::mic.belanger@cgi.com::9f46d9ab-1cf5-4fc6-8ef3-fcac8369d45b" providerId="AD" clId="Web-{2B4D1B9E-5B89-6E51-DAC2-18A0EE7F9A99}" dt="2026-05-26T19:44:33.494" v="19"/>
          <ac:picMkLst>
            <pc:docMk/>
            <pc:sldMk cId="0" sldId="256"/>
            <ac:picMk id="4" creationId="{7DD7639B-CA5A-4EEE-6C61-BFFD7385C44D}"/>
          </ac:picMkLst>
        </pc:picChg>
        <pc:picChg chg="mod">
          <ac:chgData name="Belanger, Michel" userId="S::mic.belanger@cgi.com::9f46d9ab-1cf5-4fc6-8ef3-fcac8369d45b" providerId="AD" clId="Web-{2B4D1B9E-5B89-6E51-DAC2-18A0EE7F9A99}" dt="2026-05-26T19:49:18.869" v="65" actId="14100"/>
          <ac:picMkLst>
            <pc:docMk/>
            <pc:sldMk cId="0" sldId="256"/>
            <ac:picMk id="5" creationId="{E09E9C7E-0ABA-0EE5-09C0-744ACD24705B}"/>
          </ac:picMkLst>
        </pc:picChg>
        <pc:picChg chg="mod">
          <ac:chgData name="Belanger, Michel" userId="S::mic.belanger@cgi.com::9f46d9ab-1cf5-4fc6-8ef3-fcac8369d45b" providerId="AD" clId="Web-{2B4D1B9E-5B89-6E51-DAC2-18A0EE7F9A99}" dt="2026-05-26T19:48:46.744" v="58"/>
          <ac:picMkLst>
            <pc:docMk/>
            <pc:sldMk cId="0" sldId="256"/>
            <ac:picMk id="7" creationId="{5ABFA997-8D3B-90C7-5540-722809A9039C}"/>
          </ac:picMkLst>
        </pc:picChg>
      </pc:sldChg>
      <pc:sldChg chg="del">
        <pc:chgData name="Belanger, Michel" userId="S::mic.belanger@cgi.com::9f46d9ab-1cf5-4fc6-8ef3-fcac8369d45b" providerId="AD" clId="Web-{2B4D1B9E-5B89-6E51-DAC2-18A0EE7F9A99}" dt="2026-05-26T19:43:04.681" v="0"/>
        <pc:sldMkLst>
          <pc:docMk/>
          <pc:sldMk cId="0" sldId="257"/>
        </pc:sldMkLst>
      </pc:sldChg>
      <pc:sldChg chg="del">
        <pc:chgData name="Belanger, Michel" userId="S::mic.belanger@cgi.com::9f46d9ab-1cf5-4fc6-8ef3-fcac8369d45b" providerId="AD" clId="Web-{2B4D1B9E-5B89-6E51-DAC2-18A0EE7F9A99}" dt="2026-05-26T19:43:04.712" v="14"/>
        <pc:sldMkLst>
          <pc:docMk/>
          <pc:sldMk cId="3613120108" sldId="303"/>
        </pc:sldMkLst>
      </pc:sldChg>
      <pc:sldChg chg="del">
        <pc:chgData name="Belanger, Michel" userId="S::mic.belanger@cgi.com::9f46d9ab-1cf5-4fc6-8ef3-fcac8369d45b" providerId="AD" clId="Web-{2B4D1B9E-5B89-6E51-DAC2-18A0EE7F9A99}" dt="2026-05-26T19:43:04.697" v="12"/>
        <pc:sldMkLst>
          <pc:docMk/>
          <pc:sldMk cId="1900110152" sldId="2563"/>
        </pc:sldMkLst>
      </pc:sldChg>
      <pc:sldChg chg="del">
        <pc:chgData name="Belanger, Michel" userId="S::mic.belanger@cgi.com::9f46d9ab-1cf5-4fc6-8ef3-fcac8369d45b" providerId="AD" clId="Web-{2B4D1B9E-5B89-6E51-DAC2-18A0EE7F9A99}" dt="2026-05-26T19:43:04.697" v="11"/>
        <pc:sldMkLst>
          <pc:docMk/>
          <pc:sldMk cId="1615516033" sldId="2565"/>
        </pc:sldMkLst>
      </pc:sldChg>
      <pc:sldChg chg="del">
        <pc:chgData name="Belanger, Michel" userId="S::mic.belanger@cgi.com::9f46d9ab-1cf5-4fc6-8ef3-fcac8369d45b" providerId="AD" clId="Web-{2B4D1B9E-5B89-6E51-DAC2-18A0EE7F9A99}" dt="2026-05-26T19:43:04.697" v="10"/>
        <pc:sldMkLst>
          <pc:docMk/>
          <pc:sldMk cId="257253477" sldId="2567"/>
        </pc:sldMkLst>
      </pc:sldChg>
      <pc:sldChg chg="del">
        <pc:chgData name="Belanger, Michel" userId="S::mic.belanger@cgi.com::9f46d9ab-1cf5-4fc6-8ef3-fcac8369d45b" providerId="AD" clId="Web-{2B4D1B9E-5B89-6E51-DAC2-18A0EE7F9A99}" dt="2026-05-26T19:43:04.697" v="9"/>
        <pc:sldMkLst>
          <pc:docMk/>
          <pc:sldMk cId="3694364842" sldId="2569"/>
        </pc:sldMkLst>
      </pc:sldChg>
      <pc:sldChg chg="del">
        <pc:chgData name="Belanger, Michel" userId="S::mic.belanger@cgi.com::9f46d9ab-1cf5-4fc6-8ef3-fcac8369d45b" providerId="AD" clId="Web-{2B4D1B9E-5B89-6E51-DAC2-18A0EE7F9A99}" dt="2026-05-26T19:43:04.697" v="8"/>
        <pc:sldMkLst>
          <pc:docMk/>
          <pc:sldMk cId="2802059200" sldId="2571"/>
        </pc:sldMkLst>
      </pc:sldChg>
      <pc:sldChg chg="del">
        <pc:chgData name="Belanger, Michel" userId="S::mic.belanger@cgi.com::9f46d9ab-1cf5-4fc6-8ef3-fcac8369d45b" providerId="AD" clId="Web-{2B4D1B9E-5B89-6E51-DAC2-18A0EE7F9A99}" dt="2026-05-26T19:43:04.697" v="7"/>
        <pc:sldMkLst>
          <pc:docMk/>
          <pc:sldMk cId="221676281" sldId="2573"/>
        </pc:sldMkLst>
      </pc:sldChg>
      <pc:sldChg chg="del">
        <pc:chgData name="Belanger, Michel" userId="S::mic.belanger@cgi.com::9f46d9ab-1cf5-4fc6-8ef3-fcac8369d45b" providerId="AD" clId="Web-{2B4D1B9E-5B89-6E51-DAC2-18A0EE7F9A99}" dt="2026-05-26T19:43:04.697" v="6"/>
        <pc:sldMkLst>
          <pc:docMk/>
          <pc:sldMk cId="3095651260" sldId="2575"/>
        </pc:sldMkLst>
      </pc:sldChg>
      <pc:sldChg chg="del">
        <pc:chgData name="Belanger, Michel" userId="S::mic.belanger@cgi.com::9f46d9ab-1cf5-4fc6-8ef3-fcac8369d45b" providerId="AD" clId="Web-{2B4D1B9E-5B89-6E51-DAC2-18A0EE7F9A99}" dt="2026-05-26T19:43:04.681" v="5"/>
        <pc:sldMkLst>
          <pc:docMk/>
          <pc:sldMk cId="646421686" sldId="2577"/>
        </pc:sldMkLst>
      </pc:sldChg>
      <pc:sldChg chg="del">
        <pc:chgData name="Belanger, Michel" userId="S::mic.belanger@cgi.com::9f46d9ab-1cf5-4fc6-8ef3-fcac8369d45b" providerId="AD" clId="Web-{2B4D1B9E-5B89-6E51-DAC2-18A0EE7F9A99}" dt="2026-05-26T19:43:04.681" v="4"/>
        <pc:sldMkLst>
          <pc:docMk/>
          <pc:sldMk cId="2901857689" sldId="2579"/>
        </pc:sldMkLst>
      </pc:sldChg>
      <pc:sldChg chg="del">
        <pc:chgData name="Belanger, Michel" userId="S::mic.belanger@cgi.com::9f46d9ab-1cf5-4fc6-8ef3-fcac8369d45b" providerId="AD" clId="Web-{2B4D1B9E-5B89-6E51-DAC2-18A0EE7F9A99}" dt="2026-05-26T19:43:04.681" v="3"/>
        <pc:sldMkLst>
          <pc:docMk/>
          <pc:sldMk cId="3541061571" sldId="2581"/>
        </pc:sldMkLst>
      </pc:sldChg>
      <pc:sldChg chg="del">
        <pc:chgData name="Belanger, Michel" userId="S::mic.belanger@cgi.com::9f46d9ab-1cf5-4fc6-8ef3-fcac8369d45b" providerId="AD" clId="Web-{2B4D1B9E-5B89-6E51-DAC2-18A0EE7F9A99}" dt="2026-05-26T19:43:04.681" v="2"/>
        <pc:sldMkLst>
          <pc:docMk/>
          <pc:sldMk cId="184700442" sldId="2583"/>
        </pc:sldMkLst>
      </pc:sldChg>
      <pc:sldChg chg="del">
        <pc:chgData name="Belanger, Michel" userId="S::mic.belanger@cgi.com::9f46d9ab-1cf5-4fc6-8ef3-fcac8369d45b" providerId="AD" clId="Web-{2B4D1B9E-5B89-6E51-DAC2-18A0EE7F9A99}" dt="2026-05-26T19:43:04.681" v="1"/>
        <pc:sldMkLst>
          <pc:docMk/>
          <pc:sldMk cId="3003508411" sldId="2585"/>
        </pc:sldMkLst>
      </pc:sldChg>
      <pc:sldChg chg="del">
        <pc:chgData name="Belanger, Michel" userId="S::mic.belanger@cgi.com::9f46d9ab-1cf5-4fc6-8ef3-fcac8369d45b" providerId="AD" clId="Web-{2B4D1B9E-5B89-6E51-DAC2-18A0EE7F9A99}" dt="2026-05-26T19:43:04.697" v="13"/>
        <pc:sldMkLst>
          <pc:docMk/>
          <pc:sldMk cId="550099744" sldId="2586"/>
        </pc:sldMkLst>
      </pc:sldChg>
    </pc:docChg>
  </pc:docChgLst>
  <pc:docChgLst>
    <pc:chgData name="Belanger, Michel" userId="S::mic.belanger@cgi.com::9f46d9ab-1cf5-4fc6-8ef3-fcac8369d45b" providerId="AD" clId="Web-{9EF8E6A5-C528-F41A-85BC-876D740EA86D}"/>
    <pc:docChg chg="addSld delSld modSld sldOrd">
      <pc:chgData name="Belanger, Michel" userId="S::mic.belanger@cgi.com::9f46d9ab-1cf5-4fc6-8ef3-fcac8369d45b" providerId="AD" clId="Web-{9EF8E6A5-C528-F41A-85BC-876D740EA86D}" dt="2026-05-22T19:27:42.338" v="349"/>
      <pc:docMkLst>
        <pc:docMk/>
      </pc:docMkLst>
      <pc:sldChg chg="modSp add ord">
        <pc:chgData name="Belanger, Michel" userId="S::mic.belanger@cgi.com::9f46d9ab-1cf5-4fc6-8ef3-fcac8369d45b" providerId="AD" clId="Web-{9EF8E6A5-C528-F41A-85BC-876D740EA86D}" dt="2026-05-22T19:17:21.898" v="336"/>
        <pc:sldMkLst>
          <pc:docMk/>
          <pc:sldMk cId="0" sldId="263"/>
        </pc:sldMkLst>
        <pc:spChg chg="mod">
          <ac:chgData name="Belanger, Michel" userId="S::mic.belanger@cgi.com::9f46d9ab-1cf5-4fc6-8ef3-fcac8369d45b" providerId="AD" clId="Web-{9EF8E6A5-C528-F41A-85BC-876D740EA86D}" dt="2026-05-22T19:12:36.788" v="307" actId="20577"/>
          <ac:spMkLst>
            <pc:docMk/>
            <pc:sldMk cId="0" sldId="263"/>
            <ac:spMk id="2" creationId="{00000000-0000-0000-0000-000000000000}"/>
          </ac:spMkLst>
        </pc:spChg>
      </pc:sldChg>
      <pc:sldChg chg="addSp modSp">
        <pc:chgData name="Belanger, Michel" userId="S::mic.belanger@cgi.com::9f46d9ab-1cf5-4fc6-8ef3-fcac8369d45b" providerId="AD" clId="Web-{9EF8E6A5-C528-F41A-85BC-876D740EA86D}" dt="2026-05-22T19:14:59.492" v="324" actId="1076"/>
        <pc:sldMkLst>
          <pc:docMk/>
          <pc:sldMk cId="0" sldId="278"/>
        </pc:sldMkLst>
        <pc:spChg chg="add mod">
          <ac:chgData name="Belanger, Michel" userId="S::mic.belanger@cgi.com::9f46d9ab-1cf5-4fc6-8ef3-fcac8369d45b" providerId="AD" clId="Web-{9EF8E6A5-C528-F41A-85BC-876D740EA86D}" dt="2026-05-22T19:14:59.492" v="324" actId="1076"/>
          <ac:spMkLst>
            <pc:docMk/>
            <pc:sldMk cId="0" sldId="278"/>
            <ac:spMk id="3" creationId="{CF6C2240-D024-3D86-46A4-6A1CD9DB8D93}"/>
          </ac:spMkLst>
        </pc:spChg>
      </pc:sldChg>
      <pc:sldChg chg="ord">
        <pc:chgData name="Belanger, Michel" userId="S::mic.belanger@cgi.com::9f46d9ab-1cf5-4fc6-8ef3-fcac8369d45b" providerId="AD" clId="Web-{9EF8E6A5-C528-F41A-85BC-876D740EA86D}" dt="2026-05-22T19:16:17.867" v="332"/>
        <pc:sldMkLst>
          <pc:docMk/>
          <pc:sldMk cId="0" sldId="281"/>
        </pc:sldMkLst>
      </pc:sldChg>
      <pc:sldChg chg="ord">
        <pc:chgData name="Belanger, Michel" userId="S::mic.belanger@cgi.com::9f46d9ab-1cf5-4fc6-8ef3-fcac8369d45b" providerId="AD" clId="Web-{9EF8E6A5-C528-F41A-85BC-876D740EA86D}" dt="2026-05-22T19:16:52.617" v="334"/>
        <pc:sldMkLst>
          <pc:docMk/>
          <pc:sldMk cId="0" sldId="284"/>
        </pc:sldMkLst>
      </pc:sldChg>
      <pc:sldChg chg="modSp add ord">
        <pc:chgData name="Belanger, Michel" userId="S::mic.belanger@cgi.com::9f46d9ab-1cf5-4fc6-8ef3-fcac8369d45b" providerId="AD" clId="Web-{9EF8E6A5-C528-F41A-85BC-876D740EA86D}" dt="2026-05-22T19:15:50.914" v="331" actId="14100"/>
        <pc:sldMkLst>
          <pc:docMk/>
          <pc:sldMk cId="822769725" sldId="286"/>
        </pc:sldMkLst>
        <pc:spChg chg="mod">
          <ac:chgData name="Belanger, Michel" userId="S::mic.belanger@cgi.com::9f46d9ab-1cf5-4fc6-8ef3-fcac8369d45b" providerId="AD" clId="Web-{9EF8E6A5-C528-F41A-85BC-876D740EA86D}" dt="2026-05-22T19:15:50.914" v="331" actId="14100"/>
          <ac:spMkLst>
            <pc:docMk/>
            <pc:sldMk cId="822769725" sldId="286"/>
            <ac:spMk id="3" creationId="{00000000-0000-0000-0000-000000000000}"/>
          </ac:spMkLst>
        </pc:spChg>
      </pc:sldChg>
      <pc:sldChg chg="modSp add">
        <pc:chgData name="Belanger, Michel" userId="S::mic.belanger@cgi.com::9f46d9ab-1cf5-4fc6-8ef3-fcac8369d45b" providerId="AD" clId="Web-{9EF8E6A5-C528-F41A-85BC-876D740EA86D}" dt="2026-05-22T19:10:23.710" v="269" actId="20577"/>
        <pc:sldMkLst>
          <pc:docMk/>
          <pc:sldMk cId="2824525294" sldId="287"/>
        </pc:sldMkLst>
        <pc:spChg chg="mod">
          <ac:chgData name="Belanger, Michel" userId="S::mic.belanger@cgi.com::9f46d9ab-1cf5-4fc6-8ef3-fcac8369d45b" providerId="AD" clId="Web-{9EF8E6A5-C528-F41A-85BC-876D740EA86D}" dt="2026-05-22T19:10:23.710" v="269" actId="20577"/>
          <ac:spMkLst>
            <pc:docMk/>
            <pc:sldMk cId="2824525294" sldId="287"/>
            <ac:spMk id="2" creationId="{00000000-0000-0000-0000-000000000000}"/>
          </ac:spMkLst>
        </pc:spChg>
        <pc:spChg chg="mod">
          <ac:chgData name="Belanger, Michel" userId="S::mic.belanger@cgi.com::9f46d9ab-1cf5-4fc6-8ef3-fcac8369d45b" providerId="AD" clId="Web-{9EF8E6A5-C528-F41A-85BC-876D740EA86D}" dt="2026-05-22T19:09:57.022" v="263" actId="20577"/>
          <ac:spMkLst>
            <pc:docMk/>
            <pc:sldMk cId="2824525294" sldId="287"/>
            <ac:spMk id="3" creationId="{00000000-0000-0000-0000-000000000000}"/>
          </ac:spMkLst>
        </pc:spChg>
      </pc:sldChg>
      <pc:sldChg chg="modSp add">
        <pc:chgData name="Belanger, Michel" userId="S::mic.belanger@cgi.com::9f46d9ab-1cf5-4fc6-8ef3-fcac8369d45b" providerId="AD" clId="Web-{9EF8E6A5-C528-F41A-85BC-876D740EA86D}" dt="2026-05-22T19:27:37.479" v="348" actId="20577"/>
        <pc:sldMkLst>
          <pc:docMk/>
          <pc:sldMk cId="2133295912" sldId="288"/>
        </pc:sldMkLst>
        <pc:spChg chg="mod">
          <ac:chgData name="Belanger, Michel" userId="S::mic.belanger@cgi.com::9f46d9ab-1cf5-4fc6-8ef3-fcac8369d45b" providerId="AD" clId="Web-{9EF8E6A5-C528-F41A-85BC-876D740EA86D}" dt="2026-05-22T19:10:32.491" v="270" actId="20577"/>
          <ac:spMkLst>
            <pc:docMk/>
            <pc:sldMk cId="2133295912" sldId="288"/>
            <ac:spMk id="2" creationId="{00000000-0000-0000-0000-000000000000}"/>
          </ac:spMkLst>
        </pc:spChg>
        <pc:spChg chg="mod">
          <ac:chgData name="Belanger, Michel" userId="S::mic.belanger@cgi.com::9f46d9ab-1cf5-4fc6-8ef3-fcac8369d45b" providerId="AD" clId="Web-{9EF8E6A5-C528-F41A-85BC-876D740EA86D}" dt="2026-05-22T19:27:37.479" v="348" actId="20577"/>
          <ac:spMkLst>
            <pc:docMk/>
            <pc:sldMk cId="2133295912" sldId="288"/>
            <ac:spMk id="3" creationId="{00000000-0000-0000-0000-000000000000}"/>
          </ac:spMkLst>
        </pc:spChg>
      </pc:sldChg>
      <pc:sldChg chg="modSp add">
        <pc:chgData name="Belanger, Michel" userId="S::mic.belanger@cgi.com::9f46d9ab-1cf5-4fc6-8ef3-fcac8369d45b" providerId="AD" clId="Web-{9EF8E6A5-C528-F41A-85BC-876D740EA86D}" dt="2026-05-22T19:11:19.054" v="290" actId="20577"/>
        <pc:sldMkLst>
          <pc:docMk/>
          <pc:sldMk cId="1555688286" sldId="289"/>
        </pc:sldMkLst>
        <pc:spChg chg="mod">
          <ac:chgData name="Belanger, Michel" userId="S::mic.belanger@cgi.com::9f46d9ab-1cf5-4fc6-8ef3-fcac8369d45b" providerId="AD" clId="Web-{9EF8E6A5-C528-F41A-85BC-876D740EA86D}" dt="2026-05-22T19:11:19.054" v="290" actId="20577"/>
          <ac:spMkLst>
            <pc:docMk/>
            <pc:sldMk cId="1555688286" sldId="289"/>
            <ac:spMk id="2" creationId="{00000000-0000-0000-0000-000000000000}"/>
          </ac:spMkLst>
        </pc:spChg>
        <pc:spChg chg="mod">
          <ac:chgData name="Belanger, Michel" userId="S::mic.belanger@cgi.com::9f46d9ab-1cf5-4fc6-8ef3-fcac8369d45b" providerId="AD" clId="Web-{9EF8E6A5-C528-F41A-85BC-876D740EA86D}" dt="2026-05-22T19:11:06.476" v="286" actId="20577"/>
          <ac:spMkLst>
            <pc:docMk/>
            <pc:sldMk cId="1555688286" sldId="289"/>
            <ac:spMk id="3" creationId="{00000000-0000-0000-0000-000000000000}"/>
          </ac:spMkLst>
        </pc:spChg>
      </pc:sldChg>
      <pc:sldChg chg="modSp add">
        <pc:chgData name="Belanger, Michel" userId="S::mic.belanger@cgi.com::9f46d9ab-1cf5-4fc6-8ef3-fcac8369d45b" providerId="AD" clId="Web-{9EF8E6A5-C528-F41A-85BC-876D740EA86D}" dt="2026-05-22T19:11:57.616" v="301" actId="20577"/>
        <pc:sldMkLst>
          <pc:docMk/>
          <pc:sldMk cId="1084838479" sldId="290"/>
        </pc:sldMkLst>
        <pc:spChg chg="mod">
          <ac:chgData name="Belanger, Michel" userId="S::mic.belanger@cgi.com::9f46d9ab-1cf5-4fc6-8ef3-fcac8369d45b" providerId="AD" clId="Web-{9EF8E6A5-C528-F41A-85BC-876D740EA86D}" dt="2026-05-22T19:11:57.616" v="301" actId="20577"/>
          <ac:spMkLst>
            <pc:docMk/>
            <pc:sldMk cId="1084838479" sldId="290"/>
            <ac:spMk id="2" creationId="{00000000-0000-0000-0000-000000000000}"/>
          </ac:spMkLst>
        </pc:spChg>
        <pc:spChg chg="mod">
          <ac:chgData name="Belanger, Michel" userId="S::mic.belanger@cgi.com::9f46d9ab-1cf5-4fc6-8ef3-fcac8369d45b" providerId="AD" clId="Web-{9EF8E6A5-C528-F41A-85BC-876D740EA86D}" dt="2026-05-22T19:11:57.288" v="300" actId="20577"/>
          <ac:spMkLst>
            <pc:docMk/>
            <pc:sldMk cId="1084838479" sldId="290"/>
            <ac:spMk id="3" creationId="{00000000-0000-0000-0000-000000000000}"/>
          </ac:spMkLst>
        </pc:spChg>
      </pc:sldChg>
      <pc:sldChg chg="modSp add ord">
        <pc:chgData name="Belanger, Michel" userId="S::mic.belanger@cgi.com::9f46d9ab-1cf5-4fc6-8ef3-fcac8369d45b" providerId="AD" clId="Web-{9EF8E6A5-C528-F41A-85BC-876D740EA86D}" dt="2026-05-22T19:07:50.381" v="224" actId="20577"/>
        <pc:sldMkLst>
          <pc:docMk/>
          <pc:sldMk cId="3414185557" sldId="291"/>
        </pc:sldMkLst>
        <pc:spChg chg="mod">
          <ac:chgData name="Belanger, Michel" userId="S::mic.belanger@cgi.com::9f46d9ab-1cf5-4fc6-8ef3-fcac8369d45b" providerId="AD" clId="Web-{9EF8E6A5-C528-F41A-85BC-876D740EA86D}" dt="2026-05-22T19:05:25.897" v="144" actId="20577"/>
          <ac:spMkLst>
            <pc:docMk/>
            <pc:sldMk cId="3414185557" sldId="291"/>
            <ac:spMk id="2" creationId="{00000000-0000-0000-0000-000000000000}"/>
          </ac:spMkLst>
        </pc:spChg>
        <pc:spChg chg="mod">
          <ac:chgData name="Belanger, Michel" userId="S::mic.belanger@cgi.com::9f46d9ab-1cf5-4fc6-8ef3-fcac8369d45b" providerId="AD" clId="Web-{9EF8E6A5-C528-F41A-85BC-876D740EA86D}" dt="2026-05-22T19:07:50.381" v="224" actId="20577"/>
          <ac:spMkLst>
            <pc:docMk/>
            <pc:sldMk cId="3414185557" sldId="291"/>
            <ac:spMk id="3" creationId="{00000000-0000-0000-0000-000000000000}"/>
          </ac:spMkLst>
        </pc:spChg>
      </pc:sldChg>
    </pc:docChg>
  </pc:docChgLst>
  <pc:docChgLst>
    <pc:chgData name="Belanger, Michel" userId="S::mic.belanger@cgi.com::9f46d9ab-1cf5-4fc6-8ef3-fcac8369d45b" providerId="AD" clId="Web-{922B1A15-3FFF-35CB-0153-8CDF4D100200}"/>
    <pc:docChg chg="modSld">
      <pc:chgData name="Belanger, Michel" userId="S::mic.belanger@cgi.com::9f46d9ab-1cf5-4fc6-8ef3-fcac8369d45b" providerId="AD" clId="Web-{922B1A15-3FFF-35CB-0153-8CDF4D100200}" dt="2026-05-19T17:47:13.524" v="41" actId="1076"/>
      <pc:docMkLst>
        <pc:docMk/>
      </pc:docMkLst>
      <pc:sldChg chg="addSp delSp modSp mod setBg">
        <pc:chgData name="Belanger, Michel" userId="S::mic.belanger@cgi.com::9f46d9ab-1cf5-4fc6-8ef3-fcac8369d45b" providerId="AD" clId="Web-{922B1A15-3FFF-35CB-0153-8CDF4D100200}" dt="2026-05-19T17:47:13.524" v="41" actId="1076"/>
        <pc:sldMkLst>
          <pc:docMk/>
          <pc:sldMk cId="0" sldId="259"/>
        </pc:sldMkLst>
      </pc:sldChg>
    </pc:docChg>
  </pc:docChgLst>
</pc:chgInfo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10C4D6-5604-4620-918F-4E3673B1AA1F}" type="doc">
      <dgm:prSet loTypeId="urn:microsoft.com/office/officeart/2005/8/layout/cycle1" loCatId="cycle" qsTypeId="urn:microsoft.com/office/officeart/2005/8/quickstyle/simple1" qsCatId="simple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C844E047-5755-45E0-8F3A-9AF9266CE25D}">
      <dgm:prSet custT="1"/>
      <dgm:spPr/>
      <dgm:t>
        <a:bodyPr/>
        <a:lstStyle/>
        <a:p>
          <a:r>
            <a:rPr lang="fr-CA" sz="1200" b="1" dirty="0">
              <a:solidFill>
                <a:schemeClr val="accent4">
                  <a:lumMod val="75000"/>
                </a:schemeClr>
              </a:solidFill>
            </a:rPr>
            <a:t>1.</a:t>
          </a:r>
          <a:r>
            <a:rPr lang="en-US" sz="1200" b="1" dirty="0">
              <a:solidFill>
                <a:schemeClr val="accent4">
                  <a:lumMod val="75000"/>
                </a:schemeClr>
              </a:solidFill>
            </a:rPr>
            <a:t> T</a:t>
          </a:r>
          <a:r>
            <a:rPr lang="en-US" sz="1200" dirty="0">
              <a:solidFill>
                <a:schemeClr val="accent4">
                  <a:lumMod val="75000"/>
                </a:schemeClr>
              </a:solidFill>
            </a:rPr>
            <a:t>hink</a:t>
          </a:r>
          <a:r>
            <a:rPr lang="fr-CA" sz="1200" b="1" dirty="0">
              <a:solidFill>
                <a:schemeClr val="accent4">
                  <a:lumMod val="75000"/>
                </a:schemeClr>
              </a:solidFill>
            </a:rPr>
            <a:t>💡</a:t>
          </a:r>
          <a:br>
            <a:rPr lang="en-US" sz="1200" dirty="0">
              <a:solidFill>
                <a:schemeClr val="accent4">
                  <a:lumMod val="75000"/>
                </a:schemeClr>
              </a:solidFill>
            </a:rPr>
          </a:br>
          <a:r>
            <a:rPr lang="en-US" sz="1200" dirty="0">
              <a:solidFill>
                <a:schemeClr val="accent4">
                  <a:lumMod val="75000"/>
                </a:schemeClr>
              </a:solidFill>
            </a:rPr>
            <a:t>(</a:t>
          </a:r>
          <a:r>
            <a:rPr lang="fr-CA" sz="1200" noProof="0" dirty="0">
              <a:solidFill>
                <a:schemeClr val="accent4">
                  <a:lumMod val="75000"/>
                </a:schemeClr>
              </a:solidFill>
            </a:rPr>
            <a:t>définir</a:t>
          </a:r>
          <a:r>
            <a:rPr lang="en-US" sz="1200" dirty="0">
              <a:solidFill>
                <a:schemeClr val="accent4">
                  <a:lumMod val="75000"/>
                </a:schemeClr>
              </a:solidFill>
            </a:rPr>
            <a:t>)</a:t>
          </a:r>
        </a:p>
      </dgm:t>
    </dgm:pt>
    <dgm:pt modelId="{5856B200-8178-4F90-BCDD-B4B8369E5438}" type="parTrans" cxnId="{B0CC94A3-902B-4B4D-806F-67D956DEB338}">
      <dgm:prSet/>
      <dgm:spPr/>
      <dgm:t>
        <a:bodyPr/>
        <a:lstStyle/>
        <a:p>
          <a:endParaRPr lang="en-US" sz="1200">
            <a:solidFill>
              <a:schemeClr val="accent4">
                <a:lumMod val="75000"/>
              </a:schemeClr>
            </a:solidFill>
          </a:endParaRPr>
        </a:p>
      </dgm:t>
    </dgm:pt>
    <dgm:pt modelId="{8477D283-474D-4C0E-A5BE-1BBFD7F24649}" type="sibTrans" cxnId="{B0CC94A3-902B-4B4D-806F-67D956DEB338}">
      <dgm:prSet/>
      <dgm:spPr/>
      <dgm:t>
        <a:bodyPr/>
        <a:lstStyle/>
        <a:p>
          <a:endParaRPr lang="en-US" sz="1200">
            <a:solidFill>
              <a:schemeClr val="accent4">
                <a:lumMod val="75000"/>
              </a:schemeClr>
            </a:solidFill>
          </a:endParaRPr>
        </a:p>
      </dgm:t>
    </dgm:pt>
    <dgm:pt modelId="{35AE7748-4625-429E-82FF-40CF35807A18}">
      <dgm:prSet custT="1"/>
      <dgm:spPr/>
      <dgm:t>
        <a:bodyPr/>
        <a:lstStyle/>
        <a:p>
          <a:r>
            <a:rPr lang="fr-CA" sz="1200" b="1" dirty="0">
              <a:solidFill>
                <a:schemeClr val="accent4">
                  <a:lumMod val="75000"/>
                </a:schemeClr>
              </a:solidFill>
            </a:rPr>
            <a:t>2. </a:t>
          </a:r>
          <a:r>
            <a:rPr lang="en-US" sz="1200" b="1" dirty="0">
              <a:solidFill>
                <a:schemeClr val="accent4">
                  <a:lumMod val="75000"/>
                </a:schemeClr>
              </a:solidFill>
            </a:rPr>
            <a:t>O</a:t>
          </a:r>
          <a:r>
            <a:rPr lang="en-US" sz="1200" dirty="0">
              <a:solidFill>
                <a:schemeClr val="accent4">
                  <a:lumMod val="75000"/>
                </a:schemeClr>
              </a:solidFill>
            </a:rPr>
            <a:t>rganize</a:t>
          </a:r>
          <a:r>
            <a:rPr lang="fr-CA" sz="1200" b="1" dirty="0">
              <a:solidFill>
                <a:schemeClr val="accent4">
                  <a:lumMod val="75000"/>
                </a:schemeClr>
              </a:solidFill>
            </a:rPr>
            <a:t>🗃️</a:t>
          </a:r>
          <a:br>
            <a:rPr lang="en-US" sz="1200" dirty="0">
              <a:solidFill>
                <a:schemeClr val="accent4">
                  <a:lumMod val="75000"/>
                </a:schemeClr>
              </a:solidFill>
            </a:rPr>
          </a:br>
          <a:r>
            <a:rPr lang="en-US" sz="1200" dirty="0">
              <a:solidFill>
                <a:schemeClr val="accent4">
                  <a:lumMod val="75000"/>
                </a:schemeClr>
              </a:solidFill>
            </a:rPr>
            <a:t>(</a:t>
          </a:r>
          <a:r>
            <a:rPr lang="fr-CA" sz="1200" noProof="0" dirty="0">
              <a:solidFill>
                <a:schemeClr val="accent4">
                  <a:lumMod val="75000"/>
                </a:schemeClr>
              </a:solidFill>
            </a:rPr>
            <a:t>planifier</a:t>
          </a:r>
          <a:r>
            <a:rPr lang="en-US" sz="1200" dirty="0">
              <a:solidFill>
                <a:schemeClr val="accent4">
                  <a:lumMod val="75000"/>
                </a:schemeClr>
              </a:solidFill>
            </a:rPr>
            <a:t>)</a:t>
          </a:r>
        </a:p>
      </dgm:t>
    </dgm:pt>
    <dgm:pt modelId="{95FDDF31-013A-467C-929E-E81347705ABC}" type="parTrans" cxnId="{05F9687A-DC1D-4AF3-9864-9C2681471910}">
      <dgm:prSet/>
      <dgm:spPr/>
      <dgm:t>
        <a:bodyPr/>
        <a:lstStyle/>
        <a:p>
          <a:endParaRPr lang="en-US" sz="1200">
            <a:solidFill>
              <a:schemeClr val="accent4">
                <a:lumMod val="75000"/>
              </a:schemeClr>
            </a:solidFill>
          </a:endParaRPr>
        </a:p>
      </dgm:t>
    </dgm:pt>
    <dgm:pt modelId="{4B369D7B-EFEC-4FAA-8A82-25BF84A1029D}" type="sibTrans" cxnId="{05F9687A-DC1D-4AF3-9864-9C2681471910}">
      <dgm:prSet/>
      <dgm:spPr/>
      <dgm:t>
        <a:bodyPr/>
        <a:lstStyle/>
        <a:p>
          <a:endParaRPr lang="en-US" sz="1200">
            <a:solidFill>
              <a:schemeClr val="accent4">
                <a:lumMod val="75000"/>
              </a:schemeClr>
            </a:solidFill>
          </a:endParaRPr>
        </a:p>
      </dgm:t>
    </dgm:pt>
    <dgm:pt modelId="{6479B1DA-7BFD-4068-8359-D50D1AC21566}">
      <dgm:prSet custT="1"/>
      <dgm:spPr/>
      <dgm:t>
        <a:bodyPr/>
        <a:lstStyle/>
        <a:p>
          <a:r>
            <a:rPr lang="fr-CA" sz="1200" b="1" dirty="0">
              <a:solidFill>
                <a:schemeClr val="accent4">
                  <a:lumMod val="75000"/>
                </a:schemeClr>
              </a:solidFill>
            </a:rPr>
            <a:t>3. </a:t>
          </a:r>
          <a:r>
            <a:rPr lang="en-US" sz="1200" b="1" dirty="0">
              <a:solidFill>
                <a:schemeClr val="accent4">
                  <a:lumMod val="75000"/>
                </a:schemeClr>
              </a:solidFill>
            </a:rPr>
            <a:t>T</a:t>
          </a:r>
          <a:r>
            <a:rPr lang="en-US" sz="1200" dirty="0">
              <a:solidFill>
                <a:schemeClr val="accent4">
                  <a:lumMod val="75000"/>
                </a:schemeClr>
              </a:solidFill>
            </a:rPr>
            <a:t>ransform</a:t>
          </a:r>
          <a:r>
            <a:rPr lang="fr-CA" sz="1200" dirty="0">
              <a:solidFill>
                <a:schemeClr val="accent4">
                  <a:lumMod val="75000"/>
                </a:schemeClr>
              </a:solidFill>
            </a:rPr>
            <a:t>🪄</a:t>
          </a:r>
          <a:br>
            <a:rPr lang="en-US" sz="1200" dirty="0">
              <a:solidFill>
                <a:schemeClr val="accent4">
                  <a:lumMod val="75000"/>
                </a:schemeClr>
              </a:solidFill>
            </a:rPr>
          </a:br>
          <a:r>
            <a:rPr lang="en-US" sz="1200" dirty="0">
              <a:solidFill>
                <a:schemeClr val="accent4">
                  <a:lumMod val="75000"/>
                </a:schemeClr>
              </a:solidFill>
            </a:rPr>
            <a:t>(</a:t>
          </a:r>
          <a:r>
            <a:rPr lang="fr-CA" sz="1200" noProof="0" dirty="0">
              <a:solidFill>
                <a:schemeClr val="accent4">
                  <a:lumMod val="75000"/>
                </a:schemeClr>
              </a:solidFill>
            </a:rPr>
            <a:t>implémenter</a:t>
          </a:r>
          <a:r>
            <a:rPr lang="en-US" sz="1200" dirty="0">
              <a:solidFill>
                <a:schemeClr val="accent4">
                  <a:lumMod val="75000"/>
                </a:schemeClr>
              </a:solidFill>
            </a:rPr>
            <a:t>)</a:t>
          </a:r>
        </a:p>
      </dgm:t>
    </dgm:pt>
    <dgm:pt modelId="{50D2C442-1524-4225-9BFB-B15D8A748D75}" type="parTrans" cxnId="{8B1E72C0-0235-4BE7-941A-D3DCB962B3BF}">
      <dgm:prSet/>
      <dgm:spPr/>
      <dgm:t>
        <a:bodyPr/>
        <a:lstStyle/>
        <a:p>
          <a:endParaRPr lang="en-US" sz="1200">
            <a:solidFill>
              <a:schemeClr val="accent4">
                <a:lumMod val="75000"/>
              </a:schemeClr>
            </a:solidFill>
          </a:endParaRPr>
        </a:p>
      </dgm:t>
    </dgm:pt>
    <dgm:pt modelId="{49DAB644-6448-467E-9C66-742B6432A884}" type="sibTrans" cxnId="{8B1E72C0-0235-4BE7-941A-D3DCB962B3BF}">
      <dgm:prSet/>
      <dgm:spPr/>
      <dgm:t>
        <a:bodyPr/>
        <a:lstStyle/>
        <a:p>
          <a:endParaRPr lang="en-US" sz="1200">
            <a:solidFill>
              <a:schemeClr val="accent4">
                <a:lumMod val="75000"/>
              </a:schemeClr>
            </a:solidFill>
          </a:endParaRPr>
        </a:p>
      </dgm:t>
    </dgm:pt>
    <dgm:pt modelId="{25B91188-9CCF-4D2C-B730-28708CA0A529}">
      <dgm:prSet custT="1"/>
      <dgm:spPr/>
      <dgm:t>
        <a:bodyPr/>
        <a:lstStyle/>
        <a:p>
          <a:r>
            <a:rPr lang="fr-CA" sz="1200" b="1" dirty="0">
              <a:solidFill>
                <a:schemeClr val="accent4">
                  <a:lumMod val="75000"/>
                </a:schemeClr>
              </a:solidFill>
            </a:rPr>
            <a:t>4.</a:t>
          </a:r>
          <a:r>
            <a:rPr lang="en-US" sz="1200" b="1" dirty="0">
              <a:solidFill>
                <a:schemeClr val="accent4">
                  <a:lumMod val="75000"/>
                </a:schemeClr>
              </a:solidFill>
            </a:rPr>
            <a:t> A</a:t>
          </a:r>
          <a:r>
            <a:rPr lang="en-US" sz="1200" dirty="0">
              <a:solidFill>
                <a:schemeClr val="accent4">
                  <a:lumMod val="75000"/>
                </a:schemeClr>
              </a:solidFill>
            </a:rPr>
            <a:t>ccomplish</a:t>
          </a:r>
          <a:r>
            <a:rPr lang="fr-CA" sz="1200" b="1" dirty="0">
              <a:solidFill>
                <a:schemeClr val="accent4">
                  <a:lumMod val="75000"/>
                </a:schemeClr>
              </a:solidFill>
            </a:rPr>
            <a:t>✔️</a:t>
          </a:r>
          <a:br>
            <a:rPr lang="en-US" sz="1200" dirty="0">
              <a:solidFill>
                <a:schemeClr val="accent4">
                  <a:lumMod val="75000"/>
                </a:schemeClr>
              </a:solidFill>
            </a:rPr>
          </a:br>
          <a:r>
            <a:rPr lang="fr-CA" sz="1200" noProof="0" dirty="0">
              <a:solidFill>
                <a:schemeClr val="accent4">
                  <a:lumMod val="75000"/>
                </a:schemeClr>
              </a:solidFill>
            </a:rPr>
            <a:t>(diffuser, veiller &amp; mesurer)</a:t>
          </a:r>
          <a:endParaRPr lang="en-US" sz="1200" dirty="0">
            <a:solidFill>
              <a:schemeClr val="accent4">
                <a:lumMod val="75000"/>
              </a:schemeClr>
            </a:solidFill>
          </a:endParaRPr>
        </a:p>
      </dgm:t>
    </dgm:pt>
    <dgm:pt modelId="{C3F979C6-DF9B-4DF7-939F-78ADA408519A}" type="parTrans" cxnId="{F1C139E1-2A3C-45BE-8473-2276EC54D82E}">
      <dgm:prSet/>
      <dgm:spPr/>
      <dgm:t>
        <a:bodyPr/>
        <a:lstStyle/>
        <a:p>
          <a:endParaRPr lang="en-US" sz="1200">
            <a:solidFill>
              <a:schemeClr val="accent4">
                <a:lumMod val="75000"/>
              </a:schemeClr>
            </a:solidFill>
          </a:endParaRPr>
        </a:p>
      </dgm:t>
    </dgm:pt>
    <dgm:pt modelId="{DE1F4244-53A8-4289-B65C-44239894CC50}" type="sibTrans" cxnId="{F1C139E1-2A3C-45BE-8473-2276EC54D82E}">
      <dgm:prSet/>
      <dgm:spPr/>
      <dgm:t>
        <a:bodyPr/>
        <a:lstStyle/>
        <a:p>
          <a:endParaRPr lang="en-US" sz="1200">
            <a:solidFill>
              <a:schemeClr val="accent4">
                <a:lumMod val="75000"/>
              </a:schemeClr>
            </a:solidFill>
          </a:endParaRPr>
        </a:p>
      </dgm:t>
    </dgm:pt>
    <dgm:pt modelId="{F4F3C24A-9D77-4731-AFD1-7E79EA8458C1}">
      <dgm:prSet custT="1"/>
      <dgm:spPr/>
      <dgm:t>
        <a:bodyPr/>
        <a:lstStyle/>
        <a:p>
          <a:r>
            <a:rPr lang="fr-CA" sz="1200" b="1" dirty="0">
              <a:solidFill>
                <a:schemeClr val="accent4">
                  <a:lumMod val="75000"/>
                </a:schemeClr>
              </a:solidFill>
            </a:rPr>
            <a:t>5. L</a:t>
          </a:r>
          <a:r>
            <a:rPr lang="fr-CA" sz="1200" dirty="0">
              <a:solidFill>
                <a:schemeClr val="accent4">
                  <a:lumMod val="75000"/>
                </a:schemeClr>
              </a:solidFill>
            </a:rPr>
            <a:t>earn</a:t>
          </a:r>
          <a:r>
            <a:rPr lang="fr-CA" sz="1200" b="1" dirty="0">
              <a:solidFill>
                <a:schemeClr val="accent4">
                  <a:lumMod val="75000"/>
                </a:schemeClr>
              </a:solidFill>
            </a:rPr>
            <a:t>🎓</a:t>
          </a:r>
          <a:br>
            <a:rPr lang="fr-CA" sz="1200" dirty="0">
              <a:solidFill>
                <a:schemeClr val="accent4">
                  <a:lumMod val="75000"/>
                </a:schemeClr>
              </a:solidFill>
            </a:rPr>
          </a:br>
          <a:r>
            <a:rPr lang="fr-CA" sz="1200" dirty="0">
              <a:solidFill>
                <a:schemeClr val="accent4">
                  <a:lumMod val="75000"/>
                </a:schemeClr>
              </a:solidFill>
            </a:rPr>
            <a:t>(boucle d’analyse)</a:t>
          </a:r>
        </a:p>
      </dgm:t>
    </dgm:pt>
    <dgm:pt modelId="{8A63D19E-C87B-4193-A315-AB3643394D18}" type="parTrans" cxnId="{A3995D98-4247-44D9-AEEA-5D43752C839F}">
      <dgm:prSet/>
      <dgm:spPr/>
      <dgm:t>
        <a:bodyPr/>
        <a:lstStyle/>
        <a:p>
          <a:endParaRPr lang="fr-CA" sz="1200">
            <a:solidFill>
              <a:schemeClr val="accent4">
                <a:lumMod val="75000"/>
              </a:schemeClr>
            </a:solidFill>
          </a:endParaRPr>
        </a:p>
      </dgm:t>
    </dgm:pt>
    <dgm:pt modelId="{BFBEF8E3-B3AE-44FA-A5EB-9EA74BDE6DE0}" type="sibTrans" cxnId="{A3995D98-4247-44D9-AEEA-5D43752C839F}">
      <dgm:prSet/>
      <dgm:spPr/>
      <dgm:t>
        <a:bodyPr/>
        <a:lstStyle/>
        <a:p>
          <a:endParaRPr lang="fr-CA" sz="1200">
            <a:solidFill>
              <a:schemeClr val="accent4">
                <a:lumMod val="75000"/>
              </a:schemeClr>
            </a:solidFill>
          </a:endParaRPr>
        </a:p>
      </dgm:t>
    </dgm:pt>
    <dgm:pt modelId="{1D053CF1-53D8-41BC-9417-904CB15BEC7B}" type="pres">
      <dgm:prSet presAssocID="{7810C4D6-5604-4620-918F-4E3673B1AA1F}" presName="cycle" presStyleCnt="0">
        <dgm:presLayoutVars>
          <dgm:dir/>
          <dgm:resizeHandles val="exact"/>
        </dgm:presLayoutVars>
      </dgm:prSet>
      <dgm:spPr/>
    </dgm:pt>
    <dgm:pt modelId="{EFE767E5-8818-470B-A992-F85C21EC475F}" type="pres">
      <dgm:prSet presAssocID="{C844E047-5755-45E0-8F3A-9AF9266CE25D}" presName="dummy" presStyleCnt="0"/>
      <dgm:spPr/>
    </dgm:pt>
    <dgm:pt modelId="{71E786AE-20F8-41A3-B40C-7B4CE095A286}" type="pres">
      <dgm:prSet presAssocID="{C844E047-5755-45E0-8F3A-9AF9266CE25D}" presName="node" presStyleLbl="revTx" presStyleIdx="0" presStyleCnt="5" custScaleX="173333" custScaleY="42676">
        <dgm:presLayoutVars>
          <dgm:bulletEnabled val="1"/>
        </dgm:presLayoutVars>
      </dgm:prSet>
      <dgm:spPr/>
    </dgm:pt>
    <dgm:pt modelId="{7E9FEE85-266A-49F4-B062-F02AE2A2AE13}" type="pres">
      <dgm:prSet presAssocID="{8477D283-474D-4C0E-A5BE-1BBFD7F24649}" presName="sibTrans" presStyleLbl="node1" presStyleIdx="0" presStyleCnt="5"/>
      <dgm:spPr/>
    </dgm:pt>
    <dgm:pt modelId="{1A717104-069D-42B0-8C42-AC517C5E1D56}" type="pres">
      <dgm:prSet presAssocID="{35AE7748-4625-429E-82FF-40CF35807A18}" presName="dummy" presStyleCnt="0"/>
      <dgm:spPr/>
    </dgm:pt>
    <dgm:pt modelId="{379D036C-FE3B-44EF-B84C-6A9B2F69C0DB}" type="pres">
      <dgm:prSet presAssocID="{35AE7748-4625-429E-82FF-40CF35807A18}" presName="node" presStyleLbl="revTx" presStyleIdx="1" presStyleCnt="5" custScaleX="151581" custScaleY="59941">
        <dgm:presLayoutVars>
          <dgm:bulletEnabled val="1"/>
        </dgm:presLayoutVars>
      </dgm:prSet>
      <dgm:spPr/>
    </dgm:pt>
    <dgm:pt modelId="{B748C918-2882-4B71-BDC3-6EF8BDC01F94}" type="pres">
      <dgm:prSet presAssocID="{4B369D7B-EFEC-4FAA-8A82-25BF84A1029D}" presName="sibTrans" presStyleLbl="node1" presStyleIdx="1" presStyleCnt="5"/>
      <dgm:spPr/>
    </dgm:pt>
    <dgm:pt modelId="{4351B5E4-A670-4631-B25B-9FAA16BFD7AF}" type="pres">
      <dgm:prSet presAssocID="{6479B1DA-7BFD-4068-8359-D50D1AC21566}" presName="dummy" presStyleCnt="0"/>
      <dgm:spPr/>
    </dgm:pt>
    <dgm:pt modelId="{375880C4-350B-40AC-9A6A-BE2F9E6B3517}" type="pres">
      <dgm:prSet presAssocID="{6479B1DA-7BFD-4068-8359-D50D1AC21566}" presName="node" presStyleLbl="revTx" presStyleIdx="2" presStyleCnt="5" custScaleX="193547" custScaleY="70011">
        <dgm:presLayoutVars>
          <dgm:bulletEnabled val="1"/>
        </dgm:presLayoutVars>
      </dgm:prSet>
      <dgm:spPr/>
    </dgm:pt>
    <dgm:pt modelId="{F10DDA8A-2F67-4200-A0EE-2E1139F74A53}" type="pres">
      <dgm:prSet presAssocID="{49DAB644-6448-467E-9C66-742B6432A884}" presName="sibTrans" presStyleLbl="node1" presStyleIdx="2" presStyleCnt="5"/>
      <dgm:spPr/>
    </dgm:pt>
    <dgm:pt modelId="{F07752FF-645C-4AD3-B61F-D4F55BD7CEA1}" type="pres">
      <dgm:prSet presAssocID="{25B91188-9CCF-4D2C-B730-28708CA0A529}" presName="dummy" presStyleCnt="0"/>
      <dgm:spPr/>
    </dgm:pt>
    <dgm:pt modelId="{201DA5C7-19A5-4330-964E-44A6D69716D2}" type="pres">
      <dgm:prSet presAssocID="{25B91188-9CCF-4D2C-B730-28708CA0A529}" presName="node" presStyleLbl="revTx" presStyleIdx="3" presStyleCnt="5" custScaleX="199202" custScaleY="51612">
        <dgm:presLayoutVars>
          <dgm:bulletEnabled val="1"/>
        </dgm:presLayoutVars>
      </dgm:prSet>
      <dgm:spPr/>
    </dgm:pt>
    <dgm:pt modelId="{424CE3CE-F522-4B86-B10E-F3CED5782F2E}" type="pres">
      <dgm:prSet presAssocID="{DE1F4244-53A8-4289-B65C-44239894CC50}" presName="sibTrans" presStyleLbl="node1" presStyleIdx="3" presStyleCnt="5"/>
      <dgm:spPr/>
    </dgm:pt>
    <dgm:pt modelId="{CE3E3CA8-A29D-4F19-BB4C-30640F30692F}" type="pres">
      <dgm:prSet presAssocID="{F4F3C24A-9D77-4731-AFD1-7E79EA8458C1}" presName="dummy" presStyleCnt="0"/>
      <dgm:spPr/>
    </dgm:pt>
    <dgm:pt modelId="{D2B23B57-A495-4254-9705-466B6FFC4630}" type="pres">
      <dgm:prSet presAssocID="{F4F3C24A-9D77-4731-AFD1-7E79EA8458C1}" presName="node" presStyleLbl="revTx" presStyleIdx="4" presStyleCnt="5" custScaleX="186384" custScaleY="47674">
        <dgm:presLayoutVars>
          <dgm:bulletEnabled val="1"/>
        </dgm:presLayoutVars>
      </dgm:prSet>
      <dgm:spPr/>
    </dgm:pt>
    <dgm:pt modelId="{4A191386-BA10-47EF-B3AD-0E3B7B57052F}" type="pres">
      <dgm:prSet presAssocID="{BFBEF8E3-B3AE-44FA-A5EB-9EA74BDE6DE0}" presName="sibTrans" presStyleLbl="node1" presStyleIdx="4" presStyleCnt="5"/>
      <dgm:spPr/>
    </dgm:pt>
  </dgm:ptLst>
  <dgm:cxnLst>
    <dgm:cxn modelId="{30240E1D-4DBB-412B-8E23-38622A4E7E21}" type="presOf" srcId="{25B91188-9CCF-4D2C-B730-28708CA0A529}" destId="{201DA5C7-19A5-4330-964E-44A6D69716D2}" srcOrd="0" destOrd="0" presId="urn:microsoft.com/office/officeart/2005/8/layout/cycle1"/>
    <dgm:cxn modelId="{60802F21-7DE1-428D-8BFB-B830F07AF473}" type="presOf" srcId="{49DAB644-6448-467E-9C66-742B6432A884}" destId="{F10DDA8A-2F67-4200-A0EE-2E1139F74A53}" srcOrd="0" destOrd="0" presId="urn:microsoft.com/office/officeart/2005/8/layout/cycle1"/>
    <dgm:cxn modelId="{9C3CD048-2301-4DF4-89E0-631EC008C087}" type="presOf" srcId="{F4F3C24A-9D77-4731-AFD1-7E79EA8458C1}" destId="{D2B23B57-A495-4254-9705-466B6FFC4630}" srcOrd="0" destOrd="0" presId="urn:microsoft.com/office/officeart/2005/8/layout/cycle1"/>
    <dgm:cxn modelId="{BFB2414F-68A4-415E-A555-3CE6B23A94DC}" type="presOf" srcId="{7810C4D6-5604-4620-918F-4E3673B1AA1F}" destId="{1D053CF1-53D8-41BC-9417-904CB15BEC7B}" srcOrd="0" destOrd="0" presId="urn:microsoft.com/office/officeart/2005/8/layout/cycle1"/>
    <dgm:cxn modelId="{05F9687A-DC1D-4AF3-9864-9C2681471910}" srcId="{7810C4D6-5604-4620-918F-4E3673B1AA1F}" destId="{35AE7748-4625-429E-82FF-40CF35807A18}" srcOrd="1" destOrd="0" parTransId="{95FDDF31-013A-467C-929E-E81347705ABC}" sibTransId="{4B369D7B-EFEC-4FAA-8A82-25BF84A1029D}"/>
    <dgm:cxn modelId="{CCA0E995-92E5-48EC-90C9-F5F25A2A6F27}" type="presOf" srcId="{4B369D7B-EFEC-4FAA-8A82-25BF84A1029D}" destId="{B748C918-2882-4B71-BDC3-6EF8BDC01F94}" srcOrd="0" destOrd="0" presId="urn:microsoft.com/office/officeart/2005/8/layout/cycle1"/>
    <dgm:cxn modelId="{A3995D98-4247-44D9-AEEA-5D43752C839F}" srcId="{7810C4D6-5604-4620-918F-4E3673B1AA1F}" destId="{F4F3C24A-9D77-4731-AFD1-7E79EA8458C1}" srcOrd="4" destOrd="0" parTransId="{8A63D19E-C87B-4193-A315-AB3643394D18}" sibTransId="{BFBEF8E3-B3AE-44FA-A5EB-9EA74BDE6DE0}"/>
    <dgm:cxn modelId="{6220859B-F440-4368-B99A-0BACE3FB8A64}" type="presOf" srcId="{C844E047-5755-45E0-8F3A-9AF9266CE25D}" destId="{71E786AE-20F8-41A3-B40C-7B4CE095A286}" srcOrd="0" destOrd="0" presId="urn:microsoft.com/office/officeart/2005/8/layout/cycle1"/>
    <dgm:cxn modelId="{821DAC9B-3BE0-490E-A701-F537A1BF0E36}" type="presOf" srcId="{6479B1DA-7BFD-4068-8359-D50D1AC21566}" destId="{375880C4-350B-40AC-9A6A-BE2F9E6B3517}" srcOrd="0" destOrd="0" presId="urn:microsoft.com/office/officeart/2005/8/layout/cycle1"/>
    <dgm:cxn modelId="{B0CC94A3-902B-4B4D-806F-67D956DEB338}" srcId="{7810C4D6-5604-4620-918F-4E3673B1AA1F}" destId="{C844E047-5755-45E0-8F3A-9AF9266CE25D}" srcOrd="0" destOrd="0" parTransId="{5856B200-8178-4F90-BCDD-B4B8369E5438}" sibTransId="{8477D283-474D-4C0E-A5BE-1BBFD7F24649}"/>
    <dgm:cxn modelId="{319EEAA3-ABE0-4A71-95F8-241E5DC3FFE0}" type="presOf" srcId="{35AE7748-4625-429E-82FF-40CF35807A18}" destId="{379D036C-FE3B-44EF-B84C-6A9B2F69C0DB}" srcOrd="0" destOrd="0" presId="urn:microsoft.com/office/officeart/2005/8/layout/cycle1"/>
    <dgm:cxn modelId="{8B1E72C0-0235-4BE7-941A-D3DCB962B3BF}" srcId="{7810C4D6-5604-4620-918F-4E3673B1AA1F}" destId="{6479B1DA-7BFD-4068-8359-D50D1AC21566}" srcOrd="2" destOrd="0" parTransId="{50D2C442-1524-4225-9BFB-B15D8A748D75}" sibTransId="{49DAB644-6448-467E-9C66-742B6432A884}"/>
    <dgm:cxn modelId="{52ED23D4-428B-47E7-AD0A-6FBEDC840B44}" type="presOf" srcId="{DE1F4244-53A8-4289-B65C-44239894CC50}" destId="{424CE3CE-F522-4B86-B10E-F3CED5782F2E}" srcOrd="0" destOrd="0" presId="urn:microsoft.com/office/officeart/2005/8/layout/cycle1"/>
    <dgm:cxn modelId="{F1C139E1-2A3C-45BE-8473-2276EC54D82E}" srcId="{7810C4D6-5604-4620-918F-4E3673B1AA1F}" destId="{25B91188-9CCF-4D2C-B730-28708CA0A529}" srcOrd="3" destOrd="0" parTransId="{C3F979C6-DF9B-4DF7-939F-78ADA408519A}" sibTransId="{DE1F4244-53A8-4289-B65C-44239894CC50}"/>
    <dgm:cxn modelId="{F4BD19F2-01FF-44AA-B150-4AAD2FDE4D40}" type="presOf" srcId="{BFBEF8E3-B3AE-44FA-A5EB-9EA74BDE6DE0}" destId="{4A191386-BA10-47EF-B3AD-0E3B7B57052F}" srcOrd="0" destOrd="0" presId="urn:microsoft.com/office/officeart/2005/8/layout/cycle1"/>
    <dgm:cxn modelId="{EA9F9DFA-15F2-4ADD-A0D7-4E4ADA6D382A}" type="presOf" srcId="{8477D283-474D-4C0E-A5BE-1BBFD7F24649}" destId="{7E9FEE85-266A-49F4-B062-F02AE2A2AE13}" srcOrd="0" destOrd="0" presId="urn:microsoft.com/office/officeart/2005/8/layout/cycle1"/>
    <dgm:cxn modelId="{A5A1611A-3DD0-49E4-A2DC-1E3D8A132F62}" type="presParOf" srcId="{1D053CF1-53D8-41BC-9417-904CB15BEC7B}" destId="{EFE767E5-8818-470B-A992-F85C21EC475F}" srcOrd="0" destOrd="0" presId="urn:microsoft.com/office/officeart/2005/8/layout/cycle1"/>
    <dgm:cxn modelId="{E50DABAE-C048-44DF-BF51-703EA9464896}" type="presParOf" srcId="{1D053CF1-53D8-41BC-9417-904CB15BEC7B}" destId="{71E786AE-20F8-41A3-B40C-7B4CE095A286}" srcOrd="1" destOrd="0" presId="urn:microsoft.com/office/officeart/2005/8/layout/cycle1"/>
    <dgm:cxn modelId="{A55E5C92-9F64-4AC7-A60E-F314301CFCCB}" type="presParOf" srcId="{1D053CF1-53D8-41BC-9417-904CB15BEC7B}" destId="{7E9FEE85-266A-49F4-B062-F02AE2A2AE13}" srcOrd="2" destOrd="0" presId="urn:microsoft.com/office/officeart/2005/8/layout/cycle1"/>
    <dgm:cxn modelId="{9479D7D6-F37C-47DB-9C0A-F998D1D28E56}" type="presParOf" srcId="{1D053CF1-53D8-41BC-9417-904CB15BEC7B}" destId="{1A717104-069D-42B0-8C42-AC517C5E1D56}" srcOrd="3" destOrd="0" presId="urn:microsoft.com/office/officeart/2005/8/layout/cycle1"/>
    <dgm:cxn modelId="{D4FB936B-7182-4DC6-917D-6EEB9F0B97E4}" type="presParOf" srcId="{1D053CF1-53D8-41BC-9417-904CB15BEC7B}" destId="{379D036C-FE3B-44EF-B84C-6A9B2F69C0DB}" srcOrd="4" destOrd="0" presId="urn:microsoft.com/office/officeart/2005/8/layout/cycle1"/>
    <dgm:cxn modelId="{9141BC02-627A-491D-93BE-D0A4DDB63EA2}" type="presParOf" srcId="{1D053CF1-53D8-41BC-9417-904CB15BEC7B}" destId="{B748C918-2882-4B71-BDC3-6EF8BDC01F94}" srcOrd="5" destOrd="0" presId="urn:microsoft.com/office/officeart/2005/8/layout/cycle1"/>
    <dgm:cxn modelId="{20E9185B-F013-4E30-8920-BB534BA6E261}" type="presParOf" srcId="{1D053CF1-53D8-41BC-9417-904CB15BEC7B}" destId="{4351B5E4-A670-4631-B25B-9FAA16BFD7AF}" srcOrd="6" destOrd="0" presId="urn:microsoft.com/office/officeart/2005/8/layout/cycle1"/>
    <dgm:cxn modelId="{F55EDC3D-66D6-4E5F-AD1F-237379B38587}" type="presParOf" srcId="{1D053CF1-53D8-41BC-9417-904CB15BEC7B}" destId="{375880C4-350B-40AC-9A6A-BE2F9E6B3517}" srcOrd="7" destOrd="0" presId="urn:microsoft.com/office/officeart/2005/8/layout/cycle1"/>
    <dgm:cxn modelId="{34EF9AFF-5137-4B06-95CA-9E30EF2D3726}" type="presParOf" srcId="{1D053CF1-53D8-41BC-9417-904CB15BEC7B}" destId="{F10DDA8A-2F67-4200-A0EE-2E1139F74A53}" srcOrd="8" destOrd="0" presId="urn:microsoft.com/office/officeart/2005/8/layout/cycle1"/>
    <dgm:cxn modelId="{448BC4B6-AF03-44C4-BC2B-B41DE25E281E}" type="presParOf" srcId="{1D053CF1-53D8-41BC-9417-904CB15BEC7B}" destId="{F07752FF-645C-4AD3-B61F-D4F55BD7CEA1}" srcOrd="9" destOrd="0" presId="urn:microsoft.com/office/officeart/2005/8/layout/cycle1"/>
    <dgm:cxn modelId="{54EAEC44-91F6-4507-9B5F-1ADDD5017CAC}" type="presParOf" srcId="{1D053CF1-53D8-41BC-9417-904CB15BEC7B}" destId="{201DA5C7-19A5-4330-964E-44A6D69716D2}" srcOrd="10" destOrd="0" presId="urn:microsoft.com/office/officeart/2005/8/layout/cycle1"/>
    <dgm:cxn modelId="{ABC8946D-CCC3-4BF2-94D4-3ABA99AE882C}" type="presParOf" srcId="{1D053CF1-53D8-41BC-9417-904CB15BEC7B}" destId="{424CE3CE-F522-4B86-B10E-F3CED5782F2E}" srcOrd="11" destOrd="0" presId="urn:microsoft.com/office/officeart/2005/8/layout/cycle1"/>
    <dgm:cxn modelId="{4A6939BE-17DD-4B58-801E-E61745C8FEF7}" type="presParOf" srcId="{1D053CF1-53D8-41BC-9417-904CB15BEC7B}" destId="{CE3E3CA8-A29D-4F19-BB4C-30640F30692F}" srcOrd="12" destOrd="0" presId="urn:microsoft.com/office/officeart/2005/8/layout/cycle1"/>
    <dgm:cxn modelId="{C0AAB423-84A4-4B73-9044-082CAB09F7D5}" type="presParOf" srcId="{1D053CF1-53D8-41BC-9417-904CB15BEC7B}" destId="{D2B23B57-A495-4254-9705-466B6FFC4630}" srcOrd="13" destOrd="0" presId="urn:microsoft.com/office/officeart/2005/8/layout/cycle1"/>
    <dgm:cxn modelId="{324292AD-E336-419D-B00D-1F96394F9434}" type="presParOf" srcId="{1D053CF1-53D8-41BC-9417-904CB15BEC7B}" destId="{4A191386-BA10-47EF-B3AD-0E3B7B57052F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EA1100A-DCC1-488C-B90F-1FCC4C679719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3F3D4B2-2A07-4F68-BC06-CF1B7F5A85FB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4"/>
        </a:solidFill>
        <a:ln>
          <a:noFill/>
          <a:headEnd type="none" w="med" len="med"/>
          <a:tailEnd type="none" w="med" len="med"/>
        </a:ln>
      </dgm:spPr>
      <dgm:t>
        <a:bodyPr/>
        <a:lstStyle/>
        <a:p>
          <a:r>
            <a:rPr lang="en-US" dirty="0" err="1"/>
            <a:t>SENSe</a:t>
          </a:r>
          <a:endParaRPr lang="en-US" dirty="0"/>
        </a:p>
        <a:p>
          <a:r>
            <a:rPr lang="en-US" dirty="0" err="1"/>
            <a:t>FORGe</a:t>
          </a:r>
          <a:endParaRPr lang="en-US" dirty="0"/>
        </a:p>
        <a:p>
          <a:r>
            <a:rPr lang="en-US" dirty="0" err="1"/>
            <a:t>CARe</a:t>
          </a:r>
          <a:endParaRPr lang="en-US" dirty="0"/>
        </a:p>
      </dgm:t>
    </dgm:pt>
    <dgm:pt modelId="{C7FEA4AC-7CD8-43F2-99C4-DE655E9F4434}" type="parTrans" cxnId="{65F9795A-3EF6-43B1-B482-344E54900060}">
      <dgm:prSet/>
      <dgm:spPr/>
      <dgm:t>
        <a:bodyPr/>
        <a:lstStyle/>
        <a:p>
          <a:endParaRPr lang="en-US"/>
        </a:p>
      </dgm:t>
    </dgm:pt>
    <dgm:pt modelId="{790A531F-BD66-4729-962B-24D0AA5957EE}" type="sibTrans" cxnId="{65F9795A-3EF6-43B1-B482-344E54900060}">
      <dgm:prSet>
        <dgm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US"/>
        </a:p>
      </dgm:t>
    </dgm:pt>
    <dgm:pt modelId="{D0971DC2-FD22-447A-B6DC-8D44D7BBF353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4"/>
        </a:solidFill>
        <a:ln>
          <a:noFill/>
          <a:headEnd type="none" w="med" len="med"/>
          <a:tailEnd type="none" w="med" len="med"/>
        </a:ln>
      </dgm:spPr>
      <dgm:t>
        <a:bodyPr/>
        <a:lstStyle/>
        <a:p>
          <a:r>
            <a:rPr lang="fr-CA" dirty="0"/>
            <a:t>Clarifier</a:t>
          </a:r>
        </a:p>
        <a:p>
          <a:r>
            <a:rPr lang="fr-CA" dirty="0"/>
            <a:t>Assembler</a:t>
          </a:r>
        </a:p>
        <a:p>
          <a:r>
            <a:rPr lang="fr-CA" noProof="0" dirty="0"/>
            <a:t>Veiller</a:t>
          </a:r>
          <a:endParaRPr lang="en-US" dirty="0"/>
        </a:p>
      </dgm:t>
    </dgm:pt>
    <dgm:pt modelId="{EEF6956E-F3FE-44F2-B3D1-53B06CBB8946}" type="parTrans" cxnId="{B0836D0F-AE11-428C-9802-9EC4E077DE2E}">
      <dgm:prSet/>
      <dgm:spPr/>
      <dgm:t>
        <a:bodyPr/>
        <a:lstStyle/>
        <a:p>
          <a:endParaRPr lang="en-US"/>
        </a:p>
      </dgm:t>
    </dgm:pt>
    <dgm:pt modelId="{65C8FFD7-842A-466E-B5A9-9D6825E1B9E1}" type="sibTrans" cxnId="{B0836D0F-AE11-428C-9802-9EC4E077DE2E}">
      <dgm:prSet>
        <dgm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US"/>
        </a:p>
      </dgm:t>
    </dgm:pt>
    <dgm:pt modelId="{A1CB0814-2685-4359-B3BF-71568A3432A3}" type="pres">
      <dgm:prSet presAssocID="{CEA1100A-DCC1-488C-B90F-1FCC4C679719}" presName="cycle" presStyleCnt="0">
        <dgm:presLayoutVars>
          <dgm:dir/>
          <dgm:resizeHandles val="exact"/>
        </dgm:presLayoutVars>
      </dgm:prSet>
      <dgm:spPr/>
    </dgm:pt>
    <dgm:pt modelId="{9F707EA0-9B18-41DD-ADB7-65DE8A9E4350}" type="pres">
      <dgm:prSet presAssocID="{03F3D4B2-2A07-4F68-BC06-CF1B7F5A85FB}" presName="node" presStyleLbl="node1" presStyleIdx="0" presStyleCnt="2">
        <dgm:presLayoutVars>
          <dgm:bulletEnabled val="1"/>
        </dgm:presLayoutVars>
      </dgm:prSet>
      <dgm:spPr/>
    </dgm:pt>
    <dgm:pt modelId="{DB8AD858-6186-4703-A49A-8A6898600EAE}" type="pres">
      <dgm:prSet presAssocID="{03F3D4B2-2A07-4F68-BC06-CF1B7F5A85FB}" presName="spNode" presStyleCnt="0"/>
      <dgm:spPr/>
    </dgm:pt>
    <dgm:pt modelId="{DF4F1437-2308-406B-8532-30E8B443D54B}" type="pres">
      <dgm:prSet presAssocID="{790A531F-BD66-4729-962B-24D0AA5957EE}" presName="sibTrans" presStyleLbl="sibTrans1D1" presStyleIdx="0" presStyleCnt="2"/>
      <dgm:spPr/>
    </dgm:pt>
    <dgm:pt modelId="{E8F9C9C6-9172-4FFE-B143-C3E87DB47FDD}" type="pres">
      <dgm:prSet presAssocID="{D0971DC2-FD22-447A-B6DC-8D44D7BBF353}" presName="node" presStyleLbl="node1" presStyleIdx="1" presStyleCnt="2">
        <dgm:presLayoutVars>
          <dgm:bulletEnabled val="1"/>
        </dgm:presLayoutVars>
      </dgm:prSet>
      <dgm:spPr/>
    </dgm:pt>
    <dgm:pt modelId="{23D17B9D-246A-4BC3-AFE3-0A09D778E147}" type="pres">
      <dgm:prSet presAssocID="{D0971DC2-FD22-447A-B6DC-8D44D7BBF353}" presName="spNode" presStyleCnt="0"/>
      <dgm:spPr/>
    </dgm:pt>
    <dgm:pt modelId="{A4E63768-C570-493A-B971-E7A9A8042517}" type="pres">
      <dgm:prSet presAssocID="{65C8FFD7-842A-466E-B5A9-9D6825E1B9E1}" presName="sibTrans" presStyleLbl="sibTrans1D1" presStyleIdx="1" presStyleCnt="2"/>
      <dgm:spPr/>
    </dgm:pt>
  </dgm:ptLst>
  <dgm:cxnLst>
    <dgm:cxn modelId="{B0836D0F-AE11-428C-9802-9EC4E077DE2E}" srcId="{CEA1100A-DCC1-488C-B90F-1FCC4C679719}" destId="{D0971DC2-FD22-447A-B6DC-8D44D7BBF353}" srcOrd="1" destOrd="0" parTransId="{EEF6956E-F3FE-44F2-B3D1-53B06CBB8946}" sibTransId="{65C8FFD7-842A-466E-B5A9-9D6825E1B9E1}"/>
    <dgm:cxn modelId="{7933BF59-FF38-4847-8F81-B0AA6C4A0534}" type="presOf" srcId="{D0971DC2-FD22-447A-B6DC-8D44D7BBF353}" destId="{E8F9C9C6-9172-4FFE-B143-C3E87DB47FDD}" srcOrd="0" destOrd="0" presId="urn:microsoft.com/office/officeart/2005/8/layout/cycle6"/>
    <dgm:cxn modelId="{65F9795A-3EF6-43B1-B482-344E54900060}" srcId="{CEA1100A-DCC1-488C-B90F-1FCC4C679719}" destId="{03F3D4B2-2A07-4F68-BC06-CF1B7F5A85FB}" srcOrd="0" destOrd="0" parTransId="{C7FEA4AC-7CD8-43F2-99C4-DE655E9F4434}" sibTransId="{790A531F-BD66-4729-962B-24D0AA5957EE}"/>
    <dgm:cxn modelId="{A8BB4499-CAD7-4567-AC5F-9B2BB2129EA5}" type="presOf" srcId="{65C8FFD7-842A-466E-B5A9-9D6825E1B9E1}" destId="{A4E63768-C570-493A-B971-E7A9A8042517}" srcOrd="0" destOrd="0" presId="urn:microsoft.com/office/officeart/2005/8/layout/cycle6"/>
    <dgm:cxn modelId="{1085FE9A-B7B3-4A0F-9BA4-020DC461EBA4}" type="presOf" srcId="{790A531F-BD66-4729-962B-24D0AA5957EE}" destId="{DF4F1437-2308-406B-8532-30E8B443D54B}" srcOrd="0" destOrd="0" presId="urn:microsoft.com/office/officeart/2005/8/layout/cycle6"/>
    <dgm:cxn modelId="{333D81C8-36E6-47EF-AF7F-63DE3FFCC611}" type="presOf" srcId="{03F3D4B2-2A07-4F68-BC06-CF1B7F5A85FB}" destId="{9F707EA0-9B18-41DD-ADB7-65DE8A9E4350}" srcOrd="0" destOrd="0" presId="urn:microsoft.com/office/officeart/2005/8/layout/cycle6"/>
    <dgm:cxn modelId="{5DAA2AD7-9A30-41F6-B730-77B70512FF9D}" type="presOf" srcId="{CEA1100A-DCC1-488C-B90F-1FCC4C679719}" destId="{A1CB0814-2685-4359-B3BF-71568A3432A3}" srcOrd="0" destOrd="0" presId="urn:microsoft.com/office/officeart/2005/8/layout/cycle6"/>
    <dgm:cxn modelId="{F7A35001-30D7-4A4E-9D05-487302EBE814}" type="presParOf" srcId="{A1CB0814-2685-4359-B3BF-71568A3432A3}" destId="{9F707EA0-9B18-41DD-ADB7-65DE8A9E4350}" srcOrd="0" destOrd="0" presId="urn:microsoft.com/office/officeart/2005/8/layout/cycle6"/>
    <dgm:cxn modelId="{8B2D87DA-AD39-4342-A966-91716495E0CB}" type="presParOf" srcId="{A1CB0814-2685-4359-B3BF-71568A3432A3}" destId="{DB8AD858-6186-4703-A49A-8A6898600EAE}" srcOrd="1" destOrd="0" presId="urn:microsoft.com/office/officeart/2005/8/layout/cycle6"/>
    <dgm:cxn modelId="{F5AEBC10-8625-41B6-9F1E-39C0C5532BD1}" type="presParOf" srcId="{A1CB0814-2685-4359-B3BF-71568A3432A3}" destId="{DF4F1437-2308-406B-8532-30E8B443D54B}" srcOrd="2" destOrd="0" presId="urn:microsoft.com/office/officeart/2005/8/layout/cycle6"/>
    <dgm:cxn modelId="{3D9079EB-4E6D-4821-93CC-F56C497ABCE7}" type="presParOf" srcId="{A1CB0814-2685-4359-B3BF-71568A3432A3}" destId="{E8F9C9C6-9172-4FFE-B143-C3E87DB47FDD}" srcOrd="3" destOrd="0" presId="urn:microsoft.com/office/officeart/2005/8/layout/cycle6"/>
    <dgm:cxn modelId="{4EC56754-8042-42B3-AB90-15A9A79E120E}" type="presParOf" srcId="{A1CB0814-2685-4359-B3BF-71568A3432A3}" destId="{23D17B9D-246A-4BC3-AFE3-0A09D778E147}" srcOrd="4" destOrd="0" presId="urn:microsoft.com/office/officeart/2005/8/layout/cycle6"/>
    <dgm:cxn modelId="{5E835011-743A-4F4C-B3D5-9D314451EE87}" type="presParOf" srcId="{A1CB0814-2685-4359-B3BF-71568A3432A3}" destId="{A4E63768-C570-493A-B971-E7A9A8042517}" srcOrd="5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3D161A5-CCD2-4A1E-A0CF-E37D74072DF8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24333BD-1273-4143-A7AC-1A4176321E29}">
      <dgm:prSet custT="1"/>
      <dgm:spPr/>
      <dgm:t>
        <a:bodyPr/>
        <a:lstStyle/>
        <a:p>
          <a:r>
            <a:rPr lang="fr-CA" sz="2400" noProof="0" dirty="0">
              <a:solidFill>
                <a:schemeClr val="accent4">
                  <a:lumMod val="75000"/>
                </a:schemeClr>
              </a:solidFill>
            </a:rPr>
            <a:t>Apprendre</a:t>
          </a:r>
        </a:p>
      </dgm:t>
    </dgm:pt>
    <dgm:pt modelId="{C1D3725F-525A-4CC2-BAF7-4C3C1E2E820D}" type="parTrans" cxnId="{63DDB5E8-1DBB-4E5A-91F8-C1358745B836}">
      <dgm:prSet/>
      <dgm:spPr/>
      <dgm:t>
        <a:bodyPr/>
        <a:lstStyle/>
        <a:p>
          <a:endParaRPr lang="en-US" sz="2400"/>
        </a:p>
      </dgm:t>
    </dgm:pt>
    <dgm:pt modelId="{AB0F8378-3277-4707-942A-D636CD58B403}" type="sibTrans" cxnId="{63DDB5E8-1DBB-4E5A-91F8-C1358745B836}">
      <dgm:prSet/>
      <dgm:spPr/>
      <dgm:t>
        <a:bodyPr/>
        <a:lstStyle/>
        <a:p>
          <a:endParaRPr lang="en-US" sz="2400"/>
        </a:p>
      </dgm:t>
    </dgm:pt>
    <dgm:pt modelId="{3732D3F6-F443-456C-A279-6C44C85D82BA}">
      <dgm:prSet custT="1"/>
      <dgm:spPr/>
      <dgm:t>
        <a:bodyPr/>
        <a:lstStyle/>
        <a:p>
          <a:r>
            <a:rPr lang="fr-CA" sz="2400" noProof="0" dirty="0">
              <a:solidFill>
                <a:schemeClr val="accent4">
                  <a:lumMod val="75000"/>
                </a:schemeClr>
              </a:solidFill>
            </a:rPr>
            <a:t>Décider</a:t>
          </a:r>
        </a:p>
      </dgm:t>
    </dgm:pt>
    <dgm:pt modelId="{73EC2EA0-4FC8-4512-909D-E1A9494C2035}" type="parTrans" cxnId="{33B93869-3BB5-49C2-B1ED-CA34EE001FBD}">
      <dgm:prSet/>
      <dgm:spPr/>
      <dgm:t>
        <a:bodyPr/>
        <a:lstStyle/>
        <a:p>
          <a:endParaRPr lang="en-US" sz="2400"/>
        </a:p>
      </dgm:t>
    </dgm:pt>
    <dgm:pt modelId="{D61B7A83-6141-4E42-AA5C-9A7628AEB7E7}" type="sibTrans" cxnId="{33B93869-3BB5-49C2-B1ED-CA34EE001FBD}">
      <dgm:prSet/>
      <dgm:spPr/>
      <dgm:t>
        <a:bodyPr/>
        <a:lstStyle/>
        <a:p>
          <a:endParaRPr lang="en-US" sz="2400"/>
        </a:p>
      </dgm:t>
    </dgm:pt>
    <dgm:pt modelId="{B5DEBFD4-9C92-4C47-94B8-57B8431846B5}">
      <dgm:prSet custT="1"/>
      <dgm:spPr/>
      <dgm:t>
        <a:bodyPr/>
        <a:lstStyle/>
        <a:p>
          <a:r>
            <a:rPr lang="fr-CA" sz="2400" noProof="0" dirty="0">
              <a:solidFill>
                <a:schemeClr val="accent4">
                  <a:lumMod val="75000"/>
                </a:schemeClr>
              </a:solidFill>
            </a:rPr>
            <a:t>Concevoir</a:t>
          </a:r>
        </a:p>
      </dgm:t>
    </dgm:pt>
    <dgm:pt modelId="{87F1DFD7-1879-425E-B037-29C15BBC8024}" type="parTrans" cxnId="{559705D2-5DB4-4E40-B42F-3895199AE261}">
      <dgm:prSet/>
      <dgm:spPr/>
      <dgm:t>
        <a:bodyPr/>
        <a:lstStyle/>
        <a:p>
          <a:endParaRPr lang="en-US" sz="2400"/>
        </a:p>
      </dgm:t>
    </dgm:pt>
    <dgm:pt modelId="{45C7CC8C-5E5D-4182-970D-E7E6BE81A1CA}" type="sibTrans" cxnId="{559705D2-5DB4-4E40-B42F-3895199AE261}">
      <dgm:prSet/>
      <dgm:spPr/>
      <dgm:t>
        <a:bodyPr/>
        <a:lstStyle/>
        <a:p>
          <a:endParaRPr lang="en-US" sz="2400"/>
        </a:p>
      </dgm:t>
    </dgm:pt>
    <dgm:pt modelId="{E022D137-F457-4E79-B2FC-2DCDB32C2B35}">
      <dgm:prSet custT="1"/>
      <dgm:spPr/>
      <dgm:t>
        <a:bodyPr/>
        <a:lstStyle/>
        <a:p>
          <a:r>
            <a:rPr lang="fr-CA" sz="2400" noProof="0" dirty="0">
              <a:solidFill>
                <a:schemeClr val="accent4">
                  <a:lumMod val="75000"/>
                </a:schemeClr>
              </a:solidFill>
            </a:rPr>
            <a:t>Spécifier (</a:t>
          </a:r>
          <a:r>
            <a:rPr lang="fr-CA" sz="2400" dirty="0">
              <a:solidFill>
                <a:schemeClr val="accent4">
                  <a:lumMod val="75000"/>
                </a:schemeClr>
              </a:solidFill>
            </a:rPr>
            <a:t>exécutables/testables)</a:t>
          </a:r>
          <a:endParaRPr lang="fr-CA" sz="2400" noProof="0" dirty="0">
            <a:solidFill>
              <a:schemeClr val="accent4">
                <a:lumMod val="75000"/>
              </a:schemeClr>
            </a:solidFill>
          </a:endParaRPr>
        </a:p>
      </dgm:t>
    </dgm:pt>
    <dgm:pt modelId="{7579ADF7-EE1B-4424-8149-ED979ABD523A}" type="parTrans" cxnId="{B0296CDB-33A1-4E3A-ABA7-10BF65C5758A}">
      <dgm:prSet/>
      <dgm:spPr/>
      <dgm:t>
        <a:bodyPr/>
        <a:lstStyle/>
        <a:p>
          <a:endParaRPr lang="en-US" sz="2400"/>
        </a:p>
      </dgm:t>
    </dgm:pt>
    <dgm:pt modelId="{E3B118DE-469C-40D9-88BC-BB005D1920EE}" type="sibTrans" cxnId="{B0296CDB-33A1-4E3A-ABA7-10BF65C5758A}">
      <dgm:prSet/>
      <dgm:spPr/>
      <dgm:t>
        <a:bodyPr/>
        <a:lstStyle/>
        <a:p>
          <a:endParaRPr lang="en-US" sz="2400"/>
        </a:p>
      </dgm:t>
    </dgm:pt>
    <dgm:pt modelId="{0A434BD2-7A98-4DC6-BD49-276F005E7D15}">
      <dgm:prSet custT="1"/>
      <dgm:spPr/>
      <dgm:t>
        <a:bodyPr/>
        <a:lstStyle/>
        <a:p>
          <a:r>
            <a:rPr lang="fr-CA" sz="2400" noProof="0" dirty="0">
              <a:solidFill>
                <a:schemeClr val="accent4">
                  <a:lumMod val="75000"/>
                </a:schemeClr>
              </a:solidFill>
            </a:rPr>
            <a:t>Valider</a:t>
          </a:r>
        </a:p>
      </dgm:t>
    </dgm:pt>
    <dgm:pt modelId="{A7683D64-43BC-4408-AB77-3CFBC2C8203F}" type="parTrans" cxnId="{F770B415-6239-4B61-8E21-60EEC2EBB176}">
      <dgm:prSet/>
      <dgm:spPr/>
      <dgm:t>
        <a:bodyPr/>
        <a:lstStyle/>
        <a:p>
          <a:endParaRPr lang="en-US" sz="2400"/>
        </a:p>
      </dgm:t>
    </dgm:pt>
    <dgm:pt modelId="{95E90E02-1679-492A-B7BC-8961F6826C1D}" type="sibTrans" cxnId="{F770B415-6239-4B61-8E21-60EEC2EBB176}">
      <dgm:prSet/>
      <dgm:spPr/>
      <dgm:t>
        <a:bodyPr/>
        <a:lstStyle/>
        <a:p>
          <a:endParaRPr lang="en-US" sz="2400"/>
        </a:p>
      </dgm:t>
    </dgm:pt>
    <dgm:pt modelId="{D6409686-E6F8-4384-BB1B-7A905ABA5016}">
      <dgm:prSet custT="1"/>
      <dgm:spPr/>
      <dgm:t>
        <a:bodyPr/>
        <a:lstStyle/>
        <a:p>
          <a:r>
            <a:rPr lang="fr-CA" sz="2400" noProof="0" dirty="0">
              <a:solidFill>
                <a:schemeClr val="accent4">
                  <a:lumMod val="75000"/>
                </a:schemeClr>
              </a:solidFill>
            </a:rPr>
            <a:t>Prioriser</a:t>
          </a:r>
        </a:p>
      </dgm:t>
    </dgm:pt>
    <dgm:pt modelId="{F1E68BDE-C2D5-4AC1-9A60-CBE83409D027}" type="parTrans" cxnId="{DE705D5A-0E87-4C52-9168-6EBF42D3FCE5}">
      <dgm:prSet/>
      <dgm:spPr/>
      <dgm:t>
        <a:bodyPr/>
        <a:lstStyle/>
        <a:p>
          <a:endParaRPr lang="en-US" sz="2400"/>
        </a:p>
      </dgm:t>
    </dgm:pt>
    <dgm:pt modelId="{92B2DE0A-D235-48A5-BDE2-408774ACD09D}" type="sibTrans" cxnId="{DE705D5A-0E87-4C52-9168-6EBF42D3FCE5}">
      <dgm:prSet/>
      <dgm:spPr/>
      <dgm:t>
        <a:bodyPr/>
        <a:lstStyle/>
        <a:p>
          <a:endParaRPr lang="en-US" sz="2400"/>
        </a:p>
      </dgm:t>
    </dgm:pt>
    <dgm:pt modelId="{823B0729-66D2-4675-95E2-FAF465D4CCFA}" type="pres">
      <dgm:prSet presAssocID="{03D161A5-CCD2-4A1E-A0CF-E37D74072DF8}" presName="vert0" presStyleCnt="0">
        <dgm:presLayoutVars>
          <dgm:dir/>
          <dgm:animOne val="branch"/>
          <dgm:animLvl val="lvl"/>
        </dgm:presLayoutVars>
      </dgm:prSet>
      <dgm:spPr/>
    </dgm:pt>
    <dgm:pt modelId="{A8F3A281-45B0-480E-86AF-8867B6D5D524}" type="pres">
      <dgm:prSet presAssocID="{D24333BD-1273-4143-A7AC-1A4176321E29}" presName="thickLine" presStyleLbl="alignNode1" presStyleIdx="0" presStyleCnt="6"/>
      <dgm:spPr/>
    </dgm:pt>
    <dgm:pt modelId="{07685521-D93B-40E3-A4C6-C7D4B98F647A}" type="pres">
      <dgm:prSet presAssocID="{D24333BD-1273-4143-A7AC-1A4176321E29}" presName="horz1" presStyleCnt="0"/>
      <dgm:spPr/>
    </dgm:pt>
    <dgm:pt modelId="{6A847661-24B2-4253-B41B-D3BCB8370865}" type="pres">
      <dgm:prSet presAssocID="{D24333BD-1273-4143-A7AC-1A4176321E29}" presName="tx1" presStyleLbl="revTx" presStyleIdx="0" presStyleCnt="6"/>
      <dgm:spPr/>
    </dgm:pt>
    <dgm:pt modelId="{3298FF41-98B6-4575-84CD-DB1BFEDCC37E}" type="pres">
      <dgm:prSet presAssocID="{D24333BD-1273-4143-A7AC-1A4176321E29}" presName="vert1" presStyleCnt="0"/>
      <dgm:spPr/>
    </dgm:pt>
    <dgm:pt modelId="{9AEA0CDD-2454-47AF-8EAB-72D6AFAC9C14}" type="pres">
      <dgm:prSet presAssocID="{3732D3F6-F443-456C-A279-6C44C85D82BA}" presName="thickLine" presStyleLbl="alignNode1" presStyleIdx="1" presStyleCnt="6"/>
      <dgm:spPr/>
    </dgm:pt>
    <dgm:pt modelId="{6691391A-21BC-40A6-9CA7-AEC440108D4B}" type="pres">
      <dgm:prSet presAssocID="{3732D3F6-F443-456C-A279-6C44C85D82BA}" presName="horz1" presStyleCnt="0"/>
      <dgm:spPr/>
    </dgm:pt>
    <dgm:pt modelId="{385A78E9-5F9E-4CAD-B819-25302B876C31}" type="pres">
      <dgm:prSet presAssocID="{3732D3F6-F443-456C-A279-6C44C85D82BA}" presName="tx1" presStyleLbl="revTx" presStyleIdx="1" presStyleCnt="6"/>
      <dgm:spPr/>
    </dgm:pt>
    <dgm:pt modelId="{E5A948E1-651C-4D46-958D-93B83379EF63}" type="pres">
      <dgm:prSet presAssocID="{3732D3F6-F443-456C-A279-6C44C85D82BA}" presName="vert1" presStyleCnt="0"/>
      <dgm:spPr/>
    </dgm:pt>
    <dgm:pt modelId="{C13FD40A-6678-4BFA-9C67-3EB0088FEF4D}" type="pres">
      <dgm:prSet presAssocID="{B5DEBFD4-9C92-4C47-94B8-57B8431846B5}" presName="thickLine" presStyleLbl="alignNode1" presStyleIdx="2" presStyleCnt="6"/>
      <dgm:spPr/>
    </dgm:pt>
    <dgm:pt modelId="{A5A860EA-3B88-4099-8328-ADFAD2CD06B7}" type="pres">
      <dgm:prSet presAssocID="{B5DEBFD4-9C92-4C47-94B8-57B8431846B5}" presName="horz1" presStyleCnt="0"/>
      <dgm:spPr/>
    </dgm:pt>
    <dgm:pt modelId="{BEB15E5A-1BD2-43E4-9E4B-17CA17F10A0A}" type="pres">
      <dgm:prSet presAssocID="{B5DEBFD4-9C92-4C47-94B8-57B8431846B5}" presName="tx1" presStyleLbl="revTx" presStyleIdx="2" presStyleCnt="6"/>
      <dgm:spPr/>
    </dgm:pt>
    <dgm:pt modelId="{2690BA5F-F32E-4261-AADD-0AD861ED28D0}" type="pres">
      <dgm:prSet presAssocID="{B5DEBFD4-9C92-4C47-94B8-57B8431846B5}" presName="vert1" presStyleCnt="0"/>
      <dgm:spPr/>
    </dgm:pt>
    <dgm:pt modelId="{8658278C-65B1-4A9E-8352-834D46B1055B}" type="pres">
      <dgm:prSet presAssocID="{E022D137-F457-4E79-B2FC-2DCDB32C2B35}" presName="thickLine" presStyleLbl="alignNode1" presStyleIdx="3" presStyleCnt="6"/>
      <dgm:spPr/>
    </dgm:pt>
    <dgm:pt modelId="{66744EEF-172F-4532-B15C-9B5A4AC6577E}" type="pres">
      <dgm:prSet presAssocID="{E022D137-F457-4E79-B2FC-2DCDB32C2B35}" presName="horz1" presStyleCnt="0"/>
      <dgm:spPr/>
    </dgm:pt>
    <dgm:pt modelId="{46FB4275-DE06-4D52-99E5-5E6419936EAF}" type="pres">
      <dgm:prSet presAssocID="{E022D137-F457-4E79-B2FC-2DCDB32C2B35}" presName="tx1" presStyleLbl="revTx" presStyleIdx="3" presStyleCnt="6"/>
      <dgm:spPr/>
    </dgm:pt>
    <dgm:pt modelId="{01427B56-9A5B-47AC-AFBF-2A8388A13EB5}" type="pres">
      <dgm:prSet presAssocID="{E022D137-F457-4E79-B2FC-2DCDB32C2B35}" presName="vert1" presStyleCnt="0"/>
      <dgm:spPr/>
    </dgm:pt>
    <dgm:pt modelId="{DEFB32D5-7443-4FDE-85A9-316DA5E1918B}" type="pres">
      <dgm:prSet presAssocID="{0A434BD2-7A98-4DC6-BD49-276F005E7D15}" presName="thickLine" presStyleLbl="alignNode1" presStyleIdx="4" presStyleCnt="6"/>
      <dgm:spPr/>
    </dgm:pt>
    <dgm:pt modelId="{98B89450-FC61-47C5-A8F2-0C8C29C8A46F}" type="pres">
      <dgm:prSet presAssocID="{0A434BD2-7A98-4DC6-BD49-276F005E7D15}" presName="horz1" presStyleCnt="0"/>
      <dgm:spPr/>
    </dgm:pt>
    <dgm:pt modelId="{4C51046F-4F65-4C60-8608-58BD4F2A994B}" type="pres">
      <dgm:prSet presAssocID="{0A434BD2-7A98-4DC6-BD49-276F005E7D15}" presName="tx1" presStyleLbl="revTx" presStyleIdx="4" presStyleCnt="6"/>
      <dgm:spPr/>
    </dgm:pt>
    <dgm:pt modelId="{A40F3F5C-23DA-41A8-88D4-9666A5B3A677}" type="pres">
      <dgm:prSet presAssocID="{0A434BD2-7A98-4DC6-BD49-276F005E7D15}" presName="vert1" presStyleCnt="0"/>
      <dgm:spPr/>
    </dgm:pt>
    <dgm:pt modelId="{A5DED139-FA1A-4A12-B8E1-9CE4F7AA5A55}" type="pres">
      <dgm:prSet presAssocID="{D6409686-E6F8-4384-BB1B-7A905ABA5016}" presName="thickLine" presStyleLbl="alignNode1" presStyleIdx="5" presStyleCnt="6"/>
      <dgm:spPr/>
    </dgm:pt>
    <dgm:pt modelId="{4FE24EC4-7F3A-418D-8D10-72260456E0B4}" type="pres">
      <dgm:prSet presAssocID="{D6409686-E6F8-4384-BB1B-7A905ABA5016}" presName="horz1" presStyleCnt="0"/>
      <dgm:spPr/>
    </dgm:pt>
    <dgm:pt modelId="{937E4394-D2F3-4972-ACF4-55D2E0FCD9AF}" type="pres">
      <dgm:prSet presAssocID="{D6409686-E6F8-4384-BB1B-7A905ABA5016}" presName="tx1" presStyleLbl="revTx" presStyleIdx="5" presStyleCnt="6"/>
      <dgm:spPr/>
    </dgm:pt>
    <dgm:pt modelId="{282F569D-2814-4DAF-A174-D4A1366882AA}" type="pres">
      <dgm:prSet presAssocID="{D6409686-E6F8-4384-BB1B-7A905ABA5016}" presName="vert1" presStyleCnt="0"/>
      <dgm:spPr/>
    </dgm:pt>
  </dgm:ptLst>
  <dgm:cxnLst>
    <dgm:cxn modelId="{CBC9D305-57A0-489B-9AB4-AB7EAE527A0F}" type="presOf" srcId="{03D161A5-CCD2-4A1E-A0CF-E37D74072DF8}" destId="{823B0729-66D2-4675-95E2-FAF465D4CCFA}" srcOrd="0" destOrd="0" presId="urn:microsoft.com/office/officeart/2008/layout/LinedList"/>
    <dgm:cxn modelId="{36CECC08-2EDC-454C-8EED-50D75A0B66E2}" type="presOf" srcId="{B5DEBFD4-9C92-4C47-94B8-57B8431846B5}" destId="{BEB15E5A-1BD2-43E4-9E4B-17CA17F10A0A}" srcOrd="0" destOrd="0" presId="urn:microsoft.com/office/officeart/2008/layout/LinedList"/>
    <dgm:cxn modelId="{F770B415-6239-4B61-8E21-60EEC2EBB176}" srcId="{03D161A5-CCD2-4A1E-A0CF-E37D74072DF8}" destId="{0A434BD2-7A98-4DC6-BD49-276F005E7D15}" srcOrd="4" destOrd="0" parTransId="{A7683D64-43BC-4408-AB77-3CFBC2C8203F}" sibTransId="{95E90E02-1679-492A-B7BC-8961F6826C1D}"/>
    <dgm:cxn modelId="{0594A719-319B-421F-A293-3F6DBC32C807}" type="presOf" srcId="{D24333BD-1273-4143-A7AC-1A4176321E29}" destId="{6A847661-24B2-4253-B41B-D3BCB8370865}" srcOrd="0" destOrd="0" presId="urn:microsoft.com/office/officeart/2008/layout/LinedList"/>
    <dgm:cxn modelId="{33B93869-3BB5-49C2-B1ED-CA34EE001FBD}" srcId="{03D161A5-CCD2-4A1E-A0CF-E37D74072DF8}" destId="{3732D3F6-F443-456C-A279-6C44C85D82BA}" srcOrd="1" destOrd="0" parTransId="{73EC2EA0-4FC8-4512-909D-E1A9494C2035}" sibTransId="{D61B7A83-6141-4E42-AA5C-9A7628AEB7E7}"/>
    <dgm:cxn modelId="{DE705D5A-0E87-4C52-9168-6EBF42D3FCE5}" srcId="{03D161A5-CCD2-4A1E-A0CF-E37D74072DF8}" destId="{D6409686-E6F8-4384-BB1B-7A905ABA5016}" srcOrd="5" destOrd="0" parTransId="{F1E68BDE-C2D5-4AC1-9A60-CBE83409D027}" sibTransId="{92B2DE0A-D235-48A5-BDE2-408774ACD09D}"/>
    <dgm:cxn modelId="{9586E983-9857-49BB-B739-433F121CE6E1}" type="presOf" srcId="{3732D3F6-F443-456C-A279-6C44C85D82BA}" destId="{385A78E9-5F9E-4CAD-B819-25302B876C31}" srcOrd="0" destOrd="0" presId="urn:microsoft.com/office/officeart/2008/layout/LinedList"/>
    <dgm:cxn modelId="{CAAC1490-6276-466B-8B1B-7C5F4CBAA7EE}" type="presOf" srcId="{0A434BD2-7A98-4DC6-BD49-276F005E7D15}" destId="{4C51046F-4F65-4C60-8608-58BD4F2A994B}" srcOrd="0" destOrd="0" presId="urn:microsoft.com/office/officeart/2008/layout/LinedList"/>
    <dgm:cxn modelId="{AAB50DD0-2116-433E-8498-35FD0472472A}" type="presOf" srcId="{E022D137-F457-4E79-B2FC-2DCDB32C2B35}" destId="{46FB4275-DE06-4D52-99E5-5E6419936EAF}" srcOrd="0" destOrd="0" presId="urn:microsoft.com/office/officeart/2008/layout/LinedList"/>
    <dgm:cxn modelId="{559705D2-5DB4-4E40-B42F-3895199AE261}" srcId="{03D161A5-CCD2-4A1E-A0CF-E37D74072DF8}" destId="{B5DEBFD4-9C92-4C47-94B8-57B8431846B5}" srcOrd="2" destOrd="0" parTransId="{87F1DFD7-1879-425E-B037-29C15BBC8024}" sibTransId="{45C7CC8C-5E5D-4182-970D-E7E6BE81A1CA}"/>
    <dgm:cxn modelId="{B0296CDB-33A1-4E3A-ABA7-10BF65C5758A}" srcId="{03D161A5-CCD2-4A1E-A0CF-E37D74072DF8}" destId="{E022D137-F457-4E79-B2FC-2DCDB32C2B35}" srcOrd="3" destOrd="0" parTransId="{7579ADF7-EE1B-4424-8149-ED979ABD523A}" sibTransId="{E3B118DE-469C-40D9-88BC-BB005D1920EE}"/>
    <dgm:cxn modelId="{E18AA4E1-1497-4523-BAAC-11EA4F590EF3}" type="presOf" srcId="{D6409686-E6F8-4384-BB1B-7A905ABA5016}" destId="{937E4394-D2F3-4972-ACF4-55D2E0FCD9AF}" srcOrd="0" destOrd="0" presId="urn:microsoft.com/office/officeart/2008/layout/LinedList"/>
    <dgm:cxn modelId="{63DDB5E8-1DBB-4E5A-91F8-C1358745B836}" srcId="{03D161A5-CCD2-4A1E-A0CF-E37D74072DF8}" destId="{D24333BD-1273-4143-A7AC-1A4176321E29}" srcOrd="0" destOrd="0" parTransId="{C1D3725F-525A-4CC2-BAF7-4C3C1E2E820D}" sibTransId="{AB0F8378-3277-4707-942A-D636CD58B403}"/>
    <dgm:cxn modelId="{E9DCBE93-182B-4F6A-8E61-34ECE6784EE5}" type="presParOf" srcId="{823B0729-66D2-4675-95E2-FAF465D4CCFA}" destId="{A8F3A281-45B0-480E-86AF-8867B6D5D524}" srcOrd="0" destOrd="0" presId="urn:microsoft.com/office/officeart/2008/layout/LinedList"/>
    <dgm:cxn modelId="{C0CDEFA3-78A7-417B-B7F1-0D331A19B508}" type="presParOf" srcId="{823B0729-66D2-4675-95E2-FAF465D4CCFA}" destId="{07685521-D93B-40E3-A4C6-C7D4B98F647A}" srcOrd="1" destOrd="0" presId="urn:microsoft.com/office/officeart/2008/layout/LinedList"/>
    <dgm:cxn modelId="{1197D8F9-378E-4EA2-9C79-B61428D40020}" type="presParOf" srcId="{07685521-D93B-40E3-A4C6-C7D4B98F647A}" destId="{6A847661-24B2-4253-B41B-D3BCB8370865}" srcOrd="0" destOrd="0" presId="urn:microsoft.com/office/officeart/2008/layout/LinedList"/>
    <dgm:cxn modelId="{79895CC1-60D9-4F4E-AE88-60D69A454DF1}" type="presParOf" srcId="{07685521-D93B-40E3-A4C6-C7D4B98F647A}" destId="{3298FF41-98B6-4575-84CD-DB1BFEDCC37E}" srcOrd="1" destOrd="0" presId="urn:microsoft.com/office/officeart/2008/layout/LinedList"/>
    <dgm:cxn modelId="{5FC5C46A-E182-40CA-A03B-0F971D14DE3D}" type="presParOf" srcId="{823B0729-66D2-4675-95E2-FAF465D4CCFA}" destId="{9AEA0CDD-2454-47AF-8EAB-72D6AFAC9C14}" srcOrd="2" destOrd="0" presId="urn:microsoft.com/office/officeart/2008/layout/LinedList"/>
    <dgm:cxn modelId="{358AF970-2793-4AF2-8C53-BB4933CC5B88}" type="presParOf" srcId="{823B0729-66D2-4675-95E2-FAF465D4CCFA}" destId="{6691391A-21BC-40A6-9CA7-AEC440108D4B}" srcOrd="3" destOrd="0" presId="urn:microsoft.com/office/officeart/2008/layout/LinedList"/>
    <dgm:cxn modelId="{5D46E303-E607-4136-B120-4FC827A5C441}" type="presParOf" srcId="{6691391A-21BC-40A6-9CA7-AEC440108D4B}" destId="{385A78E9-5F9E-4CAD-B819-25302B876C31}" srcOrd="0" destOrd="0" presId="urn:microsoft.com/office/officeart/2008/layout/LinedList"/>
    <dgm:cxn modelId="{32EC31A5-BB61-416B-B38F-D0443502A503}" type="presParOf" srcId="{6691391A-21BC-40A6-9CA7-AEC440108D4B}" destId="{E5A948E1-651C-4D46-958D-93B83379EF63}" srcOrd="1" destOrd="0" presId="urn:microsoft.com/office/officeart/2008/layout/LinedList"/>
    <dgm:cxn modelId="{9F231086-19C3-4B63-9275-3492797CF335}" type="presParOf" srcId="{823B0729-66D2-4675-95E2-FAF465D4CCFA}" destId="{C13FD40A-6678-4BFA-9C67-3EB0088FEF4D}" srcOrd="4" destOrd="0" presId="urn:microsoft.com/office/officeart/2008/layout/LinedList"/>
    <dgm:cxn modelId="{3EB2942C-864C-4735-8622-74FB1664A2F3}" type="presParOf" srcId="{823B0729-66D2-4675-95E2-FAF465D4CCFA}" destId="{A5A860EA-3B88-4099-8328-ADFAD2CD06B7}" srcOrd="5" destOrd="0" presId="urn:microsoft.com/office/officeart/2008/layout/LinedList"/>
    <dgm:cxn modelId="{0E7EC76C-18B0-47C6-AD10-B2FD565BE0D5}" type="presParOf" srcId="{A5A860EA-3B88-4099-8328-ADFAD2CD06B7}" destId="{BEB15E5A-1BD2-43E4-9E4B-17CA17F10A0A}" srcOrd="0" destOrd="0" presId="urn:microsoft.com/office/officeart/2008/layout/LinedList"/>
    <dgm:cxn modelId="{9734B9A2-BACB-4B21-83D5-FA711FA70578}" type="presParOf" srcId="{A5A860EA-3B88-4099-8328-ADFAD2CD06B7}" destId="{2690BA5F-F32E-4261-AADD-0AD861ED28D0}" srcOrd="1" destOrd="0" presId="urn:microsoft.com/office/officeart/2008/layout/LinedList"/>
    <dgm:cxn modelId="{DE80E07C-9C60-4DE2-B595-FF1831EE297A}" type="presParOf" srcId="{823B0729-66D2-4675-95E2-FAF465D4CCFA}" destId="{8658278C-65B1-4A9E-8352-834D46B1055B}" srcOrd="6" destOrd="0" presId="urn:microsoft.com/office/officeart/2008/layout/LinedList"/>
    <dgm:cxn modelId="{EFE22B32-BD48-41A6-9059-C4FE0CC81A42}" type="presParOf" srcId="{823B0729-66D2-4675-95E2-FAF465D4CCFA}" destId="{66744EEF-172F-4532-B15C-9B5A4AC6577E}" srcOrd="7" destOrd="0" presId="urn:microsoft.com/office/officeart/2008/layout/LinedList"/>
    <dgm:cxn modelId="{B22E750F-D5EE-463D-AB75-7482BB9A49E6}" type="presParOf" srcId="{66744EEF-172F-4532-B15C-9B5A4AC6577E}" destId="{46FB4275-DE06-4D52-99E5-5E6419936EAF}" srcOrd="0" destOrd="0" presId="urn:microsoft.com/office/officeart/2008/layout/LinedList"/>
    <dgm:cxn modelId="{62959812-A97B-4146-9FF8-69D33878E065}" type="presParOf" srcId="{66744EEF-172F-4532-B15C-9B5A4AC6577E}" destId="{01427B56-9A5B-47AC-AFBF-2A8388A13EB5}" srcOrd="1" destOrd="0" presId="urn:microsoft.com/office/officeart/2008/layout/LinedList"/>
    <dgm:cxn modelId="{5437B4A0-236D-48D0-AE97-AC676212EDD4}" type="presParOf" srcId="{823B0729-66D2-4675-95E2-FAF465D4CCFA}" destId="{DEFB32D5-7443-4FDE-85A9-316DA5E1918B}" srcOrd="8" destOrd="0" presId="urn:microsoft.com/office/officeart/2008/layout/LinedList"/>
    <dgm:cxn modelId="{0A746C3F-1402-4831-B0D7-001A7D352CE9}" type="presParOf" srcId="{823B0729-66D2-4675-95E2-FAF465D4CCFA}" destId="{98B89450-FC61-47C5-A8F2-0C8C29C8A46F}" srcOrd="9" destOrd="0" presId="urn:microsoft.com/office/officeart/2008/layout/LinedList"/>
    <dgm:cxn modelId="{2EF97EF5-77B9-4A76-8FE4-6098D13121AD}" type="presParOf" srcId="{98B89450-FC61-47C5-A8F2-0C8C29C8A46F}" destId="{4C51046F-4F65-4C60-8608-58BD4F2A994B}" srcOrd="0" destOrd="0" presId="urn:microsoft.com/office/officeart/2008/layout/LinedList"/>
    <dgm:cxn modelId="{858AE3FC-E44A-424A-8256-F302C54981A4}" type="presParOf" srcId="{98B89450-FC61-47C5-A8F2-0C8C29C8A46F}" destId="{A40F3F5C-23DA-41A8-88D4-9666A5B3A677}" srcOrd="1" destOrd="0" presId="urn:microsoft.com/office/officeart/2008/layout/LinedList"/>
    <dgm:cxn modelId="{09416483-501B-4F25-A68A-1AB248AE6182}" type="presParOf" srcId="{823B0729-66D2-4675-95E2-FAF465D4CCFA}" destId="{A5DED139-FA1A-4A12-B8E1-9CE4F7AA5A55}" srcOrd="10" destOrd="0" presId="urn:microsoft.com/office/officeart/2008/layout/LinedList"/>
    <dgm:cxn modelId="{3E919C20-1519-4F3D-A276-539FFECE6A8B}" type="presParOf" srcId="{823B0729-66D2-4675-95E2-FAF465D4CCFA}" destId="{4FE24EC4-7F3A-418D-8D10-72260456E0B4}" srcOrd="11" destOrd="0" presId="urn:microsoft.com/office/officeart/2008/layout/LinedList"/>
    <dgm:cxn modelId="{E00F8CC2-7CBA-4406-9932-36A9C03FA931}" type="presParOf" srcId="{4FE24EC4-7F3A-418D-8D10-72260456E0B4}" destId="{937E4394-D2F3-4972-ACF4-55D2E0FCD9AF}" srcOrd="0" destOrd="0" presId="urn:microsoft.com/office/officeart/2008/layout/LinedList"/>
    <dgm:cxn modelId="{01B20E48-404C-4B60-B863-C0441F0875FE}" type="presParOf" srcId="{4FE24EC4-7F3A-418D-8D10-72260456E0B4}" destId="{282F569D-2814-4DAF-A174-D4A1366882A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FF84BC0-DCB4-4ACF-A1B5-FA4149A76D15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079185E-9EEA-4110-B37A-F6B972E57693}">
      <dgm:prSet custT="1"/>
      <dgm:spPr/>
      <dgm:t>
        <a:bodyPr/>
        <a:lstStyle/>
        <a:p>
          <a:r>
            <a:rPr lang="fr-CA" sz="2400" noProof="0" dirty="0">
              <a:solidFill>
                <a:schemeClr val="accent4">
                  <a:lumMod val="75000"/>
                </a:schemeClr>
              </a:solidFill>
            </a:rPr>
            <a:t>Planifier</a:t>
          </a:r>
        </a:p>
      </dgm:t>
    </dgm:pt>
    <dgm:pt modelId="{3520409D-00FD-4C90-A329-16EFAD2CD81A}" type="parTrans" cxnId="{17A238BD-6FCB-4D9E-9F22-4A8D9A460617}">
      <dgm:prSet/>
      <dgm:spPr/>
      <dgm:t>
        <a:bodyPr/>
        <a:lstStyle/>
        <a:p>
          <a:endParaRPr lang="en-US" sz="2400"/>
        </a:p>
      </dgm:t>
    </dgm:pt>
    <dgm:pt modelId="{DED9C222-D5C5-4B1E-83EA-D4DF19FC928E}" type="sibTrans" cxnId="{17A238BD-6FCB-4D9E-9F22-4A8D9A460617}">
      <dgm:prSet/>
      <dgm:spPr/>
      <dgm:t>
        <a:bodyPr/>
        <a:lstStyle/>
        <a:p>
          <a:endParaRPr lang="en-US" sz="2400"/>
        </a:p>
      </dgm:t>
    </dgm:pt>
    <dgm:pt modelId="{4AEC22B4-96B2-4274-A4F0-51DED8A4EABB}">
      <dgm:prSet custT="1"/>
      <dgm:spPr/>
      <dgm:t>
        <a:bodyPr/>
        <a:lstStyle/>
        <a:p>
          <a:r>
            <a:rPr lang="fr-CA" sz="2400" noProof="0" dirty="0">
              <a:solidFill>
                <a:schemeClr val="accent4">
                  <a:lumMod val="75000"/>
                </a:schemeClr>
              </a:solidFill>
            </a:rPr>
            <a:t>Construire</a:t>
          </a:r>
        </a:p>
      </dgm:t>
    </dgm:pt>
    <dgm:pt modelId="{C468300B-A75D-4580-9720-78D949C39E2A}" type="parTrans" cxnId="{EB0B8BB7-0536-424A-823B-284B451E9A67}">
      <dgm:prSet/>
      <dgm:spPr/>
      <dgm:t>
        <a:bodyPr/>
        <a:lstStyle/>
        <a:p>
          <a:endParaRPr lang="en-US" sz="2400"/>
        </a:p>
      </dgm:t>
    </dgm:pt>
    <dgm:pt modelId="{4CBCC85E-D266-4CD9-AF12-8D90B9923F10}" type="sibTrans" cxnId="{EB0B8BB7-0536-424A-823B-284B451E9A67}">
      <dgm:prSet/>
      <dgm:spPr/>
      <dgm:t>
        <a:bodyPr/>
        <a:lstStyle/>
        <a:p>
          <a:endParaRPr lang="en-US" sz="2400"/>
        </a:p>
      </dgm:t>
    </dgm:pt>
    <dgm:pt modelId="{FAB58635-AC6D-46A2-8D5B-812C45AE0560}">
      <dgm:prSet custT="1"/>
      <dgm:spPr/>
      <dgm:t>
        <a:bodyPr/>
        <a:lstStyle/>
        <a:p>
          <a:r>
            <a:rPr lang="fr-CA" sz="2400" noProof="0" dirty="0">
              <a:solidFill>
                <a:schemeClr val="accent4">
                  <a:lumMod val="75000"/>
                </a:schemeClr>
              </a:solidFill>
            </a:rPr>
            <a:t>Simuler</a:t>
          </a:r>
        </a:p>
      </dgm:t>
    </dgm:pt>
    <dgm:pt modelId="{0EE7CC56-65B3-4B37-8BD1-7078CF4ED549}" type="parTrans" cxnId="{BD56110C-3A26-4F10-B839-3772ACF12DB0}">
      <dgm:prSet/>
      <dgm:spPr/>
      <dgm:t>
        <a:bodyPr/>
        <a:lstStyle/>
        <a:p>
          <a:endParaRPr lang="en-US" sz="2400"/>
        </a:p>
      </dgm:t>
    </dgm:pt>
    <dgm:pt modelId="{F7D46FA9-0A10-4A9A-8BF7-B28F20CB7170}" type="sibTrans" cxnId="{BD56110C-3A26-4F10-B839-3772ACF12DB0}">
      <dgm:prSet/>
      <dgm:spPr/>
      <dgm:t>
        <a:bodyPr/>
        <a:lstStyle/>
        <a:p>
          <a:endParaRPr lang="en-US" sz="2400"/>
        </a:p>
      </dgm:t>
    </dgm:pt>
    <dgm:pt modelId="{E2264A08-0067-49ED-BE16-076213B7C1F2}">
      <dgm:prSet custT="1"/>
      <dgm:spPr/>
      <dgm:t>
        <a:bodyPr/>
        <a:lstStyle/>
        <a:p>
          <a:r>
            <a:rPr lang="fr-CA" sz="2400" noProof="0" dirty="0">
              <a:solidFill>
                <a:schemeClr val="accent4">
                  <a:lumMod val="75000"/>
                </a:schemeClr>
              </a:solidFill>
            </a:rPr>
            <a:t>Signal</a:t>
          </a:r>
        </a:p>
      </dgm:t>
    </dgm:pt>
    <dgm:pt modelId="{2BFA1102-1081-43C3-A3A3-ADAE6EDFABA3}" type="parTrans" cxnId="{01E8F5FD-ADF9-4EA5-9CC0-31B7A3FEDED8}">
      <dgm:prSet/>
      <dgm:spPr/>
      <dgm:t>
        <a:bodyPr/>
        <a:lstStyle/>
        <a:p>
          <a:endParaRPr lang="en-US" sz="2400"/>
        </a:p>
      </dgm:t>
    </dgm:pt>
    <dgm:pt modelId="{3E366444-D5AE-4E9E-9927-38FE1855E624}" type="sibTrans" cxnId="{01E8F5FD-ADF9-4EA5-9CC0-31B7A3FEDED8}">
      <dgm:prSet/>
      <dgm:spPr/>
      <dgm:t>
        <a:bodyPr/>
        <a:lstStyle/>
        <a:p>
          <a:endParaRPr lang="en-US" sz="2400"/>
        </a:p>
      </dgm:t>
    </dgm:pt>
    <dgm:pt modelId="{5422416E-E32F-4743-93C7-5D60A063F883}" type="pres">
      <dgm:prSet presAssocID="{9FF84BC0-DCB4-4ACF-A1B5-FA4149A76D15}" presName="vert0" presStyleCnt="0">
        <dgm:presLayoutVars>
          <dgm:dir/>
          <dgm:animOne val="branch"/>
          <dgm:animLvl val="lvl"/>
        </dgm:presLayoutVars>
      </dgm:prSet>
      <dgm:spPr/>
    </dgm:pt>
    <dgm:pt modelId="{94CB22B0-CAA6-4273-B611-57A6EAD5D58F}" type="pres">
      <dgm:prSet presAssocID="{3079185E-9EEA-4110-B37A-F6B972E57693}" presName="thickLine" presStyleLbl="alignNode1" presStyleIdx="0" presStyleCnt="4"/>
      <dgm:spPr/>
    </dgm:pt>
    <dgm:pt modelId="{703F5019-95AE-4176-A7B9-39B173135483}" type="pres">
      <dgm:prSet presAssocID="{3079185E-9EEA-4110-B37A-F6B972E57693}" presName="horz1" presStyleCnt="0"/>
      <dgm:spPr/>
    </dgm:pt>
    <dgm:pt modelId="{8EBD523E-8E4B-458B-93F6-6C4469446E69}" type="pres">
      <dgm:prSet presAssocID="{3079185E-9EEA-4110-B37A-F6B972E57693}" presName="tx1" presStyleLbl="revTx" presStyleIdx="0" presStyleCnt="4"/>
      <dgm:spPr/>
    </dgm:pt>
    <dgm:pt modelId="{C296A3FC-D987-49D7-9A36-3E01652FBC34}" type="pres">
      <dgm:prSet presAssocID="{3079185E-9EEA-4110-B37A-F6B972E57693}" presName="vert1" presStyleCnt="0"/>
      <dgm:spPr/>
    </dgm:pt>
    <dgm:pt modelId="{2B905FCD-2C28-4AE2-8CDD-97A00BB26475}" type="pres">
      <dgm:prSet presAssocID="{4AEC22B4-96B2-4274-A4F0-51DED8A4EABB}" presName="thickLine" presStyleLbl="alignNode1" presStyleIdx="1" presStyleCnt="4"/>
      <dgm:spPr/>
    </dgm:pt>
    <dgm:pt modelId="{B8165EAC-EDB0-4B73-87FE-EAC95D00C6ED}" type="pres">
      <dgm:prSet presAssocID="{4AEC22B4-96B2-4274-A4F0-51DED8A4EABB}" presName="horz1" presStyleCnt="0"/>
      <dgm:spPr/>
    </dgm:pt>
    <dgm:pt modelId="{005471B6-FA64-445C-9DBD-90B394BC69CB}" type="pres">
      <dgm:prSet presAssocID="{4AEC22B4-96B2-4274-A4F0-51DED8A4EABB}" presName="tx1" presStyleLbl="revTx" presStyleIdx="1" presStyleCnt="4"/>
      <dgm:spPr/>
    </dgm:pt>
    <dgm:pt modelId="{94B479FC-EA6F-4476-A028-967A68B6594D}" type="pres">
      <dgm:prSet presAssocID="{4AEC22B4-96B2-4274-A4F0-51DED8A4EABB}" presName="vert1" presStyleCnt="0"/>
      <dgm:spPr/>
    </dgm:pt>
    <dgm:pt modelId="{42752341-7780-458D-8C66-9A5686BDA207}" type="pres">
      <dgm:prSet presAssocID="{FAB58635-AC6D-46A2-8D5B-812C45AE0560}" presName="thickLine" presStyleLbl="alignNode1" presStyleIdx="2" presStyleCnt="4"/>
      <dgm:spPr/>
    </dgm:pt>
    <dgm:pt modelId="{8BF598E3-822D-4494-A388-18C193705E8C}" type="pres">
      <dgm:prSet presAssocID="{FAB58635-AC6D-46A2-8D5B-812C45AE0560}" presName="horz1" presStyleCnt="0"/>
      <dgm:spPr/>
    </dgm:pt>
    <dgm:pt modelId="{EE6D3025-C757-4FAC-B751-6E4249CE80B2}" type="pres">
      <dgm:prSet presAssocID="{FAB58635-AC6D-46A2-8D5B-812C45AE0560}" presName="tx1" presStyleLbl="revTx" presStyleIdx="2" presStyleCnt="4"/>
      <dgm:spPr/>
    </dgm:pt>
    <dgm:pt modelId="{40375FC2-3AD1-46C1-82FC-E74E8C4B4133}" type="pres">
      <dgm:prSet presAssocID="{FAB58635-AC6D-46A2-8D5B-812C45AE0560}" presName="vert1" presStyleCnt="0"/>
      <dgm:spPr/>
    </dgm:pt>
    <dgm:pt modelId="{59F45710-AFAD-4E35-BD87-09572985C060}" type="pres">
      <dgm:prSet presAssocID="{E2264A08-0067-49ED-BE16-076213B7C1F2}" presName="thickLine" presStyleLbl="alignNode1" presStyleIdx="3" presStyleCnt="4"/>
      <dgm:spPr/>
    </dgm:pt>
    <dgm:pt modelId="{FE5AB846-CE57-4C89-991C-55C0D398BC86}" type="pres">
      <dgm:prSet presAssocID="{E2264A08-0067-49ED-BE16-076213B7C1F2}" presName="horz1" presStyleCnt="0"/>
      <dgm:spPr/>
    </dgm:pt>
    <dgm:pt modelId="{281B50BD-56F7-4E1B-8495-836B2E0F8F74}" type="pres">
      <dgm:prSet presAssocID="{E2264A08-0067-49ED-BE16-076213B7C1F2}" presName="tx1" presStyleLbl="revTx" presStyleIdx="3" presStyleCnt="4"/>
      <dgm:spPr/>
    </dgm:pt>
    <dgm:pt modelId="{BA2D8CC1-034F-43BF-B678-9A91580A05F7}" type="pres">
      <dgm:prSet presAssocID="{E2264A08-0067-49ED-BE16-076213B7C1F2}" presName="vert1" presStyleCnt="0"/>
      <dgm:spPr/>
    </dgm:pt>
  </dgm:ptLst>
  <dgm:cxnLst>
    <dgm:cxn modelId="{C9FAA00A-08A5-45B7-AFA6-CF21A2CB613F}" type="presOf" srcId="{4AEC22B4-96B2-4274-A4F0-51DED8A4EABB}" destId="{005471B6-FA64-445C-9DBD-90B394BC69CB}" srcOrd="0" destOrd="0" presId="urn:microsoft.com/office/officeart/2008/layout/LinedList"/>
    <dgm:cxn modelId="{BD56110C-3A26-4F10-B839-3772ACF12DB0}" srcId="{9FF84BC0-DCB4-4ACF-A1B5-FA4149A76D15}" destId="{FAB58635-AC6D-46A2-8D5B-812C45AE0560}" srcOrd="2" destOrd="0" parTransId="{0EE7CC56-65B3-4B37-8BD1-7078CF4ED549}" sibTransId="{F7D46FA9-0A10-4A9A-8BF7-B28F20CB7170}"/>
    <dgm:cxn modelId="{E117ED10-B396-4D5C-AEAF-2D646356580A}" type="presOf" srcId="{9FF84BC0-DCB4-4ACF-A1B5-FA4149A76D15}" destId="{5422416E-E32F-4743-93C7-5D60A063F883}" srcOrd="0" destOrd="0" presId="urn:microsoft.com/office/officeart/2008/layout/LinedList"/>
    <dgm:cxn modelId="{0927E14E-4083-4841-A47D-3A8CF6AB23E6}" type="presOf" srcId="{E2264A08-0067-49ED-BE16-076213B7C1F2}" destId="{281B50BD-56F7-4E1B-8495-836B2E0F8F74}" srcOrd="0" destOrd="0" presId="urn:microsoft.com/office/officeart/2008/layout/LinedList"/>
    <dgm:cxn modelId="{EB0B8BB7-0536-424A-823B-284B451E9A67}" srcId="{9FF84BC0-DCB4-4ACF-A1B5-FA4149A76D15}" destId="{4AEC22B4-96B2-4274-A4F0-51DED8A4EABB}" srcOrd="1" destOrd="0" parTransId="{C468300B-A75D-4580-9720-78D949C39E2A}" sibTransId="{4CBCC85E-D266-4CD9-AF12-8D90B9923F10}"/>
    <dgm:cxn modelId="{17A238BD-6FCB-4D9E-9F22-4A8D9A460617}" srcId="{9FF84BC0-DCB4-4ACF-A1B5-FA4149A76D15}" destId="{3079185E-9EEA-4110-B37A-F6B972E57693}" srcOrd="0" destOrd="0" parTransId="{3520409D-00FD-4C90-A329-16EFAD2CD81A}" sibTransId="{DED9C222-D5C5-4B1E-83EA-D4DF19FC928E}"/>
    <dgm:cxn modelId="{BF01ACDB-07D3-4275-88FF-F601A8C9A2E6}" type="presOf" srcId="{FAB58635-AC6D-46A2-8D5B-812C45AE0560}" destId="{EE6D3025-C757-4FAC-B751-6E4249CE80B2}" srcOrd="0" destOrd="0" presId="urn:microsoft.com/office/officeart/2008/layout/LinedList"/>
    <dgm:cxn modelId="{01E8F5FD-ADF9-4EA5-9CC0-31B7A3FEDED8}" srcId="{9FF84BC0-DCB4-4ACF-A1B5-FA4149A76D15}" destId="{E2264A08-0067-49ED-BE16-076213B7C1F2}" srcOrd="3" destOrd="0" parTransId="{2BFA1102-1081-43C3-A3A3-ADAE6EDFABA3}" sibTransId="{3E366444-D5AE-4E9E-9927-38FE1855E624}"/>
    <dgm:cxn modelId="{E263C4FE-B793-45D3-B946-89C43B627EFB}" type="presOf" srcId="{3079185E-9EEA-4110-B37A-F6B972E57693}" destId="{8EBD523E-8E4B-458B-93F6-6C4469446E69}" srcOrd="0" destOrd="0" presId="urn:microsoft.com/office/officeart/2008/layout/LinedList"/>
    <dgm:cxn modelId="{406E8285-8D8A-4BE9-8861-8C2FB62B5C77}" type="presParOf" srcId="{5422416E-E32F-4743-93C7-5D60A063F883}" destId="{94CB22B0-CAA6-4273-B611-57A6EAD5D58F}" srcOrd="0" destOrd="0" presId="urn:microsoft.com/office/officeart/2008/layout/LinedList"/>
    <dgm:cxn modelId="{969B7A72-8B52-4E41-9B15-CE0F35E1B416}" type="presParOf" srcId="{5422416E-E32F-4743-93C7-5D60A063F883}" destId="{703F5019-95AE-4176-A7B9-39B173135483}" srcOrd="1" destOrd="0" presId="urn:microsoft.com/office/officeart/2008/layout/LinedList"/>
    <dgm:cxn modelId="{E632F6F0-6CCD-4B50-964C-98C54BE228C9}" type="presParOf" srcId="{703F5019-95AE-4176-A7B9-39B173135483}" destId="{8EBD523E-8E4B-458B-93F6-6C4469446E69}" srcOrd="0" destOrd="0" presId="urn:microsoft.com/office/officeart/2008/layout/LinedList"/>
    <dgm:cxn modelId="{90846D0C-497B-4562-BC6B-CBF7670CD350}" type="presParOf" srcId="{703F5019-95AE-4176-A7B9-39B173135483}" destId="{C296A3FC-D987-49D7-9A36-3E01652FBC34}" srcOrd="1" destOrd="0" presId="urn:microsoft.com/office/officeart/2008/layout/LinedList"/>
    <dgm:cxn modelId="{DF4408B9-F7AF-4B1C-8D63-F62449E91D26}" type="presParOf" srcId="{5422416E-E32F-4743-93C7-5D60A063F883}" destId="{2B905FCD-2C28-4AE2-8CDD-97A00BB26475}" srcOrd="2" destOrd="0" presId="urn:microsoft.com/office/officeart/2008/layout/LinedList"/>
    <dgm:cxn modelId="{22D2AFCE-EF94-4EC8-B870-448BF4B6855F}" type="presParOf" srcId="{5422416E-E32F-4743-93C7-5D60A063F883}" destId="{B8165EAC-EDB0-4B73-87FE-EAC95D00C6ED}" srcOrd="3" destOrd="0" presId="urn:microsoft.com/office/officeart/2008/layout/LinedList"/>
    <dgm:cxn modelId="{5064636A-50EA-43DA-8327-B14896E6A285}" type="presParOf" srcId="{B8165EAC-EDB0-4B73-87FE-EAC95D00C6ED}" destId="{005471B6-FA64-445C-9DBD-90B394BC69CB}" srcOrd="0" destOrd="0" presId="urn:microsoft.com/office/officeart/2008/layout/LinedList"/>
    <dgm:cxn modelId="{08A4CC3E-6C2E-4880-A89E-F398F34257BA}" type="presParOf" srcId="{B8165EAC-EDB0-4B73-87FE-EAC95D00C6ED}" destId="{94B479FC-EA6F-4476-A028-967A68B6594D}" srcOrd="1" destOrd="0" presId="urn:microsoft.com/office/officeart/2008/layout/LinedList"/>
    <dgm:cxn modelId="{69A35C65-BF8B-4FA5-AE9A-10C9F5169E6D}" type="presParOf" srcId="{5422416E-E32F-4743-93C7-5D60A063F883}" destId="{42752341-7780-458D-8C66-9A5686BDA207}" srcOrd="4" destOrd="0" presId="urn:microsoft.com/office/officeart/2008/layout/LinedList"/>
    <dgm:cxn modelId="{B44BF478-3D5D-4451-971B-92A0D9E12088}" type="presParOf" srcId="{5422416E-E32F-4743-93C7-5D60A063F883}" destId="{8BF598E3-822D-4494-A388-18C193705E8C}" srcOrd="5" destOrd="0" presId="urn:microsoft.com/office/officeart/2008/layout/LinedList"/>
    <dgm:cxn modelId="{9BBBA0D0-6A87-48C1-99A9-CB9429F81F0A}" type="presParOf" srcId="{8BF598E3-822D-4494-A388-18C193705E8C}" destId="{EE6D3025-C757-4FAC-B751-6E4249CE80B2}" srcOrd="0" destOrd="0" presId="urn:microsoft.com/office/officeart/2008/layout/LinedList"/>
    <dgm:cxn modelId="{5E0A65C5-DF3B-42E6-BFD0-EACCCAAD8063}" type="presParOf" srcId="{8BF598E3-822D-4494-A388-18C193705E8C}" destId="{40375FC2-3AD1-46C1-82FC-E74E8C4B4133}" srcOrd="1" destOrd="0" presId="urn:microsoft.com/office/officeart/2008/layout/LinedList"/>
    <dgm:cxn modelId="{4A78397B-54FD-4204-B3A7-39DE39F54197}" type="presParOf" srcId="{5422416E-E32F-4743-93C7-5D60A063F883}" destId="{59F45710-AFAD-4E35-BD87-09572985C060}" srcOrd="6" destOrd="0" presId="urn:microsoft.com/office/officeart/2008/layout/LinedList"/>
    <dgm:cxn modelId="{3EB4C164-41AD-48BF-9131-557F281FD220}" type="presParOf" srcId="{5422416E-E32F-4743-93C7-5D60A063F883}" destId="{FE5AB846-CE57-4C89-991C-55C0D398BC86}" srcOrd="7" destOrd="0" presId="urn:microsoft.com/office/officeart/2008/layout/LinedList"/>
    <dgm:cxn modelId="{7E2A9D5E-50F8-4E77-B892-ED5E2A4F2B2B}" type="presParOf" srcId="{FE5AB846-CE57-4C89-991C-55C0D398BC86}" destId="{281B50BD-56F7-4E1B-8495-836B2E0F8F74}" srcOrd="0" destOrd="0" presId="urn:microsoft.com/office/officeart/2008/layout/LinedList"/>
    <dgm:cxn modelId="{D1649B19-5531-440D-8CED-85DEA7547F77}" type="presParOf" srcId="{FE5AB846-CE57-4C89-991C-55C0D398BC86}" destId="{BA2D8CC1-034F-43BF-B678-9A91580A05F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7C27336-1786-46E3-BF57-0362E190DEC6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7A8D7C3-6DCC-4768-9C73-BA1301B155B6}">
      <dgm:prSet custT="1"/>
      <dgm:spPr/>
      <dgm:t>
        <a:bodyPr/>
        <a:lstStyle/>
        <a:p>
          <a:r>
            <a:rPr lang="fr-CA" sz="2400" noProof="0" dirty="0">
              <a:solidFill>
                <a:schemeClr val="accent4">
                  <a:lumMod val="75000"/>
                </a:schemeClr>
              </a:solidFill>
            </a:rPr>
            <a:t>Diffuser (livrer)</a:t>
          </a:r>
        </a:p>
      </dgm:t>
    </dgm:pt>
    <dgm:pt modelId="{9A2DDF6B-40BF-4D7F-943A-B8F96CC52E05}" type="parTrans" cxnId="{CFE70339-F121-46C8-9E58-31D5589C7631}">
      <dgm:prSet/>
      <dgm:spPr/>
      <dgm:t>
        <a:bodyPr/>
        <a:lstStyle/>
        <a:p>
          <a:endParaRPr lang="en-US" sz="2400"/>
        </a:p>
      </dgm:t>
    </dgm:pt>
    <dgm:pt modelId="{4B4FEC72-229A-4859-99E4-39ACAFCDA8F5}" type="sibTrans" cxnId="{CFE70339-F121-46C8-9E58-31D5589C7631}">
      <dgm:prSet/>
      <dgm:spPr/>
      <dgm:t>
        <a:bodyPr/>
        <a:lstStyle/>
        <a:p>
          <a:endParaRPr lang="en-US" sz="2400"/>
        </a:p>
      </dgm:t>
    </dgm:pt>
    <dgm:pt modelId="{C85A9891-709D-494C-BAAE-35968B484B7B}">
      <dgm:prSet custT="1"/>
      <dgm:spPr/>
      <dgm:t>
        <a:bodyPr/>
        <a:lstStyle/>
        <a:p>
          <a:r>
            <a:rPr lang="fr-CA" sz="2400" noProof="0" dirty="0">
              <a:solidFill>
                <a:schemeClr val="accent4">
                  <a:lumMod val="75000"/>
                </a:schemeClr>
              </a:solidFill>
            </a:rPr>
            <a:t>Exécuter (opérer)</a:t>
          </a:r>
        </a:p>
      </dgm:t>
    </dgm:pt>
    <dgm:pt modelId="{39624EAA-AE72-4813-8E58-66C11DA5B5EA}" type="parTrans" cxnId="{BDA74D93-29A1-4614-AD78-912F62577AAD}">
      <dgm:prSet/>
      <dgm:spPr/>
      <dgm:t>
        <a:bodyPr/>
        <a:lstStyle/>
        <a:p>
          <a:endParaRPr lang="en-US" sz="2400"/>
        </a:p>
      </dgm:t>
    </dgm:pt>
    <dgm:pt modelId="{F77F86F2-010C-4ED1-A8F9-177BE506FEB8}" type="sibTrans" cxnId="{BDA74D93-29A1-4614-AD78-912F62577AAD}">
      <dgm:prSet/>
      <dgm:spPr/>
      <dgm:t>
        <a:bodyPr/>
        <a:lstStyle/>
        <a:p>
          <a:endParaRPr lang="en-US" sz="2400"/>
        </a:p>
      </dgm:t>
    </dgm:pt>
    <dgm:pt modelId="{F7DD3242-21BC-4B2C-9C94-733F247E2FB9}">
      <dgm:prSet custT="1"/>
      <dgm:spPr/>
      <dgm:t>
        <a:bodyPr/>
        <a:lstStyle/>
        <a:p>
          <a:r>
            <a:rPr lang="fr-CA" sz="2400" noProof="0" dirty="0">
              <a:solidFill>
                <a:schemeClr val="accent4">
                  <a:lumMod val="75000"/>
                </a:schemeClr>
              </a:solidFill>
            </a:rPr>
            <a:t>Veiller (assistance)</a:t>
          </a:r>
        </a:p>
      </dgm:t>
    </dgm:pt>
    <dgm:pt modelId="{FF23D6ED-531A-471C-96F8-3CFB819DFAE2}" type="parTrans" cxnId="{253BA550-DB89-4F64-BC2D-A5F8D93A0489}">
      <dgm:prSet/>
      <dgm:spPr/>
      <dgm:t>
        <a:bodyPr/>
        <a:lstStyle/>
        <a:p>
          <a:endParaRPr lang="en-US" sz="2400"/>
        </a:p>
      </dgm:t>
    </dgm:pt>
    <dgm:pt modelId="{1FFECAE4-A1E0-4A21-93C6-EE7EA7D91243}" type="sibTrans" cxnId="{253BA550-DB89-4F64-BC2D-A5F8D93A0489}">
      <dgm:prSet/>
      <dgm:spPr/>
      <dgm:t>
        <a:bodyPr/>
        <a:lstStyle/>
        <a:p>
          <a:endParaRPr lang="en-US" sz="2400"/>
        </a:p>
      </dgm:t>
    </dgm:pt>
    <dgm:pt modelId="{363DBBA4-3963-4155-A336-E74DC296672B}">
      <dgm:prSet custT="1"/>
      <dgm:spPr/>
      <dgm:t>
        <a:bodyPr/>
        <a:lstStyle/>
        <a:p>
          <a:r>
            <a:rPr lang="fr-CA" sz="2400" noProof="0" dirty="0">
              <a:solidFill>
                <a:schemeClr val="accent4">
                  <a:lumMod val="75000"/>
                </a:schemeClr>
              </a:solidFill>
            </a:rPr>
            <a:t>Mesurer (feedback)</a:t>
          </a:r>
        </a:p>
      </dgm:t>
    </dgm:pt>
    <dgm:pt modelId="{0B26F48C-83FB-4315-B386-5DF296A8EC9A}" type="parTrans" cxnId="{45AAB3E7-855C-41B6-87D7-57D1BBD0D825}">
      <dgm:prSet/>
      <dgm:spPr/>
      <dgm:t>
        <a:bodyPr/>
        <a:lstStyle/>
        <a:p>
          <a:endParaRPr lang="en-US" sz="2400"/>
        </a:p>
      </dgm:t>
    </dgm:pt>
    <dgm:pt modelId="{4AAE680F-9D3E-4ADB-AC0D-68D4E223C450}" type="sibTrans" cxnId="{45AAB3E7-855C-41B6-87D7-57D1BBD0D825}">
      <dgm:prSet/>
      <dgm:spPr/>
      <dgm:t>
        <a:bodyPr/>
        <a:lstStyle/>
        <a:p>
          <a:endParaRPr lang="en-US" sz="2400"/>
        </a:p>
      </dgm:t>
    </dgm:pt>
    <dgm:pt modelId="{A5EDCDF2-7826-4CCA-A1AC-F664662FA1F6}" type="pres">
      <dgm:prSet presAssocID="{37C27336-1786-46E3-BF57-0362E190DEC6}" presName="vert0" presStyleCnt="0">
        <dgm:presLayoutVars>
          <dgm:dir/>
          <dgm:animOne val="branch"/>
          <dgm:animLvl val="lvl"/>
        </dgm:presLayoutVars>
      </dgm:prSet>
      <dgm:spPr/>
    </dgm:pt>
    <dgm:pt modelId="{8D5519D0-C1F2-4129-AFEC-7164B4CD32B2}" type="pres">
      <dgm:prSet presAssocID="{97A8D7C3-6DCC-4768-9C73-BA1301B155B6}" presName="thickLine" presStyleLbl="alignNode1" presStyleIdx="0" presStyleCnt="4"/>
      <dgm:spPr/>
    </dgm:pt>
    <dgm:pt modelId="{A6CCEDAF-3E89-41B6-8082-8D47D5179DDF}" type="pres">
      <dgm:prSet presAssocID="{97A8D7C3-6DCC-4768-9C73-BA1301B155B6}" presName="horz1" presStyleCnt="0"/>
      <dgm:spPr/>
    </dgm:pt>
    <dgm:pt modelId="{645FB6C6-94F4-4C58-BA3A-CB8BCD3B9A43}" type="pres">
      <dgm:prSet presAssocID="{97A8D7C3-6DCC-4768-9C73-BA1301B155B6}" presName="tx1" presStyleLbl="revTx" presStyleIdx="0" presStyleCnt="4"/>
      <dgm:spPr/>
    </dgm:pt>
    <dgm:pt modelId="{25BB29D3-40C3-49F4-B6BA-E40FF2985E8D}" type="pres">
      <dgm:prSet presAssocID="{97A8D7C3-6DCC-4768-9C73-BA1301B155B6}" presName="vert1" presStyleCnt="0"/>
      <dgm:spPr/>
    </dgm:pt>
    <dgm:pt modelId="{269A93DA-15F5-405F-A252-AFA7EF9C0E28}" type="pres">
      <dgm:prSet presAssocID="{C85A9891-709D-494C-BAAE-35968B484B7B}" presName="thickLine" presStyleLbl="alignNode1" presStyleIdx="1" presStyleCnt="4"/>
      <dgm:spPr/>
    </dgm:pt>
    <dgm:pt modelId="{ED8CF7CF-5C5F-4EF8-A5CA-73F52C055086}" type="pres">
      <dgm:prSet presAssocID="{C85A9891-709D-494C-BAAE-35968B484B7B}" presName="horz1" presStyleCnt="0"/>
      <dgm:spPr/>
    </dgm:pt>
    <dgm:pt modelId="{59FED6BE-12F1-4503-9873-F3CE9878CEE2}" type="pres">
      <dgm:prSet presAssocID="{C85A9891-709D-494C-BAAE-35968B484B7B}" presName="tx1" presStyleLbl="revTx" presStyleIdx="1" presStyleCnt="4"/>
      <dgm:spPr/>
    </dgm:pt>
    <dgm:pt modelId="{EF9C5CB0-269B-4237-A83E-CB492C2CAEED}" type="pres">
      <dgm:prSet presAssocID="{C85A9891-709D-494C-BAAE-35968B484B7B}" presName="vert1" presStyleCnt="0"/>
      <dgm:spPr/>
    </dgm:pt>
    <dgm:pt modelId="{CC8FADD0-6CA0-4789-AE12-6C0FAB41E54F}" type="pres">
      <dgm:prSet presAssocID="{F7DD3242-21BC-4B2C-9C94-733F247E2FB9}" presName="thickLine" presStyleLbl="alignNode1" presStyleIdx="2" presStyleCnt="4"/>
      <dgm:spPr/>
    </dgm:pt>
    <dgm:pt modelId="{C5DC6821-79AC-4DCA-8BC9-5FEE0E416CE1}" type="pres">
      <dgm:prSet presAssocID="{F7DD3242-21BC-4B2C-9C94-733F247E2FB9}" presName="horz1" presStyleCnt="0"/>
      <dgm:spPr/>
    </dgm:pt>
    <dgm:pt modelId="{8258FDAA-8082-4D13-B38F-28A0B49F7E2D}" type="pres">
      <dgm:prSet presAssocID="{F7DD3242-21BC-4B2C-9C94-733F247E2FB9}" presName="tx1" presStyleLbl="revTx" presStyleIdx="2" presStyleCnt="4"/>
      <dgm:spPr/>
    </dgm:pt>
    <dgm:pt modelId="{BEBC872A-668F-4E0F-A08B-661FF8CCFF3A}" type="pres">
      <dgm:prSet presAssocID="{F7DD3242-21BC-4B2C-9C94-733F247E2FB9}" presName="vert1" presStyleCnt="0"/>
      <dgm:spPr/>
    </dgm:pt>
    <dgm:pt modelId="{C39DFF12-963D-4727-8EA4-A8B86B838851}" type="pres">
      <dgm:prSet presAssocID="{363DBBA4-3963-4155-A336-E74DC296672B}" presName="thickLine" presStyleLbl="alignNode1" presStyleIdx="3" presStyleCnt="4"/>
      <dgm:spPr/>
    </dgm:pt>
    <dgm:pt modelId="{6E5141B4-FA9F-45AA-AFA8-CB69FF02E9B6}" type="pres">
      <dgm:prSet presAssocID="{363DBBA4-3963-4155-A336-E74DC296672B}" presName="horz1" presStyleCnt="0"/>
      <dgm:spPr/>
    </dgm:pt>
    <dgm:pt modelId="{4485A1F2-2F3D-41A1-97AD-3109B09D155A}" type="pres">
      <dgm:prSet presAssocID="{363DBBA4-3963-4155-A336-E74DC296672B}" presName="tx1" presStyleLbl="revTx" presStyleIdx="3" presStyleCnt="4"/>
      <dgm:spPr/>
    </dgm:pt>
    <dgm:pt modelId="{B61C7C85-D839-4AB7-8F4E-036CEE72C476}" type="pres">
      <dgm:prSet presAssocID="{363DBBA4-3963-4155-A336-E74DC296672B}" presName="vert1" presStyleCnt="0"/>
      <dgm:spPr/>
    </dgm:pt>
  </dgm:ptLst>
  <dgm:cxnLst>
    <dgm:cxn modelId="{6EBBC531-9CFC-4C9D-9C56-48D06E597648}" type="presOf" srcId="{C85A9891-709D-494C-BAAE-35968B484B7B}" destId="{59FED6BE-12F1-4503-9873-F3CE9878CEE2}" srcOrd="0" destOrd="0" presId="urn:microsoft.com/office/officeart/2008/layout/LinedList"/>
    <dgm:cxn modelId="{CFE70339-F121-46C8-9E58-31D5589C7631}" srcId="{37C27336-1786-46E3-BF57-0362E190DEC6}" destId="{97A8D7C3-6DCC-4768-9C73-BA1301B155B6}" srcOrd="0" destOrd="0" parTransId="{9A2DDF6B-40BF-4D7F-943A-B8F96CC52E05}" sibTransId="{4B4FEC72-229A-4859-99E4-39ACAFCDA8F5}"/>
    <dgm:cxn modelId="{253BA550-DB89-4F64-BC2D-A5F8D93A0489}" srcId="{37C27336-1786-46E3-BF57-0362E190DEC6}" destId="{F7DD3242-21BC-4B2C-9C94-733F247E2FB9}" srcOrd="2" destOrd="0" parTransId="{FF23D6ED-531A-471C-96F8-3CFB819DFAE2}" sibTransId="{1FFECAE4-A1E0-4A21-93C6-EE7EA7D91243}"/>
    <dgm:cxn modelId="{EA615D52-B82F-409E-B391-EBFD55CBD87F}" type="presOf" srcId="{F7DD3242-21BC-4B2C-9C94-733F247E2FB9}" destId="{8258FDAA-8082-4D13-B38F-28A0B49F7E2D}" srcOrd="0" destOrd="0" presId="urn:microsoft.com/office/officeart/2008/layout/LinedList"/>
    <dgm:cxn modelId="{BDA74D93-29A1-4614-AD78-912F62577AAD}" srcId="{37C27336-1786-46E3-BF57-0362E190DEC6}" destId="{C85A9891-709D-494C-BAAE-35968B484B7B}" srcOrd="1" destOrd="0" parTransId="{39624EAA-AE72-4813-8E58-66C11DA5B5EA}" sibTransId="{F77F86F2-010C-4ED1-A8F9-177BE506FEB8}"/>
    <dgm:cxn modelId="{14486197-37B9-4480-AB57-B99CF0CCE800}" type="presOf" srcId="{97A8D7C3-6DCC-4768-9C73-BA1301B155B6}" destId="{645FB6C6-94F4-4C58-BA3A-CB8BCD3B9A43}" srcOrd="0" destOrd="0" presId="urn:microsoft.com/office/officeart/2008/layout/LinedList"/>
    <dgm:cxn modelId="{CF1914C1-E588-4E76-B077-314AE1A8D952}" type="presOf" srcId="{37C27336-1786-46E3-BF57-0362E190DEC6}" destId="{A5EDCDF2-7826-4CCA-A1AC-F664662FA1F6}" srcOrd="0" destOrd="0" presId="urn:microsoft.com/office/officeart/2008/layout/LinedList"/>
    <dgm:cxn modelId="{59EEACDB-D281-4C58-9266-C2B6ABFCB881}" type="presOf" srcId="{363DBBA4-3963-4155-A336-E74DC296672B}" destId="{4485A1F2-2F3D-41A1-97AD-3109B09D155A}" srcOrd="0" destOrd="0" presId="urn:microsoft.com/office/officeart/2008/layout/LinedList"/>
    <dgm:cxn modelId="{45AAB3E7-855C-41B6-87D7-57D1BBD0D825}" srcId="{37C27336-1786-46E3-BF57-0362E190DEC6}" destId="{363DBBA4-3963-4155-A336-E74DC296672B}" srcOrd="3" destOrd="0" parTransId="{0B26F48C-83FB-4315-B386-5DF296A8EC9A}" sibTransId="{4AAE680F-9D3E-4ADB-AC0D-68D4E223C450}"/>
    <dgm:cxn modelId="{2BDF86C3-C6F3-4F2E-9FE9-591A25DE1667}" type="presParOf" srcId="{A5EDCDF2-7826-4CCA-A1AC-F664662FA1F6}" destId="{8D5519D0-C1F2-4129-AFEC-7164B4CD32B2}" srcOrd="0" destOrd="0" presId="urn:microsoft.com/office/officeart/2008/layout/LinedList"/>
    <dgm:cxn modelId="{DB21583D-3B61-4B3D-B317-18B41755A9A1}" type="presParOf" srcId="{A5EDCDF2-7826-4CCA-A1AC-F664662FA1F6}" destId="{A6CCEDAF-3E89-41B6-8082-8D47D5179DDF}" srcOrd="1" destOrd="0" presId="urn:microsoft.com/office/officeart/2008/layout/LinedList"/>
    <dgm:cxn modelId="{B49D92BF-5503-46FD-BA96-3F40C628E858}" type="presParOf" srcId="{A6CCEDAF-3E89-41B6-8082-8D47D5179DDF}" destId="{645FB6C6-94F4-4C58-BA3A-CB8BCD3B9A43}" srcOrd="0" destOrd="0" presId="urn:microsoft.com/office/officeart/2008/layout/LinedList"/>
    <dgm:cxn modelId="{59B7B983-33B4-495A-A1F1-E7AE7F438B1F}" type="presParOf" srcId="{A6CCEDAF-3E89-41B6-8082-8D47D5179DDF}" destId="{25BB29D3-40C3-49F4-B6BA-E40FF2985E8D}" srcOrd="1" destOrd="0" presId="urn:microsoft.com/office/officeart/2008/layout/LinedList"/>
    <dgm:cxn modelId="{2D7E22D0-5D22-491C-9CCF-EC00C43491AA}" type="presParOf" srcId="{A5EDCDF2-7826-4CCA-A1AC-F664662FA1F6}" destId="{269A93DA-15F5-405F-A252-AFA7EF9C0E28}" srcOrd="2" destOrd="0" presId="urn:microsoft.com/office/officeart/2008/layout/LinedList"/>
    <dgm:cxn modelId="{695ADC31-A93C-4623-9850-C13B2DFC806F}" type="presParOf" srcId="{A5EDCDF2-7826-4CCA-A1AC-F664662FA1F6}" destId="{ED8CF7CF-5C5F-4EF8-A5CA-73F52C055086}" srcOrd="3" destOrd="0" presId="urn:microsoft.com/office/officeart/2008/layout/LinedList"/>
    <dgm:cxn modelId="{AF1CA557-09C5-4167-B75D-5C3BA99526C6}" type="presParOf" srcId="{ED8CF7CF-5C5F-4EF8-A5CA-73F52C055086}" destId="{59FED6BE-12F1-4503-9873-F3CE9878CEE2}" srcOrd="0" destOrd="0" presId="urn:microsoft.com/office/officeart/2008/layout/LinedList"/>
    <dgm:cxn modelId="{163546CD-7F47-4910-9C02-D332FDD22BD8}" type="presParOf" srcId="{ED8CF7CF-5C5F-4EF8-A5CA-73F52C055086}" destId="{EF9C5CB0-269B-4237-A83E-CB492C2CAEED}" srcOrd="1" destOrd="0" presId="urn:microsoft.com/office/officeart/2008/layout/LinedList"/>
    <dgm:cxn modelId="{C54AA464-1CF3-4FE2-9E27-5042D4820C3F}" type="presParOf" srcId="{A5EDCDF2-7826-4CCA-A1AC-F664662FA1F6}" destId="{CC8FADD0-6CA0-4789-AE12-6C0FAB41E54F}" srcOrd="4" destOrd="0" presId="urn:microsoft.com/office/officeart/2008/layout/LinedList"/>
    <dgm:cxn modelId="{F33FBEFB-F2DB-458E-BBE4-3D3C90DA1DCF}" type="presParOf" srcId="{A5EDCDF2-7826-4CCA-A1AC-F664662FA1F6}" destId="{C5DC6821-79AC-4DCA-8BC9-5FEE0E416CE1}" srcOrd="5" destOrd="0" presId="urn:microsoft.com/office/officeart/2008/layout/LinedList"/>
    <dgm:cxn modelId="{84D9C4D2-422C-4C1D-9FE6-DE112BC85F78}" type="presParOf" srcId="{C5DC6821-79AC-4DCA-8BC9-5FEE0E416CE1}" destId="{8258FDAA-8082-4D13-B38F-28A0B49F7E2D}" srcOrd="0" destOrd="0" presId="urn:microsoft.com/office/officeart/2008/layout/LinedList"/>
    <dgm:cxn modelId="{F0ABD3D0-5095-4EFD-87D3-9A395DAF8040}" type="presParOf" srcId="{C5DC6821-79AC-4DCA-8BC9-5FEE0E416CE1}" destId="{BEBC872A-668F-4E0F-A08B-661FF8CCFF3A}" srcOrd="1" destOrd="0" presId="urn:microsoft.com/office/officeart/2008/layout/LinedList"/>
    <dgm:cxn modelId="{7B8A2133-7B85-4502-A39C-48D1BDFAE154}" type="presParOf" srcId="{A5EDCDF2-7826-4CCA-A1AC-F664662FA1F6}" destId="{C39DFF12-963D-4727-8EA4-A8B86B838851}" srcOrd="6" destOrd="0" presId="urn:microsoft.com/office/officeart/2008/layout/LinedList"/>
    <dgm:cxn modelId="{97BF1A91-023B-485C-9AE0-06E46577B9CD}" type="presParOf" srcId="{A5EDCDF2-7826-4CCA-A1AC-F664662FA1F6}" destId="{6E5141B4-FA9F-45AA-AFA8-CB69FF02E9B6}" srcOrd="7" destOrd="0" presId="urn:microsoft.com/office/officeart/2008/layout/LinedList"/>
    <dgm:cxn modelId="{CE3718A9-1704-41F0-9F16-E2449990C9E4}" type="presParOf" srcId="{6E5141B4-FA9F-45AA-AFA8-CB69FF02E9B6}" destId="{4485A1F2-2F3D-41A1-97AD-3109B09D155A}" srcOrd="0" destOrd="0" presId="urn:microsoft.com/office/officeart/2008/layout/LinedList"/>
    <dgm:cxn modelId="{39497F38-BE6F-49C6-B562-15C30363F214}" type="presParOf" srcId="{6E5141B4-FA9F-45AA-AFA8-CB69FF02E9B6}" destId="{B61C7C85-D839-4AB7-8F4E-036CEE72C47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CC5CF72-F949-4DE9-9578-258BD511F62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0E62498-F886-4BA1-86C9-5D1B1DB164B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>
              <a:solidFill>
                <a:schemeClr val="accent2"/>
              </a:solidFill>
            </a:rPr>
            <a:t>SENSE</a:t>
          </a:r>
          <a:r>
            <a:rPr lang="en-US" dirty="0">
              <a:solidFill>
                <a:schemeClr val="accent2"/>
              </a:solidFill>
            </a:rPr>
            <a:t> → Product &amp; Decision Voice</a:t>
          </a:r>
        </a:p>
      </dgm:t>
    </dgm:pt>
    <dgm:pt modelId="{7B8E337D-8C5F-4DAA-B427-483CE8B38B08}" type="parTrans" cxnId="{C068F01E-9AE7-4BC8-9687-CFD9A8C9D6C6}">
      <dgm:prSet/>
      <dgm:spPr/>
      <dgm:t>
        <a:bodyPr/>
        <a:lstStyle/>
        <a:p>
          <a:endParaRPr lang="en-US"/>
        </a:p>
      </dgm:t>
    </dgm:pt>
    <dgm:pt modelId="{C83A4A22-F925-45A9-9A1C-29243DEA89F3}" type="sibTrans" cxnId="{C068F01E-9AE7-4BC8-9687-CFD9A8C9D6C6}">
      <dgm:prSet/>
      <dgm:spPr/>
      <dgm:t>
        <a:bodyPr/>
        <a:lstStyle/>
        <a:p>
          <a:endParaRPr lang="en-US"/>
        </a:p>
      </dgm:t>
    </dgm:pt>
    <dgm:pt modelId="{13FB8811-79B7-414D-BB36-556C28D164A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 err="1">
              <a:solidFill>
                <a:schemeClr val="accent3">
                  <a:lumMod val="75000"/>
                </a:schemeClr>
              </a:solidFill>
            </a:rPr>
            <a:t>FORGe</a:t>
          </a:r>
          <a:r>
            <a:rPr lang="en-US" dirty="0">
              <a:solidFill>
                <a:schemeClr val="accent3">
                  <a:lumMod val="75000"/>
                </a:schemeClr>
              </a:solidFill>
            </a:rPr>
            <a:t> → Technical &amp; Execution Voice</a:t>
          </a:r>
        </a:p>
      </dgm:t>
    </dgm:pt>
    <dgm:pt modelId="{787FE11A-D016-4F8C-BAAC-E92356370FCA}" type="parTrans" cxnId="{C423BC55-562D-4C99-A0FE-E72F93ED56EA}">
      <dgm:prSet/>
      <dgm:spPr/>
      <dgm:t>
        <a:bodyPr/>
        <a:lstStyle/>
        <a:p>
          <a:endParaRPr lang="en-US"/>
        </a:p>
      </dgm:t>
    </dgm:pt>
    <dgm:pt modelId="{9F9FD454-F103-4B41-9063-1BF235493508}" type="sibTrans" cxnId="{C423BC55-562D-4C99-A0FE-E72F93ED56EA}">
      <dgm:prSet/>
      <dgm:spPr/>
      <dgm:t>
        <a:bodyPr/>
        <a:lstStyle/>
        <a:p>
          <a:endParaRPr lang="en-US"/>
        </a:p>
      </dgm:t>
    </dgm:pt>
    <dgm:pt modelId="{29F7618D-6E83-4A97-9B6C-69772A6D606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 err="1">
              <a:solidFill>
                <a:schemeClr val="accent4">
                  <a:lumMod val="75000"/>
                </a:schemeClr>
              </a:solidFill>
            </a:rPr>
            <a:t>CARe</a:t>
          </a:r>
          <a:r>
            <a:rPr lang="en-US" dirty="0">
              <a:solidFill>
                <a:schemeClr val="accent4">
                  <a:lumMod val="75000"/>
                </a:schemeClr>
              </a:solidFill>
            </a:rPr>
            <a:t> → Reality &amp; Customer Voice</a:t>
          </a:r>
        </a:p>
      </dgm:t>
    </dgm:pt>
    <dgm:pt modelId="{069DF5C2-EC08-4F91-9A3F-6B177D614166}" type="parTrans" cxnId="{66EA8B6A-2C80-4662-A202-1EA05BF3D88A}">
      <dgm:prSet/>
      <dgm:spPr/>
      <dgm:t>
        <a:bodyPr/>
        <a:lstStyle/>
        <a:p>
          <a:endParaRPr lang="en-US"/>
        </a:p>
      </dgm:t>
    </dgm:pt>
    <dgm:pt modelId="{B1666D87-72A6-45E9-BB6A-5FDC7028E10D}" type="sibTrans" cxnId="{66EA8B6A-2C80-4662-A202-1EA05BF3D88A}">
      <dgm:prSet/>
      <dgm:spPr/>
      <dgm:t>
        <a:bodyPr/>
        <a:lstStyle/>
        <a:p>
          <a:endParaRPr lang="en-US"/>
        </a:p>
      </dgm:t>
    </dgm:pt>
    <dgm:pt modelId="{AF6B5CFA-C732-41B7-86E5-A8058764719C}" type="pres">
      <dgm:prSet presAssocID="{3CC5CF72-F949-4DE9-9578-258BD511F62E}" presName="root" presStyleCnt="0">
        <dgm:presLayoutVars>
          <dgm:dir/>
          <dgm:resizeHandles val="exact"/>
        </dgm:presLayoutVars>
      </dgm:prSet>
      <dgm:spPr/>
    </dgm:pt>
    <dgm:pt modelId="{9C4C50A4-E459-493F-9C28-DF7EE8870450}" type="pres">
      <dgm:prSet presAssocID="{80E62498-F886-4BA1-86C9-5D1B1DB164B8}" presName="compNode" presStyleCnt="0"/>
      <dgm:spPr/>
    </dgm:pt>
    <dgm:pt modelId="{D17F7FE5-4393-47D1-B384-DBB4E29D08F0}" type="pres">
      <dgm:prSet presAssocID="{80E62498-F886-4BA1-86C9-5D1B1DB164B8}" presName="iconBgRect" presStyleLbl="bgShp" presStyleIdx="0" presStyleCnt="3"/>
      <dgm:spPr/>
    </dgm:pt>
    <dgm:pt modelId="{9DE731F0-C00E-4C25-9A17-DA4C46A844C0}" type="pres">
      <dgm:prSet presAssocID="{80E62498-F886-4BA1-86C9-5D1B1DB164B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 microphone"/>
        </a:ext>
      </dgm:extLst>
    </dgm:pt>
    <dgm:pt modelId="{B2DE5039-1A70-48CF-95E8-8435C7992B67}" type="pres">
      <dgm:prSet presAssocID="{80E62498-F886-4BA1-86C9-5D1B1DB164B8}" presName="spaceRect" presStyleCnt="0"/>
      <dgm:spPr/>
    </dgm:pt>
    <dgm:pt modelId="{A32940E5-81CB-4D71-A66D-27C12AC7F683}" type="pres">
      <dgm:prSet presAssocID="{80E62498-F886-4BA1-86C9-5D1B1DB164B8}" presName="textRect" presStyleLbl="revTx" presStyleIdx="0" presStyleCnt="3">
        <dgm:presLayoutVars>
          <dgm:chMax val="1"/>
          <dgm:chPref val="1"/>
        </dgm:presLayoutVars>
      </dgm:prSet>
      <dgm:spPr/>
    </dgm:pt>
    <dgm:pt modelId="{1D668787-313B-4A35-BDBB-9CC98228AAAF}" type="pres">
      <dgm:prSet presAssocID="{C83A4A22-F925-45A9-9A1C-29243DEA89F3}" presName="sibTrans" presStyleCnt="0"/>
      <dgm:spPr/>
    </dgm:pt>
    <dgm:pt modelId="{1FAA5A7F-DA12-45AA-92DA-E309D0F3A0AE}" type="pres">
      <dgm:prSet presAssocID="{13FB8811-79B7-414D-BB36-556C28D164A4}" presName="compNode" presStyleCnt="0"/>
      <dgm:spPr/>
    </dgm:pt>
    <dgm:pt modelId="{C582CA35-A3E4-4EE7-BBDC-971561E8528C}" type="pres">
      <dgm:prSet presAssocID="{13FB8811-79B7-414D-BB36-556C28D164A4}" presName="iconBgRect" presStyleLbl="bgShp" presStyleIdx="1" presStyleCnt="3"/>
      <dgm:spPr/>
    </dgm:pt>
    <dgm:pt modelId="{B655BCBE-4C97-434E-93A6-47BD681D9322}" type="pres">
      <dgm:prSet presAssocID="{13FB8811-79B7-414D-BB36-556C28D164A4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égaphone"/>
        </a:ext>
      </dgm:extLst>
    </dgm:pt>
    <dgm:pt modelId="{04FC2200-B1EB-4063-B580-0704D13F2E42}" type="pres">
      <dgm:prSet presAssocID="{13FB8811-79B7-414D-BB36-556C28D164A4}" presName="spaceRect" presStyleCnt="0"/>
      <dgm:spPr/>
    </dgm:pt>
    <dgm:pt modelId="{A195EC2F-6635-4C2F-8768-5CFE5922F76B}" type="pres">
      <dgm:prSet presAssocID="{13FB8811-79B7-414D-BB36-556C28D164A4}" presName="textRect" presStyleLbl="revTx" presStyleIdx="1" presStyleCnt="3">
        <dgm:presLayoutVars>
          <dgm:chMax val="1"/>
          <dgm:chPref val="1"/>
        </dgm:presLayoutVars>
      </dgm:prSet>
      <dgm:spPr/>
    </dgm:pt>
    <dgm:pt modelId="{B6A482C6-C407-4914-98CC-1815A066FC85}" type="pres">
      <dgm:prSet presAssocID="{9F9FD454-F103-4B41-9063-1BF235493508}" presName="sibTrans" presStyleCnt="0"/>
      <dgm:spPr/>
    </dgm:pt>
    <dgm:pt modelId="{78B91238-7887-4115-A008-894E685F5ABA}" type="pres">
      <dgm:prSet presAssocID="{29F7618D-6E83-4A97-9B6C-69772A6D606F}" presName="compNode" presStyleCnt="0"/>
      <dgm:spPr/>
    </dgm:pt>
    <dgm:pt modelId="{8F71D681-87CB-43DA-A84C-6DE62CCA180D}" type="pres">
      <dgm:prSet presAssocID="{29F7618D-6E83-4A97-9B6C-69772A6D606F}" presName="iconBgRect" presStyleLbl="bgShp" presStyleIdx="2" presStyleCnt="3"/>
      <dgm:spPr/>
    </dgm:pt>
    <dgm:pt modelId="{4A3CB41B-8EA7-4950-BFA8-8C24B69FB9E1}" type="pres">
      <dgm:prSet presAssocID="{29F7618D-6E83-4A97-9B6C-69772A6D606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331796B4-20A9-4964-AFD2-9F946751644A}" type="pres">
      <dgm:prSet presAssocID="{29F7618D-6E83-4A97-9B6C-69772A6D606F}" presName="spaceRect" presStyleCnt="0"/>
      <dgm:spPr/>
    </dgm:pt>
    <dgm:pt modelId="{EE201FA8-A4FA-42DA-873D-5D8FB5AF5C51}" type="pres">
      <dgm:prSet presAssocID="{29F7618D-6E83-4A97-9B6C-69772A6D606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087910B-2258-424E-86CE-81EB6DA5E2FB}" type="presOf" srcId="{29F7618D-6E83-4A97-9B6C-69772A6D606F}" destId="{EE201FA8-A4FA-42DA-873D-5D8FB5AF5C51}" srcOrd="0" destOrd="0" presId="urn:microsoft.com/office/officeart/2018/5/layout/IconCircleLabelList"/>
    <dgm:cxn modelId="{7235CF0B-7F66-4D51-BA23-F8D2C6AB9A47}" type="presOf" srcId="{3CC5CF72-F949-4DE9-9578-258BD511F62E}" destId="{AF6B5CFA-C732-41B7-86E5-A8058764719C}" srcOrd="0" destOrd="0" presId="urn:microsoft.com/office/officeart/2018/5/layout/IconCircleLabelList"/>
    <dgm:cxn modelId="{C068F01E-9AE7-4BC8-9687-CFD9A8C9D6C6}" srcId="{3CC5CF72-F949-4DE9-9578-258BD511F62E}" destId="{80E62498-F886-4BA1-86C9-5D1B1DB164B8}" srcOrd="0" destOrd="0" parTransId="{7B8E337D-8C5F-4DAA-B427-483CE8B38B08}" sibTransId="{C83A4A22-F925-45A9-9A1C-29243DEA89F3}"/>
    <dgm:cxn modelId="{67788B61-B9FB-4576-876E-835C51EC9A52}" type="presOf" srcId="{80E62498-F886-4BA1-86C9-5D1B1DB164B8}" destId="{A32940E5-81CB-4D71-A66D-27C12AC7F683}" srcOrd="0" destOrd="0" presId="urn:microsoft.com/office/officeart/2018/5/layout/IconCircleLabelList"/>
    <dgm:cxn modelId="{66EA8B6A-2C80-4662-A202-1EA05BF3D88A}" srcId="{3CC5CF72-F949-4DE9-9578-258BD511F62E}" destId="{29F7618D-6E83-4A97-9B6C-69772A6D606F}" srcOrd="2" destOrd="0" parTransId="{069DF5C2-EC08-4F91-9A3F-6B177D614166}" sibTransId="{B1666D87-72A6-45E9-BB6A-5FDC7028E10D}"/>
    <dgm:cxn modelId="{C423BC55-562D-4C99-A0FE-E72F93ED56EA}" srcId="{3CC5CF72-F949-4DE9-9578-258BD511F62E}" destId="{13FB8811-79B7-414D-BB36-556C28D164A4}" srcOrd="1" destOrd="0" parTransId="{787FE11A-D016-4F8C-BAAC-E92356370FCA}" sibTransId="{9F9FD454-F103-4B41-9063-1BF235493508}"/>
    <dgm:cxn modelId="{6AAF73F8-0F2D-49D4-8065-C23B8DDAA614}" type="presOf" srcId="{13FB8811-79B7-414D-BB36-556C28D164A4}" destId="{A195EC2F-6635-4C2F-8768-5CFE5922F76B}" srcOrd="0" destOrd="0" presId="urn:microsoft.com/office/officeart/2018/5/layout/IconCircleLabelList"/>
    <dgm:cxn modelId="{FD9DAB16-3628-4DEA-93C5-4E4A2893FEF8}" type="presParOf" srcId="{AF6B5CFA-C732-41B7-86E5-A8058764719C}" destId="{9C4C50A4-E459-493F-9C28-DF7EE8870450}" srcOrd="0" destOrd="0" presId="urn:microsoft.com/office/officeart/2018/5/layout/IconCircleLabelList"/>
    <dgm:cxn modelId="{7E0F387A-A021-4D4A-9871-6B13F60D6783}" type="presParOf" srcId="{9C4C50A4-E459-493F-9C28-DF7EE8870450}" destId="{D17F7FE5-4393-47D1-B384-DBB4E29D08F0}" srcOrd="0" destOrd="0" presId="urn:microsoft.com/office/officeart/2018/5/layout/IconCircleLabelList"/>
    <dgm:cxn modelId="{7DD943F1-73ED-48C1-B4E3-174E0B774995}" type="presParOf" srcId="{9C4C50A4-E459-493F-9C28-DF7EE8870450}" destId="{9DE731F0-C00E-4C25-9A17-DA4C46A844C0}" srcOrd="1" destOrd="0" presId="urn:microsoft.com/office/officeart/2018/5/layout/IconCircleLabelList"/>
    <dgm:cxn modelId="{FB8FFEE6-CA9D-4F97-AD4E-F2F932813747}" type="presParOf" srcId="{9C4C50A4-E459-493F-9C28-DF7EE8870450}" destId="{B2DE5039-1A70-48CF-95E8-8435C7992B67}" srcOrd="2" destOrd="0" presId="urn:microsoft.com/office/officeart/2018/5/layout/IconCircleLabelList"/>
    <dgm:cxn modelId="{FCC8863C-3CC2-4636-8E23-2DF6BEA0BE96}" type="presParOf" srcId="{9C4C50A4-E459-493F-9C28-DF7EE8870450}" destId="{A32940E5-81CB-4D71-A66D-27C12AC7F683}" srcOrd="3" destOrd="0" presId="urn:microsoft.com/office/officeart/2018/5/layout/IconCircleLabelList"/>
    <dgm:cxn modelId="{91A8D216-A1B6-4E75-8B85-2AE944F8282E}" type="presParOf" srcId="{AF6B5CFA-C732-41B7-86E5-A8058764719C}" destId="{1D668787-313B-4A35-BDBB-9CC98228AAAF}" srcOrd="1" destOrd="0" presId="urn:microsoft.com/office/officeart/2018/5/layout/IconCircleLabelList"/>
    <dgm:cxn modelId="{F84FA6B6-A5B1-4D1F-A52F-64AAFCC8D450}" type="presParOf" srcId="{AF6B5CFA-C732-41B7-86E5-A8058764719C}" destId="{1FAA5A7F-DA12-45AA-92DA-E309D0F3A0AE}" srcOrd="2" destOrd="0" presId="urn:microsoft.com/office/officeart/2018/5/layout/IconCircleLabelList"/>
    <dgm:cxn modelId="{BA8EE18F-B127-4061-96F5-CACD52A79AAD}" type="presParOf" srcId="{1FAA5A7F-DA12-45AA-92DA-E309D0F3A0AE}" destId="{C582CA35-A3E4-4EE7-BBDC-971561E8528C}" srcOrd="0" destOrd="0" presId="urn:microsoft.com/office/officeart/2018/5/layout/IconCircleLabelList"/>
    <dgm:cxn modelId="{DECD8E86-4E02-429C-9080-2378F4A68E9A}" type="presParOf" srcId="{1FAA5A7F-DA12-45AA-92DA-E309D0F3A0AE}" destId="{B655BCBE-4C97-434E-93A6-47BD681D9322}" srcOrd="1" destOrd="0" presId="urn:microsoft.com/office/officeart/2018/5/layout/IconCircleLabelList"/>
    <dgm:cxn modelId="{EDF07B7A-56E4-4D58-8C60-7A13F63064CD}" type="presParOf" srcId="{1FAA5A7F-DA12-45AA-92DA-E309D0F3A0AE}" destId="{04FC2200-B1EB-4063-B580-0704D13F2E42}" srcOrd="2" destOrd="0" presId="urn:microsoft.com/office/officeart/2018/5/layout/IconCircleLabelList"/>
    <dgm:cxn modelId="{3DDEB632-79DC-44F8-939C-FFE2B75F0EAF}" type="presParOf" srcId="{1FAA5A7F-DA12-45AA-92DA-E309D0F3A0AE}" destId="{A195EC2F-6635-4C2F-8768-5CFE5922F76B}" srcOrd="3" destOrd="0" presId="urn:microsoft.com/office/officeart/2018/5/layout/IconCircleLabelList"/>
    <dgm:cxn modelId="{F22E429C-0CF3-4176-A924-F40FCFD8BE67}" type="presParOf" srcId="{AF6B5CFA-C732-41B7-86E5-A8058764719C}" destId="{B6A482C6-C407-4914-98CC-1815A066FC85}" srcOrd="3" destOrd="0" presId="urn:microsoft.com/office/officeart/2018/5/layout/IconCircleLabelList"/>
    <dgm:cxn modelId="{49EF6759-1CD9-4564-9B42-B7DB42E3D2FE}" type="presParOf" srcId="{AF6B5CFA-C732-41B7-86E5-A8058764719C}" destId="{78B91238-7887-4115-A008-894E685F5ABA}" srcOrd="4" destOrd="0" presId="urn:microsoft.com/office/officeart/2018/5/layout/IconCircleLabelList"/>
    <dgm:cxn modelId="{16E886EC-B0E6-4C8D-AFEE-68D07FF140A4}" type="presParOf" srcId="{78B91238-7887-4115-A008-894E685F5ABA}" destId="{8F71D681-87CB-43DA-A84C-6DE62CCA180D}" srcOrd="0" destOrd="0" presId="urn:microsoft.com/office/officeart/2018/5/layout/IconCircleLabelList"/>
    <dgm:cxn modelId="{2EC6CE3A-7C65-48F5-AC58-10C586D37040}" type="presParOf" srcId="{78B91238-7887-4115-A008-894E685F5ABA}" destId="{4A3CB41B-8EA7-4950-BFA8-8C24B69FB9E1}" srcOrd="1" destOrd="0" presId="urn:microsoft.com/office/officeart/2018/5/layout/IconCircleLabelList"/>
    <dgm:cxn modelId="{D672FA81-BCD1-4AEE-B0CC-8E4B8392B833}" type="presParOf" srcId="{78B91238-7887-4115-A008-894E685F5ABA}" destId="{331796B4-20A9-4964-AFD2-9F946751644A}" srcOrd="2" destOrd="0" presId="urn:microsoft.com/office/officeart/2018/5/layout/IconCircleLabelList"/>
    <dgm:cxn modelId="{F9ACF465-BA7C-484C-8921-A2F6F2770EDA}" type="presParOf" srcId="{78B91238-7887-4115-A008-894E685F5ABA}" destId="{EE201FA8-A4FA-42DA-873D-5D8FB5AF5C5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E786AE-20F8-41A3-B40C-7B4CE095A286}">
      <dsp:nvSpPr>
        <dsp:cNvPr id="0" name=""/>
        <dsp:cNvSpPr/>
      </dsp:nvSpPr>
      <dsp:spPr>
        <a:xfrm>
          <a:off x="3363150" y="346316"/>
          <a:ext cx="1539958" cy="379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200" b="1" kern="1200" dirty="0">
              <a:solidFill>
                <a:schemeClr val="accent4">
                  <a:lumMod val="75000"/>
                </a:schemeClr>
              </a:solidFill>
            </a:rPr>
            <a:t>1.</a:t>
          </a:r>
          <a:r>
            <a:rPr lang="en-US" sz="1200" b="1" kern="1200" dirty="0">
              <a:solidFill>
                <a:schemeClr val="accent4">
                  <a:lumMod val="75000"/>
                </a:schemeClr>
              </a:solidFill>
            </a:rPr>
            <a:t> T</a:t>
          </a:r>
          <a:r>
            <a:rPr lang="en-US" sz="1200" kern="1200" dirty="0">
              <a:solidFill>
                <a:schemeClr val="accent4">
                  <a:lumMod val="75000"/>
                </a:schemeClr>
              </a:solidFill>
            </a:rPr>
            <a:t>hink</a:t>
          </a:r>
          <a:r>
            <a:rPr lang="fr-CA" sz="1200" b="1" kern="1200" dirty="0">
              <a:solidFill>
                <a:schemeClr val="accent4">
                  <a:lumMod val="75000"/>
                </a:schemeClr>
              </a:solidFill>
            </a:rPr>
            <a:t>💡</a:t>
          </a:r>
          <a:br>
            <a:rPr lang="en-US" sz="1200" kern="1200" dirty="0">
              <a:solidFill>
                <a:schemeClr val="accent4">
                  <a:lumMod val="75000"/>
                </a:schemeClr>
              </a:solidFill>
            </a:rPr>
          </a:br>
          <a:r>
            <a:rPr lang="en-US" sz="1200" kern="1200" dirty="0">
              <a:solidFill>
                <a:schemeClr val="accent4">
                  <a:lumMod val="75000"/>
                </a:schemeClr>
              </a:solidFill>
            </a:rPr>
            <a:t>(</a:t>
          </a:r>
          <a:r>
            <a:rPr lang="fr-CA" sz="1200" kern="1200" noProof="0" dirty="0">
              <a:solidFill>
                <a:schemeClr val="accent4">
                  <a:lumMod val="75000"/>
                </a:schemeClr>
              </a:solidFill>
            </a:rPr>
            <a:t>définir</a:t>
          </a:r>
          <a:r>
            <a:rPr lang="en-US" sz="1200" kern="1200" dirty="0">
              <a:solidFill>
                <a:schemeClr val="accent4">
                  <a:lumMod val="75000"/>
                </a:schemeClr>
              </a:solidFill>
            </a:rPr>
            <a:t>)</a:t>
          </a:r>
        </a:p>
      </dsp:txBody>
      <dsp:txXfrm>
        <a:off x="3363150" y="346316"/>
        <a:ext cx="1539958" cy="379150"/>
      </dsp:txXfrm>
    </dsp:sp>
    <dsp:sp modelId="{7E9FEE85-266A-49F4-B062-F02AE2A2AE13}">
      <dsp:nvSpPr>
        <dsp:cNvPr id="0" name=""/>
        <dsp:cNvSpPr/>
      </dsp:nvSpPr>
      <dsp:spPr>
        <a:xfrm>
          <a:off x="1599464" y="66028"/>
          <a:ext cx="3330402" cy="3330402"/>
        </a:xfrm>
        <a:prstGeom prst="circularArrow">
          <a:avLst>
            <a:gd name="adj1" fmla="val 5202"/>
            <a:gd name="adj2" fmla="val 336043"/>
            <a:gd name="adj3" fmla="val 107982"/>
            <a:gd name="adj4" fmla="val 19026049"/>
            <a:gd name="adj5" fmla="val 6069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9D036C-FE3B-44EF-B84C-6A9B2F69C0DB}">
      <dsp:nvSpPr>
        <dsp:cNvPr id="0" name=""/>
        <dsp:cNvSpPr/>
      </dsp:nvSpPr>
      <dsp:spPr>
        <a:xfrm>
          <a:off x="3996516" y="1921537"/>
          <a:ext cx="1346705" cy="532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200" b="1" kern="1200" dirty="0">
              <a:solidFill>
                <a:schemeClr val="accent4">
                  <a:lumMod val="75000"/>
                </a:schemeClr>
              </a:solidFill>
            </a:rPr>
            <a:t>2. </a:t>
          </a:r>
          <a:r>
            <a:rPr lang="en-US" sz="1200" b="1" kern="1200" dirty="0">
              <a:solidFill>
                <a:schemeClr val="accent4">
                  <a:lumMod val="75000"/>
                </a:schemeClr>
              </a:solidFill>
            </a:rPr>
            <a:t>O</a:t>
          </a:r>
          <a:r>
            <a:rPr lang="en-US" sz="1200" kern="1200" dirty="0">
              <a:solidFill>
                <a:schemeClr val="accent4">
                  <a:lumMod val="75000"/>
                </a:schemeClr>
              </a:solidFill>
            </a:rPr>
            <a:t>rganize</a:t>
          </a:r>
          <a:r>
            <a:rPr lang="fr-CA" sz="1200" b="1" kern="1200" dirty="0">
              <a:solidFill>
                <a:schemeClr val="accent4">
                  <a:lumMod val="75000"/>
                </a:schemeClr>
              </a:solidFill>
            </a:rPr>
            <a:t>🗃️</a:t>
          </a:r>
          <a:br>
            <a:rPr lang="en-US" sz="1200" kern="1200" dirty="0">
              <a:solidFill>
                <a:schemeClr val="accent4">
                  <a:lumMod val="75000"/>
                </a:schemeClr>
              </a:solidFill>
            </a:rPr>
          </a:br>
          <a:r>
            <a:rPr lang="en-US" sz="1200" kern="1200" dirty="0">
              <a:solidFill>
                <a:schemeClr val="accent4">
                  <a:lumMod val="75000"/>
                </a:schemeClr>
              </a:solidFill>
            </a:rPr>
            <a:t>(</a:t>
          </a:r>
          <a:r>
            <a:rPr lang="fr-CA" sz="1200" kern="1200" noProof="0" dirty="0">
              <a:solidFill>
                <a:schemeClr val="accent4">
                  <a:lumMod val="75000"/>
                </a:schemeClr>
              </a:solidFill>
            </a:rPr>
            <a:t>planifier</a:t>
          </a:r>
          <a:r>
            <a:rPr lang="en-US" sz="1200" kern="1200" dirty="0">
              <a:solidFill>
                <a:schemeClr val="accent4">
                  <a:lumMod val="75000"/>
                </a:schemeClr>
              </a:solidFill>
            </a:rPr>
            <a:t>)</a:t>
          </a:r>
        </a:p>
      </dsp:txBody>
      <dsp:txXfrm>
        <a:off x="3996516" y="1921537"/>
        <a:ext cx="1346705" cy="532539"/>
      </dsp:txXfrm>
    </dsp:sp>
    <dsp:sp modelId="{B748C918-2882-4B71-BDC3-6EF8BDC01F94}">
      <dsp:nvSpPr>
        <dsp:cNvPr id="0" name=""/>
        <dsp:cNvSpPr/>
      </dsp:nvSpPr>
      <dsp:spPr>
        <a:xfrm>
          <a:off x="1599464" y="66028"/>
          <a:ext cx="3330402" cy="3330402"/>
        </a:xfrm>
        <a:prstGeom prst="circularArrow">
          <a:avLst>
            <a:gd name="adj1" fmla="val 5202"/>
            <a:gd name="adj2" fmla="val 336043"/>
            <a:gd name="adj3" fmla="val 2928883"/>
            <a:gd name="adj4" fmla="val 1757403"/>
            <a:gd name="adj5" fmla="val 6069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5880C4-350B-40AC-9A6A-BE2F9E6B3517}">
      <dsp:nvSpPr>
        <dsp:cNvPr id="0" name=""/>
        <dsp:cNvSpPr/>
      </dsp:nvSpPr>
      <dsp:spPr>
        <a:xfrm>
          <a:off x="2404892" y="2897745"/>
          <a:ext cx="1719547" cy="622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200" b="1" kern="1200" dirty="0">
              <a:solidFill>
                <a:schemeClr val="accent4">
                  <a:lumMod val="75000"/>
                </a:schemeClr>
              </a:solidFill>
            </a:rPr>
            <a:t>3. </a:t>
          </a:r>
          <a:r>
            <a:rPr lang="en-US" sz="1200" b="1" kern="1200" dirty="0">
              <a:solidFill>
                <a:schemeClr val="accent4">
                  <a:lumMod val="75000"/>
                </a:schemeClr>
              </a:solidFill>
            </a:rPr>
            <a:t>T</a:t>
          </a:r>
          <a:r>
            <a:rPr lang="en-US" sz="1200" kern="1200" dirty="0">
              <a:solidFill>
                <a:schemeClr val="accent4">
                  <a:lumMod val="75000"/>
                </a:schemeClr>
              </a:solidFill>
            </a:rPr>
            <a:t>ransform</a:t>
          </a:r>
          <a:r>
            <a:rPr lang="fr-CA" sz="1200" kern="1200" dirty="0">
              <a:solidFill>
                <a:schemeClr val="accent4">
                  <a:lumMod val="75000"/>
                </a:schemeClr>
              </a:solidFill>
            </a:rPr>
            <a:t>🪄</a:t>
          </a:r>
          <a:br>
            <a:rPr lang="en-US" sz="1200" kern="1200" dirty="0">
              <a:solidFill>
                <a:schemeClr val="accent4">
                  <a:lumMod val="75000"/>
                </a:schemeClr>
              </a:solidFill>
            </a:rPr>
          </a:br>
          <a:r>
            <a:rPr lang="en-US" sz="1200" kern="1200" dirty="0">
              <a:solidFill>
                <a:schemeClr val="accent4">
                  <a:lumMod val="75000"/>
                </a:schemeClr>
              </a:solidFill>
            </a:rPr>
            <a:t>(</a:t>
          </a:r>
          <a:r>
            <a:rPr lang="fr-CA" sz="1200" kern="1200" noProof="0" dirty="0">
              <a:solidFill>
                <a:schemeClr val="accent4">
                  <a:lumMod val="75000"/>
                </a:schemeClr>
              </a:solidFill>
            </a:rPr>
            <a:t>implémenter</a:t>
          </a:r>
          <a:r>
            <a:rPr lang="en-US" sz="1200" kern="1200" dirty="0">
              <a:solidFill>
                <a:schemeClr val="accent4">
                  <a:lumMod val="75000"/>
                </a:schemeClr>
              </a:solidFill>
            </a:rPr>
            <a:t>)</a:t>
          </a:r>
        </a:p>
      </dsp:txBody>
      <dsp:txXfrm>
        <a:off x="2404892" y="2897745"/>
        <a:ext cx="1719547" cy="622005"/>
      </dsp:txXfrm>
    </dsp:sp>
    <dsp:sp modelId="{F10DDA8A-2F67-4200-A0EE-2E1139F74A53}">
      <dsp:nvSpPr>
        <dsp:cNvPr id="0" name=""/>
        <dsp:cNvSpPr/>
      </dsp:nvSpPr>
      <dsp:spPr>
        <a:xfrm>
          <a:off x="1599464" y="66028"/>
          <a:ext cx="3330402" cy="3330402"/>
        </a:xfrm>
        <a:prstGeom prst="circularArrow">
          <a:avLst>
            <a:gd name="adj1" fmla="val 5202"/>
            <a:gd name="adj2" fmla="val 336043"/>
            <a:gd name="adj3" fmla="val 8804489"/>
            <a:gd name="adj4" fmla="val 7535074"/>
            <a:gd name="adj5" fmla="val 6069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1DA5C7-19A5-4330-964E-44A6D69716D2}">
      <dsp:nvSpPr>
        <dsp:cNvPr id="0" name=""/>
        <dsp:cNvSpPr/>
      </dsp:nvSpPr>
      <dsp:spPr>
        <a:xfrm>
          <a:off x="974568" y="1958536"/>
          <a:ext cx="1769788" cy="458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200" b="1" kern="1200" dirty="0">
              <a:solidFill>
                <a:schemeClr val="accent4">
                  <a:lumMod val="75000"/>
                </a:schemeClr>
              </a:solidFill>
            </a:rPr>
            <a:t>4.</a:t>
          </a:r>
          <a:r>
            <a:rPr lang="en-US" sz="1200" b="1" kern="1200" dirty="0">
              <a:solidFill>
                <a:schemeClr val="accent4">
                  <a:lumMod val="75000"/>
                </a:schemeClr>
              </a:solidFill>
            </a:rPr>
            <a:t> A</a:t>
          </a:r>
          <a:r>
            <a:rPr lang="en-US" sz="1200" kern="1200" dirty="0">
              <a:solidFill>
                <a:schemeClr val="accent4">
                  <a:lumMod val="75000"/>
                </a:schemeClr>
              </a:solidFill>
            </a:rPr>
            <a:t>ccomplish</a:t>
          </a:r>
          <a:r>
            <a:rPr lang="fr-CA" sz="1200" b="1" kern="1200" dirty="0">
              <a:solidFill>
                <a:schemeClr val="accent4">
                  <a:lumMod val="75000"/>
                </a:schemeClr>
              </a:solidFill>
            </a:rPr>
            <a:t>✔️</a:t>
          </a:r>
          <a:br>
            <a:rPr lang="en-US" sz="1200" kern="1200" dirty="0">
              <a:solidFill>
                <a:schemeClr val="accent4">
                  <a:lumMod val="75000"/>
                </a:schemeClr>
              </a:solidFill>
            </a:rPr>
          </a:br>
          <a:r>
            <a:rPr lang="fr-CA" sz="1200" kern="1200" noProof="0" dirty="0">
              <a:solidFill>
                <a:schemeClr val="accent4">
                  <a:lumMod val="75000"/>
                </a:schemeClr>
              </a:solidFill>
            </a:rPr>
            <a:t>(diffuser, veiller &amp; mesurer)</a:t>
          </a:r>
          <a:endParaRPr lang="en-US" sz="1200" kern="1200" dirty="0">
            <a:solidFill>
              <a:schemeClr val="accent4">
                <a:lumMod val="75000"/>
              </a:schemeClr>
            </a:solidFill>
          </a:endParaRPr>
        </a:p>
      </dsp:txBody>
      <dsp:txXfrm>
        <a:off x="974568" y="1958536"/>
        <a:ext cx="1769788" cy="458541"/>
      </dsp:txXfrm>
    </dsp:sp>
    <dsp:sp modelId="{424CE3CE-F522-4B86-B10E-F3CED5782F2E}">
      <dsp:nvSpPr>
        <dsp:cNvPr id="0" name=""/>
        <dsp:cNvSpPr/>
      </dsp:nvSpPr>
      <dsp:spPr>
        <a:xfrm>
          <a:off x="1599464" y="66028"/>
          <a:ext cx="3330402" cy="3330402"/>
        </a:xfrm>
        <a:prstGeom prst="circularArrow">
          <a:avLst>
            <a:gd name="adj1" fmla="val 5202"/>
            <a:gd name="adj2" fmla="val 336043"/>
            <a:gd name="adj3" fmla="val 12968046"/>
            <a:gd name="adj4" fmla="val 10269014"/>
            <a:gd name="adj5" fmla="val 6069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B23B57-A495-4254-9705-466B6FFC4630}">
      <dsp:nvSpPr>
        <dsp:cNvPr id="0" name=""/>
        <dsp:cNvSpPr/>
      </dsp:nvSpPr>
      <dsp:spPr>
        <a:xfrm>
          <a:off x="1568248" y="324114"/>
          <a:ext cx="1655908" cy="423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200" b="1" kern="1200" dirty="0">
              <a:solidFill>
                <a:schemeClr val="accent4">
                  <a:lumMod val="75000"/>
                </a:schemeClr>
              </a:solidFill>
            </a:rPr>
            <a:t>5. L</a:t>
          </a:r>
          <a:r>
            <a:rPr lang="fr-CA" sz="1200" kern="1200" dirty="0">
              <a:solidFill>
                <a:schemeClr val="accent4">
                  <a:lumMod val="75000"/>
                </a:schemeClr>
              </a:solidFill>
            </a:rPr>
            <a:t>earn</a:t>
          </a:r>
          <a:r>
            <a:rPr lang="fr-CA" sz="1200" b="1" kern="1200" dirty="0">
              <a:solidFill>
                <a:schemeClr val="accent4">
                  <a:lumMod val="75000"/>
                </a:schemeClr>
              </a:solidFill>
            </a:rPr>
            <a:t>🎓</a:t>
          </a:r>
          <a:br>
            <a:rPr lang="fr-CA" sz="1200" kern="1200" dirty="0">
              <a:solidFill>
                <a:schemeClr val="accent4">
                  <a:lumMod val="75000"/>
                </a:schemeClr>
              </a:solidFill>
            </a:rPr>
          </a:br>
          <a:r>
            <a:rPr lang="fr-CA" sz="1200" kern="1200" dirty="0">
              <a:solidFill>
                <a:schemeClr val="accent4">
                  <a:lumMod val="75000"/>
                </a:schemeClr>
              </a:solidFill>
            </a:rPr>
            <a:t>(boucle d’analyse)</a:t>
          </a:r>
        </a:p>
      </dsp:txBody>
      <dsp:txXfrm>
        <a:off x="1568248" y="324114"/>
        <a:ext cx="1655908" cy="423554"/>
      </dsp:txXfrm>
    </dsp:sp>
    <dsp:sp modelId="{4A191386-BA10-47EF-B3AD-0E3B7B57052F}">
      <dsp:nvSpPr>
        <dsp:cNvPr id="0" name=""/>
        <dsp:cNvSpPr/>
      </dsp:nvSpPr>
      <dsp:spPr>
        <a:xfrm>
          <a:off x="1599464" y="66028"/>
          <a:ext cx="3330402" cy="3330402"/>
        </a:xfrm>
        <a:prstGeom prst="circularArrow">
          <a:avLst>
            <a:gd name="adj1" fmla="val 5202"/>
            <a:gd name="adj2" fmla="val 336043"/>
            <a:gd name="adj3" fmla="val 17087548"/>
            <a:gd name="adj4" fmla="val 15134484"/>
            <a:gd name="adj5" fmla="val 6069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07EA0-9B18-41DD-ADB7-65DE8A9E4350}">
      <dsp:nvSpPr>
        <dsp:cNvPr id="0" name=""/>
        <dsp:cNvSpPr/>
      </dsp:nvSpPr>
      <dsp:spPr>
        <a:xfrm>
          <a:off x="574670" y="1168581"/>
          <a:ext cx="3367385" cy="2188800"/>
        </a:xfrm>
        <a:prstGeom prst="roundRect">
          <a:avLst/>
        </a:prstGeom>
        <a:solidFill>
          <a:schemeClr val="accent4"/>
        </a:solidFill>
        <a:ln>
          <a:noFill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 err="1"/>
            <a:t>SENSe</a:t>
          </a:r>
          <a:endParaRPr lang="en-US" sz="3200" kern="1200" dirty="0"/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 err="1"/>
            <a:t>FORGe</a:t>
          </a:r>
          <a:endParaRPr lang="en-US" sz="3200" kern="1200" dirty="0"/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 err="1"/>
            <a:t>CARe</a:t>
          </a:r>
          <a:endParaRPr lang="en-US" sz="3200" kern="1200" dirty="0"/>
        </a:p>
      </dsp:txBody>
      <dsp:txXfrm>
        <a:off x="681518" y="1275429"/>
        <a:ext cx="3153689" cy="1975104"/>
      </dsp:txXfrm>
    </dsp:sp>
    <dsp:sp modelId="{DF4F1437-2308-406B-8532-30E8B443D54B}">
      <dsp:nvSpPr>
        <dsp:cNvPr id="0" name=""/>
        <dsp:cNvSpPr/>
      </dsp:nvSpPr>
      <dsp:spPr>
        <a:xfrm>
          <a:off x="2258363" y="406544"/>
          <a:ext cx="3712873" cy="3712873"/>
        </a:xfrm>
        <a:custGeom>
          <a:avLst/>
          <a:gdLst/>
          <a:ahLst/>
          <a:cxnLst/>
          <a:rect l="0" t="0" r="0" b="0"/>
          <a:pathLst>
            <a:path>
              <a:moveTo>
                <a:pt x="374763" y="737955"/>
              </a:moveTo>
              <a:arcTo wR="1856436" hR="1856436" stAng="13022900" swAng="6354201"/>
            </a:path>
          </a:pathLst>
        </a:custGeom>
        <a:noFill/>
        <a:ln w="38100" cap="flat" cmpd="sng" algn="ctr">
          <a:solidFill>
            <a:schemeClr val="accent4"/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3">
          <a:schemeClr val="accent4"/>
        </a:lnRef>
        <a:fillRef idx="0">
          <a:schemeClr val="accent4"/>
        </a:fillRef>
        <a:effectRef idx="2">
          <a:schemeClr val="accent4"/>
        </a:effectRef>
        <a:fontRef idx="minor">
          <a:schemeClr val="tx1"/>
        </a:fontRef>
      </dsp:style>
    </dsp:sp>
    <dsp:sp modelId="{E8F9C9C6-9172-4FFE-B143-C3E87DB47FDD}">
      <dsp:nvSpPr>
        <dsp:cNvPr id="0" name=""/>
        <dsp:cNvSpPr/>
      </dsp:nvSpPr>
      <dsp:spPr>
        <a:xfrm>
          <a:off x="4287544" y="1168581"/>
          <a:ext cx="3367385" cy="2188800"/>
        </a:xfrm>
        <a:prstGeom prst="roundRect">
          <a:avLst/>
        </a:prstGeom>
        <a:solidFill>
          <a:schemeClr val="accent4"/>
        </a:solidFill>
        <a:ln>
          <a:noFill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200" kern="1200" dirty="0"/>
            <a:t>Clarifier</a:t>
          </a:r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200" kern="1200" dirty="0"/>
            <a:t>Assembler</a:t>
          </a:r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200" kern="1200" noProof="0" dirty="0"/>
            <a:t>Veiller</a:t>
          </a:r>
          <a:endParaRPr lang="en-US" sz="3200" kern="1200" dirty="0"/>
        </a:p>
      </dsp:txBody>
      <dsp:txXfrm>
        <a:off x="4394392" y="1275429"/>
        <a:ext cx="3153689" cy="1975104"/>
      </dsp:txXfrm>
    </dsp:sp>
    <dsp:sp modelId="{A4E63768-C570-493A-B971-E7A9A8042517}">
      <dsp:nvSpPr>
        <dsp:cNvPr id="0" name=""/>
        <dsp:cNvSpPr/>
      </dsp:nvSpPr>
      <dsp:spPr>
        <a:xfrm>
          <a:off x="2258363" y="406544"/>
          <a:ext cx="3712873" cy="3712873"/>
        </a:xfrm>
        <a:custGeom>
          <a:avLst/>
          <a:gdLst/>
          <a:ahLst/>
          <a:cxnLst/>
          <a:rect l="0" t="0" r="0" b="0"/>
          <a:pathLst>
            <a:path>
              <a:moveTo>
                <a:pt x="3338110" y="2974918"/>
              </a:moveTo>
              <a:arcTo wR="1856436" hR="1856436" stAng="2222900" swAng="6354201"/>
            </a:path>
          </a:pathLst>
        </a:custGeom>
        <a:noFill/>
        <a:ln w="38100" cap="flat" cmpd="sng" algn="ctr">
          <a:solidFill>
            <a:schemeClr val="accent4"/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3">
          <a:schemeClr val="accent4"/>
        </a:lnRef>
        <a:fillRef idx="0">
          <a:schemeClr val="accent4"/>
        </a:fillRef>
        <a:effectRef idx="2">
          <a:schemeClr val="accent4"/>
        </a:effectRef>
        <a:fontRef idx="minor">
          <a:schemeClr val="tx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F3A281-45B0-480E-86AF-8867B6D5D524}">
      <dsp:nvSpPr>
        <dsp:cNvPr id="0" name=""/>
        <dsp:cNvSpPr/>
      </dsp:nvSpPr>
      <dsp:spPr>
        <a:xfrm>
          <a:off x="0" y="2187"/>
          <a:ext cx="455242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847661-24B2-4253-B41B-D3BCB8370865}">
      <dsp:nvSpPr>
        <dsp:cNvPr id="0" name=""/>
        <dsp:cNvSpPr/>
      </dsp:nvSpPr>
      <dsp:spPr>
        <a:xfrm>
          <a:off x="0" y="2187"/>
          <a:ext cx="4552428" cy="7460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noProof="0" dirty="0">
              <a:solidFill>
                <a:schemeClr val="accent4">
                  <a:lumMod val="75000"/>
                </a:schemeClr>
              </a:solidFill>
            </a:rPr>
            <a:t>Apprendre</a:t>
          </a:r>
        </a:p>
      </dsp:txBody>
      <dsp:txXfrm>
        <a:off x="0" y="2187"/>
        <a:ext cx="4552428" cy="746058"/>
      </dsp:txXfrm>
    </dsp:sp>
    <dsp:sp modelId="{9AEA0CDD-2454-47AF-8EAB-72D6AFAC9C14}">
      <dsp:nvSpPr>
        <dsp:cNvPr id="0" name=""/>
        <dsp:cNvSpPr/>
      </dsp:nvSpPr>
      <dsp:spPr>
        <a:xfrm>
          <a:off x="0" y="748246"/>
          <a:ext cx="4552428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5A78E9-5F9E-4CAD-B819-25302B876C31}">
      <dsp:nvSpPr>
        <dsp:cNvPr id="0" name=""/>
        <dsp:cNvSpPr/>
      </dsp:nvSpPr>
      <dsp:spPr>
        <a:xfrm>
          <a:off x="0" y="748246"/>
          <a:ext cx="4552428" cy="7460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noProof="0" dirty="0">
              <a:solidFill>
                <a:schemeClr val="accent4">
                  <a:lumMod val="75000"/>
                </a:schemeClr>
              </a:solidFill>
            </a:rPr>
            <a:t>Décider</a:t>
          </a:r>
        </a:p>
      </dsp:txBody>
      <dsp:txXfrm>
        <a:off x="0" y="748246"/>
        <a:ext cx="4552428" cy="746058"/>
      </dsp:txXfrm>
    </dsp:sp>
    <dsp:sp modelId="{C13FD40A-6678-4BFA-9C67-3EB0088FEF4D}">
      <dsp:nvSpPr>
        <dsp:cNvPr id="0" name=""/>
        <dsp:cNvSpPr/>
      </dsp:nvSpPr>
      <dsp:spPr>
        <a:xfrm>
          <a:off x="0" y="1494304"/>
          <a:ext cx="4552428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B15E5A-1BD2-43E4-9E4B-17CA17F10A0A}">
      <dsp:nvSpPr>
        <dsp:cNvPr id="0" name=""/>
        <dsp:cNvSpPr/>
      </dsp:nvSpPr>
      <dsp:spPr>
        <a:xfrm>
          <a:off x="0" y="1494304"/>
          <a:ext cx="4552428" cy="7460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noProof="0" dirty="0">
              <a:solidFill>
                <a:schemeClr val="accent4">
                  <a:lumMod val="75000"/>
                </a:schemeClr>
              </a:solidFill>
            </a:rPr>
            <a:t>Concevoir</a:t>
          </a:r>
        </a:p>
      </dsp:txBody>
      <dsp:txXfrm>
        <a:off x="0" y="1494304"/>
        <a:ext cx="4552428" cy="746058"/>
      </dsp:txXfrm>
    </dsp:sp>
    <dsp:sp modelId="{8658278C-65B1-4A9E-8352-834D46B1055B}">
      <dsp:nvSpPr>
        <dsp:cNvPr id="0" name=""/>
        <dsp:cNvSpPr/>
      </dsp:nvSpPr>
      <dsp:spPr>
        <a:xfrm>
          <a:off x="0" y="2240362"/>
          <a:ext cx="4552428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FB4275-DE06-4D52-99E5-5E6419936EAF}">
      <dsp:nvSpPr>
        <dsp:cNvPr id="0" name=""/>
        <dsp:cNvSpPr/>
      </dsp:nvSpPr>
      <dsp:spPr>
        <a:xfrm>
          <a:off x="0" y="2240363"/>
          <a:ext cx="4552428" cy="7460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noProof="0" dirty="0">
              <a:solidFill>
                <a:schemeClr val="accent4">
                  <a:lumMod val="75000"/>
                </a:schemeClr>
              </a:solidFill>
            </a:rPr>
            <a:t>Spécifier (</a:t>
          </a:r>
          <a:r>
            <a:rPr lang="fr-CA" sz="2400" kern="1200" dirty="0">
              <a:solidFill>
                <a:schemeClr val="accent4">
                  <a:lumMod val="75000"/>
                </a:schemeClr>
              </a:solidFill>
            </a:rPr>
            <a:t>exécutables/testables)</a:t>
          </a:r>
          <a:endParaRPr lang="fr-CA" sz="2400" kern="1200" noProof="0" dirty="0">
            <a:solidFill>
              <a:schemeClr val="accent4">
                <a:lumMod val="75000"/>
              </a:schemeClr>
            </a:solidFill>
          </a:endParaRPr>
        </a:p>
      </dsp:txBody>
      <dsp:txXfrm>
        <a:off x="0" y="2240363"/>
        <a:ext cx="4552428" cy="746058"/>
      </dsp:txXfrm>
    </dsp:sp>
    <dsp:sp modelId="{DEFB32D5-7443-4FDE-85A9-316DA5E1918B}">
      <dsp:nvSpPr>
        <dsp:cNvPr id="0" name=""/>
        <dsp:cNvSpPr/>
      </dsp:nvSpPr>
      <dsp:spPr>
        <a:xfrm>
          <a:off x="0" y="2986421"/>
          <a:ext cx="4552428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51046F-4F65-4C60-8608-58BD4F2A994B}">
      <dsp:nvSpPr>
        <dsp:cNvPr id="0" name=""/>
        <dsp:cNvSpPr/>
      </dsp:nvSpPr>
      <dsp:spPr>
        <a:xfrm>
          <a:off x="0" y="2986421"/>
          <a:ext cx="4552428" cy="7460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noProof="0" dirty="0">
              <a:solidFill>
                <a:schemeClr val="accent4">
                  <a:lumMod val="75000"/>
                </a:schemeClr>
              </a:solidFill>
            </a:rPr>
            <a:t>Valider</a:t>
          </a:r>
        </a:p>
      </dsp:txBody>
      <dsp:txXfrm>
        <a:off x="0" y="2986421"/>
        <a:ext cx="4552428" cy="746058"/>
      </dsp:txXfrm>
    </dsp:sp>
    <dsp:sp modelId="{A5DED139-FA1A-4A12-B8E1-9CE4F7AA5A55}">
      <dsp:nvSpPr>
        <dsp:cNvPr id="0" name=""/>
        <dsp:cNvSpPr/>
      </dsp:nvSpPr>
      <dsp:spPr>
        <a:xfrm>
          <a:off x="0" y="3732479"/>
          <a:ext cx="455242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7E4394-D2F3-4972-ACF4-55D2E0FCD9AF}">
      <dsp:nvSpPr>
        <dsp:cNvPr id="0" name=""/>
        <dsp:cNvSpPr/>
      </dsp:nvSpPr>
      <dsp:spPr>
        <a:xfrm>
          <a:off x="0" y="3732479"/>
          <a:ext cx="4552428" cy="7460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noProof="0" dirty="0">
              <a:solidFill>
                <a:schemeClr val="accent4">
                  <a:lumMod val="75000"/>
                </a:schemeClr>
              </a:solidFill>
            </a:rPr>
            <a:t>Prioriser</a:t>
          </a:r>
        </a:p>
      </dsp:txBody>
      <dsp:txXfrm>
        <a:off x="0" y="3732479"/>
        <a:ext cx="4552428" cy="74605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CB22B0-CAA6-4273-B611-57A6EAD5D58F}">
      <dsp:nvSpPr>
        <dsp:cNvPr id="0" name=""/>
        <dsp:cNvSpPr/>
      </dsp:nvSpPr>
      <dsp:spPr>
        <a:xfrm>
          <a:off x="0" y="0"/>
          <a:ext cx="446710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BD523E-8E4B-458B-93F6-6C4469446E69}">
      <dsp:nvSpPr>
        <dsp:cNvPr id="0" name=""/>
        <dsp:cNvSpPr/>
      </dsp:nvSpPr>
      <dsp:spPr>
        <a:xfrm>
          <a:off x="0" y="0"/>
          <a:ext cx="4467105" cy="1120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noProof="0" dirty="0">
              <a:solidFill>
                <a:schemeClr val="accent4">
                  <a:lumMod val="75000"/>
                </a:schemeClr>
              </a:solidFill>
            </a:rPr>
            <a:t>Planifier</a:t>
          </a:r>
        </a:p>
      </dsp:txBody>
      <dsp:txXfrm>
        <a:off x="0" y="0"/>
        <a:ext cx="4467105" cy="1120181"/>
      </dsp:txXfrm>
    </dsp:sp>
    <dsp:sp modelId="{2B905FCD-2C28-4AE2-8CDD-97A00BB26475}">
      <dsp:nvSpPr>
        <dsp:cNvPr id="0" name=""/>
        <dsp:cNvSpPr/>
      </dsp:nvSpPr>
      <dsp:spPr>
        <a:xfrm>
          <a:off x="0" y="1120181"/>
          <a:ext cx="446710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5471B6-FA64-445C-9DBD-90B394BC69CB}">
      <dsp:nvSpPr>
        <dsp:cNvPr id="0" name=""/>
        <dsp:cNvSpPr/>
      </dsp:nvSpPr>
      <dsp:spPr>
        <a:xfrm>
          <a:off x="0" y="1120181"/>
          <a:ext cx="4467105" cy="1120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noProof="0" dirty="0">
              <a:solidFill>
                <a:schemeClr val="accent4">
                  <a:lumMod val="75000"/>
                </a:schemeClr>
              </a:solidFill>
            </a:rPr>
            <a:t>Construire</a:t>
          </a:r>
        </a:p>
      </dsp:txBody>
      <dsp:txXfrm>
        <a:off x="0" y="1120181"/>
        <a:ext cx="4467105" cy="1120181"/>
      </dsp:txXfrm>
    </dsp:sp>
    <dsp:sp modelId="{42752341-7780-458D-8C66-9A5686BDA207}">
      <dsp:nvSpPr>
        <dsp:cNvPr id="0" name=""/>
        <dsp:cNvSpPr/>
      </dsp:nvSpPr>
      <dsp:spPr>
        <a:xfrm>
          <a:off x="0" y="2240363"/>
          <a:ext cx="446710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6D3025-C757-4FAC-B751-6E4249CE80B2}">
      <dsp:nvSpPr>
        <dsp:cNvPr id="0" name=""/>
        <dsp:cNvSpPr/>
      </dsp:nvSpPr>
      <dsp:spPr>
        <a:xfrm>
          <a:off x="0" y="2240363"/>
          <a:ext cx="4467105" cy="1120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noProof="0" dirty="0">
              <a:solidFill>
                <a:schemeClr val="accent4">
                  <a:lumMod val="75000"/>
                </a:schemeClr>
              </a:solidFill>
            </a:rPr>
            <a:t>Simuler</a:t>
          </a:r>
        </a:p>
      </dsp:txBody>
      <dsp:txXfrm>
        <a:off x="0" y="2240363"/>
        <a:ext cx="4467105" cy="1120181"/>
      </dsp:txXfrm>
    </dsp:sp>
    <dsp:sp modelId="{59F45710-AFAD-4E35-BD87-09572985C060}">
      <dsp:nvSpPr>
        <dsp:cNvPr id="0" name=""/>
        <dsp:cNvSpPr/>
      </dsp:nvSpPr>
      <dsp:spPr>
        <a:xfrm>
          <a:off x="0" y="3360544"/>
          <a:ext cx="446710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1B50BD-56F7-4E1B-8495-836B2E0F8F74}">
      <dsp:nvSpPr>
        <dsp:cNvPr id="0" name=""/>
        <dsp:cNvSpPr/>
      </dsp:nvSpPr>
      <dsp:spPr>
        <a:xfrm>
          <a:off x="0" y="3360544"/>
          <a:ext cx="4467105" cy="1120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noProof="0" dirty="0">
              <a:solidFill>
                <a:schemeClr val="accent4">
                  <a:lumMod val="75000"/>
                </a:schemeClr>
              </a:solidFill>
            </a:rPr>
            <a:t>Signal</a:t>
          </a:r>
        </a:p>
      </dsp:txBody>
      <dsp:txXfrm>
        <a:off x="0" y="3360544"/>
        <a:ext cx="4467105" cy="112018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5519D0-C1F2-4129-AFEC-7164B4CD32B2}">
      <dsp:nvSpPr>
        <dsp:cNvPr id="0" name=""/>
        <dsp:cNvSpPr/>
      </dsp:nvSpPr>
      <dsp:spPr>
        <a:xfrm>
          <a:off x="0" y="0"/>
          <a:ext cx="449495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5FB6C6-94F4-4C58-BA3A-CB8BCD3B9A43}">
      <dsp:nvSpPr>
        <dsp:cNvPr id="0" name=""/>
        <dsp:cNvSpPr/>
      </dsp:nvSpPr>
      <dsp:spPr>
        <a:xfrm>
          <a:off x="0" y="0"/>
          <a:ext cx="4494952" cy="1120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noProof="0" dirty="0">
              <a:solidFill>
                <a:schemeClr val="accent4">
                  <a:lumMod val="75000"/>
                </a:schemeClr>
              </a:solidFill>
            </a:rPr>
            <a:t>Diffuser (livrer)</a:t>
          </a:r>
        </a:p>
      </dsp:txBody>
      <dsp:txXfrm>
        <a:off x="0" y="0"/>
        <a:ext cx="4494952" cy="1120181"/>
      </dsp:txXfrm>
    </dsp:sp>
    <dsp:sp modelId="{269A93DA-15F5-405F-A252-AFA7EF9C0E28}">
      <dsp:nvSpPr>
        <dsp:cNvPr id="0" name=""/>
        <dsp:cNvSpPr/>
      </dsp:nvSpPr>
      <dsp:spPr>
        <a:xfrm>
          <a:off x="0" y="1120181"/>
          <a:ext cx="4494952" cy="0"/>
        </a:xfrm>
        <a:prstGeom prst="line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FED6BE-12F1-4503-9873-F3CE9878CEE2}">
      <dsp:nvSpPr>
        <dsp:cNvPr id="0" name=""/>
        <dsp:cNvSpPr/>
      </dsp:nvSpPr>
      <dsp:spPr>
        <a:xfrm>
          <a:off x="0" y="1120181"/>
          <a:ext cx="4494952" cy="1120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noProof="0" dirty="0">
              <a:solidFill>
                <a:schemeClr val="accent4">
                  <a:lumMod val="75000"/>
                </a:schemeClr>
              </a:solidFill>
            </a:rPr>
            <a:t>Exécuter (opérer)</a:t>
          </a:r>
        </a:p>
      </dsp:txBody>
      <dsp:txXfrm>
        <a:off x="0" y="1120181"/>
        <a:ext cx="4494952" cy="1120181"/>
      </dsp:txXfrm>
    </dsp:sp>
    <dsp:sp modelId="{CC8FADD0-6CA0-4789-AE12-6C0FAB41E54F}">
      <dsp:nvSpPr>
        <dsp:cNvPr id="0" name=""/>
        <dsp:cNvSpPr/>
      </dsp:nvSpPr>
      <dsp:spPr>
        <a:xfrm>
          <a:off x="0" y="2240363"/>
          <a:ext cx="4494952" cy="0"/>
        </a:xfrm>
        <a:prstGeom prst="line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58FDAA-8082-4D13-B38F-28A0B49F7E2D}">
      <dsp:nvSpPr>
        <dsp:cNvPr id="0" name=""/>
        <dsp:cNvSpPr/>
      </dsp:nvSpPr>
      <dsp:spPr>
        <a:xfrm>
          <a:off x="0" y="2240363"/>
          <a:ext cx="4494952" cy="1120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noProof="0" dirty="0">
              <a:solidFill>
                <a:schemeClr val="accent4">
                  <a:lumMod val="75000"/>
                </a:schemeClr>
              </a:solidFill>
            </a:rPr>
            <a:t>Veiller (assistance)</a:t>
          </a:r>
        </a:p>
      </dsp:txBody>
      <dsp:txXfrm>
        <a:off x="0" y="2240363"/>
        <a:ext cx="4494952" cy="1120181"/>
      </dsp:txXfrm>
    </dsp:sp>
    <dsp:sp modelId="{C39DFF12-963D-4727-8EA4-A8B86B838851}">
      <dsp:nvSpPr>
        <dsp:cNvPr id="0" name=""/>
        <dsp:cNvSpPr/>
      </dsp:nvSpPr>
      <dsp:spPr>
        <a:xfrm>
          <a:off x="0" y="3360544"/>
          <a:ext cx="4494952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85A1F2-2F3D-41A1-97AD-3109B09D155A}">
      <dsp:nvSpPr>
        <dsp:cNvPr id="0" name=""/>
        <dsp:cNvSpPr/>
      </dsp:nvSpPr>
      <dsp:spPr>
        <a:xfrm>
          <a:off x="0" y="3360544"/>
          <a:ext cx="4494952" cy="1120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400" kern="1200" noProof="0" dirty="0">
              <a:solidFill>
                <a:schemeClr val="accent4">
                  <a:lumMod val="75000"/>
                </a:schemeClr>
              </a:solidFill>
            </a:rPr>
            <a:t>Mesurer (feedback)</a:t>
          </a:r>
        </a:p>
      </dsp:txBody>
      <dsp:txXfrm>
        <a:off x="0" y="3360544"/>
        <a:ext cx="4494952" cy="112018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7F7FE5-4393-47D1-B384-DBB4E29D08F0}">
      <dsp:nvSpPr>
        <dsp:cNvPr id="0" name=""/>
        <dsp:cNvSpPr/>
      </dsp:nvSpPr>
      <dsp:spPr>
        <a:xfrm>
          <a:off x="530099" y="893169"/>
          <a:ext cx="1406812" cy="1406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E731F0-C00E-4C25-9A17-DA4C46A844C0}">
      <dsp:nvSpPr>
        <dsp:cNvPr id="0" name=""/>
        <dsp:cNvSpPr/>
      </dsp:nvSpPr>
      <dsp:spPr>
        <a:xfrm>
          <a:off x="829912" y="1192981"/>
          <a:ext cx="807187" cy="807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2940E5-81CB-4D71-A66D-27C12AC7F683}">
      <dsp:nvSpPr>
        <dsp:cNvPr id="0" name=""/>
        <dsp:cNvSpPr/>
      </dsp:nvSpPr>
      <dsp:spPr>
        <a:xfrm>
          <a:off x="80381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1" kern="1200" dirty="0">
              <a:solidFill>
                <a:schemeClr val="accent2"/>
              </a:solidFill>
            </a:rPr>
            <a:t>SENSE</a:t>
          </a:r>
          <a:r>
            <a:rPr lang="en-US" sz="1800" kern="1200" dirty="0">
              <a:solidFill>
                <a:schemeClr val="accent2"/>
              </a:solidFill>
            </a:rPr>
            <a:t> → Product &amp; Decision Voice</a:t>
          </a:r>
        </a:p>
      </dsp:txBody>
      <dsp:txXfrm>
        <a:off x="80381" y="2738169"/>
        <a:ext cx="2306250" cy="720000"/>
      </dsp:txXfrm>
    </dsp:sp>
    <dsp:sp modelId="{C582CA35-A3E4-4EE7-BBDC-971561E8528C}">
      <dsp:nvSpPr>
        <dsp:cNvPr id="0" name=""/>
        <dsp:cNvSpPr/>
      </dsp:nvSpPr>
      <dsp:spPr>
        <a:xfrm>
          <a:off x="3239943" y="893169"/>
          <a:ext cx="1406812" cy="1406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55BCBE-4C97-434E-93A6-47BD681D9322}">
      <dsp:nvSpPr>
        <dsp:cNvPr id="0" name=""/>
        <dsp:cNvSpPr/>
      </dsp:nvSpPr>
      <dsp:spPr>
        <a:xfrm>
          <a:off x="3539756" y="1192981"/>
          <a:ext cx="807187" cy="807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95EC2F-6635-4C2F-8768-5CFE5922F76B}">
      <dsp:nvSpPr>
        <dsp:cNvPr id="0" name=""/>
        <dsp:cNvSpPr/>
      </dsp:nvSpPr>
      <dsp:spPr>
        <a:xfrm>
          <a:off x="2790224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1" kern="1200" dirty="0" err="1">
              <a:solidFill>
                <a:schemeClr val="accent3">
                  <a:lumMod val="75000"/>
                </a:schemeClr>
              </a:solidFill>
            </a:rPr>
            <a:t>FORGe</a:t>
          </a:r>
          <a:r>
            <a:rPr lang="en-US" sz="1800" kern="1200" dirty="0">
              <a:solidFill>
                <a:schemeClr val="accent3">
                  <a:lumMod val="75000"/>
                </a:schemeClr>
              </a:solidFill>
            </a:rPr>
            <a:t> → Technical &amp; Execution Voice</a:t>
          </a:r>
        </a:p>
      </dsp:txBody>
      <dsp:txXfrm>
        <a:off x="2790224" y="2738169"/>
        <a:ext cx="2306250" cy="720000"/>
      </dsp:txXfrm>
    </dsp:sp>
    <dsp:sp modelId="{8F71D681-87CB-43DA-A84C-6DE62CCA180D}">
      <dsp:nvSpPr>
        <dsp:cNvPr id="0" name=""/>
        <dsp:cNvSpPr/>
      </dsp:nvSpPr>
      <dsp:spPr>
        <a:xfrm>
          <a:off x="5949787" y="893169"/>
          <a:ext cx="1406812" cy="1406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3CB41B-8EA7-4950-BFA8-8C24B69FB9E1}">
      <dsp:nvSpPr>
        <dsp:cNvPr id="0" name=""/>
        <dsp:cNvSpPr/>
      </dsp:nvSpPr>
      <dsp:spPr>
        <a:xfrm>
          <a:off x="6249600" y="1192981"/>
          <a:ext cx="807187" cy="807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201FA8-A4FA-42DA-873D-5D8FB5AF5C51}">
      <dsp:nvSpPr>
        <dsp:cNvPr id="0" name=""/>
        <dsp:cNvSpPr/>
      </dsp:nvSpPr>
      <dsp:spPr>
        <a:xfrm>
          <a:off x="5500068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1" kern="1200" dirty="0" err="1">
              <a:solidFill>
                <a:schemeClr val="accent4">
                  <a:lumMod val="75000"/>
                </a:schemeClr>
              </a:solidFill>
            </a:rPr>
            <a:t>CARe</a:t>
          </a:r>
          <a:r>
            <a:rPr lang="en-US" sz="1800" kern="1200" dirty="0">
              <a:solidFill>
                <a:schemeClr val="accent4">
                  <a:lumMod val="75000"/>
                </a:schemeClr>
              </a:solidFill>
            </a:rPr>
            <a:t> → Reality &amp; Customer Voice</a:t>
          </a:r>
        </a:p>
      </dsp:txBody>
      <dsp:txXfrm>
        <a:off x="5500068" y="2738169"/>
        <a:ext cx="23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3769F4-081A-4D21-82A5-E90A2BD89CA5}" type="datetimeFigureOut">
              <a:rPr lang="fr-CA" smtClean="0"/>
              <a:t>2026-05-27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751111-0E2F-454E-AF51-D9416C09C80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8350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re, Photo de contenu 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3F04DE9B-00A7-2020-4385-0B94AAD6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457200"/>
            <a:ext cx="7708392" cy="923544"/>
          </a:xfrm>
          <a:prstGeom prst="rect">
            <a:avLst/>
          </a:prstGeom>
        </p:spPr>
        <p:txBody>
          <a:bodyPr rtlCol="0"/>
          <a:lstStyle>
            <a:lvl1pPr>
              <a:lnSpc>
                <a:spcPct val="120000"/>
              </a:lnSpc>
              <a:defRPr/>
            </a:lvl1pPr>
          </a:lstStyle>
          <a:p>
            <a:pPr rtl="0"/>
            <a:r>
              <a:rPr lang="fr"/>
              <a:t>Modifiez le style du titre</a:t>
            </a:r>
            <a:endParaRPr lang="en-US"/>
          </a:p>
        </p:txBody>
      </p:sp>
      <p:sp>
        <p:nvSpPr>
          <p:cNvPr id="4" name="Espace réservé d’image 3">
            <a:extLst>
              <a:ext uri="{FF2B5EF4-FFF2-40B4-BE49-F238E27FC236}">
                <a16:creationId xmlns:a16="http://schemas.microsoft.com/office/drawing/2014/main" id="{A7C02181-FA39-ABBD-5759-8846E0FE79F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9486" y="1892808"/>
            <a:ext cx="2290572" cy="4206240"/>
          </a:xfrm>
          <a:prstGeom prst="rect">
            <a:avLst/>
          </a:pr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rtlCol="0"/>
          <a:lstStyle/>
          <a:p>
            <a:pPr rtl="0"/>
            <a:r>
              <a:rPr lang="fr"/>
              <a:t>Cliquez sur l’icône pour ajouter une image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140964" y="1755648"/>
            <a:ext cx="5369814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>
              <a:lnSpc>
                <a:spcPct val="130000"/>
              </a:lnSpc>
            </a:pPr>
            <a:r>
              <a:rPr lang="fr"/>
              <a:t>Modifiez les styles du texte</a:t>
            </a:r>
          </a:p>
          <a:p>
            <a:pPr lvl="1" rtl="0">
              <a:lnSpc>
                <a:spcPct val="130000"/>
              </a:lnSpc>
            </a:pPr>
            <a:r>
              <a:rPr lang="fr"/>
              <a:t>Deuxième niveau</a:t>
            </a:r>
          </a:p>
          <a:p>
            <a:pPr lvl="2" rtl="0">
              <a:lnSpc>
                <a:spcPct val="130000"/>
              </a:lnSpc>
            </a:pPr>
            <a:r>
              <a:rPr lang="fr"/>
              <a:t>Troisième niveau</a:t>
            </a:r>
          </a:p>
          <a:p>
            <a:pPr lvl="3" rtl="0">
              <a:lnSpc>
                <a:spcPct val="130000"/>
              </a:lnSpc>
            </a:pPr>
            <a:r>
              <a:rPr lang="fr"/>
              <a:t>Quatrième niveau</a:t>
            </a:r>
          </a:p>
          <a:p>
            <a:pPr lvl="4" rtl="0">
              <a:lnSpc>
                <a:spcPct val="130000"/>
              </a:lnSpc>
            </a:pPr>
            <a:r>
              <a:rPr lang="fr"/>
              <a:t>Cinquième niveau</a:t>
            </a:r>
            <a:endParaRPr lang="en-US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7518654" y="1655064"/>
            <a:ext cx="2670048" cy="274320"/>
          </a:xfrm>
          <a:prstGeom prst="rect">
            <a:avLst/>
          </a:prstGeom>
        </p:spPr>
        <p:txBody>
          <a:bodyPr rtlCol="0"/>
          <a:lstStyle/>
          <a:p>
            <a:pPr algn="r" rtl="0"/>
            <a:r>
              <a:rPr lang="fr"/>
              <a:t>Exemple de texte de pied de page</a:t>
            </a:r>
            <a:endParaRPr lang="en-US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620506" y="3218688"/>
            <a:ext cx="473202" cy="429768"/>
          </a:xfrm>
          <a:prstGeom prst="rect">
            <a:avLst/>
          </a:prstGeom>
        </p:spPr>
        <p:txBody>
          <a:bodyPr rtlCol="0"/>
          <a:lstStyle/>
          <a:p>
            <a:pPr algn="ctr" rtl="0"/>
            <a:fld id="{CC057153-B650-4DEB-B370-79DDCFDCE934}" type="slidenum">
              <a:rPr lang="en-US" smtClean="0"/>
              <a:pPr algn="ctr" rtl="0"/>
              <a:t>‹N°›</a:t>
            </a:fld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7518654" y="4937760"/>
            <a:ext cx="2670048" cy="27432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/>
              <a:t>20 février 2025</a:t>
            </a:r>
          </a:p>
        </p:txBody>
      </p:sp>
    </p:spTree>
    <p:extLst>
      <p:ext uri="{BB962C8B-B14F-4D97-AF65-F5344CB8AC3E}">
        <p14:creationId xmlns:p14="http://schemas.microsoft.com/office/powerpoint/2010/main" val="27634084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re, Contenu 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48640"/>
            <a:ext cx="2269998" cy="4114800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lnSpc>
                <a:spcPct val="120000"/>
              </a:lnSpc>
              <a:defRPr sz="2100"/>
            </a:lvl1pPr>
          </a:lstStyle>
          <a:p>
            <a:pPr rtl="0"/>
            <a:r>
              <a:rPr lang="fr"/>
              <a:t>Modifiez le style du titre</a:t>
            </a:r>
            <a:endParaRPr lang="en-US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40964" y="548640"/>
            <a:ext cx="5369814" cy="595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>
              <a:lnSpc>
                <a:spcPct val="130000"/>
              </a:lnSpc>
            </a:pPr>
            <a:r>
              <a:rPr lang="fr"/>
              <a:t>Modifiez les styles du texte</a:t>
            </a:r>
          </a:p>
          <a:p>
            <a:pPr lvl="1" rtl="0">
              <a:lnSpc>
                <a:spcPct val="130000"/>
              </a:lnSpc>
            </a:pPr>
            <a:r>
              <a:rPr lang="fr"/>
              <a:t>Deuxième niveau</a:t>
            </a:r>
          </a:p>
          <a:p>
            <a:pPr lvl="2" rtl="0">
              <a:lnSpc>
                <a:spcPct val="130000"/>
              </a:lnSpc>
            </a:pPr>
            <a:r>
              <a:rPr lang="fr"/>
              <a:t>Troisième niveau</a:t>
            </a:r>
          </a:p>
          <a:p>
            <a:pPr lvl="3" rtl="0">
              <a:lnSpc>
                <a:spcPct val="130000"/>
              </a:lnSpc>
            </a:pPr>
            <a:r>
              <a:rPr lang="fr"/>
              <a:t>Quatrième niveau</a:t>
            </a:r>
          </a:p>
          <a:p>
            <a:pPr lvl="4" rtl="0">
              <a:lnSpc>
                <a:spcPct val="130000"/>
              </a:lnSpc>
            </a:pPr>
            <a:r>
              <a:rPr lang="fr"/>
              <a:t>Cinquième niveau</a:t>
            </a:r>
            <a:endParaRPr lang="en-US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D61483D3-774D-9D68-68CB-5A937232274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7518654" y="1655064"/>
            <a:ext cx="2670048" cy="274320"/>
          </a:xfrm>
          <a:prstGeom prst="rect">
            <a:avLst/>
          </a:prstGeom>
        </p:spPr>
        <p:txBody>
          <a:bodyPr rtlCol="0"/>
          <a:lstStyle/>
          <a:p>
            <a:pPr algn="r" rtl="0"/>
            <a:r>
              <a:rPr lang="fr"/>
              <a:t>Exemple de Texte de Pied de page</a:t>
            </a:r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1048750-D97F-4F3E-349E-380EE5D3BD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620506" y="3218688"/>
            <a:ext cx="473202" cy="429768"/>
          </a:xfrm>
          <a:prstGeom prst="rect">
            <a:avLst/>
          </a:prstGeom>
        </p:spPr>
        <p:txBody>
          <a:bodyPr rtlCol="0"/>
          <a:lstStyle/>
          <a:p>
            <a:pPr algn="ctr" rtl="0"/>
            <a:fld id="{CC057153-B650-4DEB-B370-79DDCFDCE934}" type="slidenum">
              <a:rPr lang="en-US" smtClean="0"/>
              <a:pPr algn="ctr" rtl="0"/>
              <a:t>‹N°›</a:t>
            </a:fld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AB169CA-5488-CD07-6516-947BBA28AB3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7518654" y="4937760"/>
            <a:ext cx="2670048" cy="27432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/>
              <a:t>20 février 2025</a:t>
            </a:r>
          </a:p>
        </p:txBody>
      </p:sp>
    </p:spTree>
    <p:extLst>
      <p:ext uri="{BB962C8B-B14F-4D97-AF65-F5344CB8AC3E}">
        <p14:creationId xmlns:p14="http://schemas.microsoft.com/office/powerpoint/2010/main" val="17819012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re, Photo de contenu 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3FE0D260-A526-F079-44B3-C9B03816F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7186" y="758952"/>
            <a:ext cx="2881598" cy="1143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fr"/>
              <a:t>Modifiez le style du titre</a:t>
            </a:r>
            <a:endParaRPr lang="en-US"/>
          </a:p>
        </p:txBody>
      </p:sp>
      <p:sp>
        <p:nvSpPr>
          <p:cNvPr id="6" name="Espace réservé d’image 5">
            <a:extLst>
              <a:ext uri="{FF2B5EF4-FFF2-40B4-BE49-F238E27FC236}">
                <a16:creationId xmlns:a16="http://schemas.microsoft.com/office/drawing/2014/main" id="{D7425CE9-1989-E4AC-20C4-20216538CD6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1"/>
            <a:ext cx="5126366" cy="6857999"/>
          </a:xfrm>
          <a:prstGeom prst="rect">
            <a:avLst/>
          </a:pr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rtlCol="0"/>
          <a:lstStyle/>
          <a:p>
            <a:pPr rtl="0"/>
            <a:r>
              <a:rPr lang="fr"/>
              <a:t>Cliquez sur l’icône pour ajouter une image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77187" y="2258568"/>
            <a:ext cx="2775298" cy="384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 rtl="0">
              <a:lnSpc>
                <a:spcPct val="130000"/>
              </a:lnSpc>
            </a:pPr>
            <a:r>
              <a:rPr lang="fr"/>
              <a:t>Modifiez les styles du texte</a:t>
            </a:r>
          </a:p>
          <a:p>
            <a:pPr lvl="1" rtl="0">
              <a:lnSpc>
                <a:spcPct val="130000"/>
              </a:lnSpc>
            </a:pPr>
            <a:r>
              <a:rPr lang="fr"/>
              <a:t>Deuxième niveau</a:t>
            </a:r>
          </a:p>
          <a:p>
            <a:pPr lvl="2" rtl="0">
              <a:lnSpc>
                <a:spcPct val="130000"/>
              </a:lnSpc>
            </a:pPr>
            <a:r>
              <a:rPr lang="fr"/>
              <a:t>Troisième niveau</a:t>
            </a:r>
          </a:p>
          <a:p>
            <a:pPr lvl="3" rtl="0">
              <a:lnSpc>
                <a:spcPct val="130000"/>
              </a:lnSpc>
            </a:pPr>
            <a:r>
              <a:rPr lang="fr"/>
              <a:t>Quatrième niveau</a:t>
            </a:r>
          </a:p>
          <a:p>
            <a:pPr lvl="4" rtl="0">
              <a:lnSpc>
                <a:spcPct val="130000"/>
              </a:lnSpc>
            </a:pPr>
            <a:r>
              <a:rPr lang="fr"/>
              <a:t>Cinquième niveau</a:t>
            </a:r>
            <a:endParaRPr lang="en-US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7518654" y="1655064"/>
            <a:ext cx="2670048" cy="27432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r" rtl="0"/>
            <a:r>
              <a:rPr lang="fr"/>
              <a:t>Exemple de texte de pied de page</a:t>
            </a:r>
            <a:endParaRPr lang="en-US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620506" y="3218688"/>
            <a:ext cx="473202" cy="429768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ctr" rtl="0"/>
            <a:fld id="{CC057153-B650-4DEB-B370-79DDCFDCE934}" type="slidenum">
              <a:rPr lang="en-US" smtClean="0"/>
              <a:pPr algn="ctr" rtl="0"/>
              <a:t>‹N°›</a:t>
            </a:fld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7518654" y="4937760"/>
            <a:ext cx="2670048" cy="27432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en-US"/>
              <a:t>20 février 2025</a:t>
            </a:r>
          </a:p>
        </p:txBody>
      </p:sp>
    </p:spTree>
    <p:extLst>
      <p:ext uri="{BB962C8B-B14F-4D97-AF65-F5344CB8AC3E}">
        <p14:creationId xmlns:p14="http://schemas.microsoft.com/office/powerpoint/2010/main" val="1843356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  <p:sldLayoutId id="2147483663" r:id="rId13"/>
    <p:sldLayoutId id="2147483665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6855" y="1236453"/>
            <a:ext cx="5778055" cy="1977140"/>
          </a:xfrm>
        </p:spPr>
        <p:txBody>
          <a:bodyPr anchor="b">
            <a:normAutofit/>
          </a:bodyPr>
          <a:lstStyle/>
          <a:p>
            <a:pPr algn="l"/>
            <a:r>
              <a:rPr lang="fr-CA" sz="4500" dirty="0">
                <a:solidFill>
                  <a:srgbClr val="8064A2"/>
                </a:solidFill>
              </a:rPr>
              <a:t>Présentation du modèle </a:t>
            </a:r>
            <a:r>
              <a:rPr lang="fr-CA" sz="4500" b="1" dirty="0" err="1">
                <a:solidFill>
                  <a:srgbClr val="8064A2"/>
                </a:solidFill>
              </a:rPr>
              <a:t>ToTAL</a:t>
            </a:r>
            <a:r>
              <a:rPr lang="fr-CA" sz="4500" dirty="0">
                <a:solidFill>
                  <a:srgbClr val="8064A2"/>
                </a:solidFill>
              </a:rPr>
              <a:t> </a:t>
            </a:r>
            <a:r>
              <a:rPr lang="fr-CA" sz="4500" dirty="0" err="1">
                <a:solidFill>
                  <a:srgbClr val="8064A2"/>
                </a:solidFill>
              </a:rPr>
              <a:t>Quality</a:t>
            </a:r>
            <a:r>
              <a:rPr lang="fr-CA" sz="4500" dirty="0">
                <a:solidFill>
                  <a:srgbClr val="8064A2"/>
                </a:solidFill>
              </a:rPr>
              <a:t> (base)</a:t>
            </a:r>
            <a:endParaRPr lang="fr-CA" sz="2400" dirty="0">
              <a:solidFill>
                <a:srgbClr val="8064A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98410" y="2838752"/>
            <a:ext cx="2170363" cy="2058657"/>
          </a:xfrm>
        </p:spPr>
        <p:txBody>
          <a:bodyPr>
            <a:normAutofit/>
          </a:bodyPr>
          <a:lstStyle/>
          <a:p>
            <a:r>
              <a:rPr lang="fr-CA" dirty="0">
                <a:solidFill>
                  <a:srgbClr val="8064A2"/>
                </a:solidFill>
              </a:rPr>
              <a:t>De la clarté à la réalité logiciel</a:t>
            </a:r>
          </a:p>
        </p:txBody>
      </p:sp>
      <p:pic>
        <p:nvPicPr>
          <p:cNvPr id="7" name="Graphic 6" descr="Circular Flowchart">
            <a:extLst>
              <a:ext uri="{FF2B5EF4-FFF2-40B4-BE49-F238E27FC236}">
                <a16:creationId xmlns:a16="http://schemas.microsoft.com/office/drawing/2014/main" id="{5ABFA997-8D3B-90C7-5540-722809A903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01719" y="1852698"/>
            <a:ext cx="966789" cy="966789"/>
          </a:xfrm>
          <a:prstGeom prst="rect">
            <a:avLst/>
          </a:prstGeom>
        </p:spPr>
      </p:pic>
      <p:pic>
        <p:nvPicPr>
          <p:cNvPr id="9" name="Graphic 8" descr="Circular Flowchart">
            <a:extLst>
              <a:ext uri="{FF2B5EF4-FFF2-40B4-BE49-F238E27FC236}">
                <a16:creationId xmlns:a16="http://schemas.microsoft.com/office/drawing/2014/main" id="{9A3A1422-BE99-4C9B-A729-9A3CD174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5861" y="1392825"/>
            <a:ext cx="4058507" cy="4058507"/>
          </a:xfrm>
          <a:prstGeom prst="rect">
            <a:avLst/>
          </a:prstGeom>
        </p:spPr>
      </p:pic>
      <p:pic>
        <p:nvPicPr>
          <p:cNvPr id="4" name="Graphic 6" descr="Ampoule et engrenage avec un remplissage uni">
            <a:extLst>
              <a:ext uri="{FF2B5EF4-FFF2-40B4-BE49-F238E27FC236}">
                <a16:creationId xmlns:a16="http://schemas.microsoft.com/office/drawing/2014/main" id="{E09E9C7E-0ABA-0EE5-09C0-744ACD2470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6965" y="3794293"/>
            <a:ext cx="698975" cy="698975"/>
          </a:xfrm>
          <a:prstGeom prst="rect">
            <a:avLst/>
          </a:prstGeom>
        </p:spPr>
      </p:pic>
      <p:pic>
        <p:nvPicPr>
          <p:cNvPr id="8" name="Graphic 6" descr="Atome avec un remplissage uni">
            <a:extLst>
              <a:ext uri="{FF2B5EF4-FFF2-40B4-BE49-F238E27FC236}">
                <a16:creationId xmlns:a16="http://schemas.microsoft.com/office/drawing/2014/main" id="{DF7B7FE6-3601-775E-EAB1-462F57C801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19497" y="3736901"/>
            <a:ext cx="832883" cy="8041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3" name="Rectangle 152">
            <a:extLst>
              <a:ext uri="{FF2B5EF4-FFF2-40B4-BE49-F238E27FC236}">
                <a16:creationId xmlns:a16="http://schemas.microsoft.com/office/drawing/2014/main" id="{CEEF22E7-C7EB-4303-91B7-B38A2A46C2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77D60E4E-16A6-51F6-7231-B6C91432ED3D}"/>
              </a:ext>
            </a:extLst>
          </p:cNvPr>
          <p:cNvSpPr txBox="1"/>
          <p:nvPr/>
        </p:nvSpPr>
        <p:spPr>
          <a:xfrm>
            <a:off x="445768" y="9697"/>
            <a:ext cx="82501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A" sz="4800" b="1" dirty="0" err="1">
                <a:solidFill>
                  <a:srgbClr val="8064A2"/>
                </a:solidFill>
              </a:rPr>
              <a:t>ToTAL</a:t>
            </a:r>
            <a:r>
              <a:rPr lang="fr-CA" sz="4800" dirty="0">
                <a:solidFill>
                  <a:srgbClr val="8064A2"/>
                </a:solidFill>
              </a:rPr>
              <a:t> </a:t>
            </a:r>
            <a:r>
              <a:rPr lang="fr-CA" sz="4800" dirty="0" err="1">
                <a:solidFill>
                  <a:srgbClr val="8064A2"/>
                </a:solidFill>
              </a:rPr>
              <a:t>Quality</a:t>
            </a:r>
            <a:endParaRPr lang="fr-CA" sz="4800" dirty="0">
              <a:solidFill>
                <a:srgbClr val="8064A2"/>
              </a:solidFill>
            </a:endParaRPr>
          </a:p>
        </p:txBody>
      </p:sp>
      <p:sp>
        <p:nvSpPr>
          <p:cNvPr id="33" name="Title 1"/>
          <p:cNvSpPr txBox="1">
            <a:spLocks/>
          </p:cNvSpPr>
          <p:nvPr/>
        </p:nvSpPr>
        <p:spPr>
          <a:xfrm>
            <a:off x="336041" y="564643"/>
            <a:ext cx="8229600" cy="5431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A" sz="2400" b="1" dirty="0">
                <a:solidFill>
                  <a:srgbClr val="8064A2"/>
                </a:solidFill>
              </a:rPr>
              <a:t>La solution est un système de valeurs complet</a:t>
            </a:r>
          </a:p>
        </p:txBody>
      </p:sp>
      <p:graphicFrame>
        <p:nvGraphicFramePr>
          <p:cNvPr id="45" name="Content Placeholder 2">
            <a:extLst>
              <a:ext uri="{FF2B5EF4-FFF2-40B4-BE49-F238E27FC236}">
                <a16:creationId xmlns:a16="http://schemas.microsoft.com/office/drawing/2014/main" id="{102C5A90-CA85-BDAF-52F2-E5AA12DA89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8745659"/>
              </p:ext>
            </p:extLst>
          </p:nvPr>
        </p:nvGraphicFramePr>
        <p:xfrm>
          <a:off x="1291946" y="1349472"/>
          <a:ext cx="6317790" cy="35868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13C98D96-E206-5B65-8782-DE9AB838429E}"/>
              </a:ext>
            </a:extLst>
          </p:cNvPr>
          <p:cNvSpPr txBox="1"/>
          <p:nvPr/>
        </p:nvSpPr>
        <p:spPr>
          <a:xfrm>
            <a:off x="3562413" y="2322246"/>
            <a:ext cx="20152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CA" sz="3600" dirty="0">
                <a:solidFill>
                  <a:srgbClr val="8064A2"/>
                </a:solidFill>
              </a:rPr>
              <a:t>Flot</a:t>
            </a:r>
            <a:br>
              <a:rPr lang="fr-CA" sz="3600" dirty="0">
                <a:solidFill>
                  <a:srgbClr val="8064A2"/>
                </a:solidFill>
              </a:rPr>
            </a:br>
            <a:r>
              <a:rPr lang="fr-CA" sz="3600" dirty="0">
                <a:solidFill>
                  <a:srgbClr val="8064A2"/>
                </a:solidFill>
              </a:rPr>
              <a:t>(système)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4F4AC5D-DAD8-BA1D-224C-B86F7D853A3D}"/>
              </a:ext>
            </a:extLst>
          </p:cNvPr>
          <p:cNvSpPr txBox="1"/>
          <p:nvPr/>
        </p:nvSpPr>
        <p:spPr>
          <a:xfrm>
            <a:off x="1729854" y="4821039"/>
            <a:ext cx="568199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A" sz="3600" dirty="0">
                <a:solidFill>
                  <a:srgbClr val="8064A2"/>
                </a:solidFill>
              </a:rPr>
              <a:t>Capacités (catalyseur)</a:t>
            </a:r>
            <a:br>
              <a:rPr lang="fr-CA" sz="3600" dirty="0">
                <a:solidFill>
                  <a:srgbClr val="8064A2"/>
                </a:solidFill>
              </a:rPr>
            </a:br>
            <a:r>
              <a:rPr lang="fr-CA" sz="1400" dirty="0">
                <a:solidFill>
                  <a:srgbClr val="8064A2"/>
                </a:solidFill>
              </a:rPr>
              <a:t>(matériel et intelligence humaine/artificiel)</a:t>
            </a:r>
          </a:p>
          <a:p>
            <a:pPr algn="ctr"/>
            <a:r>
              <a:rPr lang="fr-CA" sz="1200" b="1" dirty="0">
                <a:solidFill>
                  <a:srgbClr val="8064A2"/>
                </a:solidFill>
              </a:rPr>
              <a:t>🧰</a:t>
            </a:r>
            <a:r>
              <a:rPr lang="fr-CA" sz="1200" b="1" dirty="0" err="1">
                <a:solidFill>
                  <a:srgbClr val="8064A2"/>
                </a:solidFill>
              </a:rPr>
              <a:t>T</a:t>
            </a:r>
            <a:r>
              <a:rPr lang="fr-CA" sz="1200" dirty="0" err="1">
                <a:solidFill>
                  <a:srgbClr val="8064A2"/>
                </a:solidFill>
              </a:rPr>
              <a:t>echnology</a:t>
            </a:r>
            <a:r>
              <a:rPr lang="fr-CA" sz="1200" dirty="0">
                <a:solidFill>
                  <a:srgbClr val="8064A2"/>
                </a:solidFill>
              </a:rPr>
              <a:t> (</a:t>
            </a:r>
            <a:r>
              <a:rPr lang="fr-CA" sz="1200" b="1" dirty="0" err="1">
                <a:solidFill>
                  <a:srgbClr val="8064A2"/>
                </a:solidFill>
              </a:rPr>
              <a:t>t</a:t>
            </a:r>
            <a:r>
              <a:rPr lang="fr-CA" sz="1200" dirty="0" err="1">
                <a:solidFill>
                  <a:srgbClr val="8064A2"/>
                </a:solidFill>
              </a:rPr>
              <a:t>oolbox</a:t>
            </a:r>
            <a:r>
              <a:rPr lang="fr-CA" sz="1200" dirty="0">
                <a:solidFill>
                  <a:srgbClr val="8064A2"/>
                </a:solidFill>
              </a:rPr>
              <a:t>)</a:t>
            </a:r>
          </a:p>
          <a:p>
            <a:pPr algn="ctr"/>
            <a:r>
              <a:rPr lang="fr-CA" sz="1200" b="1" dirty="0">
                <a:solidFill>
                  <a:srgbClr val="8064A2"/>
                </a:solidFill>
              </a:rPr>
              <a:t>⚖️</a:t>
            </a:r>
            <a:r>
              <a:rPr lang="fr-CA" sz="1200" b="1" dirty="0" err="1">
                <a:solidFill>
                  <a:srgbClr val="8064A2"/>
                </a:solidFill>
              </a:rPr>
              <a:t>O</a:t>
            </a:r>
            <a:r>
              <a:rPr lang="fr-CA" sz="1200" dirty="0" err="1">
                <a:solidFill>
                  <a:srgbClr val="8064A2"/>
                </a:solidFill>
              </a:rPr>
              <a:t>rchestry</a:t>
            </a:r>
            <a:r>
              <a:rPr lang="fr-CA" sz="1200" dirty="0">
                <a:solidFill>
                  <a:srgbClr val="8064A2"/>
                </a:solidFill>
              </a:rPr>
              <a:t> (</a:t>
            </a:r>
            <a:r>
              <a:rPr lang="fr-CA" sz="1200" b="1" dirty="0" err="1">
                <a:solidFill>
                  <a:srgbClr val="8064A2"/>
                </a:solidFill>
              </a:rPr>
              <a:t>o</a:t>
            </a:r>
            <a:r>
              <a:rPr lang="fr-CA" sz="1200" dirty="0" err="1">
                <a:solidFill>
                  <a:srgbClr val="8064A2"/>
                </a:solidFill>
              </a:rPr>
              <a:t>mnichannel</a:t>
            </a:r>
            <a:r>
              <a:rPr lang="fr-CA" sz="1200" dirty="0">
                <a:solidFill>
                  <a:srgbClr val="8064A2"/>
                </a:solidFill>
              </a:rPr>
              <a:t>)</a:t>
            </a:r>
          </a:p>
          <a:p>
            <a:pPr algn="ctr"/>
            <a:r>
              <a:rPr lang="fr-CA" sz="1200" b="1" dirty="0">
                <a:solidFill>
                  <a:srgbClr val="8064A2"/>
                </a:solidFill>
              </a:rPr>
              <a:t>🗺️</a:t>
            </a:r>
            <a:r>
              <a:rPr lang="fr-CA" sz="1200" b="1" dirty="0" err="1">
                <a:solidFill>
                  <a:srgbClr val="8064A2"/>
                </a:solidFill>
              </a:rPr>
              <a:t>T</a:t>
            </a:r>
            <a:r>
              <a:rPr lang="fr-CA" sz="1200" dirty="0" err="1">
                <a:solidFill>
                  <a:srgbClr val="8064A2"/>
                </a:solidFill>
              </a:rPr>
              <a:t>opology</a:t>
            </a:r>
            <a:r>
              <a:rPr lang="fr-CA" sz="1200" dirty="0">
                <a:solidFill>
                  <a:srgbClr val="8064A2"/>
                </a:solidFill>
              </a:rPr>
              <a:t> (</a:t>
            </a:r>
            <a:r>
              <a:rPr lang="fr-CA" sz="1200" b="1" dirty="0">
                <a:solidFill>
                  <a:srgbClr val="8064A2"/>
                </a:solidFill>
              </a:rPr>
              <a:t>t</a:t>
            </a:r>
            <a:r>
              <a:rPr lang="fr-CA" sz="1200" dirty="0">
                <a:solidFill>
                  <a:srgbClr val="8064A2"/>
                </a:solidFill>
              </a:rPr>
              <a:t>errain)</a:t>
            </a:r>
          </a:p>
          <a:p>
            <a:pPr algn="ctr"/>
            <a:r>
              <a:rPr lang="fr-CA" sz="1200" b="1" dirty="0">
                <a:solidFill>
                  <a:srgbClr val="8064A2"/>
                </a:solidFill>
              </a:rPr>
              <a:t>🤝A</a:t>
            </a:r>
            <a:r>
              <a:rPr lang="fr-CA" sz="1200" dirty="0">
                <a:solidFill>
                  <a:srgbClr val="8064A2"/>
                </a:solidFill>
              </a:rPr>
              <a:t>ffinity (</a:t>
            </a:r>
            <a:r>
              <a:rPr lang="fr-CA" sz="1200" b="1" dirty="0" err="1">
                <a:solidFill>
                  <a:srgbClr val="8064A2"/>
                </a:solidFill>
              </a:rPr>
              <a:t>a</a:t>
            </a:r>
            <a:r>
              <a:rPr lang="fr-CA" sz="1200" dirty="0" err="1">
                <a:solidFill>
                  <a:srgbClr val="8064A2"/>
                </a:solidFill>
              </a:rPr>
              <a:t>lignment</a:t>
            </a:r>
            <a:r>
              <a:rPr lang="fr-CA" sz="1200" dirty="0">
                <a:solidFill>
                  <a:srgbClr val="8064A2"/>
                </a:solidFill>
              </a:rPr>
              <a:t>)</a:t>
            </a:r>
          </a:p>
          <a:p>
            <a:pPr algn="ctr"/>
            <a:r>
              <a:rPr lang="fr-CA" sz="1200" b="1" dirty="0">
                <a:solidFill>
                  <a:srgbClr val="8064A2"/>
                </a:solidFill>
              </a:rPr>
              <a:t>🎢</a:t>
            </a:r>
            <a:r>
              <a:rPr lang="fr-CA" sz="1200" b="1" dirty="0" err="1">
                <a:solidFill>
                  <a:srgbClr val="8064A2"/>
                </a:solidFill>
              </a:rPr>
              <a:t>L</a:t>
            </a:r>
            <a:r>
              <a:rPr lang="fr-CA" sz="1200" dirty="0" err="1">
                <a:solidFill>
                  <a:srgbClr val="8064A2"/>
                </a:solidFill>
              </a:rPr>
              <a:t>everage</a:t>
            </a:r>
            <a:r>
              <a:rPr lang="fr-CA" sz="1200" dirty="0">
                <a:solidFill>
                  <a:srgbClr val="8064A2"/>
                </a:solidFill>
              </a:rPr>
              <a:t> </a:t>
            </a:r>
            <a:r>
              <a:rPr lang="fr-CA" sz="1200" dirty="0" err="1">
                <a:solidFill>
                  <a:srgbClr val="8064A2"/>
                </a:solidFill>
              </a:rPr>
              <a:t>Mastery</a:t>
            </a:r>
            <a:r>
              <a:rPr lang="fr-CA" sz="1200" dirty="0">
                <a:solidFill>
                  <a:srgbClr val="8064A2"/>
                </a:solidFill>
              </a:rPr>
              <a:t> (</a:t>
            </a:r>
            <a:r>
              <a:rPr lang="fr-CA" sz="1200" b="1" dirty="0">
                <a:solidFill>
                  <a:srgbClr val="8064A2"/>
                </a:solidFill>
              </a:rPr>
              <a:t>l</a:t>
            </a:r>
            <a:r>
              <a:rPr lang="fr-CA" sz="1200" dirty="0">
                <a:solidFill>
                  <a:srgbClr val="8064A2"/>
                </a:solidFill>
              </a:rPr>
              <a:t>eadership)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17A3916-908F-D7FA-1276-D5F5F16EE61F}"/>
              </a:ext>
            </a:extLst>
          </p:cNvPr>
          <p:cNvSpPr txBox="1"/>
          <p:nvPr/>
        </p:nvSpPr>
        <p:spPr>
          <a:xfrm>
            <a:off x="-2" y="910417"/>
            <a:ext cx="9141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A" b="1" dirty="0" err="1">
                <a:solidFill>
                  <a:srgbClr val="8064A2"/>
                </a:solidFill>
              </a:rPr>
              <a:t>ToTAL</a:t>
            </a:r>
            <a:r>
              <a:rPr lang="fr-CA" dirty="0">
                <a:solidFill>
                  <a:srgbClr val="8064A2"/>
                </a:solidFill>
              </a:rPr>
              <a:t> permet de le développer efficacement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0" name="Rectangle 69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8F3DE72-F081-BAEA-96B7-B6A972ED0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463040"/>
            <a:ext cx="3850278" cy="2690949"/>
          </a:xfrm>
        </p:spPr>
        <p:txBody>
          <a:bodyPr anchor="t">
            <a:normAutofit/>
          </a:bodyPr>
          <a:lstStyle/>
          <a:p>
            <a:r>
              <a:rPr lang="fr-CA" sz="4200" dirty="0">
                <a:solidFill>
                  <a:schemeClr val="accent4"/>
                </a:solidFill>
              </a:rPr>
              <a:t>Pourquoi "</a:t>
            </a:r>
            <a:r>
              <a:rPr lang="fr-CA" sz="4200" dirty="0" err="1">
                <a:solidFill>
                  <a:schemeClr val="accent1"/>
                </a:solidFill>
              </a:rPr>
              <a:t>SAFe</a:t>
            </a:r>
            <a:r>
              <a:rPr lang="fr-CA" sz="4200" dirty="0">
                <a:solidFill>
                  <a:schemeClr val="accent4"/>
                </a:solidFill>
              </a:rPr>
              <a:t>" dans </a:t>
            </a:r>
            <a:br>
              <a:rPr lang="fr-CA" sz="4200" dirty="0">
                <a:solidFill>
                  <a:schemeClr val="accent4">
                    <a:lumMod val="76000"/>
                  </a:schemeClr>
                </a:solidFill>
              </a:rPr>
            </a:br>
            <a:r>
              <a:rPr lang="fr-CA" sz="4200" dirty="0">
                <a:solidFill>
                  <a:schemeClr val="accent4"/>
                </a:solidFill>
              </a:rPr>
              <a:t>"</a:t>
            </a:r>
            <a:r>
              <a:rPr lang="fr-CA" sz="4200" b="1" dirty="0" err="1">
                <a:solidFill>
                  <a:schemeClr val="accent4"/>
                </a:solidFill>
              </a:rPr>
              <a:t>ToTAL</a:t>
            </a:r>
            <a:r>
              <a:rPr lang="fr-CA" sz="4200" b="1" dirty="0">
                <a:solidFill>
                  <a:schemeClr val="accent4"/>
                </a:solidFill>
              </a:rPr>
              <a:t> </a:t>
            </a:r>
            <a:r>
              <a:rPr lang="fr-CA" sz="4200" dirty="0" err="1">
                <a:solidFill>
                  <a:schemeClr val="accent1"/>
                </a:solidFill>
              </a:rPr>
              <a:t>SAFe</a:t>
            </a:r>
            <a:r>
              <a:rPr lang="fr-CA" sz="4200" dirty="0">
                <a:solidFill>
                  <a:schemeClr val="accent4"/>
                </a:solidFill>
              </a:rPr>
              <a:t>" ?</a:t>
            </a:r>
            <a:endParaRPr lang="en-US" dirty="0">
              <a:solidFill>
                <a:schemeClr val="accent4"/>
              </a:solidFill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7250" y="4415246"/>
            <a:ext cx="8986749" cy="2087795"/>
            <a:chOff x="143163" y="5763486"/>
            <a:chExt cx="11982332" cy="739555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Rectangle 75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7A9879-34FA-401E-D51D-DED1521AC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163" y="711201"/>
            <a:ext cx="4156790" cy="5326100"/>
          </a:xfrm>
        </p:spPr>
        <p:txBody>
          <a:bodyPr anchor="t"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fr-CA" sz="1600" b="1" dirty="0" err="1">
                <a:solidFill>
                  <a:schemeClr val="accent1"/>
                </a:solidFill>
              </a:rPr>
              <a:t>SAFe</a:t>
            </a:r>
            <a:r>
              <a:rPr lang="fr-CA" sz="1600" b="1" dirty="0">
                <a:solidFill>
                  <a:schemeClr val="accent4"/>
                </a:solidFill>
              </a:rPr>
              <a:t> est…</a:t>
            </a:r>
            <a:endParaRPr lang="en-US" dirty="0">
              <a:solidFill>
                <a:schemeClr val="accent4"/>
              </a:solidFill>
            </a:endParaRPr>
          </a:p>
          <a:p>
            <a:pPr>
              <a:lnSpc>
                <a:spcPct val="90000"/>
              </a:lnSpc>
            </a:pPr>
            <a:r>
              <a:rPr lang="fr-CA" sz="1600" dirty="0">
                <a:solidFill>
                  <a:schemeClr val="accent4"/>
                </a:solidFill>
              </a:rPr>
              <a:t>Cadre éprouvé pour livrer à l’échelle</a:t>
            </a:r>
            <a:endParaRPr lang="fr-CA" sz="1600" dirty="0">
              <a:solidFill>
                <a:schemeClr val="accent4"/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fr-CA" sz="1600" dirty="0">
                <a:solidFill>
                  <a:schemeClr val="accent4"/>
                </a:solidFill>
              </a:rPr>
              <a:t>Structure l’organisation et l’implémentation (</a:t>
            </a:r>
            <a:r>
              <a:rPr lang="fr-CA" sz="1600" b="1" dirty="0" err="1">
                <a:solidFill>
                  <a:schemeClr val="accent4"/>
                </a:solidFill>
              </a:rPr>
              <a:t>FORGe</a:t>
            </a:r>
            <a:r>
              <a:rPr lang="fr-CA" sz="1600" dirty="0">
                <a:solidFill>
                  <a:schemeClr val="accent4"/>
                </a:solidFill>
              </a:rPr>
              <a:t>)</a:t>
            </a:r>
            <a:endParaRPr lang="fr-CA" sz="1600" dirty="0">
              <a:solidFill>
                <a:schemeClr val="accent4"/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fr-CA" sz="1600" dirty="0">
                <a:solidFill>
                  <a:schemeClr val="accent4"/>
                </a:solidFill>
              </a:rPr>
              <a:t>Permet la livraison continue de valeur</a:t>
            </a:r>
            <a:br>
              <a:rPr lang="fr-CA" sz="1600" dirty="0">
                <a:solidFill>
                  <a:schemeClr val="accent4">
                    <a:lumMod val="76000"/>
                  </a:schemeClr>
                </a:solidFill>
              </a:rPr>
            </a:br>
            <a:endParaRPr lang="fr-CA" sz="1600" dirty="0">
              <a:solidFill>
                <a:schemeClr val="accent4"/>
              </a:solidFill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fr-CA" sz="1600" b="1" dirty="0">
                <a:solidFill>
                  <a:schemeClr val="accent6"/>
                </a:solidFill>
              </a:rPr>
              <a:t>Limite</a:t>
            </a:r>
            <a:r>
              <a:rPr lang="fr-CA" sz="1600" b="1" dirty="0">
                <a:solidFill>
                  <a:schemeClr val="accent4"/>
                </a:solidFill>
              </a:rPr>
              <a:t> observée…</a:t>
            </a:r>
            <a:endParaRPr lang="fr-CA" sz="1600" b="1" dirty="0">
              <a:solidFill>
                <a:schemeClr val="accent4"/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fr-CA" sz="1600" dirty="0">
                <a:solidFill>
                  <a:schemeClr val="accent4"/>
                </a:solidFill>
              </a:rPr>
              <a:t>Focalisé principalement sur </a:t>
            </a:r>
            <a:r>
              <a:rPr lang="fr-CA" sz="1600" b="1" dirty="0" err="1">
                <a:solidFill>
                  <a:schemeClr val="accent4"/>
                </a:solidFill>
              </a:rPr>
              <a:t>FORGe</a:t>
            </a:r>
            <a:r>
              <a:rPr lang="fr-CA" sz="1600" dirty="0">
                <a:solidFill>
                  <a:schemeClr val="accent4"/>
                </a:solidFill>
              </a:rPr>
              <a:t> (implémentation)</a:t>
            </a:r>
            <a:endParaRPr lang="fr-CA" sz="1600" dirty="0">
              <a:solidFill>
                <a:schemeClr val="accent4"/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fr-CA" sz="1600" dirty="0">
                <a:solidFill>
                  <a:schemeClr val="accent4"/>
                </a:solidFill>
              </a:rPr>
              <a:t>Moins explicite sur : </a:t>
            </a:r>
            <a:endParaRPr lang="fr-CA" sz="1600" dirty="0">
              <a:solidFill>
                <a:schemeClr val="accent4"/>
              </a:solidFill>
              <a:ea typeface="Calibri"/>
              <a:cs typeface="Calibri"/>
            </a:endParaRPr>
          </a:p>
          <a:p>
            <a:pPr lvl="1">
              <a:lnSpc>
                <a:spcPct val="90000"/>
              </a:lnSpc>
            </a:pPr>
            <a:r>
              <a:rPr lang="fr-CA" sz="1600" dirty="0">
                <a:solidFill>
                  <a:schemeClr val="accent4"/>
                </a:solidFill>
              </a:rPr>
              <a:t>SENSe (comprendre le réel en amont)</a:t>
            </a:r>
            <a:endParaRPr lang="fr-CA" sz="1600" dirty="0">
              <a:solidFill>
                <a:schemeClr val="accent4"/>
              </a:solidFill>
              <a:ea typeface="Calibri"/>
              <a:cs typeface="Calibri"/>
            </a:endParaRPr>
          </a:p>
          <a:p>
            <a:pPr lvl="1">
              <a:lnSpc>
                <a:spcPct val="90000"/>
              </a:lnSpc>
            </a:pPr>
            <a:r>
              <a:rPr lang="fr-CA" sz="1600" dirty="0" err="1">
                <a:solidFill>
                  <a:schemeClr val="accent4"/>
                </a:solidFill>
              </a:rPr>
              <a:t>CARe</a:t>
            </a:r>
            <a:r>
              <a:rPr lang="fr-CA" sz="1600" dirty="0">
                <a:solidFill>
                  <a:schemeClr val="accent4"/>
                </a:solidFill>
              </a:rPr>
              <a:t> (boucle de validation dans la réalité)</a:t>
            </a:r>
            <a:br>
              <a:rPr lang="fr-CA" sz="1600" dirty="0">
                <a:solidFill>
                  <a:schemeClr val="accent4">
                    <a:lumMod val="76000"/>
                  </a:schemeClr>
                </a:solidFill>
              </a:rPr>
            </a:br>
            <a:endParaRPr lang="fr-CA" sz="1600" dirty="0">
              <a:solidFill>
                <a:schemeClr val="accent4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fr-CA" sz="1600" b="1" dirty="0" err="1">
                <a:solidFill>
                  <a:schemeClr val="accent3">
                    <a:lumMod val="75000"/>
                  </a:schemeClr>
                </a:solidFill>
              </a:rPr>
              <a:t>ToTAL</a:t>
            </a:r>
            <a:r>
              <a:rPr lang="fr-CA" sz="1600" b="1" dirty="0">
                <a:solidFill>
                  <a:schemeClr val="accent4"/>
                </a:solidFill>
              </a:rPr>
              <a:t> </a:t>
            </a:r>
            <a:r>
              <a:rPr lang="fr-CA" sz="1600" dirty="0">
                <a:solidFill>
                  <a:schemeClr val="accent4"/>
                </a:solidFill>
              </a:rPr>
              <a:t>étend </a:t>
            </a:r>
            <a:r>
              <a:rPr lang="fr-CA" sz="1600" dirty="0" err="1">
                <a:solidFill>
                  <a:schemeClr val="accent4"/>
                </a:solidFill>
              </a:rPr>
              <a:t>SAFe</a:t>
            </a:r>
            <a:r>
              <a:rPr lang="fr-CA" sz="1600" dirty="0">
                <a:solidFill>
                  <a:schemeClr val="accent4"/>
                </a:solidFill>
              </a:rPr>
              <a:t> pour </a:t>
            </a:r>
            <a:r>
              <a:rPr lang="fr-CA" sz="1600" b="1" dirty="0">
                <a:solidFill>
                  <a:schemeClr val="accent4"/>
                </a:solidFill>
              </a:rPr>
              <a:t>couvrir le cycle complet</a:t>
            </a:r>
            <a:endParaRPr lang="fr-CA" sz="1600" b="1" dirty="0">
              <a:solidFill>
                <a:schemeClr val="accent4"/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fr-CA" sz="1600" b="1" dirty="0">
                <a:solidFill>
                  <a:schemeClr val="accent4"/>
                </a:solidFill>
              </a:rPr>
              <a:t>SENSe</a:t>
            </a:r>
            <a:r>
              <a:rPr lang="fr-CA" sz="1600" dirty="0">
                <a:solidFill>
                  <a:schemeClr val="accent4"/>
                </a:solidFill>
              </a:rPr>
              <a:t> → comprendre et capter la réalité</a:t>
            </a:r>
            <a:endParaRPr lang="fr-CA" sz="1600" dirty="0">
              <a:solidFill>
                <a:schemeClr val="accent4"/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fr-CA" sz="1600" b="1" dirty="0" err="1">
                <a:solidFill>
                  <a:schemeClr val="accent4"/>
                </a:solidFill>
              </a:rPr>
              <a:t>FORGe</a:t>
            </a:r>
            <a:r>
              <a:rPr lang="fr-CA" sz="1600" dirty="0">
                <a:solidFill>
                  <a:schemeClr val="accent4"/>
                </a:solidFill>
              </a:rPr>
              <a:t> → implémenter et livrer (</a:t>
            </a:r>
            <a:r>
              <a:rPr lang="fr-CA" sz="1600" dirty="0" err="1">
                <a:solidFill>
                  <a:schemeClr val="accent4"/>
                </a:solidFill>
              </a:rPr>
              <a:t>old</a:t>
            </a:r>
            <a:r>
              <a:rPr lang="fr-CA" sz="1600" dirty="0">
                <a:solidFill>
                  <a:schemeClr val="accent4"/>
                </a:solidFill>
              </a:rPr>
              <a:t> </a:t>
            </a:r>
            <a:r>
              <a:rPr lang="fr-CA" sz="1600" b="1" dirty="0" err="1">
                <a:solidFill>
                  <a:schemeClr val="accent4"/>
                </a:solidFill>
              </a:rPr>
              <a:t>SAFe</a:t>
            </a:r>
            <a:r>
              <a:rPr lang="fr-CA" sz="1600" dirty="0">
                <a:solidFill>
                  <a:schemeClr val="accent4"/>
                </a:solidFill>
              </a:rPr>
              <a:t>)</a:t>
            </a:r>
            <a:endParaRPr lang="fr-CA" sz="1600" dirty="0">
              <a:solidFill>
                <a:schemeClr val="accent4"/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fr-CA" sz="1600" b="1" dirty="0" err="1">
                <a:solidFill>
                  <a:schemeClr val="accent4"/>
                </a:solidFill>
              </a:rPr>
              <a:t>CARe</a:t>
            </a:r>
            <a:r>
              <a:rPr lang="fr-CA" sz="1600" dirty="0">
                <a:solidFill>
                  <a:schemeClr val="accent4"/>
                </a:solidFill>
              </a:rPr>
              <a:t> → valider et apprendre du réel</a:t>
            </a:r>
            <a:br>
              <a:rPr lang="fr-CA" sz="1600" dirty="0">
                <a:solidFill>
                  <a:schemeClr val="accent4">
                    <a:lumMod val="76000"/>
                  </a:schemeClr>
                </a:solidFill>
              </a:rPr>
            </a:br>
            <a:endParaRPr lang="fr-CA" sz="1600" dirty="0">
              <a:solidFill>
                <a:schemeClr val="accent4"/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fr-CA" sz="1600" dirty="0">
                <a:solidFill>
                  <a:schemeClr val="accent4"/>
                </a:solidFill>
              </a:rPr>
              <a:t>Dans </a:t>
            </a:r>
            <a:r>
              <a:rPr lang="fr-CA" sz="1600" b="1" dirty="0" err="1">
                <a:solidFill>
                  <a:schemeClr val="accent4"/>
                </a:solidFill>
              </a:rPr>
              <a:t>ToTAL</a:t>
            </a:r>
            <a:r>
              <a:rPr lang="fr-CA" sz="1600" dirty="0">
                <a:solidFill>
                  <a:schemeClr val="accent4"/>
                </a:solidFill>
              </a:rPr>
              <a:t>, le "Value Stream" devient explicite et complet.</a:t>
            </a:r>
            <a:endParaRPr lang="fr-CA" sz="1600" dirty="0">
              <a:solidFill>
                <a:schemeClr val="accent4"/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fr-CA" sz="1600" dirty="0">
              <a:solidFill>
                <a:schemeClr val="accent4"/>
              </a:solidFill>
              <a:ea typeface="Calibri"/>
              <a:cs typeface="Calibri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6AF531C-EFED-C32E-1AD0-C591DECF6E4D}"/>
              </a:ext>
            </a:extLst>
          </p:cNvPr>
          <p:cNvSpPr txBox="1"/>
          <p:nvPr/>
        </p:nvSpPr>
        <p:spPr>
          <a:xfrm>
            <a:off x="369526" y="4415246"/>
            <a:ext cx="354233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000" b="1" dirty="0" err="1">
                <a:solidFill>
                  <a:schemeClr val="bg1"/>
                </a:solidFill>
              </a:rPr>
              <a:t>ToTAL</a:t>
            </a:r>
            <a:r>
              <a:rPr lang="fr-CA" sz="2000" dirty="0">
                <a:solidFill>
                  <a:schemeClr val="bg1"/>
                </a:solidFill>
              </a:rPr>
              <a:t> complète </a:t>
            </a:r>
            <a:r>
              <a:rPr lang="fr-CA" sz="2000" dirty="0" err="1">
                <a:solidFill>
                  <a:schemeClr val="bg1"/>
                </a:solidFill>
              </a:rPr>
              <a:t>SAFe</a:t>
            </a:r>
            <a:r>
              <a:rPr lang="fr-CA" sz="2000" dirty="0">
                <a:solidFill>
                  <a:schemeClr val="bg1"/>
                </a:solidFill>
              </a:rPr>
              <a:t> en couvrant l’ensemble du cycle par SENSe et </a:t>
            </a:r>
            <a:r>
              <a:rPr lang="fr-CA" sz="2000" dirty="0" err="1">
                <a:solidFill>
                  <a:schemeClr val="bg1"/>
                </a:solidFill>
              </a:rPr>
              <a:t>CARe</a:t>
            </a:r>
            <a:r>
              <a:rPr lang="fr-CA" sz="2000" dirty="0">
                <a:solidFill>
                  <a:schemeClr val="bg1"/>
                </a:solidFill>
              </a:rPr>
              <a:t>, et pas seulement </a:t>
            </a:r>
            <a:r>
              <a:rPr lang="fr-CA" sz="2000" dirty="0" err="1">
                <a:solidFill>
                  <a:schemeClr val="bg1"/>
                </a:solidFill>
              </a:rPr>
              <a:t>FORGe</a:t>
            </a:r>
            <a:endParaRPr lang="fr-CA" sz="2000" dirty="0">
              <a:solidFill>
                <a:schemeClr val="bg1"/>
              </a:solidFill>
            </a:endParaRPr>
          </a:p>
          <a:p>
            <a:r>
              <a:rPr lang="fr-CA" sz="2000" b="1" dirty="0" err="1">
                <a:solidFill>
                  <a:schemeClr val="bg1"/>
                </a:solidFill>
              </a:rPr>
              <a:t>ToTAL</a:t>
            </a:r>
            <a:r>
              <a:rPr lang="fr-CA" sz="2000" dirty="0">
                <a:solidFill>
                  <a:schemeClr val="bg1"/>
                </a:solidFill>
              </a:rPr>
              <a:t> ajoute le catalyseur + </a:t>
            </a:r>
            <a:r>
              <a:rPr lang="fr-CA" sz="2000" dirty="0" err="1">
                <a:solidFill>
                  <a:schemeClr val="bg1"/>
                </a:solidFill>
              </a:rPr>
              <a:t>SAFe</a:t>
            </a:r>
            <a:r>
              <a:rPr lang="fr-CA" sz="2000" dirty="0">
                <a:solidFill>
                  <a:schemeClr val="bg1"/>
                </a:solidFill>
              </a:rPr>
              <a:t> simplifié/flexible</a:t>
            </a:r>
          </a:p>
        </p:txBody>
      </p:sp>
    </p:spTree>
    <p:extLst>
      <p:ext uri="{BB962C8B-B14F-4D97-AF65-F5344CB8AC3E}">
        <p14:creationId xmlns:p14="http://schemas.microsoft.com/office/powerpoint/2010/main" val="2599220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119F0CFC-2301-A72F-15D0-11CB140200B4}"/>
              </a:ext>
            </a:extLst>
          </p:cNvPr>
          <p:cNvSpPr txBox="1"/>
          <p:nvPr/>
        </p:nvSpPr>
        <p:spPr>
          <a:xfrm>
            <a:off x="0" y="635067"/>
            <a:ext cx="9144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A" sz="4400" dirty="0">
                <a:solidFill>
                  <a:schemeClr val="accent4">
                    <a:lumMod val="75000"/>
                  </a:schemeClr>
                </a:solidFill>
              </a:rPr>
              <a:t>Le flot (système) de valeur/</a:t>
            </a:r>
            <a:r>
              <a:rPr lang="fr-CA" sz="4400" b="1" dirty="0">
                <a:solidFill>
                  <a:schemeClr val="accent4">
                    <a:lumMod val="75000"/>
                  </a:schemeClr>
                </a:solidFill>
              </a:rPr>
              <a:t>produit</a:t>
            </a:r>
            <a:r>
              <a:rPr lang="fr-CA" sz="44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br>
              <a:rPr lang="fr-CA" sz="44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fr-CA" sz="4400" dirty="0">
                <a:solidFill>
                  <a:schemeClr val="accent4">
                    <a:lumMod val="75000"/>
                  </a:schemeClr>
                </a:solidFill>
              </a:rPr>
              <a:t>…</a:t>
            </a:r>
            <a:r>
              <a:rPr lang="fr-CA" sz="2800" dirty="0">
                <a:solidFill>
                  <a:schemeClr val="accent4">
                    <a:lumMod val="75000"/>
                  </a:schemeClr>
                </a:solidFill>
              </a:rPr>
              <a:t>en 3 phases (mécanisme opérationnel)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E7047C37-9775-5E1B-C665-43B41DD8A7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4820480"/>
              </p:ext>
            </p:extLst>
          </p:nvPr>
        </p:nvGraphicFramePr>
        <p:xfrm>
          <a:off x="457200" y="1880449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ZoneTexte 13">
            <a:extLst>
              <a:ext uri="{FF2B5EF4-FFF2-40B4-BE49-F238E27FC236}">
                <a16:creationId xmlns:a16="http://schemas.microsoft.com/office/drawing/2014/main" id="{EADDB4A6-1FBD-7C71-40C6-0BA37155AD9A}"/>
              </a:ext>
            </a:extLst>
          </p:cNvPr>
          <p:cNvSpPr txBox="1"/>
          <p:nvPr/>
        </p:nvSpPr>
        <p:spPr>
          <a:xfrm>
            <a:off x="0" y="6333667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A" b="1" dirty="0" err="1">
                <a:solidFill>
                  <a:schemeClr val="accent4">
                    <a:lumMod val="75000"/>
                  </a:schemeClr>
                </a:solidFill>
              </a:rPr>
              <a:t>ToTAL</a:t>
            </a:r>
            <a:r>
              <a:rPr lang="fr-CA" dirty="0">
                <a:solidFill>
                  <a:schemeClr val="accent4">
                    <a:lumMod val="75000"/>
                  </a:schemeClr>
                </a:solidFill>
              </a:rPr>
              <a:t> est comment on pense, tandis que </a:t>
            </a:r>
            <a:r>
              <a:rPr lang="fr-CA" b="1" dirty="0">
                <a:solidFill>
                  <a:schemeClr val="accent4">
                    <a:lumMod val="75000"/>
                  </a:schemeClr>
                </a:solidFill>
              </a:rPr>
              <a:t>SENSe</a:t>
            </a:r>
            <a:r>
              <a:rPr lang="fr-CA" dirty="0">
                <a:solidFill>
                  <a:schemeClr val="accent4">
                    <a:lumMod val="75000"/>
                  </a:schemeClr>
                </a:solidFill>
              </a:rPr>
              <a:t>, </a:t>
            </a:r>
            <a:r>
              <a:rPr lang="fr-CA" b="1" dirty="0" err="1">
                <a:solidFill>
                  <a:schemeClr val="accent4">
                    <a:lumMod val="75000"/>
                  </a:schemeClr>
                </a:solidFill>
              </a:rPr>
              <a:t>FORGe</a:t>
            </a:r>
            <a:r>
              <a:rPr lang="fr-CA" dirty="0">
                <a:solidFill>
                  <a:schemeClr val="accent4">
                    <a:lumMod val="75000"/>
                  </a:schemeClr>
                </a:solidFill>
              </a:rPr>
              <a:t> et </a:t>
            </a:r>
            <a:r>
              <a:rPr lang="fr-CA" b="1" dirty="0" err="1">
                <a:solidFill>
                  <a:schemeClr val="accent4">
                    <a:lumMod val="75000"/>
                  </a:schemeClr>
                </a:solidFill>
              </a:rPr>
              <a:t>CARe</a:t>
            </a:r>
            <a:r>
              <a:rPr lang="fr-CA" dirty="0">
                <a:solidFill>
                  <a:schemeClr val="accent4">
                    <a:lumMod val="75000"/>
                  </a:schemeClr>
                </a:solidFill>
              </a:rPr>
              <a:t> en sont la réalisation.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chemeClr val="accent4">
                    <a:lumMod val="75000"/>
                  </a:schemeClr>
                </a:solidFill>
              </a:rPr>
              <a:t>L’amélioration continue</a:t>
            </a:r>
            <a:endParaRPr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88A801BD-5699-73F8-3381-88864DA80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35476" y="1350499"/>
            <a:ext cx="7436656" cy="3950172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5D0D9BE-CD90-CC48-9F05-8C5BA80E01B4}"/>
              </a:ext>
            </a:extLst>
          </p:cNvPr>
          <p:cNvSpPr txBox="1"/>
          <p:nvPr/>
        </p:nvSpPr>
        <p:spPr>
          <a:xfrm>
            <a:off x="3949418" y="3094752"/>
            <a:ext cx="51945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400" b="1" dirty="0" err="1">
                <a:solidFill>
                  <a:schemeClr val="accent4">
                    <a:lumMod val="75000"/>
                  </a:schemeClr>
                </a:solidFill>
              </a:rPr>
              <a:t>FORGe</a:t>
            </a:r>
            <a:br>
              <a:rPr lang="fr-CA" sz="24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fr-CA" sz="2400" dirty="0">
                <a:solidFill>
                  <a:schemeClr val="accent4">
                    <a:lumMod val="75000"/>
                  </a:schemeClr>
                </a:solidFill>
              </a:rPr>
              <a:t>(implémentation et simulation du réel)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2CC02C2-68FC-90FA-5AF1-E0F5D7662B8F}"/>
              </a:ext>
            </a:extLst>
          </p:cNvPr>
          <p:cNvSpPr txBox="1"/>
          <p:nvPr/>
        </p:nvSpPr>
        <p:spPr>
          <a:xfrm>
            <a:off x="3263441" y="4330511"/>
            <a:ext cx="40429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400" b="1" dirty="0" err="1">
                <a:solidFill>
                  <a:schemeClr val="accent4">
                    <a:lumMod val="75000"/>
                  </a:schemeClr>
                </a:solidFill>
              </a:rPr>
              <a:t>CARe</a:t>
            </a:r>
            <a:r>
              <a:rPr lang="fr-CA" sz="2400" dirty="0">
                <a:solidFill>
                  <a:schemeClr val="accent4">
                    <a:lumMod val="75000"/>
                  </a:schemeClr>
                </a:solidFill>
              </a:rPr>
              <a:t> (monde réel)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B7A933A-CAF0-1F03-A93E-106CDB4D4811}"/>
              </a:ext>
            </a:extLst>
          </p:cNvPr>
          <p:cNvSpPr txBox="1"/>
          <p:nvPr/>
        </p:nvSpPr>
        <p:spPr>
          <a:xfrm>
            <a:off x="3251069" y="1858993"/>
            <a:ext cx="40429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400" b="1" dirty="0">
                <a:solidFill>
                  <a:schemeClr val="accent4">
                    <a:lumMod val="75000"/>
                  </a:schemeClr>
                </a:solidFill>
              </a:rPr>
              <a:t>SENSe </a:t>
            </a:r>
            <a:r>
              <a:rPr lang="fr-CA" sz="2400" dirty="0">
                <a:solidFill>
                  <a:schemeClr val="accent4">
                    <a:lumMod val="75000"/>
                  </a:schemeClr>
                </a:solidFill>
              </a:rPr>
              <a:t>(souhaits du réel)</a:t>
            </a:r>
          </a:p>
        </p:txBody>
      </p:sp>
      <p:sp>
        <p:nvSpPr>
          <p:cNvPr id="15" name="Flèche : droite 14">
            <a:extLst>
              <a:ext uri="{FF2B5EF4-FFF2-40B4-BE49-F238E27FC236}">
                <a16:creationId xmlns:a16="http://schemas.microsoft.com/office/drawing/2014/main" id="{F9353593-6F21-5E5B-6CE7-C2ADEE08A974}"/>
              </a:ext>
            </a:extLst>
          </p:cNvPr>
          <p:cNvSpPr/>
          <p:nvPr/>
        </p:nvSpPr>
        <p:spPr>
          <a:xfrm rot="14558210">
            <a:off x="1151749" y="2383752"/>
            <a:ext cx="558405" cy="51206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6" name="Flèche : droite 15">
            <a:extLst>
              <a:ext uri="{FF2B5EF4-FFF2-40B4-BE49-F238E27FC236}">
                <a16:creationId xmlns:a16="http://schemas.microsoft.com/office/drawing/2014/main" id="{CA5710D5-FCED-53A3-C696-9C2CC1CD84AF}"/>
              </a:ext>
            </a:extLst>
          </p:cNvPr>
          <p:cNvSpPr/>
          <p:nvPr/>
        </p:nvSpPr>
        <p:spPr>
          <a:xfrm rot="16200000">
            <a:off x="-162857" y="3094917"/>
            <a:ext cx="1964123" cy="51206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47" name="ZoneTexte 5">
            <a:extLst>
              <a:ext uri="{FF2B5EF4-FFF2-40B4-BE49-F238E27FC236}">
                <a16:creationId xmlns:a16="http://schemas.microsoft.com/office/drawing/2014/main" id="{C6F21A6C-4F01-7F1D-15B1-3A8170547FDF}"/>
              </a:ext>
            </a:extLst>
          </p:cNvPr>
          <p:cNvSpPr txBox="1"/>
          <p:nvPr/>
        </p:nvSpPr>
        <p:spPr>
          <a:xfrm>
            <a:off x="457200" y="5395417"/>
            <a:ext cx="8342722" cy="130805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fr-CA" sz="1600" b="1" noProof="0" dirty="0" err="1">
                <a:solidFill>
                  <a:schemeClr val="accent4">
                    <a:lumMod val="75000"/>
                  </a:schemeClr>
                </a:solidFill>
              </a:rPr>
              <a:t>CARe</a:t>
            </a:r>
            <a:r>
              <a:rPr lang="fr-CA" sz="1600" b="1" noProof="0" dirty="0">
                <a:solidFill>
                  <a:schemeClr val="accent4">
                    <a:lumMod val="75000"/>
                  </a:schemeClr>
                </a:solidFill>
              </a:rPr>
              <a:t> et </a:t>
            </a:r>
            <a:r>
              <a:rPr lang="fr-CA" sz="1600" b="1" noProof="0" dirty="0" err="1">
                <a:solidFill>
                  <a:schemeClr val="accent4">
                    <a:lumMod val="75000"/>
                  </a:schemeClr>
                </a:solidFill>
              </a:rPr>
              <a:t>FORGe</a:t>
            </a:r>
            <a:r>
              <a:rPr lang="fr-CA" sz="1600" b="1" noProof="0" dirty="0">
                <a:solidFill>
                  <a:schemeClr val="accent4">
                    <a:lumMod val="75000"/>
                  </a:schemeClr>
                </a:solidFill>
              </a:rPr>
              <a:t> produisent des données et SENSe les interprète !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CA" sz="1600" noProof="0" dirty="0">
                <a:solidFill>
                  <a:schemeClr val="accent4">
                    <a:lumMod val="75000"/>
                  </a:schemeClr>
                </a:solidFill>
              </a:rPr>
              <a:t>Les données (</a:t>
            </a:r>
            <a:r>
              <a:rPr lang="fr-CA" sz="1600" noProof="0" dirty="0" err="1">
                <a:solidFill>
                  <a:schemeClr val="accent4">
                    <a:lumMod val="75000"/>
                  </a:schemeClr>
                </a:solidFill>
              </a:rPr>
              <a:t>qualimétrie</a:t>
            </a:r>
            <a:r>
              <a:rPr lang="fr-CA" sz="1600" noProof="0" dirty="0">
                <a:solidFill>
                  <a:schemeClr val="accent4">
                    <a:lumMod val="75000"/>
                  </a:schemeClr>
                </a:solidFill>
              </a:rPr>
              <a:t>) sont collectées en continu et proviennent de sources diverses.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CA" sz="1600" noProof="0" dirty="0">
                <a:solidFill>
                  <a:schemeClr val="accent4">
                    <a:lumMod val="75000"/>
                  </a:schemeClr>
                </a:solidFill>
              </a:rPr>
              <a:t>L’apprentissage se fait dans </a:t>
            </a:r>
            <a:r>
              <a:rPr lang="fr-CA" sz="1600" b="1" noProof="0" dirty="0">
                <a:solidFill>
                  <a:schemeClr val="accent4">
                    <a:lumMod val="75000"/>
                  </a:schemeClr>
                </a:solidFill>
              </a:rPr>
              <a:t>SENSe</a:t>
            </a:r>
            <a:r>
              <a:rPr lang="fr-CA" sz="1600" noProof="0" dirty="0">
                <a:solidFill>
                  <a:schemeClr val="accent4">
                    <a:lumMod val="75000"/>
                  </a:schemeClr>
                </a:solidFill>
              </a:rPr>
              <a:t> et s’applique partout.</a:t>
            </a:r>
            <a:endParaRPr lang="fr-CA" sz="1600" noProof="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CA" sz="1600" noProof="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L’amélioration basée sur les valeurs et vice versa.</a:t>
            </a:r>
          </a:p>
        </p:txBody>
      </p:sp>
      <p:sp>
        <p:nvSpPr>
          <p:cNvPr id="3" name="Flèche : droite 2">
            <a:extLst>
              <a:ext uri="{FF2B5EF4-FFF2-40B4-BE49-F238E27FC236}">
                <a16:creationId xmlns:a16="http://schemas.microsoft.com/office/drawing/2014/main" id="{B4673882-5CE7-EC16-FADA-01FA4998357F}"/>
              </a:ext>
            </a:extLst>
          </p:cNvPr>
          <p:cNvSpPr/>
          <p:nvPr/>
        </p:nvSpPr>
        <p:spPr>
          <a:xfrm rot="10800000">
            <a:off x="1507463" y="1825398"/>
            <a:ext cx="558405" cy="51206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4" name="Flèche : droite 3">
            <a:extLst>
              <a:ext uri="{FF2B5EF4-FFF2-40B4-BE49-F238E27FC236}">
                <a16:creationId xmlns:a16="http://schemas.microsoft.com/office/drawing/2014/main" id="{9A939F10-046A-747A-6A0F-32298925DE7F}"/>
              </a:ext>
            </a:extLst>
          </p:cNvPr>
          <p:cNvSpPr/>
          <p:nvPr/>
        </p:nvSpPr>
        <p:spPr>
          <a:xfrm rot="7111293">
            <a:off x="1154310" y="1180397"/>
            <a:ext cx="558405" cy="51206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AE7608-56FD-BC8C-9B92-63350CD4E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4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551961"/>
            <a:ext cx="8249304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1BE1D7-9D1C-E970-0169-838C8861D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248587"/>
            <a:ext cx="6858000" cy="166793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914400">
              <a:lnSpc>
                <a:spcPct val="90000"/>
              </a:lnSpc>
            </a:pPr>
            <a:r>
              <a:rPr lang="fr-CA" sz="6000" noProof="0" dirty="0">
                <a:solidFill>
                  <a:schemeClr val="accent4">
                    <a:lumMod val="75000"/>
                  </a:schemeClr>
                </a:solidFill>
              </a:rPr>
              <a:t>Le principe</a:t>
            </a:r>
            <a:br>
              <a:rPr lang="fr-CA" sz="6000" noProof="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fr-CA" sz="6000" b="1" noProof="0" dirty="0">
                <a:solidFill>
                  <a:schemeClr val="accent4">
                    <a:lumMod val="75000"/>
                  </a:schemeClr>
                </a:solidFill>
              </a:rPr>
              <a:t>SENSe</a:t>
            </a:r>
            <a:endParaRPr lang="fr-CA" sz="5600" b="1" kern="1200" noProof="0" dirty="0">
              <a:solidFill>
                <a:schemeClr val="accent4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5E232-7A4F-0DFE-28AA-69259659F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347" y="2820896"/>
            <a:ext cx="8249304" cy="3131014"/>
          </a:xfrm>
        </p:spPr>
        <p:txBody>
          <a:bodyPr vert="horz" lIns="91440" tIns="45720" rIns="91440" bIns="45720" rtlCol="0">
            <a:noAutofit/>
          </a:bodyPr>
          <a:lstStyle/>
          <a:p>
            <a:pPr marL="114300" lvl="0" indent="0" algn="ctr" defTabSz="914400">
              <a:buNone/>
            </a:pPr>
            <a:r>
              <a:rPr lang="fr-CA" sz="1600" dirty="0">
                <a:solidFill>
                  <a:schemeClr val="accent4">
                    <a:lumMod val="75000"/>
                  </a:schemeClr>
                </a:solidFill>
              </a:rPr>
              <a:t>Si ce n’est pas </a:t>
            </a:r>
            <a:r>
              <a:rPr lang="fr-CA" sz="1600" b="1" dirty="0">
                <a:solidFill>
                  <a:schemeClr val="accent4">
                    <a:lumMod val="75000"/>
                  </a:schemeClr>
                </a:solidFill>
              </a:rPr>
              <a:t>SENSe</a:t>
            </a:r>
            <a:r>
              <a:rPr lang="fr-CA" sz="1600" dirty="0">
                <a:solidFill>
                  <a:schemeClr val="accent4">
                    <a:lumMod val="75000"/>
                  </a:schemeClr>
                </a:solidFill>
              </a:rPr>
              <a:t> → ça ne va pas à </a:t>
            </a:r>
            <a:r>
              <a:rPr lang="fr-CA" sz="1600" b="1" dirty="0" err="1">
                <a:solidFill>
                  <a:schemeClr val="accent4">
                    <a:lumMod val="75000"/>
                  </a:schemeClr>
                </a:solidFill>
              </a:rPr>
              <a:t>FORGe</a:t>
            </a:r>
            <a:endParaRPr lang="fr-CA" sz="1600" b="1" dirty="0">
              <a:solidFill>
                <a:schemeClr val="accent4">
                  <a:lumMod val="75000"/>
                </a:schemeClr>
              </a:solidFill>
            </a:endParaRPr>
          </a:p>
          <a:p>
            <a:pPr marL="114300" lvl="0" indent="0" algn="ctr" defTabSz="914400">
              <a:buNone/>
            </a:pPr>
            <a:r>
              <a:rPr lang="fr-CA" sz="1600" dirty="0">
                <a:solidFill>
                  <a:schemeClr val="accent4">
                    <a:lumMod val="75000"/>
                  </a:schemeClr>
                </a:solidFill>
              </a:rPr>
              <a:t>Apprenez à partir des signaux/données (</a:t>
            </a:r>
            <a:r>
              <a:rPr lang="fr-CA" sz="1600" b="1" dirty="0">
                <a:solidFill>
                  <a:schemeClr val="accent4">
                    <a:lumMod val="75000"/>
                  </a:schemeClr>
                </a:solidFill>
              </a:rPr>
              <a:t>SENSe</a:t>
            </a:r>
            <a:r>
              <a:rPr lang="fr-CA" sz="1600" dirty="0">
                <a:solidFill>
                  <a:schemeClr val="accent4">
                    <a:lumMod val="75000"/>
                  </a:schemeClr>
                </a:solidFill>
              </a:rPr>
              <a:t> + </a:t>
            </a:r>
            <a:r>
              <a:rPr lang="fr-CA" sz="1600" b="1" dirty="0" err="1">
                <a:solidFill>
                  <a:schemeClr val="accent4">
                    <a:lumMod val="75000"/>
                  </a:schemeClr>
                </a:solidFill>
              </a:rPr>
              <a:t>CARe</a:t>
            </a:r>
            <a:r>
              <a:rPr lang="fr-CA" sz="1600" dirty="0">
                <a:solidFill>
                  <a:schemeClr val="accent4">
                    <a:lumMod val="75000"/>
                  </a:schemeClr>
                </a:solidFill>
              </a:rPr>
              <a:t> + </a:t>
            </a:r>
            <a:r>
              <a:rPr lang="fr-CA" sz="1600" b="1" dirty="0" err="1">
                <a:solidFill>
                  <a:schemeClr val="accent4">
                    <a:lumMod val="75000"/>
                  </a:schemeClr>
                </a:solidFill>
              </a:rPr>
              <a:t>FORGe</a:t>
            </a:r>
            <a:r>
              <a:rPr lang="fr-CA" sz="1600" dirty="0">
                <a:solidFill>
                  <a:schemeClr val="accent4">
                    <a:lumMod val="75000"/>
                  </a:schemeClr>
                </a:solidFill>
              </a:rPr>
              <a:t>)</a:t>
            </a:r>
          </a:p>
          <a:p>
            <a:pPr marL="114300" lvl="0" indent="0" algn="ctr" defTabSz="914400">
              <a:buNone/>
            </a:pPr>
            <a:r>
              <a:rPr lang="fr-CA" sz="1600" dirty="0">
                <a:solidFill>
                  <a:schemeClr val="accent4">
                    <a:lumMod val="75000"/>
                  </a:schemeClr>
                </a:solidFill>
              </a:rPr>
              <a:t>Solution par conception (UX, domaine, flux)</a:t>
            </a:r>
          </a:p>
          <a:p>
            <a:pPr marL="114300" lvl="0" indent="0" algn="ctr" defTabSz="914400">
              <a:buNone/>
            </a:pPr>
            <a:r>
              <a:rPr lang="fr-CA" sz="1600" dirty="0">
                <a:solidFill>
                  <a:schemeClr val="accent4">
                    <a:lumMod val="75000"/>
                  </a:schemeClr>
                </a:solidFill>
              </a:rPr>
              <a:t>Spécifier (BDD, TDD, ATDD, automatisation, IA)</a:t>
            </a:r>
          </a:p>
          <a:p>
            <a:pPr marL="114300" lvl="0" indent="0" algn="ctr" defTabSz="914400">
              <a:buNone/>
            </a:pPr>
            <a:r>
              <a:rPr lang="fr-CA" sz="1600" b="1" dirty="0">
                <a:solidFill>
                  <a:schemeClr val="accent4">
                    <a:lumMod val="75000"/>
                  </a:schemeClr>
                </a:solidFill>
              </a:rPr>
              <a:t>Cela fait du sens, c’est bon…</a:t>
            </a:r>
          </a:p>
          <a:p>
            <a:pPr marL="114300" lvl="0" indent="0" algn="ctr" defTabSz="914400">
              <a:buNone/>
            </a:pPr>
            <a:r>
              <a:rPr lang="fr-CA" sz="1600" dirty="0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</a:rPr>
              <a:t>Valider et prioriser (livrer gros et petit/</a:t>
            </a:r>
            <a:r>
              <a:rPr lang="fr-CA" sz="1600" dirty="0" err="1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</a:rPr>
              <a:t>mvp</a:t>
            </a:r>
            <a:r>
              <a:rPr lang="fr-CA" sz="1600" dirty="0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fr-CA" sz="1600" dirty="0" err="1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</a:rPr>
              <a:t>mvs</a:t>
            </a:r>
            <a:r>
              <a:rPr lang="fr-CA" sz="1600" dirty="0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</a:rPr>
              <a:t>) à revoir</a:t>
            </a:r>
          </a:p>
          <a:p>
            <a:pPr marL="114300" lvl="0" indent="0" algn="ctr" defTabSz="914400">
              <a:buNone/>
            </a:pPr>
            <a:r>
              <a:rPr lang="fr-CA" sz="1600" dirty="0">
                <a:solidFill>
                  <a:schemeClr val="accent4">
                    <a:lumMod val="75000"/>
                  </a:schemeClr>
                </a:solidFill>
              </a:rPr>
              <a:t>Clarté</a:t>
            </a:r>
          </a:p>
          <a:p>
            <a:pPr marL="114300" lvl="0" indent="0" algn="ctr" defTabSz="914400">
              <a:buNone/>
            </a:pPr>
            <a:r>
              <a:rPr lang="fr-CA" sz="1600" dirty="0">
                <a:solidFill>
                  <a:schemeClr val="accent4">
                    <a:lumMod val="75000"/>
                  </a:schemeClr>
                </a:solidFill>
              </a:rPr>
              <a:t>Promptitude, paré, prêt…</a:t>
            </a:r>
          </a:p>
          <a:p>
            <a:pPr marL="114300" lvl="0" indent="0" algn="ctr" defTabSz="914400">
              <a:buNone/>
            </a:pPr>
            <a:r>
              <a:rPr lang="fr-CA" sz="1600" dirty="0" err="1">
                <a:solidFill>
                  <a:schemeClr val="accent4">
                    <a:lumMod val="75000"/>
                  </a:schemeClr>
                </a:solidFill>
              </a:rPr>
              <a:t>DoR</a:t>
            </a:r>
            <a:r>
              <a:rPr lang="fr-CA" sz="1600" dirty="0">
                <a:solidFill>
                  <a:schemeClr val="accent4">
                    <a:lumMod val="75000"/>
                  </a:schemeClr>
                </a:solidFill>
              </a:rPr>
              <a:t> et DoD</a:t>
            </a:r>
            <a:br>
              <a:rPr lang="fr-CA" sz="1600" dirty="0">
                <a:solidFill>
                  <a:schemeClr val="accent4">
                    <a:lumMod val="75000"/>
                  </a:schemeClr>
                </a:solidFill>
              </a:rPr>
            </a:br>
            <a:endParaRPr lang="fr-CA" sz="1600" noProof="0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47348" y="6329769"/>
            <a:ext cx="8250174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7072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798" y="1463040"/>
            <a:ext cx="2847230" cy="269094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fr-CA" sz="3200" dirty="0">
                <a:solidFill>
                  <a:schemeClr val="accent4">
                    <a:lumMod val="75000"/>
                  </a:schemeClr>
                </a:solidFill>
              </a:rPr>
              <a:t>Le moteur de définition</a:t>
            </a:r>
            <a:br>
              <a:rPr lang="fr-CA" sz="32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fr-CA" sz="3200" dirty="0">
                <a:solidFill>
                  <a:schemeClr val="accent4">
                    <a:lumMod val="75000"/>
                  </a:schemeClr>
                </a:solidFill>
              </a:rPr>
              <a:t>(modélisation)</a:t>
            </a:r>
            <a:br>
              <a:rPr lang="fr-CA" sz="3200" dirty="0">
                <a:solidFill>
                  <a:schemeClr val="accent4">
                    <a:lumMod val="75000"/>
                  </a:schemeClr>
                </a:solidFill>
              </a:rPr>
            </a:br>
            <a:endParaRPr lang="fr-CA" sz="3200" b="1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  <p:grpSp>
        <p:nvGrpSpPr>
          <p:cNvPr id="28" name="Group 20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7250" y="4415246"/>
            <a:ext cx="8986749" cy="2087795"/>
            <a:chOff x="143163" y="5763486"/>
            <a:chExt cx="11982332" cy="739555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Connector 22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F7A07DC-96C6-A0F3-C09A-6964631A8890}"/>
              </a:ext>
            </a:extLst>
          </p:cNvPr>
          <p:cNvSpPr txBox="1"/>
          <p:nvPr/>
        </p:nvSpPr>
        <p:spPr>
          <a:xfrm>
            <a:off x="157250" y="3172158"/>
            <a:ext cx="457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9600" b="1" dirty="0">
                <a:solidFill>
                  <a:schemeClr val="accent4">
                    <a:lumMod val="75000"/>
                  </a:schemeClr>
                </a:solidFill>
              </a:rPr>
              <a:t>SENSe</a:t>
            </a:r>
            <a:endParaRPr lang="fr-CA" sz="96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18B69CA-1F03-FACC-1930-D99A4498A7E0}"/>
              </a:ext>
            </a:extLst>
          </p:cNvPr>
          <p:cNvSpPr txBox="1"/>
          <p:nvPr/>
        </p:nvSpPr>
        <p:spPr>
          <a:xfrm>
            <a:off x="369525" y="4415246"/>
            <a:ext cx="348075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000" dirty="0">
                <a:solidFill>
                  <a:schemeClr val="bg1"/>
                </a:solidFill>
              </a:rPr>
              <a:t>c’est là que les données deviennent de la valeur et des décisions/directions/objectifs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3ADDAF66-BDBC-B9E4-F480-4300999AC8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3346905"/>
              </p:ext>
            </p:extLst>
          </p:nvPr>
        </p:nvGraphicFramePr>
        <p:xfrm>
          <a:off x="4013552" y="1188319"/>
          <a:ext cx="4552428" cy="44807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4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551961"/>
            <a:ext cx="8249304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248587"/>
            <a:ext cx="6858000" cy="156368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914400">
              <a:lnSpc>
                <a:spcPct val="90000"/>
              </a:lnSpc>
            </a:pPr>
            <a:r>
              <a:rPr lang="fr-CA" sz="5600" kern="1200" noProof="0" dirty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Le principe</a:t>
            </a:r>
            <a:br>
              <a:rPr lang="fr-CA" sz="5600" kern="1200" noProof="0" dirty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rPr>
            </a:br>
            <a:r>
              <a:rPr lang="fr-CA" sz="5600" b="1" kern="1200" noProof="0" dirty="0" err="1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FORGe</a:t>
            </a:r>
            <a:endParaRPr lang="fr-CA" sz="5600" b="1" kern="1200" noProof="0" dirty="0">
              <a:solidFill>
                <a:schemeClr val="accent4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347" y="2755154"/>
            <a:ext cx="8249304" cy="3699434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fr-CA" sz="1600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Si ce n’est pas </a:t>
            </a:r>
            <a:r>
              <a:rPr lang="fr-CA" sz="1600" b="1" kern="1200" noProof="0" dirty="0" err="1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FORGe</a:t>
            </a:r>
            <a:r>
              <a:rPr lang="fr-CA" sz="1600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 → ça ne va pas à </a:t>
            </a:r>
            <a:r>
              <a:rPr lang="fr-CA" sz="1600" b="1" kern="1200" noProof="0" dirty="0" err="1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CARe</a:t>
            </a:r>
            <a:endParaRPr lang="fr-CA" sz="1600" b="1" kern="1200" noProof="0" dirty="0">
              <a:solidFill>
                <a:schemeClr val="accent4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fr-CA" sz="1600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L’exécution doit être correcte et complète</a:t>
            </a: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fr-CA" sz="1600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Implémenter le travail défini</a:t>
            </a: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fr-CA" sz="1600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Construire à partir des spécifications</a:t>
            </a: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fr-CA" sz="1600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Aucune grande découverte lors de l’exécution</a:t>
            </a: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fr-CA" sz="1600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Planifier et organiser le travail</a:t>
            </a: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fr-CA" sz="1600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Construire et intégrer</a:t>
            </a: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fr-CA" sz="1600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Simuler le comportement du système</a:t>
            </a: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fr-CA" sz="1600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Mesurer la qualité technique</a:t>
            </a: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fr-CA" sz="1600" dirty="0" err="1">
                <a:solidFill>
                  <a:schemeClr val="accent4">
                    <a:lumMod val="75000"/>
                  </a:schemeClr>
                </a:solidFill>
              </a:rPr>
              <a:t>DoR</a:t>
            </a:r>
            <a:r>
              <a:rPr lang="fr-CA" sz="1600" dirty="0">
                <a:solidFill>
                  <a:schemeClr val="accent4">
                    <a:lumMod val="75000"/>
                  </a:schemeClr>
                </a:solidFill>
              </a:rPr>
              <a:t> et DoD</a:t>
            </a:r>
            <a:endParaRPr lang="fr-CA" sz="1600" kern="1200" noProof="0" dirty="0">
              <a:solidFill>
                <a:schemeClr val="accent4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endParaRPr lang="fr-CA" sz="1600" kern="1200" noProof="0" dirty="0">
              <a:solidFill>
                <a:schemeClr val="accent4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endParaRPr lang="fr-CA" sz="1600" kern="1200" noProof="0" dirty="0">
              <a:solidFill>
                <a:schemeClr val="accent4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40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47348" y="6329769"/>
            <a:ext cx="8250174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31" y="1463040"/>
            <a:ext cx="3371118" cy="269094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fr-CA" sz="3200" dirty="0">
                <a:solidFill>
                  <a:schemeClr val="accent4">
                    <a:lumMod val="75000"/>
                  </a:schemeClr>
                </a:solidFill>
              </a:rPr>
              <a:t>Le moteur d’exécution</a:t>
            </a:r>
            <a:br>
              <a:rPr lang="fr-CA" sz="32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fr-CA" sz="32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(implémentation)</a:t>
            </a:r>
            <a:br>
              <a:rPr lang="fr-CA" sz="32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</a:br>
            <a:endParaRPr lang="fr-CA" sz="3200" b="1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7250" y="4415246"/>
            <a:ext cx="8986749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E01605C-BA3F-2B01-EBCA-0157FF42A009}"/>
              </a:ext>
            </a:extLst>
          </p:cNvPr>
          <p:cNvSpPr txBox="1"/>
          <p:nvPr/>
        </p:nvSpPr>
        <p:spPr>
          <a:xfrm>
            <a:off x="190004" y="3172158"/>
            <a:ext cx="457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9600" b="1" noProof="0" dirty="0" err="1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FORGe</a:t>
            </a:r>
            <a:endParaRPr lang="fr-CA" sz="96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29351A9-A245-F67C-685D-B45621066FFF}"/>
              </a:ext>
            </a:extLst>
          </p:cNvPr>
          <p:cNvSpPr txBox="1"/>
          <p:nvPr/>
        </p:nvSpPr>
        <p:spPr>
          <a:xfrm>
            <a:off x="369525" y="4415246"/>
            <a:ext cx="348075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000" dirty="0">
                <a:solidFill>
                  <a:schemeClr val="bg1"/>
                </a:solidFill>
              </a:rPr>
              <a:t>c’est là que l’on construit ce qui a été clairement défini</a:t>
            </a:r>
          </a:p>
          <a:p>
            <a:r>
              <a:rPr lang="fr-CA" sz="2000" dirty="0">
                <a:solidFill>
                  <a:schemeClr val="bg1"/>
                </a:solidFill>
              </a:rPr>
              <a:t>Construit selon l’attente en itération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8CF41D8C-700C-B98D-DB69-F1120C6FC5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6448079"/>
              </p:ext>
            </p:extLst>
          </p:nvPr>
        </p:nvGraphicFramePr>
        <p:xfrm>
          <a:off x="4056213" y="1188319"/>
          <a:ext cx="4467105" cy="44807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1BAB1B-5C64-56CA-21CB-E5F1E7DAD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4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551961"/>
            <a:ext cx="8249304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4F2BC5-A5BE-FEF4-9667-E199A05B3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248587"/>
            <a:ext cx="6858000" cy="156368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914400">
              <a:lnSpc>
                <a:spcPct val="90000"/>
              </a:lnSpc>
            </a:pPr>
            <a:r>
              <a:rPr lang="fr-CA" sz="5600" kern="1200" noProof="0" dirty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Le principe</a:t>
            </a:r>
            <a:br>
              <a:rPr lang="fr-CA" sz="5600" kern="1200" noProof="0" dirty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rPr>
            </a:br>
            <a:r>
              <a:rPr lang="fr-CA" sz="5600" b="1" kern="1200" noProof="0" dirty="0" err="1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CARe</a:t>
            </a:r>
            <a:endParaRPr lang="fr-CA" sz="5600" b="1" kern="1200" noProof="0" dirty="0">
              <a:solidFill>
                <a:schemeClr val="accent4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1C182-9226-B927-43A3-DADF9B9E6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761129"/>
            <a:ext cx="6858000" cy="3502212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fr-CA" sz="1600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Si ce n’est pas </a:t>
            </a:r>
            <a:r>
              <a:rPr lang="fr-CA" sz="1600" b="1" kern="1200" noProof="0" dirty="0" err="1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CARe</a:t>
            </a:r>
            <a:r>
              <a:rPr lang="fr-CA" sz="1600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 → ça ne va pas à </a:t>
            </a:r>
            <a:r>
              <a:rPr lang="fr-CA" sz="1600" b="1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SENSe</a:t>
            </a: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fr-CA" sz="1600" b="1" kern="1200" noProof="0" dirty="0" err="1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CARe</a:t>
            </a:r>
            <a:r>
              <a:rPr lang="fr-CA" sz="1600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 produit la vérité et </a:t>
            </a:r>
            <a:r>
              <a:rPr lang="fr-CA" sz="1600" b="1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SENSe</a:t>
            </a:r>
            <a:r>
              <a:rPr lang="fr-CA" sz="1600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 l’interprète</a:t>
            </a: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fr-CA" sz="1600" dirty="0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</a:rPr>
              <a:t>Sortie (majeure / mineure)</a:t>
            </a: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fr-CA" sz="1600" b="1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Déploiement</a:t>
            </a:r>
            <a:r>
              <a:rPr lang="fr-CA" sz="1600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CA" sz="1600" dirty="0">
                <a:solidFill>
                  <a:schemeClr val="accent4">
                    <a:lumMod val="75000"/>
                  </a:schemeClr>
                </a:solidFill>
              </a:rPr>
              <a:t>exploitation</a:t>
            </a: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fr-CA" sz="1600" b="1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essai routier</a:t>
            </a:r>
            <a:r>
              <a:rPr lang="fr-CA" sz="1600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, utilisation et expérience dans le monde réel</a:t>
            </a: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fr-CA" sz="1600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Surveillance et soutien</a:t>
            </a: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fr-CA" sz="1600" dirty="0">
                <a:solidFill>
                  <a:schemeClr val="accent4">
                    <a:lumMod val="75000"/>
                  </a:schemeClr>
                </a:solidFill>
              </a:rPr>
              <a:t>Capturer les incidents et faire de la rétroaction</a:t>
            </a:r>
            <a:endParaRPr lang="fr-CA" sz="1600" kern="1200" noProof="0" dirty="0">
              <a:solidFill>
                <a:schemeClr val="accent4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fr-CA" sz="1600" b="1" kern="1200" noProof="0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Collecte de données de valeur réelle</a:t>
            </a: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fr-CA" sz="1600" dirty="0" err="1">
                <a:solidFill>
                  <a:schemeClr val="accent4">
                    <a:lumMod val="75000"/>
                  </a:schemeClr>
                </a:solidFill>
              </a:rPr>
              <a:t>DoR</a:t>
            </a:r>
            <a:r>
              <a:rPr lang="fr-CA" sz="1600" dirty="0">
                <a:solidFill>
                  <a:schemeClr val="accent4">
                    <a:lumMod val="75000"/>
                  </a:schemeClr>
                </a:solidFill>
              </a:rPr>
              <a:t> et DoD</a:t>
            </a:r>
            <a:endParaRPr lang="fr-CA" sz="1600" b="1" kern="1200" noProof="0" dirty="0">
              <a:solidFill>
                <a:schemeClr val="accent4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endParaRPr lang="fr-CA" sz="1600" kern="1200" noProof="0" dirty="0">
              <a:solidFill>
                <a:schemeClr val="accent4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endParaRPr lang="fr-CA" sz="1600" kern="1200" noProof="0" dirty="0">
              <a:solidFill>
                <a:schemeClr val="accent4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endParaRPr lang="fr-CA" sz="1600" kern="1200" noProof="0" dirty="0">
              <a:solidFill>
                <a:schemeClr val="accent4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endParaRPr lang="fr-CA" sz="1600" kern="1200" noProof="0" dirty="0">
              <a:solidFill>
                <a:schemeClr val="accent4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47348" y="6329769"/>
            <a:ext cx="8250174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0851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798" y="1463040"/>
            <a:ext cx="2847230" cy="2690949"/>
          </a:xfrm>
        </p:spPr>
        <p:txBody>
          <a:bodyPr anchor="t">
            <a:normAutofit/>
          </a:bodyPr>
          <a:lstStyle/>
          <a:p>
            <a:r>
              <a:rPr lang="fr-CA" sz="3200" dirty="0">
                <a:solidFill>
                  <a:schemeClr val="accent4">
                    <a:lumMod val="75000"/>
                  </a:schemeClr>
                </a:solidFill>
              </a:rPr>
              <a:t>Le moteur de réalité</a:t>
            </a:r>
            <a:br>
              <a:rPr lang="fr-CA" sz="32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fr-CA" sz="3200" dirty="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(production)</a:t>
            </a:r>
            <a:endParaRPr lang="fr-CA" sz="32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7250" y="4415246"/>
            <a:ext cx="8986749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B2BF67C-3AAF-138F-18FD-0C4655EECE28}"/>
              </a:ext>
            </a:extLst>
          </p:cNvPr>
          <p:cNvSpPr txBox="1"/>
          <p:nvPr/>
        </p:nvSpPr>
        <p:spPr>
          <a:xfrm>
            <a:off x="190004" y="3172158"/>
            <a:ext cx="457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9600" b="1" dirty="0" err="1">
                <a:solidFill>
                  <a:schemeClr val="accent4">
                    <a:lumMod val="75000"/>
                  </a:schemeClr>
                </a:solidFill>
              </a:rPr>
              <a:t>CARe</a:t>
            </a:r>
            <a:endParaRPr lang="fr-CA" sz="96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236886D-9E33-9770-B6D1-5B2D499B631C}"/>
              </a:ext>
            </a:extLst>
          </p:cNvPr>
          <p:cNvSpPr txBox="1"/>
          <p:nvPr/>
        </p:nvSpPr>
        <p:spPr>
          <a:xfrm>
            <a:off x="369525" y="4415246"/>
            <a:ext cx="348075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000" dirty="0">
                <a:solidFill>
                  <a:schemeClr val="bg1"/>
                </a:solidFill>
              </a:rPr>
              <a:t>c’est là que la réalité est révélée, il n’y a pas d’interprétation ou supposition.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1DABE9BB-E7E4-3A7F-1455-B10C4A2218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4545127"/>
              </p:ext>
            </p:extLst>
          </p:nvPr>
        </p:nvGraphicFramePr>
        <p:xfrm>
          <a:off x="4042290" y="1188319"/>
          <a:ext cx="4494952" cy="44807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B299CAB-C506-454B-90FC-40657282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8D99311-F254-40F1-8AB5-EE3E7B9B6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4350" y="685800"/>
            <a:ext cx="81153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08904B4-3FC7-5A38-852E-DFDB2629A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040" y="1070149"/>
            <a:ext cx="6719920" cy="1004836"/>
          </a:xfrm>
        </p:spPr>
        <p:txBody>
          <a:bodyPr anchor="ctr">
            <a:normAutofit/>
          </a:bodyPr>
          <a:lstStyle/>
          <a:p>
            <a:r>
              <a:rPr lang="fr-CA" sz="2800" dirty="0">
                <a:solidFill>
                  <a:srgbClr val="C00000"/>
                </a:solidFill>
              </a:rPr>
              <a:t>Le système du flot n’est pas suffisant dans </a:t>
            </a:r>
            <a:r>
              <a:rPr lang="fr-CA" sz="2800" b="1" dirty="0" err="1">
                <a:solidFill>
                  <a:srgbClr val="C00000"/>
                </a:solidFill>
              </a:rPr>
              <a:t>ToTAL</a:t>
            </a:r>
            <a:r>
              <a:rPr lang="fr-CA" sz="2800" dirty="0">
                <a:solidFill>
                  <a:srgbClr val="C00000"/>
                </a:solidFill>
              </a:rPr>
              <a:t>…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D89E3CB-00ED-4691-9F0F-F23EA3564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12" y="2444376"/>
            <a:ext cx="8118138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D92BB8-C9DE-46F3-B96A-95D168387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2040" y="2768321"/>
            <a:ext cx="6719919" cy="282854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Le problème invisible des organisations</a:t>
            </a:r>
          </a:p>
          <a:p>
            <a:pPr marL="0" indent="0">
              <a:buNone/>
            </a:pP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On optimise le flot produit, mais on néglige les capacités…</a:t>
            </a:r>
            <a:br>
              <a:rPr lang="fr-CA" sz="17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Conséquences :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Outils mal configurés ❌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Pratiques incohérentes ❌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Environnements instables ❌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DevOps surchargé ❌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Perte de qualité ❌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</a:rPr>
              <a:t>Intelligence artificielle on fait quoi avec ça ?</a:t>
            </a:r>
          </a:p>
        </p:txBody>
      </p:sp>
    </p:spTree>
    <p:extLst>
      <p:ext uri="{BB962C8B-B14F-4D97-AF65-F5344CB8AC3E}">
        <p14:creationId xmlns:p14="http://schemas.microsoft.com/office/powerpoint/2010/main" val="435385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3B5ED6A-5797-E27C-76D4-BFBC70DE8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fr-CA" sz="3500" dirty="0">
                <a:solidFill>
                  <a:schemeClr val="accent4">
                    <a:lumMod val="75000"/>
                  </a:schemeClr>
                </a:solidFill>
              </a:rPr>
              <a:t>C’est pourquoi, il y a les catalyseurs (capacité) du système </a:t>
            </a:r>
            <a:r>
              <a:rPr lang="fr-CA" sz="3500" b="1" dirty="0" err="1">
                <a:solidFill>
                  <a:schemeClr val="accent4">
                    <a:lumMod val="75000"/>
                  </a:schemeClr>
                </a:solidFill>
              </a:rPr>
              <a:t>ToTAL</a:t>
            </a:r>
            <a:r>
              <a:rPr lang="fr-CA" sz="35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fr-CA" sz="3500" dirty="0" err="1">
                <a:solidFill>
                  <a:schemeClr val="accent4">
                    <a:lumMod val="75000"/>
                  </a:schemeClr>
                </a:solidFill>
              </a:rPr>
              <a:t>SAFe</a:t>
            </a:r>
            <a:endParaRPr lang="fr-CA" sz="35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ADA920-D198-8527-B878-E0B6F5052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2800350"/>
            <a:ext cx="6056111" cy="343080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fr-CA" sz="1400" dirty="0">
                <a:solidFill>
                  <a:schemeClr val="accent4">
                    <a:lumMod val="75000"/>
                  </a:schemeClr>
                </a:solidFill>
              </a:rPr>
              <a:t>Comment on construit </a:t>
            </a:r>
          </a:p>
          <a:p>
            <a:pPr>
              <a:lnSpc>
                <a:spcPct val="90000"/>
              </a:lnSpc>
            </a:pPr>
            <a:r>
              <a:rPr lang="fr-CA" sz="1400" dirty="0">
                <a:solidFill>
                  <a:schemeClr val="accent4">
                    <a:lumMod val="75000"/>
                  </a:schemeClr>
                </a:solidFill>
              </a:rPr>
              <a:t>Avec quoi on construit</a:t>
            </a:r>
          </a:p>
          <a:p>
            <a:pPr>
              <a:lnSpc>
                <a:spcPct val="90000"/>
              </a:lnSpc>
            </a:pPr>
            <a:r>
              <a:rPr lang="fr-CA" sz="1400" dirty="0">
                <a:solidFill>
                  <a:schemeClr val="accent4">
                    <a:lumMod val="75000"/>
                  </a:schemeClr>
                </a:solidFill>
              </a:rPr>
              <a:t>Dans quel environnement</a:t>
            </a:r>
          </a:p>
          <a:p>
            <a:pPr>
              <a:lnSpc>
                <a:spcPct val="90000"/>
              </a:lnSpc>
            </a:pPr>
            <a:r>
              <a:rPr lang="fr-CA" sz="1400" dirty="0">
                <a:solidFill>
                  <a:schemeClr val="accent4">
                    <a:lumMod val="75000"/>
                  </a:schemeClr>
                </a:solidFill>
              </a:rPr>
              <a:t>Avec quel niveau de maîtrise</a:t>
            </a:r>
          </a:p>
          <a:p>
            <a:pPr>
              <a:lnSpc>
                <a:spcPct val="90000"/>
              </a:lnSpc>
            </a:pPr>
            <a:r>
              <a:rPr lang="fr-CA" sz="1400" dirty="0">
                <a:solidFill>
                  <a:schemeClr val="accent4">
                    <a:lumMod val="75000"/>
                  </a:schemeClr>
                </a:solidFill>
              </a:rPr>
              <a:t>CAPABILITIES sont le système qui rend le flux produit possible, stable et performant</a:t>
            </a:r>
          </a:p>
          <a:p>
            <a:pPr>
              <a:lnSpc>
                <a:spcPct val="90000"/>
              </a:lnSpc>
            </a:pPr>
            <a:r>
              <a:rPr lang="fr-CA" sz="1400" dirty="0">
                <a:solidFill>
                  <a:schemeClr val="accent4">
                    <a:lumMod val="75000"/>
                  </a:schemeClr>
                </a:solidFill>
              </a:rPr>
              <a:t>Un logiciel sain repose sur un système de capacités sain…</a:t>
            </a:r>
          </a:p>
          <a:p>
            <a:pPr>
              <a:lnSpc>
                <a:spcPct val="90000"/>
              </a:lnSpc>
            </a:pPr>
            <a:r>
              <a:rPr lang="fr-CA" sz="1400" dirty="0">
                <a:solidFill>
                  <a:schemeClr val="accent4">
                    <a:lumMod val="75000"/>
                  </a:schemeClr>
                </a:solidFill>
              </a:rPr>
              <a:t>Sans capacités solides, </a:t>
            </a:r>
            <a:r>
              <a:rPr lang="fr-CA" sz="1400" dirty="0" err="1">
                <a:solidFill>
                  <a:schemeClr val="accent4">
                    <a:lumMod val="75000"/>
                  </a:schemeClr>
                </a:solidFill>
              </a:rPr>
              <a:t>ToTAL</a:t>
            </a:r>
            <a:r>
              <a:rPr lang="fr-CA" sz="1400" dirty="0">
                <a:solidFill>
                  <a:schemeClr val="accent4">
                    <a:lumMod val="75000"/>
                  </a:schemeClr>
                </a:solidFill>
              </a:rPr>
              <a:t> ne tient pas, en fait rien ne tien !</a:t>
            </a:r>
          </a:p>
          <a:p>
            <a:pPr>
              <a:lnSpc>
                <a:spcPct val="90000"/>
              </a:lnSpc>
            </a:pPr>
            <a:r>
              <a:rPr lang="fr-CA" sz="1400" dirty="0">
                <a:solidFill>
                  <a:schemeClr val="accent4">
                    <a:lumMod val="75000"/>
                  </a:schemeClr>
                </a:solidFill>
              </a:rPr>
              <a:t>un environnement (écosystème de travail) logiciel opérationnel</a:t>
            </a:r>
          </a:p>
          <a:p>
            <a:pPr>
              <a:lnSpc>
                <a:spcPct val="90000"/>
              </a:lnSpc>
            </a:pPr>
            <a:r>
              <a:rPr lang="fr-CA" sz="1400" dirty="0">
                <a:solidFill>
                  <a:schemeClr val="accent4">
                    <a:lumMod val="75000"/>
                  </a:schemeClr>
                </a:solidFill>
              </a:rPr>
              <a:t>fournit les moyens</a:t>
            </a:r>
          </a:p>
          <a:p>
            <a:pPr>
              <a:lnSpc>
                <a:spcPct val="90000"/>
              </a:lnSpc>
            </a:pPr>
            <a:r>
              <a:rPr lang="fr-CA" sz="1400" dirty="0">
                <a:solidFill>
                  <a:schemeClr val="accent4">
                    <a:lumMod val="75000"/>
                  </a:schemeClr>
                </a:solidFill>
              </a:rPr>
              <a:t>structure l’environnement</a:t>
            </a:r>
          </a:p>
          <a:p>
            <a:pPr>
              <a:lnSpc>
                <a:spcPct val="90000"/>
              </a:lnSpc>
            </a:pPr>
            <a:r>
              <a:rPr lang="fr-CA" sz="1400" dirty="0">
                <a:solidFill>
                  <a:schemeClr val="accent4">
                    <a:lumMod val="75000"/>
                  </a:schemeClr>
                </a:solidFill>
              </a:rPr>
              <a:t>assure la cohérence</a:t>
            </a:r>
          </a:p>
          <a:p>
            <a:pPr>
              <a:lnSpc>
                <a:spcPct val="90000"/>
              </a:lnSpc>
            </a:pPr>
            <a:r>
              <a:rPr lang="fr-CA" sz="1400" dirty="0">
                <a:solidFill>
                  <a:schemeClr val="accent4">
                    <a:lumMod val="75000"/>
                  </a:schemeClr>
                </a:solidFill>
              </a:rPr>
              <a:t>amplifie la performance</a:t>
            </a:r>
          </a:p>
        </p:txBody>
      </p:sp>
    </p:spTree>
    <p:extLst>
      <p:ext uri="{BB962C8B-B14F-4D97-AF65-F5344CB8AC3E}">
        <p14:creationId xmlns:p14="http://schemas.microsoft.com/office/powerpoint/2010/main" val="3310090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18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725" y="2385102"/>
            <a:ext cx="430568" cy="2087796"/>
            <a:chOff x="209668" y="2857422"/>
            <a:chExt cx="463662" cy="2087796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20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631767"/>
            <a:ext cx="8333796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B4A89F4-03F5-B298-CA71-90D3068EB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13" y="1239927"/>
            <a:ext cx="3006440" cy="4680583"/>
          </a:xfrm>
        </p:spPr>
        <p:txBody>
          <a:bodyPr anchor="ctr">
            <a:normAutofit/>
          </a:bodyPr>
          <a:lstStyle/>
          <a:p>
            <a:r>
              <a:rPr lang="fr-CA" sz="4500">
                <a:solidFill>
                  <a:schemeClr val="accent4">
                    <a:lumMod val="75000"/>
                  </a:schemeClr>
                </a:solidFill>
              </a:rPr>
              <a:t>🧰 </a:t>
            </a:r>
            <a:r>
              <a:rPr lang="fr-CA" sz="4500" b="1">
                <a:solidFill>
                  <a:schemeClr val="accent4">
                    <a:lumMod val="75000"/>
                  </a:schemeClr>
                </a:solidFill>
              </a:rPr>
              <a:t>T</a:t>
            </a:r>
            <a:r>
              <a:rPr lang="fr-CA" sz="4500">
                <a:solidFill>
                  <a:schemeClr val="accent4">
                    <a:lumMod val="75000"/>
                  </a:schemeClr>
                </a:solidFill>
              </a:rPr>
              <a:t>echnology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CECEAB-F451-7C5E-3A7B-45BA24AC3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8942" y="1239927"/>
            <a:ext cx="3728868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Des moyens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sélectionner les outils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configurer les plateformes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maintenir l’écosystème</a:t>
            </a:r>
          </a:p>
          <a:p>
            <a:endParaRPr lang="fr-CA" sz="170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Automatisation de test : </a:t>
            </a:r>
            <a:r>
              <a:rPr lang="fr-CA" sz="1700" dirty="0" err="1">
                <a:solidFill>
                  <a:schemeClr val="accent4">
                    <a:lumMod val="75000"/>
                  </a:schemeClr>
                </a:solidFill>
              </a:rPr>
              <a:t>frameworks</a:t>
            </a: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 de tests standardisés</a:t>
            </a:r>
          </a:p>
          <a:p>
            <a:pPr marL="0" indent="0">
              <a:buNone/>
            </a:pPr>
            <a:endParaRPr lang="fr-CA" sz="170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Intelligence artificielle (</a:t>
            </a:r>
            <a:r>
              <a:rPr lang="fr-CA" sz="1700" dirty="0" err="1">
                <a:solidFill>
                  <a:schemeClr val="accent4">
                    <a:lumMod val="75000"/>
                  </a:schemeClr>
                </a:solidFill>
              </a:rPr>
              <a:t>Agentics</a:t>
            </a: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) : outils AI intégrés (</a:t>
            </a:r>
            <a:r>
              <a:rPr lang="fr-CA" sz="1700" dirty="0" err="1">
                <a:solidFill>
                  <a:schemeClr val="accent4">
                    <a:lumMod val="75000"/>
                  </a:schemeClr>
                </a:solidFill>
              </a:rPr>
              <a:t>Copilot</a:t>
            </a: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, agents)</a:t>
            </a:r>
          </a:p>
          <a:p>
            <a:endParaRPr lang="fr-CA" sz="170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845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725" y="2385102"/>
            <a:ext cx="430568" cy="2087796"/>
            <a:chOff x="209668" y="2857422"/>
            <a:chExt cx="463662" cy="208779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631767"/>
            <a:ext cx="8333796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D5DA4E7-33EC-0B17-2A33-CD0F2B1A6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13" y="1239927"/>
            <a:ext cx="3006440" cy="4680583"/>
          </a:xfrm>
        </p:spPr>
        <p:txBody>
          <a:bodyPr anchor="ctr">
            <a:normAutofit/>
          </a:bodyPr>
          <a:lstStyle/>
          <a:p>
            <a:r>
              <a:rPr lang="fr-CA" sz="4500">
                <a:solidFill>
                  <a:schemeClr val="accent4">
                    <a:lumMod val="75000"/>
                  </a:schemeClr>
                </a:solidFill>
              </a:rPr>
              <a:t>⚖️ </a:t>
            </a:r>
            <a:r>
              <a:rPr lang="fr-CA" sz="4500" b="1">
                <a:solidFill>
                  <a:schemeClr val="accent4">
                    <a:lumMod val="75000"/>
                  </a:schemeClr>
                </a:solidFill>
              </a:rPr>
              <a:t>O</a:t>
            </a:r>
            <a:r>
              <a:rPr lang="fr-CA" sz="4500">
                <a:solidFill>
                  <a:schemeClr val="accent4">
                    <a:lumMod val="75000"/>
                  </a:schemeClr>
                </a:solidFill>
              </a:rPr>
              <a:t>rchestry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C6B334-5E8B-F789-F78F-5FEDF9D56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8942" y="1239927"/>
            <a:ext cx="3728868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Une coordination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intégrer les outils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définir les workflows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synchroniser les systèmes</a:t>
            </a:r>
          </a:p>
          <a:p>
            <a:endParaRPr lang="fr-CA" sz="170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Automatisation de test : pipelines intégrés</a:t>
            </a:r>
          </a:p>
          <a:p>
            <a:pPr marL="0" indent="0">
              <a:buNone/>
            </a:pPr>
            <a:endParaRPr lang="fr-CA" sz="170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Intelligence artificielle (</a:t>
            </a:r>
            <a:r>
              <a:rPr lang="fr-CA" sz="1700" dirty="0" err="1">
                <a:solidFill>
                  <a:schemeClr val="accent4">
                    <a:lumMod val="75000"/>
                  </a:schemeClr>
                </a:solidFill>
              </a:rPr>
              <a:t>Agentics</a:t>
            </a: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) : workflows intégrant AI</a:t>
            </a:r>
          </a:p>
          <a:p>
            <a:endParaRPr lang="fr-CA" sz="170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41366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725" y="2385102"/>
            <a:ext cx="430568" cy="2087796"/>
            <a:chOff x="209668" y="2857422"/>
            <a:chExt cx="463662" cy="208779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631767"/>
            <a:ext cx="8333796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60D2F1A-4105-F1A4-6B41-B07EB0A0A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13" y="1239927"/>
            <a:ext cx="3006440" cy="4680583"/>
          </a:xfrm>
        </p:spPr>
        <p:txBody>
          <a:bodyPr anchor="ctr">
            <a:normAutofit/>
          </a:bodyPr>
          <a:lstStyle/>
          <a:p>
            <a:r>
              <a:rPr lang="fr-CA" sz="4500">
                <a:solidFill>
                  <a:schemeClr val="accent4">
                    <a:lumMod val="75000"/>
                  </a:schemeClr>
                </a:solidFill>
              </a:rPr>
              <a:t>🗺️ </a:t>
            </a:r>
            <a:r>
              <a:rPr lang="fr-CA" sz="4500" b="1">
                <a:solidFill>
                  <a:schemeClr val="accent4">
                    <a:lumMod val="75000"/>
                  </a:schemeClr>
                </a:solidFill>
              </a:rPr>
              <a:t>T</a:t>
            </a:r>
            <a:r>
              <a:rPr lang="fr-CA" sz="4500">
                <a:solidFill>
                  <a:schemeClr val="accent4">
                    <a:lumMod val="75000"/>
                  </a:schemeClr>
                </a:solidFill>
              </a:rPr>
              <a:t>opology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1D242F-70E2-04E2-BA75-D907B88E2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8942" y="1239927"/>
            <a:ext cx="3728868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Un terrain réel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structurer les environnements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gérer les déploiements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assurer la stabilité</a:t>
            </a:r>
          </a:p>
          <a:p>
            <a:endParaRPr lang="fr-CA" sz="170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Test : environnements de test réalistes</a:t>
            </a:r>
          </a:p>
          <a:p>
            <a:pPr marL="0" indent="0">
              <a:buNone/>
            </a:pPr>
            <a:endParaRPr lang="fr-CA" sz="170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Intelligence artificielle (</a:t>
            </a:r>
            <a:r>
              <a:rPr lang="fr-CA" sz="1700" dirty="0" err="1">
                <a:solidFill>
                  <a:schemeClr val="accent4">
                    <a:lumMod val="75000"/>
                  </a:schemeClr>
                </a:solidFill>
              </a:rPr>
              <a:t>Agentics</a:t>
            </a: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) : environnements sécurisés et contrôlés</a:t>
            </a:r>
          </a:p>
          <a:p>
            <a:endParaRPr lang="fr-CA" sz="170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67208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725" y="2385102"/>
            <a:ext cx="430568" cy="2087796"/>
            <a:chOff x="209668" y="2857422"/>
            <a:chExt cx="463662" cy="208779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631767"/>
            <a:ext cx="8333796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6C9B75A-38B2-7026-7CBD-FF8F51E0B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13" y="1239927"/>
            <a:ext cx="3006440" cy="4680583"/>
          </a:xfrm>
        </p:spPr>
        <p:txBody>
          <a:bodyPr anchor="ctr">
            <a:normAutofit/>
          </a:bodyPr>
          <a:lstStyle/>
          <a:p>
            <a:r>
              <a:rPr lang="fr-CA" sz="4500">
                <a:solidFill>
                  <a:schemeClr val="accent4">
                    <a:lumMod val="75000"/>
                  </a:schemeClr>
                </a:solidFill>
              </a:rPr>
              <a:t>🤝 </a:t>
            </a:r>
            <a:r>
              <a:rPr lang="fr-CA" sz="4500" b="1">
                <a:solidFill>
                  <a:schemeClr val="accent4">
                    <a:lumMod val="75000"/>
                  </a:schemeClr>
                </a:solidFill>
              </a:rPr>
              <a:t>A</a:t>
            </a:r>
            <a:r>
              <a:rPr lang="fr-CA" sz="4500">
                <a:solidFill>
                  <a:schemeClr val="accent4">
                    <a:lumMod val="75000"/>
                  </a:schemeClr>
                </a:solidFill>
              </a:rPr>
              <a:t>ffinity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9DDA06-AB84-ECCA-B604-67F364CCA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8942" y="1239927"/>
            <a:ext cx="3728868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Une cohérence naturelle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standardiser les pratiques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aligner les équipes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maintenir la cohérence</a:t>
            </a:r>
          </a:p>
          <a:p>
            <a:endParaRPr lang="fr-CA" sz="170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Automatisation de test : standards BDD / TDD communs</a:t>
            </a:r>
          </a:p>
          <a:p>
            <a:pPr marL="0" indent="0">
              <a:buNone/>
            </a:pPr>
            <a:endParaRPr lang="fr-CA" sz="170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Intelligence artificielle (</a:t>
            </a:r>
            <a:r>
              <a:rPr lang="fr-CA" sz="1700" dirty="0" err="1">
                <a:solidFill>
                  <a:schemeClr val="accent4">
                    <a:lumMod val="75000"/>
                  </a:schemeClr>
                </a:solidFill>
              </a:rPr>
              <a:t>Agentics</a:t>
            </a: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) : pratiques d’usage responsables</a:t>
            </a:r>
          </a:p>
          <a:p>
            <a:endParaRPr lang="fr-CA" sz="170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7666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725" y="2385102"/>
            <a:ext cx="430568" cy="2087796"/>
            <a:chOff x="209668" y="2857422"/>
            <a:chExt cx="463662" cy="208779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631767"/>
            <a:ext cx="8333796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603B40A-CAB1-7F4C-9008-B5FD62D0C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13" y="1239927"/>
            <a:ext cx="3006440" cy="4680583"/>
          </a:xfrm>
        </p:spPr>
        <p:txBody>
          <a:bodyPr anchor="ctr">
            <a:normAutofit/>
          </a:bodyPr>
          <a:lstStyle/>
          <a:p>
            <a:r>
              <a:rPr lang="fr-CA" sz="4500" dirty="0">
                <a:solidFill>
                  <a:schemeClr val="accent4">
                    <a:lumMod val="75000"/>
                  </a:schemeClr>
                </a:solidFill>
              </a:rPr>
              <a:t>🎢 </a:t>
            </a:r>
            <a:r>
              <a:rPr lang="fr-CA" sz="4500" b="1" dirty="0" err="1">
                <a:solidFill>
                  <a:schemeClr val="accent4">
                    <a:lumMod val="75000"/>
                  </a:schemeClr>
                </a:solidFill>
              </a:rPr>
              <a:t>L</a:t>
            </a:r>
            <a:r>
              <a:rPr lang="fr-CA" sz="4500" dirty="0" err="1">
                <a:solidFill>
                  <a:schemeClr val="accent4">
                    <a:lumMod val="75000"/>
                  </a:schemeClr>
                </a:solidFill>
              </a:rPr>
              <a:t>everage</a:t>
            </a:r>
            <a:r>
              <a:rPr lang="fr-CA" sz="45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fr-CA" sz="4500" dirty="0" err="1">
                <a:solidFill>
                  <a:schemeClr val="accent4">
                    <a:lumMod val="75000"/>
                  </a:schemeClr>
                </a:solidFill>
              </a:rPr>
              <a:t>Mastery</a:t>
            </a:r>
            <a:endParaRPr lang="fr-CA" sz="45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BC9F1A-244E-EC2B-053F-B5B71B9B3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8942" y="1239927"/>
            <a:ext cx="3728868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Une efficacité à performer et évoluer 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Automatiser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optimiser</a:t>
            </a:r>
          </a:p>
          <a:p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amplifier la performance</a:t>
            </a:r>
          </a:p>
          <a:p>
            <a:endParaRPr lang="fr-CA" sz="170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Automatisation de test : automation intelligente + exécution continue</a:t>
            </a:r>
          </a:p>
          <a:p>
            <a:pPr marL="0" indent="0">
              <a:buNone/>
            </a:pPr>
            <a:endParaRPr lang="fr-CA" sz="170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Intelligence artificielle (</a:t>
            </a:r>
            <a:r>
              <a:rPr lang="fr-CA" sz="1700" dirty="0" err="1">
                <a:solidFill>
                  <a:schemeClr val="accent4">
                    <a:lumMod val="75000"/>
                  </a:schemeClr>
                </a:solidFill>
              </a:rPr>
              <a:t>Agentics</a:t>
            </a:r>
            <a:r>
              <a:rPr lang="fr-CA" sz="1700" dirty="0">
                <a:solidFill>
                  <a:schemeClr val="accent4">
                    <a:lumMod val="75000"/>
                  </a:schemeClr>
                </a:solidFill>
              </a:rPr>
              <a:t>) : agents augmentant la productivité et la qualité</a:t>
            </a:r>
          </a:p>
          <a:p>
            <a:endParaRPr lang="fr-CA" sz="1700" dirty="0">
              <a:solidFill>
                <a:schemeClr val="accent4">
                  <a:lumMod val="75000"/>
                </a:schemeClr>
              </a:solidFill>
            </a:endParaRPr>
          </a:p>
          <a:p>
            <a:endParaRPr lang="fr-CA" sz="170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66081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AD7F4EF-741B-82B8-6171-92F223928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8" y="1463040"/>
            <a:ext cx="2847230" cy="2690949"/>
          </a:xfrm>
        </p:spPr>
        <p:txBody>
          <a:bodyPr anchor="t">
            <a:normAutofit/>
          </a:bodyPr>
          <a:lstStyle/>
          <a:p>
            <a:r>
              <a:rPr lang="fr-CA" sz="4200">
                <a:solidFill>
                  <a:schemeClr val="accent4">
                    <a:lumMod val="75000"/>
                  </a:schemeClr>
                </a:solidFill>
              </a:rPr>
              <a:t>ToTAL repose sur une symbiose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7250" y="4415246"/>
            <a:ext cx="8986749" cy="2087795"/>
            <a:chOff x="143163" y="5763486"/>
            <a:chExt cx="11982332" cy="73955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881792-CB4D-4554-C055-4E630027D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2163" y="1463039"/>
            <a:ext cx="4156790" cy="4300447"/>
          </a:xfrm>
        </p:spPr>
        <p:txBody>
          <a:bodyPr anchor="t">
            <a:normAutofit/>
          </a:bodyPr>
          <a:lstStyle/>
          <a:p>
            <a:r>
              <a:rPr lang="fr-CA" sz="1900" b="1" dirty="0">
                <a:solidFill>
                  <a:schemeClr val="accent4">
                    <a:lumMod val="75000"/>
                  </a:schemeClr>
                </a:solidFill>
              </a:rPr>
              <a:t>Produit système</a:t>
            </a:r>
            <a:r>
              <a:rPr lang="fr-CA" sz="1900" dirty="0">
                <a:solidFill>
                  <a:schemeClr val="accent4">
                    <a:lumMod val="75000"/>
                  </a:schemeClr>
                </a:solidFill>
              </a:rPr>
              <a:t> crée un flot de valeur</a:t>
            </a:r>
          </a:p>
          <a:p>
            <a:r>
              <a:rPr lang="fr-CA" sz="1900" b="1" noProof="0" dirty="0">
                <a:solidFill>
                  <a:schemeClr val="accent4">
                    <a:lumMod val="75000"/>
                  </a:schemeClr>
                </a:solidFill>
              </a:rPr>
              <a:t>Capacité</a:t>
            </a:r>
            <a:r>
              <a:rPr lang="fr-CA" sz="1900" noProof="0" dirty="0">
                <a:solidFill>
                  <a:schemeClr val="accent4">
                    <a:lumMod val="75000"/>
                  </a:schemeClr>
                </a:solidFill>
              </a:rPr>
              <a:t> catalyse</a:t>
            </a:r>
            <a:r>
              <a:rPr lang="fr-CA" sz="1900" dirty="0">
                <a:solidFill>
                  <a:schemeClr val="accent4">
                    <a:lumMod val="75000"/>
                  </a:schemeClr>
                </a:solidFill>
              </a:rPr>
              <a:t> et rend cette création possible</a:t>
            </a:r>
          </a:p>
          <a:p>
            <a:endParaRPr lang="fr-CA" sz="19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fr-CA" sz="1900" dirty="0">
                <a:solidFill>
                  <a:schemeClr val="accent4">
                    <a:lumMod val="75000"/>
                  </a:schemeClr>
                </a:solidFill>
              </a:rPr>
              <a:t>⚠️ Si les capacités sont faibles : le produit ralentit, la qualité chute et le système devient instable</a:t>
            </a:r>
          </a:p>
          <a:p>
            <a:endParaRPr lang="fr-CA" sz="19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fr-CA" sz="1900" dirty="0">
                <a:solidFill>
                  <a:schemeClr val="accent4">
                    <a:lumMod val="75000"/>
                  </a:schemeClr>
                </a:solidFill>
              </a:rPr>
              <a:t>Les capacités ne sont pas théoriques, elles sont conçues, opérées et améliorées en continu</a:t>
            </a:r>
          </a:p>
        </p:txBody>
      </p:sp>
    </p:spTree>
    <p:extLst>
      <p:ext uri="{BB962C8B-B14F-4D97-AF65-F5344CB8AC3E}">
        <p14:creationId xmlns:p14="http://schemas.microsoft.com/office/powerpoint/2010/main" val="10222637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fr-CA" sz="5400" dirty="0">
                <a:solidFill>
                  <a:schemeClr val="accent4">
                    <a:lumMod val="75000"/>
                  </a:schemeClr>
                </a:solidFill>
              </a:rPr>
              <a:t>Vision Qualité </a:t>
            </a:r>
            <a:r>
              <a:rPr lang="fr-CA" sz="5400" b="1" dirty="0" err="1">
                <a:solidFill>
                  <a:schemeClr val="accent4">
                    <a:lumMod val="75000"/>
                  </a:schemeClr>
                </a:solidFill>
              </a:rPr>
              <a:t>ToTAL</a:t>
            </a:r>
            <a:endParaRPr lang="fr-CA" sz="5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fr-CA" sz="1800">
                <a:solidFill>
                  <a:schemeClr val="accent4">
                    <a:lumMod val="75000"/>
                  </a:schemeClr>
                </a:solidFill>
              </a:rPr>
              <a:t>Qualité distribuée à travers SENSe, FORGe, CARe</a:t>
            </a:r>
            <a:endParaRPr lang="fr-CA" sz="180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fr-CA" sz="1800">
                <a:solidFill>
                  <a:schemeClr val="accent4">
                    <a:lumMod val="75000"/>
                  </a:schemeClr>
                </a:solidFill>
              </a:rPr>
              <a:t>Basée sur des spécifications (tests)</a:t>
            </a:r>
            <a:endParaRPr lang="fr-CA" sz="180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fr-CA" sz="1800">
                <a:solidFill>
                  <a:schemeClr val="accent4">
                    <a:lumMod val="75000"/>
                  </a:schemeClr>
                </a:solidFill>
              </a:rPr>
              <a:t>Validée en simulation et prouvée dans le réel</a:t>
            </a:r>
            <a:endParaRPr lang="fr-CA" sz="180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fr-CA" sz="1800">
                <a:solidFill>
                  <a:schemeClr val="accent4">
                    <a:lumMod val="75000"/>
                  </a:schemeClr>
                </a:solidFill>
              </a:rPr>
              <a:t>QA garantit la cohérence du système</a:t>
            </a:r>
            <a:endParaRPr lang="fr-CA" sz="180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fr-CA" sz="180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QA devient un système distribué</a:t>
            </a:r>
          </a:p>
          <a:p>
            <a:pPr>
              <a:lnSpc>
                <a:spcPct val="90000"/>
              </a:lnSpc>
            </a:pPr>
            <a:r>
              <a:rPr lang="fr-CA" sz="180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Qualité conçue, alignée et vécue</a:t>
            </a:r>
          </a:p>
          <a:p>
            <a:pPr>
              <a:lnSpc>
                <a:spcPct val="90000"/>
              </a:lnSpc>
            </a:pPr>
            <a:r>
              <a:rPr lang="fr-CA" sz="180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Basée sur la réalité produit</a:t>
            </a:r>
          </a:p>
          <a:p>
            <a:pPr>
              <a:lnSpc>
                <a:spcPct val="90000"/>
              </a:lnSpc>
            </a:pPr>
            <a:r>
              <a:rPr lang="fr-CA" sz="180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Organisation claire et scalable</a:t>
            </a:r>
          </a:p>
          <a:p>
            <a:pPr>
              <a:lnSpc>
                <a:spcPct val="90000"/>
              </a:lnSpc>
            </a:pPr>
            <a:r>
              <a:rPr lang="fr-CA" sz="1800">
                <a:solidFill>
                  <a:schemeClr val="accent4">
                    <a:lumMod val="75000"/>
                  </a:schemeClr>
                </a:solidFill>
                <a:ea typeface="Calibri"/>
                <a:cs typeface="Calibri"/>
              </a:rPr>
              <a:t>Modèle moderne et prêt entreprise</a:t>
            </a:r>
            <a:endParaRPr lang="fr-CA" sz="180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7697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018" y="151712"/>
            <a:ext cx="8844534" cy="64381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CA" sz="3700" dirty="0">
                <a:solidFill>
                  <a:schemeClr val="accent4">
                    <a:lumMod val="75000"/>
                  </a:schemeClr>
                </a:solidFill>
              </a:rPr>
              <a:t>"Shift" </a:t>
            </a:r>
            <a:r>
              <a:rPr lang="fr-CA" sz="3700" b="1" dirty="0" err="1">
                <a:solidFill>
                  <a:schemeClr val="accent4">
                    <a:lumMod val="75000"/>
                  </a:schemeClr>
                </a:solidFill>
              </a:rPr>
              <a:t>ToTAL</a:t>
            </a:r>
            <a:r>
              <a:rPr lang="fr-CA" sz="3700" dirty="0">
                <a:solidFill>
                  <a:schemeClr val="accent4">
                    <a:lumMod val="75000"/>
                  </a:schemeClr>
                </a:solidFill>
              </a:rPr>
              <a:t> de l’assurance qualité</a:t>
            </a: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6164896" y="3712762"/>
            <a:ext cx="2987899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1C8912-FD44-9492-C4F2-B7775128D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503" y="5520756"/>
            <a:ext cx="8154129" cy="969888"/>
          </a:xfrm>
          <a:custGeom>
            <a:avLst/>
            <a:gdLst/>
            <a:ahLst/>
            <a:cxnLst/>
            <a:rect l="l" t="t" r="r" b="b"/>
            <a:pathLst>
              <a:path w="10580201" h="2957472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067" y="960704"/>
            <a:ext cx="8154129" cy="4394875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fr-CA" sz="1800" b="1" dirty="0">
                <a:solidFill>
                  <a:schemeClr val="accent4">
                    <a:lumMod val="75000"/>
                  </a:schemeClr>
                </a:solidFill>
              </a:rPr>
              <a:t>AVANT</a:t>
            </a: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 (Assurance qualité traditionnelle)</a:t>
            </a:r>
          </a:p>
          <a:p>
            <a:pPr>
              <a:lnSpc>
                <a:spcPct val="90000"/>
              </a:lnSpc>
            </a:pPr>
            <a:r>
              <a:rPr lang="fr-CA" sz="1800" b="1" dirty="0">
                <a:solidFill>
                  <a:schemeClr val="accent4">
                    <a:lumMod val="75000"/>
                  </a:schemeClr>
                </a:solidFill>
              </a:rPr>
              <a:t>0%</a:t>
            </a: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 en </a:t>
            </a:r>
            <a:r>
              <a:rPr lang="fr-CA" sz="1800" b="1" dirty="0">
                <a:solidFill>
                  <a:schemeClr val="accent4">
                    <a:lumMod val="75000"/>
                  </a:schemeClr>
                </a:solidFill>
              </a:rPr>
              <a:t>SENSe</a:t>
            </a: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 (implication inexistante)</a:t>
            </a:r>
          </a:p>
          <a:p>
            <a:pPr>
              <a:lnSpc>
                <a:spcPct val="90000"/>
              </a:lnSpc>
            </a:pP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100% en </a:t>
            </a:r>
            <a:r>
              <a:rPr lang="fr-CA" sz="1800" b="1" dirty="0" err="1">
                <a:solidFill>
                  <a:schemeClr val="accent4">
                    <a:lumMod val="75000"/>
                  </a:schemeClr>
                </a:solidFill>
              </a:rPr>
              <a:t>FORGe</a:t>
            </a: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 (tests, automatisation)</a:t>
            </a:r>
          </a:p>
          <a:p>
            <a:pPr>
              <a:lnSpc>
                <a:spcPct val="90000"/>
              </a:lnSpc>
            </a:pPr>
            <a:r>
              <a:rPr lang="fr-CA" sz="1800" b="1" dirty="0">
                <a:solidFill>
                  <a:schemeClr val="accent4">
                    <a:lumMod val="75000"/>
                  </a:schemeClr>
                </a:solidFill>
              </a:rPr>
              <a:t>0%</a:t>
            </a: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 en </a:t>
            </a:r>
            <a:r>
              <a:rPr lang="fr-CA" sz="1800" b="1" dirty="0" err="1">
                <a:solidFill>
                  <a:schemeClr val="accent4">
                    <a:lumMod val="75000"/>
                  </a:schemeClr>
                </a:solidFill>
              </a:rPr>
              <a:t>CARe</a:t>
            </a: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 (en mode subir, la qualité est en dernière ligne)</a:t>
            </a:r>
          </a:p>
          <a:p>
            <a:pPr>
              <a:lnSpc>
                <a:spcPct val="90000"/>
              </a:lnSpc>
            </a:pPr>
            <a:endParaRPr lang="fr-CA" sz="180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fr-CA" sz="1800" b="1" dirty="0">
                <a:solidFill>
                  <a:schemeClr val="accent4">
                    <a:lumMod val="75000"/>
                  </a:schemeClr>
                </a:solidFill>
              </a:rPr>
              <a:t>MAINTENANT</a:t>
            </a: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 (Modèle </a:t>
            </a:r>
            <a:r>
              <a:rPr lang="fr-CA" sz="1800" b="1" dirty="0" err="1">
                <a:solidFill>
                  <a:schemeClr val="accent4">
                    <a:lumMod val="75000"/>
                  </a:schemeClr>
                </a:solidFill>
              </a:rPr>
              <a:t>ToTAL</a:t>
            </a: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)</a:t>
            </a:r>
          </a:p>
          <a:p>
            <a:pPr>
              <a:lnSpc>
                <a:spcPct val="90000"/>
              </a:lnSpc>
            </a:pP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70 à 80% en </a:t>
            </a:r>
            <a:r>
              <a:rPr lang="fr-CA" sz="1800" b="1" dirty="0">
                <a:solidFill>
                  <a:schemeClr val="accent4">
                    <a:lumMod val="75000"/>
                  </a:schemeClr>
                </a:solidFill>
              </a:rPr>
              <a:t>SENSe</a:t>
            </a: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 (définition, spécifications, clarté, analyse et décision​)</a:t>
            </a:r>
          </a:p>
          <a:p>
            <a:pPr>
              <a:lnSpc>
                <a:spcPct val="90000"/>
              </a:lnSpc>
            </a:pP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5 à 10% en </a:t>
            </a:r>
            <a:r>
              <a:rPr lang="fr-CA" sz="1800" b="1" dirty="0" err="1">
                <a:solidFill>
                  <a:schemeClr val="accent4">
                    <a:lumMod val="75000"/>
                  </a:schemeClr>
                </a:solidFill>
              </a:rPr>
              <a:t>FORGe</a:t>
            </a: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 (soutien, coaching, alignement)</a:t>
            </a:r>
          </a:p>
          <a:p>
            <a:pPr>
              <a:lnSpc>
                <a:spcPct val="90000"/>
              </a:lnSpc>
            </a:pP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15–25% in </a:t>
            </a:r>
            <a:r>
              <a:rPr lang="fr-CA" sz="1800" b="1" dirty="0" err="1">
                <a:solidFill>
                  <a:schemeClr val="accent4">
                    <a:lumMod val="75000"/>
                  </a:schemeClr>
                </a:solidFill>
              </a:rPr>
              <a:t>CARe</a:t>
            </a: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 (déploiement et mesure, veille sur les clients, surveillance des signaux​)</a:t>
            </a:r>
          </a:p>
          <a:p>
            <a:pPr>
              <a:lnSpc>
                <a:spcPct val="90000"/>
              </a:lnSpc>
            </a:pPr>
            <a:endParaRPr lang="fr-CA" sz="180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fr-CA" sz="1800" b="1" dirty="0">
                <a:solidFill>
                  <a:schemeClr val="accent4">
                    <a:lumMod val="75000"/>
                  </a:schemeClr>
                </a:solidFill>
              </a:rPr>
              <a:t>La clé du "SHIFT"</a:t>
            </a:r>
          </a:p>
          <a:p>
            <a:pPr>
              <a:lnSpc>
                <a:spcPct val="90000"/>
              </a:lnSpc>
            </a:pP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La qualité passe du → de test à la définition et à la décision. Nous prévenons les problèmes au lieu de les résoudre.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4697CDA-BDB7-4883-B48B-1D4EDB2F0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2313" y="934327"/>
            <a:ext cx="6693294" cy="1058275"/>
          </a:xfrm>
        </p:spPr>
        <p:txBody>
          <a:bodyPr>
            <a:normAutofit/>
          </a:bodyPr>
          <a:lstStyle/>
          <a:p>
            <a:r>
              <a:rPr lang="fr-CA" dirty="0">
                <a:solidFill>
                  <a:schemeClr val="accent4">
                    <a:lumMod val="75000"/>
                  </a:schemeClr>
                </a:solidFill>
              </a:rPr>
              <a:t>L’AQ du jour et ce que c’</a:t>
            </a:r>
            <a:r>
              <a:rPr lang="fr-CA" dirty="0">
                <a:solidFill>
                  <a:srgbClr val="00B050"/>
                </a:solidFill>
              </a:rPr>
              <a:t>est</a:t>
            </a:r>
            <a:r>
              <a:rPr lang="fr-CA" dirty="0">
                <a:solidFill>
                  <a:schemeClr val="accent4">
                    <a:lumMod val="75000"/>
                  </a:schemeClr>
                </a:solidFill>
              </a:rPr>
              <a:t>…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295B176-FA0E-4B6A-A190-5E2E82BEA5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0359" y="2337807"/>
            <a:ext cx="7203281" cy="3585866"/>
          </a:xfrm>
          <a:custGeom>
            <a:avLst/>
            <a:gdLst>
              <a:gd name="connsiteX0" fmla="*/ 0 w 9604374"/>
              <a:gd name="connsiteY0" fmla="*/ 0 h 3585866"/>
              <a:gd name="connsiteX1" fmla="*/ 9604374 w 9604374"/>
              <a:gd name="connsiteY1" fmla="*/ 0 h 3585866"/>
              <a:gd name="connsiteX2" fmla="*/ 9604374 w 9604374"/>
              <a:gd name="connsiteY2" fmla="*/ 3095088 h 3585866"/>
              <a:gd name="connsiteX3" fmla="*/ 9591455 w 9604374"/>
              <a:gd name="connsiteY3" fmla="*/ 3097044 h 3585866"/>
              <a:gd name="connsiteX4" fmla="*/ 9285147 w 9604374"/>
              <a:gd name="connsiteY4" fmla="*/ 3164182 h 3585866"/>
              <a:gd name="connsiteX5" fmla="*/ 9114078 w 9604374"/>
              <a:gd name="connsiteY5" fmla="*/ 3164299 h 3585866"/>
              <a:gd name="connsiteX6" fmla="*/ 8999665 w 9604374"/>
              <a:gd name="connsiteY6" fmla="*/ 3157864 h 3585866"/>
              <a:gd name="connsiteX7" fmla="*/ 8925240 w 9604374"/>
              <a:gd name="connsiteY7" fmla="*/ 3152135 h 3585866"/>
              <a:gd name="connsiteX8" fmla="*/ 8868257 w 9604374"/>
              <a:gd name="connsiteY8" fmla="*/ 3146819 h 3585866"/>
              <a:gd name="connsiteX9" fmla="*/ 8792363 w 9604374"/>
              <a:gd name="connsiteY9" fmla="*/ 3146856 h 3585866"/>
              <a:gd name="connsiteX10" fmla="*/ 8668399 w 9604374"/>
              <a:gd name="connsiteY10" fmla="*/ 3196893 h 3585866"/>
              <a:gd name="connsiteX11" fmla="*/ 8474043 w 9604374"/>
              <a:gd name="connsiteY11" fmla="*/ 3240734 h 3585866"/>
              <a:gd name="connsiteX12" fmla="*/ 8317555 w 9604374"/>
              <a:gd name="connsiteY12" fmla="*/ 3247156 h 3585866"/>
              <a:gd name="connsiteX13" fmla="*/ 8280111 w 9604374"/>
              <a:gd name="connsiteY13" fmla="*/ 3255812 h 3585866"/>
              <a:gd name="connsiteX14" fmla="*/ 8096088 w 9604374"/>
              <a:gd name="connsiteY14" fmla="*/ 3253903 h 3585866"/>
              <a:gd name="connsiteX15" fmla="*/ 7825642 w 9604374"/>
              <a:gd name="connsiteY15" fmla="*/ 3271628 h 3585866"/>
              <a:gd name="connsiteX16" fmla="*/ 7531820 w 9604374"/>
              <a:gd name="connsiteY16" fmla="*/ 3252671 h 3585866"/>
              <a:gd name="connsiteX17" fmla="*/ 7193751 w 9604374"/>
              <a:gd name="connsiteY17" fmla="*/ 3245192 h 3585866"/>
              <a:gd name="connsiteX18" fmla="*/ 6976768 w 9604374"/>
              <a:gd name="connsiteY18" fmla="*/ 3238559 h 3585866"/>
              <a:gd name="connsiteX19" fmla="*/ 6756462 w 9604374"/>
              <a:gd name="connsiteY19" fmla="*/ 3273268 h 3585866"/>
              <a:gd name="connsiteX20" fmla="*/ 6512214 w 9604374"/>
              <a:gd name="connsiteY20" fmla="*/ 3298845 h 3585866"/>
              <a:gd name="connsiteX21" fmla="*/ 6289569 w 9604374"/>
              <a:gd name="connsiteY21" fmla="*/ 3301118 h 3585866"/>
              <a:gd name="connsiteX22" fmla="*/ 6157816 w 9604374"/>
              <a:gd name="connsiteY22" fmla="*/ 3308643 h 3585866"/>
              <a:gd name="connsiteX23" fmla="*/ 6110062 w 9604374"/>
              <a:gd name="connsiteY23" fmla="*/ 3321185 h 3585866"/>
              <a:gd name="connsiteX24" fmla="*/ 6041832 w 9604374"/>
              <a:gd name="connsiteY24" fmla="*/ 3332190 h 3585866"/>
              <a:gd name="connsiteX25" fmla="*/ 5923195 w 9604374"/>
              <a:gd name="connsiteY25" fmla="*/ 3359104 h 3585866"/>
              <a:gd name="connsiteX26" fmla="*/ 5770972 w 9604374"/>
              <a:gd name="connsiteY26" fmla="*/ 3369893 h 3585866"/>
              <a:gd name="connsiteX27" fmla="*/ 5632583 w 9604374"/>
              <a:gd name="connsiteY27" fmla="*/ 3357730 h 3585866"/>
              <a:gd name="connsiteX28" fmla="*/ 5539996 w 9604374"/>
              <a:gd name="connsiteY28" fmla="*/ 3352890 h 3585866"/>
              <a:gd name="connsiteX29" fmla="*/ 5315460 w 9604374"/>
              <a:gd name="connsiteY29" fmla="*/ 3350411 h 3585866"/>
              <a:gd name="connsiteX30" fmla="*/ 5072455 w 9604374"/>
              <a:gd name="connsiteY30" fmla="*/ 3338147 h 3585866"/>
              <a:gd name="connsiteX31" fmla="*/ 5016364 w 9604374"/>
              <a:gd name="connsiteY31" fmla="*/ 3348937 h 3585866"/>
              <a:gd name="connsiteX32" fmla="*/ 4922276 w 9604374"/>
              <a:gd name="connsiteY32" fmla="*/ 3366515 h 3585866"/>
              <a:gd name="connsiteX33" fmla="*/ 4856444 w 9604374"/>
              <a:gd name="connsiteY33" fmla="*/ 3399463 h 3585866"/>
              <a:gd name="connsiteX34" fmla="*/ 4775993 w 9604374"/>
              <a:gd name="connsiteY34" fmla="*/ 3406312 h 3585866"/>
              <a:gd name="connsiteX35" fmla="*/ 4667320 w 9604374"/>
              <a:gd name="connsiteY35" fmla="*/ 3397926 h 3585866"/>
              <a:gd name="connsiteX36" fmla="*/ 4540268 w 9604374"/>
              <a:gd name="connsiteY36" fmla="*/ 3424464 h 3585866"/>
              <a:gd name="connsiteX37" fmla="*/ 4465491 w 9604374"/>
              <a:gd name="connsiteY37" fmla="*/ 3433154 h 3585866"/>
              <a:gd name="connsiteX38" fmla="*/ 4262864 w 9604374"/>
              <a:gd name="connsiteY38" fmla="*/ 3464075 h 3585866"/>
              <a:gd name="connsiteX39" fmla="*/ 4175005 w 9604374"/>
              <a:gd name="connsiteY39" fmla="*/ 3493545 h 3585866"/>
              <a:gd name="connsiteX40" fmla="*/ 4030100 w 9604374"/>
              <a:gd name="connsiteY40" fmla="*/ 3514212 h 3585866"/>
              <a:gd name="connsiteX41" fmla="*/ 3926631 w 9604374"/>
              <a:gd name="connsiteY41" fmla="*/ 3525304 h 3585866"/>
              <a:gd name="connsiteX42" fmla="*/ 3897306 w 9604374"/>
              <a:gd name="connsiteY42" fmla="*/ 3547095 h 3585866"/>
              <a:gd name="connsiteX43" fmla="*/ 3896886 w 9604374"/>
              <a:gd name="connsiteY43" fmla="*/ 3547500 h 3585866"/>
              <a:gd name="connsiteX44" fmla="*/ 3834004 w 9604374"/>
              <a:gd name="connsiteY44" fmla="*/ 3550510 h 3585866"/>
              <a:gd name="connsiteX45" fmla="*/ 3696227 w 9604374"/>
              <a:gd name="connsiteY45" fmla="*/ 3574175 h 3585866"/>
              <a:gd name="connsiteX46" fmla="*/ 3652821 w 9604374"/>
              <a:gd name="connsiteY46" fmla="*/ 3580368 h 3585866"/>
              <a:gd name="connsiteX47" fmla="*/ 3629691 w 9604374"/>
              <a:gd name="connsiteY47" fmla="*/ 3585866 h 3585866"/>
              <a:gd name="connsiteX48" fmla="*/ 3595018 w 9604374"/>
              <a:gd name="connsiteY48" fmla="*/ 3571623 h 3585866"/>
              <a:gd name="connsiteX49" fmla="*/ 3551656 w 9604374"/>
              <a:gd name="connsiteY49" fmla="*/ 3577800 h 3585866"/>
              <a:gd name="connsiteX50" fmla="*/ 3541558 w 9604374"/>
              <a:gd name="connsiteY50" fmla="*/ 3579797 h 3585866"/>
              <a:gd name="connsiteX51" fmla="*/ 3465708 w 9604374"/>
              <a:gd name="connsiteY51" fmla="*/ 3565931 h 3585866"/>
              <a:gd name="connsiteX52" fmla="*/ 3458313 w 9604374"/>
              <a:gd name="connsiteY52" fmla="*/ 3560366 h 3585866"/>
              <a:gd name="connsiteX53" fmla="*/ 3420278 w 9604374"/>
              <a:gd name="connsiteY53" fmla="*/ 3557947 h 3585866"/>
              <a:gd name="connsiteX54" fmla="*/ 3415952 w 9604374"/>
              <a:gd name="connsiteY54" fmla="*/ 3559424 h 3585866"/>
              <a:gd name="connsiteX55" fmla="*/ 3384432 w 9604374"/>
              <a:gd name="connsiteY55" fmla="*/ 3550905 h 3585866"/>
              <a:gd name="connsiteX56" fmla="*/ 3258039 w 9604374"/>
              <a:gd name="connsiteY56" fmla="*/ 3535884 h 3585866"/>
              <a:gd name="connsiteX57" fmla="*/ 3015008 w 9604374"/>
              <a:gd name="connsiteY57" fmla="*/ 3528000 h 3585866"/>
              <a:gd name="connsiteX58" fmla="*/ 2761910 w 9604374"/>
              <a:gd name="connsiteY58" fmla="*/ 3505496 h 3585866"/>
              <a:gd name="connsiteX59" fmla="*/ 2521923 w 9604374"/>
              <a:gd name="connsiteY59" fmla="*/ 3514208 h 3585866"/>
              <a:gd name="connsiteX60" fmla="*/ 2085894 w 9604374"/>
              <a:gd name="connsiteY60" fmla="*/ 3490122 h 3585866"/>
              <a:gd name="connsiteX61" fmla="*/ 1936305 w 9604374"/>
              <a:gd name="connsiteY61" fmla="*/ 3487966 h 3585866"/>
              <a:gd name="connsiteX62" fmla="*/ 1836080 w 9604374"/>
              <a:gd name="connsiteY62" fmla="*/ 3487150 h 3585866"/>
              <a:gd name="connsiteX63" fmla="*/ 1829133 w 9604374"/>
              <a:gd name="connsiteY63" fmla="*/ 3489437 h 3585866"/>
              <a:gd name="connsiteX64" fmla="*/ 1801140 w 9604374"/>
              <a:gd name="connsiteY64" fmla="*/ 3490787 h 3585866"/>
              <a:gd name="connsiteX65" fmla="*/ 1793476 w 9604374"/>
              <a:gd name="connsiteY65" fmla="*/ 3500921 h 3585866"/>
              <a:gd name="connsiteX66" fmla="*/ 1699923 w 9604374"/>
              <a:gd name="connsiteY66" fmla="*/ 3509706 h 3585866"/>
              <a:gd name="connsiteX67" fmla="*/ 1474760 w 9604374"/>
              <a:gd name="connsiteY67" fmla="*/ 3513685 h 3585866"/>
              <a:gd name="connsiteX68" fmla="*/ 1308130 w 9604374"/>
              <a:gd name="connsiteY68" fmla="*/ 3496703 h 3585866"/>
              <a:gd name="connsiteX69" fmla="*/ 1252381 w 9604374"/>
              <a:gd name="connsiteY69" fmla="*/ 3506093 h 3585866"/>
              <a:gd name="connsiteX70" fmla="*/ 1174550 w 9604374"/>
              <a:gd name="connsiteY70" fmla="*/ 3512642 h 3585866"/>
              <a:gd name="connsiteX71" fmla="*/ 924455 w 9604374"/>
              <a:gd name="connsiteY71" fmla="*/ 3507283 h 3585866"/>
              <a:gd name="connsiteX72" fmla="*/ 718373 w 9604374"/>
              <a:gd name="connsiteY72" fmla="*/ 3511753 h 3585866"/>
              <a:gd name="connsiteX73" fmla="*/ 600444 w 9604374"/>
              <a:gd name="connsiteY73" fmla="*/ 3520899 h 3585866"/>
              <a:gd name="connsiteX74" fmla="*/ 351173 w 9604374"/>
              <a:gd name="connsiteY74" fmla="*/ 3495843 h 3585866"/>
              <a:gd name="connsiteX75" fmla="*/ 108372 w 9604374"/>
              <a:gd name="connsiteY75" fmla="*/ 3484386 h 3585866"/>
              <a:gd name="connsiteX76" fmla="*/ 6467 w 9604374"/>
              <a:gd name="connsiteY76" fmla="*/ 3476532 h 3585866"/>
              <a:gd name="connsiteX77" fmla="*/ 0 w 9604374"/>
              <a:gd name="connsiteY77" fmla="*/ 3475412 h 3585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9604374" h="3585866">
                <a:moveTo>
                  <a:pt x="0" y="0"/>
                </a:moveTo>
                <a:lnTo>
                  <a:pt x="9604374" y="0"/>
                </a:lnTo>
                <a:lnTo>
                  <a:pt x="9604374" y="3095088"/>
                </a:lnTo>
                <a:lnTo>
                  <a:pt x="9591455" y="3097044"/>
                </a:lnTo>
                <a:cubicBezTo>
                  <a:pt x="9496183" y="3133516"/>
                  <a:pt x="9411472" y="3121301"/>
                  <a:pt x="9285147" y="3164182"/>
                </a:cubicBezTo>
                <a:cubicBezTo>
                  <a:pt x="9222914" y="3162781"/>
                  <a:pt x="9174371" y="3173454"/>
                  <a:pt x="9114078" y="3164299"/>
                </a:cubicBezTo>
                <a:cubicBezTo>
                  <a:pt x="9087411" y="3155904"/>
                  <a:pt x="9030947" y="3180906"/>
                  <a:pt x="8999665" y="3157864"/>
                </a:cubicBezTo>
                <a:cubicBezTo>
                  <a:pt x="8997339" y="3174606"/>
                  <a:pt x="8938300" y="3159909"/>
                  <a:pt x="8925240" y="3152135"/>
                </a:cubicBezTo>
                <a:cubicBezTo>
                  <a:pt x="8910091" y="3159441"/>
                  <a:pt x="8884639" y="3146109"/>
                  <a:pt x="8868257" y="3146819"/>
                </a:cubicBezTo>
                <a:cubicBezTo>
                  <a:pt x="8835852" y="3110204"/>
                  <a:pt x="8832251" y="3167659"/>
                  <a:pt x="8792363" y="3146856"/>
                </a:cubicBezTo>
                <a:cubicBezTo>
                  <a:pt x="8774838" y="3159285"/>
                  <a:pt x="8715420" y="3185652"/>
                  <a:pt x="8668399" y="3196893"/>
                </a:cubicBezTo>
                <a:cubicBezTo>
                  <a:pt x="8575902" y="3221445"/>
                  <a:pt x="8569506" y="3250654"/>
                  <a:pt x="8474043" y="3240734"/>
                </a:cubicBezTo>
                <a:cubicBezTo>
                  <a:pt x="8460613" y="3264436"/>
                  <a:pt x="8297088" y="3204738"/>
                  <a:pt x="8317555" y="3247156"/>
                </a:cubicBezTo>
                <a:cubicBezTo>
                  <a:pt x="8285696" y="3245083"/>
                  <a:pt x="8262352" y="3228203"/>
                  <a:pt x="8280111" y="3255812"/>
                </a:cubicBezTo>
                <a:lnTo>
                  <a:pt x="8096088" y="3253903"/>
                </a:lnTo>
                <a:cubicBezTo>
                  <a:pt x="7994084" y="3261603"/>
                  <a:pt x="7930388" y="3281921"/>
                  <a:pt x="7825642" y="3271628"/>
                </a:cubicBezTo>
                <a:cubicBezTo>
                  <a:pt x="7723046" y="3270395"/>
                  <a:pt x="7671282" y="3252297"/>
                  <a:pt x="7531820" y="3252671"/>
                </a:cubicBezTo>
                <a:cubicBezTo>
                  <a:pt x="7433606" y="3250277"/>
                  <a:pt x="7293100" y="3236234"/>
                  <a:pt x="7193751" y="3245192"/>
                </a:cubicBezTo>
                <a:cubicBezTo>
                  <a:pt x="7074822" y="3223769"/>
                  <a:pt x="7104250" y="3250265"/>
                  <a:pt x="6976768" y="3238559"/>
                </a:cubicBezTo>
                <a:cubicBezTo>
                  <a:pt x="6921032" y="3284865"/>
                  <a:pt x="6823818" y="3261794"/>
                  <a:pt x="6756462" y="3273268"/>
                </a:cubicBezTo>
                <a:cubicBezTo>
                  <a:pt x="6679037" y="3283316"/>
                  <a:pt x="6590030" y="3294204"/>
                  <a:pt x="6512214" y="3298845"/>
                </a:cubicBezTo>
                <a:cubicBezTo>
                  <a:pt x="6450581" y="3277980"/>
                  <a:pt x="6366042" y="3329199"/>
                  <a:pt x="6289569" y="3301118"/>
                </a:cubicBezTo>
                <a:cubicBezTo>
                  <a:pt x="6261432" y="3294355"/>
                  <a:pt x="6174310" y="3295209"/>
                  <a:pt x="6157816" y="3308643"/>
                </a:cubicBezTo>
                <a:cubicBezTo>
                  <a:pt x="6139648" y="3311557"/>
                  <a:pt x="6118459" y="3306799"/>
                  <a:pt x="6110062" y="3321185"/>
                </a:cubicBezTo>
                <a:cubicBezTo>
                  <a:pt x="6096189" y="3338498"/>
                  <a:pt x="6032810" y="3311765"/>
                  <a:pt x="6041832" y="3332190"/>
                </a:cubicBezTo>
                <a:cubicBezTo>
                  <a:pt x="5996830" y="3313871"/>
                  <a:pt x="5961033" y="3350141"/>
                  <a:pt x="5923195" y="3359104"/>
                </a:cubicBezTo>
                <a:cubicBezTo>
                  <a:pt x="5887750" y="3340930"/>
                  <a:pt x="5853570" y="3365323"/>
                  <a:pt x="5770972" y="3369893"/>
                </a:cubicBezTo>
                <a:cubicBezTo>
                  <a:pt x="5731993" y="3348876"/>
                  <a:pt x="5705091" y="3385599"/>
                  <a:pt x="5632583" y="3357730"/>
                </a:cubicBezTo>
                <a:cubicBezTo>
                  <a:pt x="5594087" y="3357562"/>
                  <a:pt x="5606154" y="3357443"/>
                  <a:pt x="5539996" y="3352890"/>
                </a:cubicBezTo>
                <a:cubicBezTo>
                  <a:pt x="5439049" y="3348000"/>
                  <a:pt x="5408459" y="3356166"/>
                  <a:pt x="5315460" y="3350411"/>
                </a:cubicBezTo>
                <a:cubicBezTo>
                  <a:pt x="5211119" y="3348356"/>
                  <a:pt x="5208881" y="3372469"/>
                  <a:pt x="5072455" y="3338147"/>
                </a:cubicBezTo>
                <a:cubicBezTo>
                  <a:pt x="5061717" y="3354508"/>
                  <a:pt x="5045493" y="3355753"/>
                  <a:pt x="5016364" y="3348937"/>
                </a:cubicBezTo>
                <a:cubicBezTo>
                  <a:pt x="4965900" y="3349130"/>
                  <a:pt x="4977835" y="3389131"/>
                  <a:pt x="4922276" y="3366515"/>
                </a:cubicBezTo>
                <a:cubicBezTo>
                  <a:pt x="4935702" y="3387794"/>
                  <a:pt x="4828733" y="3377760"/>
                  <a:pt x="4856444" y="3399463"/>
                </a:cubicBezTo>
                <a:cubicBezTo>
                  <a:pt x="4827698" y="3420094"/>
                  <a:pt x="4805019" y="3388256"/>
                  <a:pt x="4775993" y="3406312"/>
                </a:cubicBezTo>
                <a:cubicBezTo>
                  <a:pt x="4744470" y="3406056"/>
                  <a:pt x="4706605" y="3394901"/>
                  <a:pt x="4667320" y="3397926"/>
                </a:cubicBezTo>
                <a:cubicBezTo>
                  <a:pt x="4613435" y="3387476"/>
                  <a:pt x="4608100" y="3410487"/>
                  <a:pt x="4540268" y="3424464"/>
                </a:cubicBezTo>
                <a:cubicBezTo>
                  <a:pt x="4508279" y="3412969"/>
                  <a:pt x="4485989" y="3420063"/>
                  <a:pt x="4465491" y="3433154"/>
                </a:cubicBezTo>
                <a:cubicBezTo>
                  <a:pt x="4396498" y="3432601"/>
                  <a:pt x="4338078" y="3453569"/>
                  <a:pt x="4262864" y="3464075"/>
                </a:cubicBezTo>
                <a:cubicBezTo>
                  <a:pt x="4180249" y="3483394"/>
                  <a:pt x="4225769" y="3479019"/>
                  <a:pt x="4175005" y="3493545"/>
                </a:cubicBezTo>
                <a:lnTo>
                  <a:pt x="4030100" y="3514212"/>
                </a:lnTo>
                <a:lnTo>
                  <a:pt x="3926631" y="3525304"/>
                </a:lnTo>
                <a:lnTo>
                  <a:pt x="3897306" y="3547095"/>
                </a:lnTo>
                <a:lnTo>
                  <a:pt x="3896886" y="3547500"/>
                </a:lnTo>
                <a:lnTo>
                  <a:pt x="3834004" y="3550510"/>
                </a:lnTo>
                <a:cubicBezTo>
                  <a:pt x="3800562" y="3554957"/>
                  <a:pt x="3734185" y="3568533"/>
                  <a:pt x="3696227" y="3574175"/>
                </a:cubicBezTo>
                <a:cubicBezTo>
                  <a:pt x="3661780" y="3570074"/>
                  <a:pt x="3640587" y="3551815"/>
                  <a:pt x="3652821" y="3580368"/>
                </a:cubicBezTo>
                <a:cubicBezTo>
                  <a:pt x="3641506" y="3579831"/>
                  <a:pt x="3634593" y="3582151"/>
                  <a:pt x="3629691" y="3585866"/>
                </a:cubicBezTo>
                <a:lnTo>
                  <a:pt x="3595018" y="3571623"/>
                </a:lnTo>
                <a:lnTo>
                  <a:pt x="3551656" y="3577800"/>
                </a:lnTo>
                <a:lnTo>
                  <a:pt x="3541558" y="3579797"/>
                </a:lnTo>
                <a:lnTo>
                  <a:pt x="3465708" y="3565931"/>
                </a:lnTo>
                <a:lnTo>
                  <a:pt x="3458313" y="3560366"/>
                </a:lnTo>
                <a:cubicBezTo>
                  <a:pt x="3450380" y="3556940"/>
                  <a:pt x="3439090" y="3555355"/>
                  <a:pt x="3420278" y="3557947"/>
                </a:cubicBezTo>
                <a:lnTo>
                  <a:pt x="3415952" y="3559424"/>
                </a:lnTo>
                <a:lnTo>
                  <a:pt x="3384432" y="3550905"/>
                </a:lnTo>
                <a:cubicBezTo>
                  <a:pt x="3374259" y="3547029"/>
                  <a:pt x="3265415" y="3542149"/>
                  <a:pt x="3258039" y="3535884"/>
                </a:cubicBezTo>
                <a:cubicBezTo>
                  <a:pt x="3138852" y="3551394"/>
                  <a:pt x="3130647" y="3523871"/>
                  <a:pt x="3015008" y="3528000"/>
                </a:cubicBezTo>
                <a:cubicBezTo>
                  <a:pt x="2914857" y="3486061"/>
                  <a:pt x="2851687" y="3511605"/>
                  <a:pt x="2761910" y="3505496"/>
                </a:cubicBezTo>
                <a:cubicBezTo>
                  <a:pt x="2676401" y="3501198"/>
                  <a:pt x="2636809" y="3514769"/>
                  <a:pt x="2521923" y="3514208"/>
                </a:cubicBezTo>
                <a:cubicBezTo>
                  <a:pt x="2400197" y="3505062"/>
                  <a:pt x="2222818" y="3509922"/>
                  <a:pt x="2085894" y="3490122"/>
                </a:cubicBezTo>
                <a:cubicBezTo>
                  <a:pt x="1978312" y="3483748"/>
                  <a:pt x="1977940" y="3488460"/>
                  <a:pt x="1936305" y="3487966"/>
                </a:cubicBezTo>
                <a:cubicBezTo>
                  <a:pt x="1922459" y="3490683"/>
                  <a:pt x="1849334" y="3482739"/>
                  <a:pt x="1836080" y="3487150"/>
                </a:cubicBezTo>
                <a:lnTo>
                  <a:pt x="1829133" y="3489437"/>
                </a:lnTo>
                <a:lnTo>
                  <a:pt x="1801140" y="3490787"/>
                </a:lnTo>
                <a:lnTo>
                  <a:pt x="1793476" y="3500921"/>
                </a:lnTo>
                <a:lnTo>
                  <a:pt x="1699923" y="3509706"/>
                </a:lnTo>
                <a:cubicBezTo>
                  <a:pt x="1637728" y="3485036"/>
                  <a:pt x="1584624" y="3514467"/>
                  <a:pt x="1474760" y="3513685"/>
                </a:cubicBezTo>
                <a:cubicBezTo>
                  <a:pt x="1445646" y="3505164"/>
                  <a:pt x="1329781" y="3484421"/>
                  <a:pt x="1308130" y="3496703"/>
                </a:cubicBezTo>
                <a:cubicBezTo>
                  <a:pt x="1287409" y="3498430"/>
                  <a:pt x="1265391" y="3492347"/>
                  <a:pt x="1252381" y="3506093"/>
                </a:cubicBezTo>
                <a:cubicBezTo>
                  <a:pt x="1232588" y="3522393"/>
                  <a:pt x="1170020" y="3491785"/>
                  <a:pt x="1174550" y="3512642"/>
                </a:cubicBezTo>
                <a:cubicBezTo>
                  <a:pt x="1119896" y="3512841"/>
                  <a:pt x="1000484" y="3507431"/>
                  <a:pt x="924455" y="3507283"/>
                </a:cubicBezTo>
                <a:cubicBezTo>
                  <a:pt x="887180" y="3483915"/>
                  <a:pt x="777361" y="3516071"/>
                  <a:pt x="718373" y="3511753"/>
                </a:cubicBezTo>
                <a:cubicBezTo>
                  <a:pt x="666588" y="3513355"/>
                  <a:pt x="661645" y="3525551"/>
                  <a:pt x="600444" y="3520899"/>
                </a:cubicBezTo>
                <a:cubicBezTo>
                  <a:pt x="491334" y="3516943"/>
                  <a:pt x="451794" y="3507522"/>
                  <a:pt x="351173" y="3495843"/>
                </a:cubicBezTo>
                <a:cubicBezTo>
                  <a:pt x="237121" y="3487112"/>
                  <a:pt x="235857" y="3499212"/>
                  <a:pt x="108372" y="3484386"/>
                </a:cubicBezTo>
                <a:cubicBezTo>
                  <a:pt x="86318" y="3481054"/>
                  <a:pt x="40657" y="3480329"/>
                  <a:pt x="6467" y="3476532"/>
                </a:cubicBezTo>
                <a:lnTo>
                  <a:pt x="0" y="3475412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48F779DE-4744-42D6-9C74-33EC94460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6295" y="2190741"/>
            <a:ext cx="1011410" cy="40780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cubicBezTo>
                  <a:pt x="781874" y="4129"/>
                  <a:pt x="1607589" y="24681"/>
                  <a:pt x="2170127" y="33245"/>
                </a:cubicBezTo>
                <a:cubicBezTo>
                  <a:pt x="2169852" y="63908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35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5905" y="2752316"/>
            <a:ext cx="6232189" cy="331842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 b="1" dirty="0">
                <a:solidFill>
                  <a:schemeClr val="accent4">
                    <a:lumMod val="75000"/>
                  </a:schemeClr>
                </a:solidFill>
              </a:rPr>
              <a:t>Directeur de la </a:t>
            </a:r>
            <a:r>
              <a:rPr lang="en-US" sz="1800" b="1" dirty="0" err="1">
                <a:solidFill>
                  <a:schemeClr val="accent4">
                    <a:lumMod val="75000"/>
                  </a:schemeClr>
                </a:solidFill>
              </a:rPr>
              <a:t>qualité</a:t>
            </a:r>
            <a:r>
              <a:rPr lang="en-US" sz="18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800" dirty="0">
                <a:solidFill>
                  <a:schemeClr val="accent4">
                    <a:lumMod val="75000"/>
                  </a:schemeClr>
                </a:solidFill>
              </a:rPr>
              <a:t>→ </a:t>
            </a: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définit le cadre de qualité (métriques, seuils, </a:t>
            </a:r>
            <a:r>
              <a:rPr lang="fr-CA" sz="1800" dirty="0" err="1">
                <a:solidFill>
                  <a:schemeClr val="accent4">
                    <a:lumMod val="75000"/>
                  </a:schemeClr>
                </a:solidFill>
              </a:rPr>
              <a:t>qualitativité</a:t>
            </a: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) et supervise l’assistance de la qualité</a:t>
            </a:r>
          </a:p>
          <a:p>
            <a:r>
              <a:rPr lang="fr-CA" sz="1800" b="1" dirty="0" err="1">
                <a:solidFill>
                  <a:schemeClr val="accent4">
                    <a:lumMod val="75000"/>
                  </a:schemeClr>
                </a:solidFill>
              </a:rPr>
              <a:t>FINe</a:t>
            </a:r>
            <a:r>
              <a:rPr lang="fr-CA" sz="1800" b="1" dirty="0">
                <a:solidFill>
                  <a:schemeClr val="accent4">
                    <a:lumMod val="75000"/>
                  </a:schemeClr>
                </a:solidFill>
              </a:rPr>
              <a:t> QA </a:t>
            </a: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→ Analyste fonctionnel / d’affaires (clarté, valeur, spécifications). Architecte qualité (testabilité, règles, conception de système)</a:t>
            </a:r>
          </a:p>
          <a:p>
            <a:r>
              <a:rPr lang="fr-CA" sz="1800" b="1" dirty="0" err="1">
                <a:solidFill>
                  <a:schemeClr val="accent4">
                    <a:lumMod val="75000"/>
                  </a:schemeClr>
                </a:solidFill>
              </a:rPr>
              <a:t>SAFe</a:t>
            </a:r>
            <a:r>
              <a:rPr lang="fr-CA" sz="1800" b="1" dirty="0">
                <a:solidFill>
                  <a:schemeClr val="accent4">
                    <a:lumMod val="75000"/>
                  </a:schemeClr>
                </a:solidFill>
              </a:rPr>
              <a:t> QA </a:t>
            </a: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→ Assiste et "coach" les équipes (alignement avec les normes)</a:t>
            </a:r>
          </a:p>
          <a:p>
            <a:r>
              <a:rPr lang="fr-CA" sz="1800" b="1" dirty="0" err="1">
                <a:solidFill>
                  <a:schemeClr val="accent4">
                    <a:lumMod val="75000"/>
                  </a:schemeClr>
                </a:solidFill>
              </a:rPr>
              <a:t>CARe</a:t>
            </a:r>
            <a:r>
              <a:rPr lang="fr-CA" sz="1800" b="1" dirty="0">
                <a:solidFill>
                  <a:schemeClr val="accent4">
                    <a:lumMod val="75000"/>
                  </a:schemeClr>
                </a:solidFill>
              </a:rPr>
              <a:t> QA </a:t>
            </a: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→ Analyse les incidents, les rétroactions et l’utilisation dans le monde réel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4697CDA-BDB7-4883-B48B-1D4EDB2F0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1026190-6B62-46DB-B5FF-9E0FF9BDC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DA0389-D66E-4727-8EFB-E60E6C412F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8519" y="870265"/>
            <a:ext cx="7246962" cy="1603018"/>
          </a:xfrm>
          <a:custGeom>
            <a:avLst/>
            <a:gdLst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435155 w 9662615"/>
              <a:gd name="connsiteY22" fmla="*/ 1397159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5995105 w 9662615"/>
              <a:gd name="connsiteY36" fmla="*/ 1435236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155638 w 9662615"/>
              <a:gd name="connsiteY47" fmla="*/ 1521938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652930 w 9662615"/>
              <a:gd name="connsiteY68" fmla="*/ 1539961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4055448 w 9662615"/>
              <a:gd name="connsiteY72" fmla="*/ 1528913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435155 w 9662615"/>
              <a:gd name="connsiteY22" fmla="*/ 1397159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5995105 w 9662615"/>
              <a:gd name="connsiteY36" fmla="*/ 1435236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155638 w 9662615"/>
              <a:gd name="connsiteY47" fmla="*/ 1521938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652930 w 9662615"/>
              <a:gd name="connsiteY68" fmla="*/ 1539961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86537 w 9662615"/>
              <a:gd name="connsiteY72" fmla="*/ 1523612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435155 w 9662615"/>
              <a:gd name="connsiteY22" fmla="*/ 1397159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5995105 w 9662615"/>
              <a:gd name="connsiteY36" fmla="*/ 1435236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155638 w 9662615"/>
              <a:gd name="connsiteY47" fmla="*/ 1521938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652930 w 9662615"/>
              <a:gd name="connsiteY68" fmla="*/ 1539961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435155 w 9662615"/>
              <a:gd name="connsiteY22" fmla="*/ 1397159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5995105 w 9662615"/>
              <a:gd name="connsiteY36" fmla="*/ 1435236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155638 w 9662615"/>
              <a:gd name="connsiteY47" fmla="*/ 1521938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652930 w 9662615"/>
              <a:gd name="connsiteY68" fmla="*/ 1539961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435155 w 9662615"/>
              <a:gd name="connsiteY22" fmla="*/ 1397159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5995105 w 9662615"/>
              <a:gd name="connsiteY36" fmla="*/ 1435236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155638 w 9662615"/>
              <a:gd name="connsiteY47" fmla="*/ 1521938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652930 w 9662615"/>
              <a:gd name="connsiteY68" fmla="*/ 1539961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435155 w 9662615"/>
              <a:gd name="connsiteY22" fmla="*/ 1397159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5995105 w 9662615"/>
              <a:gd name="connsiteY36" fmla="*/ 1435236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155638 w 9662615"/>
              <a:gd name="connsiteY47" fmla="*/ 1521938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435155 w 9662615"/>
              <a:gd name="connsiteY22" fmla="*/ 1397159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5995105 w 9662615"/>
              <a:gd name="connsiteY36" fmla="*/ 1435236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435155 w 9662615"/>
              <a:gd name="connsiteY22" fmla="*/ 1397159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577675 w 9662615"/>
              <a:gd name="connsiteY20" fmla="*/ 1370461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505921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10961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21563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21563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21563 h 1583140"/>
              <a:gd name="connsiteX72" fmla="*/ 3970635 w 9662615"/>
              <a:gd name="connsiteY72" fmla="*/ 1544815 h 1583140"/>
              <a:gd name="connsiteX73" fmla="*/ 3743791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21563 h 1583140"/>
              <a:gd name="connsiteX72" fmla="*/ 3970635 w 9662615"/>
              <a:gd name="connsiteY72" fmla="*/ 1544815 h 1583140"/>
              <a:gd name="connsiteX73" fmla="*/ 3833906 w 9662615"/>
              <a:gd name="connsiteY73" fmla="*/ 1516637 h 1583140"/>
              <a:gd name="connsiteX74" fmla="*/ 3664453 w 9662615"/>
              <a:gd name="connsiteY74" fmla="*/ 1521660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21563 h 1583140"/>
              <a:gd name="connsiteX72" fmla="*/ 3970635 w 9662615"/>
              <a:gd name="connsiteY72" fmla="*/ 1544815 h 1583140"/>
              <a:gd name="connsiteX73" fmla="*/ 3833906 w 9662615"/>
              <a:gd name="connsiteY73" fmla="*/ 1516637 h 1583140"/>
              <a:gd name="connsiteX74" fmla="*/ 3696258 w 9662615"/>
              <a:gd name="connsiteY74" fmla="*/ 1537563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67911 w 9662615"/>
              <a:gd name="connsiteY81" fmla="*/ 1526618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21563 h 1583140"/>
              <a:gd name="connsiteX72" fmla="*/ 3970635 w 9662615"/>
              <a:gd name="connsiteY72" fmla="*/ 1544815 h 1583140"/>
              <a:gd name="connsiteX73" fmla="*/ 3833906 w 9662615"/>
              <a:gd name="connsiteY73" fmla="*/ 1516637 h 1583140"/>
              <a:gd name="connsiteX74" fmla="*/ 3696258 w 9662615"/>
              <a:gd name="connsiteY74" fmla="*/ 1537563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30805 w 9662615"/>
              <a:gd name="connsiteY81" fmla="*/ 1542521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59871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21563 h 1583140"/>
              <a:gd name="connsiteX72" fmla="*/ 3970635 w 9662615"/>
              <a:gd name="connsiteY72" fmla="*/ 1544815 h 1583140"/>
              <a:gd name="connsiteX73" fmla="*/ 3833906 w 9662615"/>
              <a:gd name="connsiteY73" fmla="*/ 1516637 h 1583140"/>
              <a:gd name="connsiteX74" fmla="*/ 3696258 w 9662615"/>
              <a:gd name="connsiteY74" fmla="*/ 1537563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30805 w 9662615"/>
              <a:gd name="connsiteY81" fmla="*/ 1542521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91676 w 9662615"/>
              <a:gd name="connsiteY91" fmla="*/ 1500859 h 1583140"/>
              <a:gd name="connsiteX92" fmla="*/ 2330328 w 9662615"/>
              <a:gd name="connsiteY92" fmla="*/ 1499441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082104 w 9662615"/>
              <a:gd name="connsiteY49" fmla="*/ 1547781 h 1583140"/>
              <a:gd name="connsiteX50" fmla="*/ 5059484 w 9662615"/>
              <a:gd name="connsiteY50" fmla="*/ 1546802 h 1583140"/>
              <a:gd name="connsiteX51" fmla="*/ 5050958 w 9662615"/>
              <a:gd name="connsiteY51" fmla="*/ 1545776 h 1583140"/>
              <a:gd name="connsiteX52" fmla="*/ 5038524 w 9662615"/>
              <a:gd name="connsiteY52" fmla="*/ 1545675 h 1583140"/>
              <a:gd name="connsiteX53" fmla="*/ 5038223 w 9662615"/>
              <a:gd name="connsiteY53" fmla="*/ 1545881 h 1583140"/>
              <a:gd name="connsiteX54" fmla="*/ 5026564 w 9662615"/>
              <a:gd name="connsiteY54" fmla="*/ 1545376 h 1583140"/>
              <a:gd name="connsiteX55" fmla="*/ 4969433 w 9662615"/>
              <a:gd name="connsiteY55" fmla="*/ 1540263 h 1583140"/>
              <a:gd name="connsiteX56" fmla="*/ 4894799 w 9662615"/>
              <a:gd name="connsiteY56" fmla="*/ 1559476 h 1583140"/>
              <a:gd name="connsiteX57" fmla="*/ 4863775 w 9662615"/>
              <a:gd name="connsiteY57" fmla="*/ 1562633 h 1583140"/>
              <a:gd name="connsiteX58" fmla="*/ 4847242 w 9662615"/>
              <a:gd name="connsiteY58" fmla="*/ 1565435 h 1583140"/>
              <a:gd name="connsiteX59" fmla="*/ 4846237 w 9662615"/>
              <a:gd name="connsiteY59" fmla="*/ 1566331 h 1583140"/>
              <a:gd name="connsiteX60" fmla="*/ 4791466 w 9662615"/>
              <a:gd name="connsiteY60" fmla="*/ 1561324 h 1583140"/>
              <a:gd name="connsiteX61" fmla="*/ 4784247 w 9662615"/>
              <a:gd name="connsiteY61" fmla="*/ 1562342 h 1583140"/>
              <a:gd name="connsiteX62" fmla="*/ 4748477 w 9662615"/>
              <a:gd name="connsiteY62" fmla="*/ 1556925 h 1583140"/>
              <a:gd name="connsiteX63" fmla="*/ 4730033 w 9662615"/>
              <a:gd name="connsiteY63" fmla="*/ 1555274 h 1583140"/>
              <a:gd name="connsiteX64" fmla="*/ 4724747 w 9662615"/>
              <a:gd name="connsiteY64" fmla="*/ 1552439 h 1583140"/>
              <a:gd name="connsiteX65" fmla="*/ 4697562 w 9662615"/>
              <a:gd name="connsiteY65" fmla="*/ 1551206 h 1583140"/>
              <a:gd name="connsiteX66" fmla="*/ 4694469 w 9662615"/>
              <a:gd name="connsiteY66" fmla="*/ 1551958 h 1583140"/>
              <a:gd name="connsiteX67" fmla="*/ 4671940 w 9662615"/>
              <a:gd name="connsiteY67" fmla="*/ 1547617 h 1583140"/>
              <a:gd name="connsiteX68" fmla="*/ 4589320 w 9662615"/>
              <a:gd name="connsiteY68" fmla="*/ 1534660 h 1583140"/>
              <a:gd name="connsiteX69" fmla="*/ 4422155 w 9662615"/>
              <a:gd name="connsiteY69" fmla="*/ 1542059 h 1583140"/>
              <a:gd name="connsiteX70" fmla="*/ 4221826 w 9662615"/>
              <a:gd name="connsiteY70" fmla="*/ 1508923 h 1583140"/>
              <a:gd name="connsiteX71" fmla="*/ 4096601 w 9662615"/>
              <a:gd name="connsiteY71" fmla="*/ 1521563 h 1583140"/>
              <a:gd name="connsiteX72" fmla="*/ 3970635 w 9662615"/>
              <a:gd name="connsiteY72" fmla="*/ 1544815 h 1583140"/>
              <a:gd name="connsiteX73" fmla="*/ 3833906 w 9662615"/>
              <a:gd name="connsiteY73" fmla="*/ 1516637 h 1583140"/>
              <a:gd name="connsiteX74" fmla="*/ 3696258 w 9662615"/>
              <a:gd name="connsiteY74" fmla="*/ 1537563 h 1583140"/>
              <a:gd name="connsiteX75" fmla="*/ 3594070 w 9662615"/>
              <a:gd name="connsiteY75" fmla="*/ 1509422 h 1583140"/>
              <a:gd name="connsiteX76" fmla="*/ 3565233 w 9662615"/>
              <a:gd name="connsiteY76" fmla="*/ 1515122 h 1583140"/>
              <a:gd name="connsiteX77" fmla="*/ 3560267 w 9662615"/>
              <a:gd name="connsiteY77" fmla="*/ 1516288 h 1583140"/>
              <a:gd name="connsiteX78" fmla="*/ 3540258 w 9662615"/>
              <a:gd name="connsiteY78" fmla="*/ 1516976 h 1583140"/>
              <a:gd name="connsiteX79" fmla="*/ 3534780 w 9662615"/>
              <a:gd name="connsiteY79" fmla="*/ 1522141 h 1583140"/>
              <a:gd name="connsiteX80" fmla="*/ 3504783 w 9662615"/>
              <a:gd name="connsiteY80" fmla="*/ 1526739 h 1583140"/>
              <a:gd name="connsiteX81" fmla="*/ 3430805 w 9662615"/>
              <a:gd name="connsiteY81" fmla="*/ 1542521 h 1583140"/>
              <a:gd name="connsiteX82" fmla="*/ 3292707 w 9662615"/>
              <a:gd name="connsiteY82" fmla="*/ 1520490 h 1583140"/>
              <a:gd name="connsiteX83" fmla="*/ 3187872 w 9662615"/>
              <a:gd name="connsiteY83" fmla="*/ 1519991 h 1583140"/>
              <a:gd name="connsiteX84" fmla="*/ 3148026 w 9662615"/>
              <a:gd name="connsiteY84" fmla="*/ 1524777 h 1583140"/>
              <a:gd name="connsiteX85" fmla="*/ 3092394 w 9662615"/>
              <a:gd name="connsiteY85" fmla="*/ 1528115 h 1583140"/>
              <a:gd name="connsiteX86" fmla="*/ 2994200 w 9662615"/>
              <a:gd name="connsiteY86" fmla="*/ 1537857 h 1583140"/>
              <a:gd name="connsiteX87" fmla="*/ 2862301 w 9662615"/>
              <a:gd name="connsiteY87" fmla="*/ 1544250 h 1583140"/>
              <a:gd name="connsiteX88" fmla="*/ 2766335 w 9662615"/>
              <a:gd name="connsiteY88" fmla="*/ 1527662 h 1583140"/>
              <a:gd name="connsiteX89" fmla="*/ 2757836 w 9662615"/>
              <a:gd name="connsiteY89" fmla="*/ 1531371 h 1583140"/>
              <a:gd name="connsiteX90" fmla="*/ 2691555 w 9662615"/>
              <a:gd name="connsiteY90" fmla="*/ 1530283 h 1583140"/>
              <a:gd name="connsiteX91" fmla="*/ 2491676 w 9662615"/>
              <a:gd name="connsiteY91" fmla="*/ 1500859 h 1583140"/>
              <a:gd name="connsiteX92" fmla="*/ 2378036 w 9662615"/>
              <a:gd name="connsiteY92" fmla="*/ 1520645 h 1583140"/>
              <a:gd name="connsiteX93" fmla="*/ 2284269 w 9662615"/>
              <a:gd name="connsiteY93" fmla="*/ 1503068 h 1583140"/>
              <a:gd name="connsiteX94" fmla="*/ 2207104 w 9662615"/>
              <a:gd name="connsiteY94" fmla="*/ 1508888 h 1583140"/>
              <a:gd name="connsiteX95" fmla="*/ 2149226 w 9662615"/>
              <a:gd name="connsiteY95" fmla="*/ 1523409 h 1583140"/>
              <a:gd name="connsiteX96" fmla="*/ 2084783 w 9662615"/>
              <a:gd name="connsiteY96" fmla="*/ 1524245 h 1583140"/>
              <a:gd name="connsiteX97" fmla="*/ 2070075 w 9662615"/>
              <a:gd name="connsiteY97" fmla="*/ 1511285 h 1583140"/>
              <a:gd name="connsiteX98" fmla="*/ 2001057 w 9662615"/>
              <a:gd name="connsiteY98" fmla="*/ 1516449 h 1583140"/>
              <a:gd name="connsiteX99" fmla="*/ 1896330 w 9662615"/>
              <a:gd name="connsiteY99" fmla="*/ 1525725 h 1583140"/>
              <a:gd name="connsiteX100" fmla="*/ 1835994 w 9662615"/>
              <a:gd name="connsiteY100" fmla="*/ 1527678 h 1583140"/>
              <a:gd name="connsiteX101" fmla="*/ 1671119 w 9662615"/>
              <a:gd name="connsiteY101" fmla="*/ 1536701 h 1583140"/>
              <a:gd name="connsiteX102" fmla="*/ 1601337 w 9662615"/>
              <a:gd name="connsiteY102" fmla="*/ 1548552 h 1583140"/>
              <a:gd name="connsiteX103" fmla="*/ 1407755 w 9662615"/>
              <a:gd name="connsiteY103" fmla="*/ 1571444 h 1583140"/>
              <a:gd name="connsiteX104" fmla="*/ 1271994 w 9662615"/>
              <a:gd name="connsiteY104" fmla="*/ 1579471 h 1583140"/>
              <a:gd name="connsiteX105" fmla="*/ 1249226 w 9662615"/>
              <a:gd name="connsiteY105" fmla="*/ 1583140 h 1583140"/>
              <a:gd name="connsiteX106" fmla="*/ 1217719 w 9662615"/>
              <a:gd name="connsiteY106" fmla="*/ 1580863 h 1583140"/>
              <a:gd name="connsiteX107" fmla="*/ 1091432 w 9662615"/>
              <a:gd name="connsiteY107" fmla="*/ 1571003 h 1583140"/>
              <a:gd name="connsiteX108" fmla="*/ 992039 w 9662615"/>
              <a:gd name="connsiteY108" fmla="*/ 1556662 h 1583140"/>
              <a:gd name="connsiteX109" fmla="*/ 868264 w 9662615"/>
              <a:gd name="connsiteY109" fmla="*/ 1566392 h 1583140"/>
              <a:gd name="connsiteX110" fmla="*/ 792765 w 9662615"/>
              <a:gd name="connsiteY110" fmla="*/ 1563102 h 1583140"/>
              <a:gd name="connsiteX111" fmla="*/ 669055 w 9662615"/>
              <a:gd name="connsiteY111" fmla="*/ 1543638 h 1583140"/>
              <a:gd name="connsiteX112" fmla="*/ 506152 w 9662615"/>
              <a:gd name="connsiteY112" fmla="*/ 1549124 h 1583140"/>
              <a:gd name="connsiteX113" fmla="*/ 472797 w 9662615"/>
              <a:gd name="connsiteY113" fmla="*/ 1568904 h 1583140"/>
              <a:gd name="connsiteX114" fmla="*/ 427864 w 9662615"/>
              <a:gd name="connsiteY114" fmla="*/ 1580848 h 1583140"/>
              <a:gd name="connsiteX115" fmla="*/ 408381 w 9662615"/>
              <a:gd name="connsiteY115" fmla="*/ 1552940 h 1583140"/>
              <a:gd name="connsiteX116" fmla="*/ 267163 w 9662615"/>
              <a:gd name="connsiteY116" fmla="*/ 1531913 h 1583140"/>
              <a:gd name="connsiteX117" fmla="*/ 196644 w 9662615"/>
              <a:gd name="connsiteY117" fmla="*/ 1524565 h 1583140"/>
              <a:gd name="connsiteX118" fmla="*/ 86819 w 9662615"/>
              <a:gd name="connsiteY118" fmla="*/ 1519517 h 1583140"/>
              <a:gd name="connsiteX119" fmla="*/ 53369 w 9662615"/>
              <a:gd name="connsiteY119" fmla="*/ 1516853 h 1583140"/>
              <a:gd name="connsiteX120" fmla="*/ 2359 w 9662615"/>
              <a:gd name="connsiteY120" fmla="*/ 1515247 h 1583140"/>
              <a:gd name="connsiteX121" fmla="*/ 0 w 9662615"/>
              <a:gd name="connsiteY121" fmla="*/ 1514932 h 1583140"/>
              <a:gd name="connsiteX122" fmla="*/ 0 w 9662615"/>
              <a:gd name="connsiteY122" fmla="*/ 0 h 1583140"/>
              <a:gd name="connsiteX0" fmla="*/ 0 w 9662615"/>
              <a:gd name="connsiteY0" fmla="*/ 0 h 1587534"/>
              <a:gd name="connsiteX1" fmla="*/ 9662615 w 9662615"/>
              <a:gd name="connsiteY1" fmla="*/ 0 h 1587534"/>
              <a:gd name="connsiteX2" fmla="*/ 9662615 w 9662615"/>
              <a:gd name="connsiteY2" fmla="*/ 1280346 h 1587534"/>
              <a:gd name="connsiteX3" fmla="*/ 9658420 w 9662615"/>
              <a:gd name="connsiteY3" fmla="*/ 1280106 h 1587534"/>
              <a:gd name="connsiteX4" fmla="*/ 9469546 w 9662615"/>
              <a:gd name="connsiteY4" fmla="*/ 1289837 h 1587534"/>
              <a:gd name="connsiteX5" fmla="*/ 9385895 w 9662615"/>
              <a:gd name="connsiteY5" fmla="*/ 1269203 h 1587534"/>
              <a:gd name="connsiteX6" fmla="*/ 9144767 w 9662615"/>
              <a:gd name="connsiteY6" fmla="*/ 1264120 h 1587534"/>
              <a:gd name="connsiteX7" fmla="*/ 8837252 w 9662615"/>
              <a:gd name="connsiteY7" fmla="*/ 1350515 h 1587534"/>
              <a:gd name="connsiteX8" fmla="*/ 8705466 w 9662615"/>
              <a:gd name="connsiteY8" fmla="*/ 1342419 h 1587534"/>
              <a:gd name="connsiteX9" fmla="*/ 8652221 w 9662615"/>
              <a:gd name="connsiteY9" fmla="*/ 1326906 h 1587534"/>
              <a:gd name="connsiteX10" fmla="*/ 8632312 w 9662615"/>
              <a:gd name="connsiteY10" fmla="*/ 1326025 h 1587534"/>
              <a:gd name="connsiteX11" fmla="*/ 8591582 w 9662615"/>
              <a:gd name="connsiteY11" fmla="*/ 1341666 h 1587534"/>
              <a:gd name="connsiteX12" fmla="*/ 8537336 w 9662615"/>
              <a:gd name="connsiteY12" fmla="*/ 1341684 h 1587534"/>
              <a:gd name="connsiteX13" fmla="*/ 8472508 w 9662615"/>
              <a:gd name="connsiteY13" fmla="*/ 1363109 h 1587534"/>
              <a:gd name="connsiteX14" fmla="*/ 8258477 w 9662615"/>
              <a:gd name="connsiteY14" fmla="*/ 1370666 h 1587534"/>
              <a:gd name="connsiteX15" fmla="*/ 8197961 w 9662615"/>
              <a:gd name="connsiteY15" fmla="*/ 1392804 h 1587534"/>
              <a:gd name="connsiteX16" fmla="*/ 8171196 w 9662615"/>
              <a:gd name="connsiteY16" fmla="*/ 1397216 h 1587534"/>
              <a:gd name="connsiteX17" fmla="*/ 8127667 w 9662615"/>
              <a:gd name="connsiteY17" fmla="*/ 1418254 h 1587534"/>
              <a:gd name="connsiteX18" fmla="*/ 7974579 w 9662615"/>
              <a:gd name="connsiteY18" fmla="*/ 1383439 h 1587534"/>
              <a:gd name="connsiteX19" fmla="*/ 7768351 w 9662615"/>
              <a:gd name="connsiteY19" fmla="*/ 1395051 h 1587534"/>
              <a:gd name="connsiteX20" fmla="*/ 7635985 w 9662615"/>
              <a:gd name="connsiteY20" fmla="*/ 1386363 h 1587534"/>
              <a:gd name="connsiteX21" fmla="*/ 7466069 w 9662615"/>
              <a:gd name="connsiteY21" fmla="*/ 1377654 h 1587534"/>
              <a:gd name="connsiteX22" fmla="*/ 7355642 w 9662615"/>
              <a:gd name="connsiteY22" fmla="*/ 1407761 h 1587534"/>
              <a:gd name="connsiteX23" fmla="*/ 7151610 w 9662615"/>
              <a:gd name="connsiteY23" fmla="*/ 1397856 h 1587534"/>
              <a:gd name="connsiteX24" fmla="*/ 7082147 w 9662615"/>
              <a:gd name="connsiteY24" fmla="*/ 1406113 h 1587534"/>
              <a:gd name="connsiteX25" fmla="*/ 7014958 w 9662615"/>
              <a:gd name="connsiteY25" fmla="*/ 1396883 h 1587534"/>
              <a:gd name="connsiteX26" fmla="*/ 6907567 w 9662615"/>
              <a:gd name="connsiteY26" fmla="*/ 1419149 h 1587534"/>
              <a:gd name="connsiteX27" fmla="*/ 6748428 w 9662615"/>
              <a:gd name="connsiteY27" fmla="*/ 1420308 h 1587534"/>
              <a:gd name="connsiteX28" fmla="*/ 6654257 w 9662615"/>
              <a:gd name="connsiteY28" fmla="*/ 1424143 h 1587534"/>
              <a:gd name="connsiteX29" fmla="*/ 6620123 w 9662615"/>
              <a:gd name="connsiteY29" fmla="*/ 1430535 h 1587534"/>
              <a:gd name="connsiteX30" fmla="*/ 6571355 w 9662615"/>
              <a:gd name="connsiteY30" fmla="*/ 1436144 h 1587534"/>
              <a:gd name="connsiteX31" fmla="*/ 6486557 w 9662615"/>
              <a:gd name="connsiteY31" fmla="*/ 1449861 h 1587534"/>
              <a:gd name="connsiteX32" fmla="*/ 6370419 w 9662615"/>
              <a:gd name="connsiteY32" fmla="*/ 1461649 h 1587534"/>
              <a:gd name="connsiteX33" fmla="*/ 6278839 w 9662615"/>
              <a:gd name="connsiteY33" fmla="*/ 1449160 h 1587534"/>
              <a:gd name="connsiteX34" fmla="*/ 6272455 w 9662615"/>
              <a:gd name="connsiteY34" fmla="*/ 1453191 h 1587534"/>
              <a:gd name="connsiteX35" fmla="*/ 6212659 w 9662615"/>
              <a:gd name="connsiteY35" fmla="*/ 1454850 h 1587534"/>
              <a:gd name="connsiteX36" fmla="*/ 6069317 w 9662615"/>
              <a:gd name="connsiteY36" fmla="*/ 1445838 h 1587534"/>
              <a:gd name="connsiteX37" fmla="*/ 5878477 w 9662615"/>
              <a:gd name="connsiteY37" fmla="*/ 1439180 h 1587534"/>
              <a:gd name="connsiteX38" fmla="*/ 5838387 w 9662615"/>
              <a:gd name="connsiteY38" fmla="*/ 1444679 h 1587534"/>
              <a:gd name="connsiteX39" fmla="*/ 5771136 w 9662615"/>
              <a:gd name="connsiteY39" fmla="*/ 1453639 h 1587534"/>
              <a:gd name="connsiteX40" fmla="*/ 5724081 w 9662615"/>
              <a:gd name="connsiteY40" fmla="*/ 1470431 h 1587534"/>
              <a:gd name="connsiteX41" fmla="*/ 5666577 w 9662615"/>
              <a:gd name="connsiteY41" fmla="*/ 1473921 h 1587534"/>
              <a:gd name="connsiteX42" fmla="*/ 5649068 w 9662615"/>
              <a:gd name="connsiteY42" fmla="*/ 1461676 h 1587534"/>
              <a:gd name="connsiteX43" fmla="*/ 5588902 w 9662615"/>
              <a:gd name="connsiteY43" fmla="*/ 1469647 h 1587534"/>
              <a:gd name="connsiteX44" fmla="*/ 5498090 w 9662615"/>
              <a:gd name="connsiteY44" fmla="*/ 1483173 h 1587534"/>
              <a:gd name="connsiteX45" fmla="*/ 5444641 w 9662615"/>
              <a:gd name="connsiteY45" fmla="*/ 1487602 h 1587534"/>
              <a:gd name="connsiteX46" fmla="*/ 5299812 w 9662615"/>
              <a:gd name="connsiteY46" fmla="*/ 1503362 h 1587534"/>
              <a:gd name="connsiteX47" fmla="*/ 5213947 w 9662615"/>
              <a:gd name="connsiteY47" fmla="*/ 1516637 h 1587534"/>
              <a:gd name="connsiteX48" fmla="*/ 5090342 w 9662615"/>
              <a:gd name="connsiteY48" fmla="*/ 1546680 h 1587534"/>
              <a:gd name="connsiteX49" fmla="*/ 5082104 w 9662615"/>
              <a:gd name="connsiteY49" fmla="*/ 1547781 h 1587534"/>
              <a:gd name="connsiteX50" fmla="*/ 5059484 w 9662615"/>
              <a:gd name="connsiteY50" fmla="*/ 1546802 h 1587534"/>
              <a:gd name="connsiteX51" fmla="*/ 5050958 w 9662615"/>
              <a:gd name="connsiteY51" fmla="*/ 1545776 h 1587534"/>
              <a:gd name="connsiteX52" fmla="*/ 5038524 w 9662615"/>
              <a:gd name="connsiteY52" fmla="*/ 1545675 h 1587534"/>
              <a:gd name="connsiteX53" fmla="*/ 5038223 w 9662615"/>
              <a:gd name="connsiteY53" fmla="*/ 1545881 h 1587534"/>
              <a:gd name="connsiteX54" fmla="*/ 5026564 w 9662615"/>
              <a:gd name="connsiteY54" fmla="*/ 1545376 h 1587534"/>
              <a:gd name="connsiteX55" fmla="*/ 4969433 w 9662615"/>
              <a:gd name="connsiteY55" fmla="*/ 1540263 h 1587534"/>
              <a:gd name="connsiteX56" fmla="*/ 4894799 w 9662615"/>
              <a:gd name="connsiteY56" fmla="*/ 1559476 h 1587534"/>
              <a:gd name="connsiteX57" fmla="*/ 4863775 w 9662615"/>
              <a:gd name="connsiteY57" fmla="*/ 1562633 h 1587534"/>
              <a:gd name="connsiteX58" fmla="*/ 4847242 w 9662615"/>
              <a:gd name="connsiteY58" fmla="*/ 1565435 h 1587534"/>
              <a:gd name="connsiteX59" fmla="*/ 4830335 w 9662615"/>
              <a:gd name="connsiteY59" fmla="*/ 1587534 h 1587534"/>
              <a:gd name="connsiteX60" fmla="*/ 4791466 w 9662615"/>
              <a:gd name="connsiteY60" fmla="*/ 1561324 h 1587534"/>
              <a:gd name="connsiteX61" fmla="*/ 4784247 w 9662615"/>
              <a:gd name="connsiteY61" fmla="*/ 1562342 h 1587534"/>
              <a:gd name="connsiteX62" fmla="*/ 4748477 w 9662615"/>
              <a:gd name="connsiteY62" fmla="*/ 1556925 h 1587534"/>
              <a:gd name="connsiteX63" fmla="*/ 4730033 w 9662615"/>
              <a:gd name="connsiteY63" fmla="*/ 1555274 h 1587534"/>
              <a:gd name="connsiteX64" fmla="*/ 4724747 w 9662615"/>
              <a:gd name="connsiteY64" fmla="*/ 1552439 h 1587534"/>
              <a:gd name="connsiteX65" fmla="*/ 4697562 w 9662615"/>
              <a:gd name="connsiteY65" fmla="*/ 1551206 h 1587534"/>
              <a:gd name="connsiteX66" fmla="*/ 4694469 w 9662615"/>
              <a:gd name="connsiteY66" fmla="*/ 1551958 h 1587534"/>
              <a:gd name="connsiteX67" fmla="*/ 4671940 w 9662615"/>
              <a:gd name="connsiteY67" fmla="*/ 1547617 h 1587534"/>
              <a:gd name="connsiteX68" fmla="*/ 4589320 w 9662615"/>
              <a:gd name="connsiteY68" fmla="*/ 1534660 h 1587534"/>
              <a:gd name="connsiteX69" fmla="*/ 4422155 w 9662615"/>
              <a:gd name="connsiteY69" fmla="*/ 1542059 h 1587534"/>
              <a:gd name="connsiteX70" fmla="*/ 4221826 w 9662615"/>
              <a:gd name="connsiteY70" fmla="*/ 1508923 h 1587534"/>
              <a:gd name="connsiteX71" fmla="*/ 4096601 w 9662615"/>
              <a:gd name="connsiteY71" fmla="*/ 1521563 h 1587534"/>
              <a:gd name="connsiteX72" fmla="*/ 3970635 w 9662615"/>
              <a:gd name="connsiteY72" fmla="*/ 1544815 h 1587534"/>
              <a:gd name="connsiteX73" fmla="*/ 3833906 w 9662615"/>
              <a:gd name="connsiteY73" fmla="*/ 1516637 h 1587534"/>
              <a:gd name="connsiteX74" fmla="*/ 3696258 w 9662615"/>
              <a:gd name="connsiteY74" fmla="*/ 1537563 h 1587534"/>
              <a:gd name="connsiteX75" fmla="*/ 3594070 w 9662615"/>
              <a:gd name="connsiteY75" fmla="*/ 1509422 h 1587534"/>
              <a:gd name="connsiteX76" fmla="*/ 3565233 w 9662615"/>
              <a:gd name="connsiteY76" fmla="*/ 1515122 h 1587534"/>
              <a:gd name="connsiteX77" fmla="*/ 3560267 w 9662615"/>
              <a:gd name="connsiteY77" fmla="*/ 1516288 h 1587534"/>
              <a:gd name="connsiteX78" fmla="*/ 3540258 w 9662615"/>
              <a:gd name="connsiteY78" fmla="*/ 1516976 h 1587534"/>
              <a:gd name="connsiteX79" fmla="*/ 3534780 w 9662615"/>
              <a:gd name="connsiteY79" fmla="*/ 1522141 h 1587534"/>
              <a:gd name="connsiteX80" fmla="*/ 3504783 w 9662615"/>
              <a:gd name="connsiteY80" fmla="*/ 1526739 h 1587534"/>
              <a:gd name="connsiteX81" fmla="*/ 3430805 w 9662615"/>
              <a:gd name="connsiteY81" fmla="*/ 1542521 h 1587534"/>
              <a:gd name="connsiteX82" fmla="*/ 3292707 w 9662615"/>
              <a:gd name="connsiteY82" fmla="*/ 1520490 h 1587534"/>
              <a:gd name="connsiteX83" fmla="*/ 3187872 w 9662615"/>
              <a:gd name="connsiteY83" fmla="*/ 1519991 h 1587534"/>
              <a:gd name="connsiteX84" fmla="*/ 3148026 w 9662615"/>
              <a:gd name="connsiteY84" fmla="*/ 1524777 h 1587534"/>
              <a:gd name="connsiteX85" fmla="*/ 3092394 w 9662615"/>
              <a:gd name="connsiteY85" fmla="*/ 1528115 h 1587534"/>
              <a:gd name="connsiteX86" fmla="*/ 2994200 w 9662615"/>
              <a:gd name="connsiteY86" fmla="*/ 1537857 h 1587534"/>
              <a:gd name="connsiteX87" fmla="*/ 2862301 w 9662615"/>
              <a:gd name="connsiteY87" fmla="*/ 1544250 h 1587534"/>
              <a:gd name="connsiteX88" fmla="*/ 2766335 w 9662615"/>
              <a:gd name="connsiteY88" fmla="*/ 1527662 h 1587534"/>
              <a:gd name="connsiteX89" fmla="*/ 2757836 w 9662615"/>
              <a:gd name="connsiteY89" fmla="*/ 1531371 h 1587534"/>
              <a:gd name="connsiteX90" fmla="*/ 2691555 w 9662615"/>
              <a:gd name="connsiteY90" fmla="*/ 1530283 h 1587534"/>
              <a:gd name="connsiteX91" fmla="*/ 2491676 w 9662615"/>
              <a:gd name="connsiteY91" fmla="*/ 1500859 h 1587534"/>
              <a:gd name="connsiteX92" fmla="*/ 2378036 w 9662615"/>
              <a:gd name="connsiteY92" fmla="*/ 1520645 h 1587534"/>
              <a:gd name="connsiteX93" fmla="*/ 2284269 w 9662615"/>
              <a:gd name="connsiteY93" fmla="*/ 1503068 h 1587534"/>
              <a:gd name="connsiteX94" fmla="*/ 2207104 w 9662615"/>
              <a:gd name="connsiteY94" fmla="*/ 1508888 h 1587534"/>
              <a:gd name="connsiteX95" fmla="*/ 2149226 w 9662615"/>
              <a:gd name="connsiteY95" fmla="*/ 1523409 h 1587534"/>
              <a:gd name="connsiteX96" fmla="*/ 2084783 w 9662615"/>
              <a:gd name="connsiteY96" fmla="*/ 1524245 h 1587534"/>
              <a:gd name="connsiteX97" fmla="*/ 2070075 w 9662615"/>
              <a:gd name="connsiteY97" fmla="*/ 1511285 h 1587534"/>
              <a:gd name="connsiteX98" fmla="*/ 2001057 w 9662615"/>
              <a:gd name="connsiteY98" fmla="*/ 1516449 h 1587534"/>
              <a:gd name="connsiteX99" fmla="*/ 1896330 w 9662615"/>
              <a:gd name="connsiteY99" fmla="*/ 1525725 h 1587534"/>
              <a:gd name="connsiteX100" fmla="*/ 1835994 w 9662615"/>
              <a:gd name="connsiteY100" fmla="*/ 1527678 h 1587534"/>
              <a:gd name="connsiteX101" fmla="*/ 1671119 w 9662615"/>
              <a:gd name="connsiteY101" fmla="*/ 1536701 h 1587534"/>
              <a:gd name="connsiteX102" fmla="*/ 1601337 w 9662615"/>
              <a:gd name="connsiteY102" fmla="*/ 1548552 h 1587534"/>
              <a:gd name="connsiteX103" fmla="*/ 1407755 w 9662615"/>
              <a:gd name="connsiteY103" fmla="*/ 1571444 h 1587534"/>
              <a:gd name="connsiteX104" fmla="*/ 1271994 w 9662615"/>
              <a:gd name="connsiteY104" fmla="*/ 1579471 h 1587534"/>
              <a:gd name="connsiteX105" fmla="*/ 1249226 w 9662615"/>
              <a:gd name="connsiteY105" fmla="*/ 1583140 h 1587534"/>
              <a:gd name="connsiteX106" fmla="*/ 1217719 w 9662615"/>
              <a:gd name="connsiteY106" fmla="*/ 1580863 h 1587534"/>
              <a:gd name="connsiteX107" fmla="*/ 1091432 w 9662615"/>
              <a:gd name="connsiteY107" fmla="*/ 1571003 h 1587534"/>
              <a:gd name="connsiteX108" fmla="*/ 992039 w 9662615"/>
              <a:gd name="connsiteY108" fmla="*/ 1556662 h 1587534"/>
              <a:gd name="connsiteX109" fmla="*/ 868264 w 9662615"/>
              <a:gd name="connsiteY109" fmla="*/ 1566392 h 1587534"/>
              <a:gd name="connsiteX110" fmla="*/ 792765 w 9662615"/>
              <a:gd name="connsiteY110" fmla="*/ 1563102 h 1587534"/>
              <a:gd name="connsiteX111" fmla="*/ 669055 w 9662615"/>
              <a:gd name="connsiteY111" fmla="*/ 1543638 h 1587534"/>
              <a:gd name="connsiteX112" fmla="*/ 506152 w 9662615"/>
              <a:gd name="connsiteY112" fmla="*/ 1549124 h 1587534"/>
              <a:gd name="connsiteX113" fmla="*/ 472797 w 9662615"/>
              <a:gd name="connsiteY113" fmla="*/ 1568904 h 1587534"/>
              <a:gd name="connsiteX114" fmla="*/ 427864 w 9662615"/>
              <a:gd name="connsiteY114" fmla="*/ 1580848 h 1587534"/>
              <a:gd name="connsiteX115" fmla="*/ 408381 w 9662615"/>
              <a:gd name="connsiteY115" fmla="*/ 1552940 h 1587534"/>
              <a:gd name="connsiteX116" fmla="*/ 267163 w 9662615"/>
              <a:gd name="connsiteY116" fmla="*/ 1531913 h 1587534"/>
              <a:gd name="connsiteX117" fmla="*/ 196644 w 9662615"/>
              <a:gd name="connsiteY117" fmla="*/ 1524565 h 1587534"/>
              <a:gd name="connsiteX118" fmla="*/ 86819 w 9662615"/>
              <a:gd name="connsiteY118" fmla="*/ 1519517 h 1587534"/>
              <a:gd name="connsiteX119" fmla="*/ 53369 w 9662615"/>
              <a:gd name="connsiteY119" fmla="*/ 1516853 h 1587534"/>
              <a:gd name="connsiteX120" fmla="*/ 2359 w 9662615"/>
              <a:gd name="connsiteY120" fmla="*/ 1515247 h 1587534"/>
              <a:gd name="connsiteX121" fmla="*/ 0 w 9662615"/>
              <a:gd name="connsiteY121" fmla="*/ 1514932 h 1587534"/>
              <a:gd name="connsiteX122" fmla="*/ 0 w 9662615"/>
              <a:gd name="connsiteY122" fmla="*/ 0 h 1587534"/>
              <a:gd name="connsiteX0" fmla="*/ 0 w 9662615"/>
              <a:gd name="connsiteY0" fmla="*/ 0 h 1587534"/>
              <a:gd name="connsiteX1" fmla="*/ 9662615 w 9662615"/>
              <a:gd name="connsiteY1" fmla="*/ 0 h 1587534"/>
              <a:gd name="connsiteX2" fmla="*/ 9662615 w 9662615"/>
              <a:gd name="connsiteY2" fmla="*/ 1280346 h 1587534"/>
              <a:gd name="connsiteX3" fmla="*/ 9658420 w 9662615"/>
              <a:gd name="connsiteY3" fmla="*/ 1280106 h 1587534"/>
              <a:gd name="connsiteX4" fmla="*/ 9469546 w 9662615"/>
              <a:gd name="connsiteY4" fmla="*/ 1289837 h 1587534"/>
              <a:gd name="connsiteX5" fmla="*/ 9385895 w 9662615"/>
              <a:gd name="connsiteY5" fmla="*/ 1269203 h 1587534"/>
              <a:gd name="connsiteX6" fmla="*/ 9144767 w 9662615"/>
              <a:gd name="connsiteY6" fmla="*/ 1264120 h 1587534"/>
              <a:gd name="connsiteX7" fmla="*/ 8837252 w 9662615"/>
              <a:gd name="connsiteY7" fmla="*/ 1350515 h 1587534"/>
              <a:gd name="connsiteX8" fmla="*/ 8705466 w 9662615"/>
              <a:gd name="connsiteY8" fmla="*/ 1342419 h 1587534"/>
              <a:gd name="connsiteX9" fmla="*/ 8652221 w 9662615"/>
              <a:gd name="connsiteY9" fmla="*/ 1326906 h 1587534"/>
              <a:gd name="connsiteX10" fmla="*/ 8632312 w 9662615"/>
              <a:gd name="connsiteY10" fmla="*/ 1326025 h 1587534"/>
              <a:gd name="connsiteX11" fmla="*/ 8591582 w 9662615"/>
              <a:gd name="connsiteY11" fmla="*/ 1341666 h 1587534"/>
              <a:gd name="connsiteX12" fmla="*/ 8537336 w 9662615"/>
              <a:gd name="connsiteY12" fmla="*/ 1341684 h 1587534"/>
              <a:gd name="connsiteX13" fmla="*/ 8472508 w 9662615"/>
              <a:gd name="connsiteY13" fmla="*/ 1363109 h 1587534"/>
              <a:gd name="connsiteX14" fmla="*/ 8258477 w 9662615"/>
              <a:gd name="connsiteY14" fmla="*/ 1370666 h 1587534"/>
              <a:gd name="connsiteX15" fmla="*/ 8197961 w 9662615"/>
              <a:gd name="connsiteY15" fmla="*/ 1392804 h 1587534"/>
              <a:gd name="connsiteX16" fmla="*/ 8171196 w 9662615"/>
              <a:gd name="connsiteY16" fmla="*/ 1397216 h 1587534"/>
              <a:gd name="connsiteX17" fmla="*/ 8127667 w 9662615"/>
              <a:gd name="connsiteY17" fmla="*/ 1418254 h 1587534"/>
              <a:gd name="connsiteX18" fmla="*/ 7974579 w 9662615"/>
              <a:gd name="connsiteY18" fmla="*/ 1383439 h 1587534"/>
              <a:gd name="connsiteX19" fmla="*/ 7768351 w 9662615"/>
              <a:gd name="connsiteY19" fmla="*/ 1395051 h 1587534"/>
              <a:gd name="connsiteX20" fmla="*/ 7635985 w 9662615"/>
              <a:gd name="connsiteY20" fmla="*/ 1386363 h 1587534"/>
              <a:gd name="connsiteX21" fmla="*/ 7466069 w 9662615"/>
              <a:gd name="connsiteY21" fmla="*/ 1377654 h 1587534"/>
              <a:gd name="connsiteX22" fmla="*/ 7355642 w 9662615"/>
              <a:gd name="connsiteY22" fmla="*/ 1407761 h 1587534"/>
              <a:gd name="connsiteX23" fmla="*/ 7151610 w 9662615"/>
              <a:gd name="connsiteY23" fmla="*/ 1397856 h 1587534"/>
              <a:gd name="connsiteX24" fmla="*/ 7082147 w 9662615"/>
              <a:gd name="connsiteY24" fmla="*/ 1406113 h 1587534"/>
              <a:gd name="connsiteX25" fmla="*/ 7014958 w 9662615"/>
              <a:gd name="connsiteY25" fmla="*/ 1396883 h 1587534"/>
              <a:gd name="connsiteX26" fmla="*/ 6907567 w 9662615"/>
              <a:gd name="connsiteY26" fmla="*/ 1419149 h 1587534"/>
              <a:gd name="connsiteX27" fmla="*/ 6748428 w 9662615"/>
              <a:gd name="connsiteY27" fmla="*/ 1420308 h 1587534"/>
              <a:gd name="connsiteX28" fmla="*/ 6654257 w 9662615"/>
              <a:gd name="connsiteY28" fmla="*/ 1424143 h 1587534"/>
              <a:gd name="connsiteX29" fmla="*/ 6620123 w 9662615"/>
              <a:gd name="connsiteY29" fmla="*/ 1430535 h 1587534"/>
              <a:gd name="connsiteX30" fmla="*/ 6571355 w 9662615"/>
              <a:gd name="connsiteY30" fmla="*/ 1436144 h 1587534"/>
              <a:gd name="connsiteX31" fmla="*/ 6486557 w 9662615"/>
              <a:gd name="connsiteY31" fmla="*/ 1449861 h 1587534"/>
              <a:gd name="connsiteX32" fmla="*/ 6370419 w 9662615"/>
              <a:gd name="connsiteY32" fmla="*/ 1461649 h 1587534"/>
              <a:gd name="connsiteX33" fmla="*/ 6278839 w 9662615"/>
              <a:gd name="connsiteY33" fmla="*/ 1449160 h 1587534"/>
              <a:gd name="connsiteX34" fmla="*/ 6272455 w 9662615"/>
              <a:gd name="connsiteY34" fmla="*/ 1453191 h 1587534"/>
              <a:gd name="connsiteX35" fmla="*/ 6212659 w 9662615"/>
              <a:gd name="connsiteY35" fmla="*/ 1454850 h 1587534"/>
              <a:gd name="connsiteX36" fmla="*/ 6069317 w 9662615"/>
              <a:gd name="connsiteY36" fmla="*/ 1445838 h 1587534"/>
              <a:gd name="connsiteX37" fmla="*/ 5878477 w 9662615"/>
              <a:gd name="connsiteY37" fmla="*/ 1439180 h 1587534"/>
              <a:gd name="connsiteX38" fmla="*/ 5838387 w 9662615"/>
              <a:gd name="connsiteY38" fmla="*/ 1444679 h 1587534"/>
              <a:gd name="connsiteX39" fmla="*/ 5771136 w 9662615"/>
              <a:gd name="connsiteY39" fmla="*/ 1453639 h 1587534"/>
              <a:gd name="connsiteX40" fmla="*/ 5724081 w 9662615"/>
              <a:gd name="connsiteY40" fmla="*/ 1470431 h 1587534"/>
              <a:gd name="connsiteX41" fmla="*/ 5666577 w 9662615"/>
              <a:gd name="connsiteY41" fmla="*/ 1473921 h 1587534"/>
              <a:gd name="connsiteX42" fmla="*/ 5649068 w 9662615"/>
              <a:gd name="connsiteY42" fmla="*/ 1461676 h 1587534"/>
              <a:gd name="connsiteX43" fmla="*/ 5588902 w 9662615"/>
              <a:gd name="connsiteY43" fmla="*/ 1469647 h 1587534"/>
              <a:gd name="connsiteX44" fmla="*/ 5498090 w 9662615"/>
              <a:gd name="connsiteY44" fmla="*/ 1483173 h 1587534"/>
              <a:gd name="connsiteX45" fmla="*/ 5444641 w 9662615"/>
              <a:gd name="connsiteY45" fmla="*/ 1487602 h 1587534"/>
              <a:gd name="connsiteX46" fmla="*/ 5299812 w 9662615"/>
              <a:gd name="connsiteY46" fmla="*/ 1503362 h 1587534"/>
              <a:gd name="connsiteX47" fmla="*/ 5213947 w 9662615"/>
              <a:gd name="connsiteY47" fmla="*/ 1516637 h 1587534"/>
              <a:gd name="connsiteX48" fmla="*/ 5090342 w 9662615"/>
              <a:gd name="connsiteY48" fmla="*/ 1546680 h 1587534"/>
              <a:gd name="connsiteX49" fmla="*/ 5082104 w 9662615"/>
              <a:gd name="connsiteY49" fmla="*/ 1547781 h 1587534"/>
              <a:gd name="connsiteX50" fmla="*/ 5059484 w 9662615"/>
              <a:gd name="connsiteY50" fmla="*/ 1546802 h 1587534"/>
              <a:gd name="connsiteX51" fmla="*/ 5050958 w 9662615"/>
              <a:gd name="connsiteY51" fmla="*/ 1545776 h 1587534"/>
              <a:gd name="connsiteX52" fmla="*/ 5038524 w 9662615"/>
              <a:gd name="connsiteY52" fmla="*/ 1545675 h 1587534"/>
              <a:gd name="connsiteX53" fmla="*/ 5038223 w 9662615"/>
              <a:gd name="connsiteY53" fmla="*/ 1545881 h 1587534"/>
              <a:gd name="connsiteX54" fmla="*/ 5026564 w 9662615"/>
              <a:gd name="connsiteY54" fmla="*/ 1545376 h 1587534"/>
              <a:gd name="connsiteX55" fmla="*/ 4969433 w 9662615"/>
              <a:gd name="connsiteY55" fmla="*/ 1540263 h 1587534"/>
              <a:gd name="connsiteX56" fmla="*/ 4894799 w 9662615"/>
              <a:gd name="connsiteY56" fmla="*/ 1559476 h 1587534"/>
              <a:gd name="connsiteX57" fmla="*/ 4863775 w 9662615"/>
              <a:gd name="connsiteY57" fmla="*/ 1562633 h 1587534"/>
              <a:gd name="connsiteX58" fmla="*/ 4847242 w 9662615"/>
              <a:gd name="connsiteY58" fmla="*/ 1565435 h 1587534"/>
              <a:gd name="connsiteX59" fmla="*/ 4830335 w 9662615"/>
              <a:gd name="connsiteY59" fmla="*/ 1587534 h 1587534"/>
              <a:gd name="connsiteX60" fmla="*/ 4791466 w 9662615"/>
              <a:gd name="connsiteY60" fmla="*/ 1561324 h 1587534"/>
              <a:gd name="connsiteX61" fmla="*/ 4784247 w 9662615"/>
              <a:gd name="connsiteY61" fmla="*/ 1562342 h 1587534"/>
              <a:gd name="connsiteX62" fmla="*/ 4748477 w 9662615"/>
              <a:gd name="connsiteY62" fmla="*/ 1556925 h 1587534"/>
              <a:gd name="connsiteX63" fmla="*/ 4730033 w 9662615"/>
              <a:gd name="connsiteY63" fmla="*/ 1555274 h 1587534"/>
              <a:gd name="connsiteX64" fmla="*/ 4724747 w 9662615"/>
              <a:gd name="connsiteY64" fmla="*/ 1552439 h 1587534"/>
              <a:gd name="connsiteX65" fmla="*/ 4697562 w 9662615"/>
              <a:gd name="connsiteY65" fmla="*/ 1551206 h 1587534"/>
              <a:gd name="connsiteX66" fmla="*/ 4694469 w 9662615"/>
              <a:gd name="connsiteY66" fmla="*/ 1551958 h 1587534"/>
              <a:gd name="connsiteX67" fmla="*/ 4671940 w 9662615"/>
              <a:gd name="connsiteY67" fmla="*/ 1547617 h 1587534"/>
              <a:gd name="connsiteX68" fmla="*/ 4541612 w 9662615"/>
              <a:gd name="connsiteY68" fmla="*/ 1545262 h 1587534"/>
              <a:gd name="connsiteX69" fmla="*/ 4422155 w 9662615"/>
              <a:gd name="connsiteY69" fmla="*/ 1542059 h 1587534"/>
              <a:gd name="connsiteX70" fmla="*/ 4221826 w 9662615"/>
              <a:gd name="connsiteY70" fmla="*/ 1508923 h 1587534"/>
              <a:gd name="connsiteX71" fmla="*/ 4096601 w 9662615"/>
              <a:gd name="connsiteY71" fmla="*/ 1521563 h 1587534"/>
              <a:gd name="connsiteX72" fmla="*/ 3970635 w 9662615"/>
              <a:gd name="connsiteY72" fmla="*/ 1544815 h 1587534"/>
              <a:gd name="connsiteX73" fmla="*/ 3833906 w 9662615"/>
              <a:gd name="connsiteY73" fmla="*/ 1516637 h 1587534"/>
              <a:gd name="connsiteX74" fmla="*/ 3696258 w 9662615"/>
              <a:gd name="connsiteY74" fmla="*/ 1537563 h 1587534"/>
              <a:gd name="connsiteX75" fmla="*/ 3594070 w 9662615"/>
              <a:gd name="connsiteY75" fmla="*/ 1509422 h 1587534"/>
              <a:gd name="connsiteX76" fmla="*/ 3565233 w 9662615"/>
              <a:gd name="connsiteY76" fmla="*/ 1515122 h 1587534"/>
              <a:gd name="connsiteX77" fmla="*/ 3560267 w 9662615"/>
              <a:gd name="connsiteY77" fmla="*/ 1516288 h 1587534"/>
              <a:gd name="connsiteX78" fmla="*/ 3540258 w 9662615"/>
              <a:gd name="connsiteY78" fmla="*/ 1516976 h 1587534"/>
              <a:gd name="connsiteX79" fmla="*/ 3534780 w 9662615"/>
              <a:gd name="connsiteY79" fmla="*/ 1522141 h 1587534"/>
              <a:gd name="connsiteX80" fmla="*/ 3504783 w 9662615"/>
              <a:gd name="connsiteY80" fmla="*/ 1526739 h 1587534"/>
              <a:gd name="connsiteX81" fmla="*/ 3430805 w 9662615"/>
              <a:gd name="connsiteY81" fmla="*/ 1542521 h 1587534"/>
              <a:gd name="connsiteX82" fmla="*/ 3292707 w 9662615"/>
              <a:gd name="connsiteY82" fmla="*/ 1520490 h 1587534"/>
              <a:gd name="connsiteX83" fmla="*/ 3187872 w 9662615"/>
              <a:gd name="connsiteY83" fmla="*/ 1519991 h 1587534"/>
              <a:gd name="connsiteX84" fmla="*/ 3148026 w 9662615"/>
              <a:gd name="connsiteY84" fmla="*/ 1524777 h 1587534"/>
              <a:gd name="connsiteX85" fmla="*/ 3092394 w 9662615"/>
              <a:gd name="connsiteY85" fmla="*/ 1528115 h 1587534"/>
              <a:gd name="connsiteX86" fmla="*/ 2994200 w 9662615"/>
              <a:gd name="connsiteY86" fmla="*/ 1537857 h 1587534"/>
              <a:gd name="connsiteX87" fmla="*/ 2862301 w 9662615"/>
              <a:gd name="connsiteY87" fmla="*/ 1544250 h 1587534"/>
              <a:gd name="connsiteX88" fmla="*/ 2766335 w 9662615"/>
              <a:gd name="connsiteY88" fmla="*/ 1527662 h 1587534"/>
              <a:gd name="connsiteX89" fmla="*/ 2757836 w 9662615"/>
              <a:gd name="connsiteY89" fmla="*/ 1531371 h 1587534"/>
              <a:gd name="connsiteX90" fmla="*/ 2691555 w 9662615"/>
              <a:gd name="connsiteY90" fmla="*/ 1530283 h 1587534"/>
              <a:gd name="connsiteX91" fmla="*/ 2491676 w 9662615"/>
              <a:gd name="connsiteY91" fmla="*/ 1500859 h 1587534"/>
              <a:gd name="connsiteX92" fmla="*/ 2378036 w 9662615"/>
              <a:gd name="connsiteY92" fmla="*/ 1520645 h 1587534"/>
              <a:gd name="connsiteX93" fmla="*/ 2284269 w 9662615"/>
              <a:gd name="connsiteY93" fmla="*/ 1503068 h 1587534"/>
              <a:gd name="connsiteX94" fmla="*/ 2207104 w 9662615"/>
              <a:gd name="connsiteY94" fmla="*/ 1508888 h 1587534"/>
              <a:gd name="connsiteX95" fmla="*/ 2149226 w 9662615"/>
              <a:gd name="connsiteY95" fmla="*/ 1523409 h 1587534"/>
              <a:gd name="connsiteX96" fmla="*/ 2084783 w 9662615"/>
              <a:gd name="connsiteY96" fmla="*/ 1524245 h 1587534"/>
              <a:gd name="connsiteX97" fmla="*/ 2070075 w 9662615"/>
              <a:gd name="connsiteY97" fmla="*/ 1511285 h 1587534"/>
              <a:gd name="connsiteX98" fmla="*/ 2001057 w 9662615"/>
              <a:gd name="connsiteY98" fmla="*/ 1516449 h 1587534"/>
              <a:gd name="connsiteX99" fmla="*/ 1896330 w 9662615"/>
              <a:gd name="connsiteY99" fmla="*/ 1525725 h 1587534"/>
              <a:gd name="connsiteX100" fmla="*/ 1835994 w 9662615"/>
              <a:gd name="connsiteY100" fmla="*/ 1527678 h 1587534"/>
              <a:gd name="connsiteX101" fmla="*/ 1671119 w 9662615"/>
              <a:gd name="connsiteY101" fmla="*/ 1536701 h 1587534"/>
              <a:gd name="connsiteX102" fmla="*/ 1601337 w 9662615"/>
              <a:gd name="connsiteY102" fmla="*/ 1548552 h 1587534"/>
              <a:gd name="connsiteX103" fmla="*/ 1407755 w 9662615"/>
              <a:gd name="connsiteY103" fmla="*/ 1571444 h 1587534"/>
              <a:gd name="connsiteX104" fmla="*/ 1271994 w 9662615"/>
              <a:gd name="connsiteY104" fmla="*/ 1579471 h 1587534"/>
              <a:gd name="connsiteX105" fmla="*/ 1249226 w 9662615"/>
              <a:gd name="connsiteY105" fmla="*/ 1583140 h 1587534"/>
              <a:gd name="connsiteX106" fmla="*/ 1217719 w 9662615"/>
              <a:gd name="connsiteY106" fmla="*/ 1580863 h 1587534"/>
              <a:gd name="connsiteX107" fmla="*/ 1091432 w 9662615"/>
              <a:gd name="connsiteY107" fmla="*/ 1571003 h 1587534"/>
              <a:gd name="connsiteX108" fmla="*/ 992039 w 9662615"/>
              <a:gd name="connsiteY108" fmla="*/ 1556662 h 1587534"/>
              <a:gd name="connsiteX109" fmla="*/ 868264 w 9662615"/>
              <a:gd name="connsiteY109" fmla="*/ 1566392 h 1587534"/>
              <a:gd name="connsiteX110" fmla="*/ 792765 w 9662615"/>
              <a:gd name="connsiteY110" fmla="*/ 1563102 h 1587534"/>
              <a:gd name="connsiteX111" fmla="*/ 669055 w 9662615"/>
              <a:gd name="connsiteY111" fmla="*/ 1543638 h 1587534"/>
              <a:gd name="connsiteX112" fmla="*/ 506152 w 9662615"/>
              <a:gd name="connsiteY112" fmla="*/ 1549124 h 1587534"/>
              <a:gd name="connsiteX113" fmla="*/ 472797 w 9662615"/>
              <a:gd name="connsiteY113" fmla="*/ 1568904 h 1587534"/>
              <a:gd name="connsiteX114" fmla="*/ 427864 w 9662615"/>
              <a:gd name="connsiteY114" fmla="*/ 1580848 h 1587534"/>
              <a:gd name="connsiteX115" fmla="*/ 408381 w 9662615"/>
              <a:gd name="connsiteY115" fmla="*/ 1552940 h 1587534"/>
              <a:gd name="connsiteX116" fmla="*/ 267163 w 9662615"/>
              <a:gd name="connsiteY116" fmla="*/ 1531913 h 1587534"/>
              <a:gd name="connsiteX117" fmla="*/ 196644 w 9662615"/>
              <a:gd name="connsiteY117" fmla="*/ 1524565 h 1587534"/>
              <a:gd name="connsiteX118" fmla="*/ 86819 w 9662615"/>
              <a:gd name="connsiteY118" fmla="*/ 1519517 h 1587534"/>
              <a:gd name="connsiteX119" fmla="*/ 53369 w 9662615"/>
              <a:gd name="connsiteY119" fmla="*/ 1516853 h 1587534"/>
              <a:gd name="connsiteX120" fmla="*/ 2359 w 9662615"/>
              <a:gd name="connsiteY120" fmla="*/ 1515247 h 1587534"/>
              <a:gd name="connsiteX121" fmla="*/ 0 w 9662615"/>
              <a:gd name="connsiteY121" fmla="*/ 1514932 h 1587534"/>
              <a:gd name="connsiteX122" fmla="*/ 0 w 9662615"/>
              <a:gd name="connsiteY122" fmla="*/ 0 h 1587534"/>
              <a:gd name="connsiteX0" fmla="*/ 0 w 9662615"/>
              <a:gd name="connsiteY0" fmla="*/ 0 h 1587534"/>
              <a:gd name="connsiteX1" fmla="*/ 9662615 w 9662615"/>
              <a:gd name="connsiteY1" fmla="*/ 0 h 1587534"/>
              <a:gd name="connsiteX2" fmla="*/ 9662615 w 9662615"/>
              <a:gd name="connsiteY2" fmla="*/ 1280346 h 1587534"/>
              <a:gd name="connsiteX3" fmla="*/ 9658420 w 9662615"/>
              <a:gd name="connsiteY3" fmla="*/ 1280106 h 1587534"/>
              <a:gd name="connsiteX4" fmla="*/ 9469546 w 9662615"/>
              <a:gd name="connsiteY4" fmla="*/ 1289837 h 1587534"/>
              <a:gd name="connsiteX5" fmla="*/ 9385895 w 9662615"/>
              <a:gd name="connsiteY5" fmla="*/ 1269203 h 1587534"/>
              <a:gd name="connsiteX6" fmla="*/ 9144767 w 9662615"/>
              <a:gd name="connsiteY6" fmla="*/ 1264120 h 1587534"/>
              <a:gd name="connsiteX7" fmla="*/ 8837252 w 9662615"/>
              <a:gd name="connsiteY7" fmla="*/ 1350515 h 1587534"/>
              <a:gd name="connsiteX8" fmla="*/ 8705466 w 9662615"/>
              <a:gd name="connsiteY8" fmla="*/ 1342419 h 1587534"/>
              <a:gd name="connsiteX9" fmla="*/ 8652221 w 9662615"/>
              <a:gd name="connsiteY9" fmla="*/ 1326906 h 1587534"/>
              <a:gd name="connsiteX10" fmla="*/ 8632312 w 9662615"/>
              <a:gd name="connsiteY10" fmla="*/ 1326025 h 1587534"/>
              <a:gd name="connsiteX11" fmla="*/ 8591582 w 9662615"/>
              <a:gd name="connsiteY11" fmla="*/ 1341666 h 1587534"/>
              <a:gd name="connsiteX12" fmla="*/ 8537336 w 9662615"/>
              <a:gd name="connsiteY12" fmla="*/ 1341684 h 1587534"/>
              <a:gd name="connsiteX13" fmla="*/ 8472508 w 9662615"/>
              <a:gd name="connsiteY13" fmla="*/ 1363109 h 1587534"/>
              <a:gd name="connsiteX14" fmla="*/ 8258477 w 9662615"/>
              <a:gd name="connsiteY14" fmla="*/ 1370666 h 1587534"/>
              <a:gd name="connsiteX15" fmla="*/ 8197961 w 9662615"/>
              <a:gd name="connsiteY15" fmla="*/ 1392804 h 1587534"/>
              <a:gd name="connsiteX16" fmla="*/ 8171196 w 9662615"/>
              <a:gd name="connsiteY16" fmla="*/ 1397216 h 1587534"/>
              <a:gd name="connsiteX17" fmla="*/ 8127667 w 9662615"/>
              <a:gd name="connsiteY17" fmla="*/ 1418254 h 1587534"/>
              <a:gd name="connsiteX18" fmla="*/ 7974579 w 9662615"/>
              <a:gd name="connsiteY18" fmla="*/ 1383439 h 1587534"/>
              <a:gd name="connsiteX19" fmla="*/ 7768351 w 9662615"/>
              <a:gd name="connsiteY19" fmla="*/ 1395051 h 1587534"/>
              <a:gd name="connsiteX20" fmla="*/ 7635985 w 9662615"/>
              <a:gd name="connsiteY20" fmla="*/ 1386363 h 1587534"/>
              <a:gd name="connsiteX21" fmla="*/ 7466069 w 9662615"/>
              <a:gd name="connsiteY21" fmla="*/ 1377654 h 1587534"/>
              <a:gd name="connsiteX22" fmla="*/ 7355642 w 9662615"/>
              <a:gd name="connsiteY22" fmla="*/ 1407761 h 1587534"/>
              <a:gd name="connsiteX23" fmla="*/ 7151610 w 9662615"/>
              <a:gd name="connsiteY23" fmla="*/ 1397856 h 1587534"/>
              <a:gd name="connsiteX24" fmla="*/ 7082147 w 9662615"/>
              <a:gd name="connsiteY24" fmla="*/ 1406113 h 1587534"/>
              <a:gd name="connsiteX25" fmla="*/ 7014958 w 9662615"/>
              <a:gd name="connsiteY25" fmla="*/ 1396883 h 1587534"/>
              <a:gd name="connsiteX26" fmla="*/ 6907567 w 9662615"/>
              <a:gd name="connsiteY26" fmla="*/ 1419149 h 1587534"/>
              <a:gd name="connsiteX27" fmla="*/ 6748428 w 9662615"/>
              <a:gd name="connsiteY27" fmla="*/ 1420308 h 1587534"/>
              <a:gd name="connsiteX28" fmla="*/ 6654257 w 9662615"/>
              <a:gd name="connsiteY28" fmla="*/ 1424143 h 1587534"/>
              <a:gd name="connsiteX29" fmla="*/ 6620123 w 9662615"/>
              <a:gd name="connsiteY29" fmla="*/ 1430535 h 1587534"/>
              <a:gd name="connsiteX30" fmla="*/ 6571355 w 9662615"/>
              <a:gd name="connsiteY30" fmla="*/ 1436144 h 1587534"/>
              <a:gd name="connsiteX31" fmla="*/ 6486557 w 9662615"/>
              <a:gd name="connsiteY31" fmla="*/ 1449861 h 1587534"/>
              <a:gd name="connsiteX32" fmla="*/ 6370419 w 9662615"/>
              <a:gd name="connsiteY32" fmla="*/ 1461649 h 1587534"/>
              <a:gd name="connsiteX33" fmla="*/ 6278839 w 9662615"/>
              <a:gd name="connsiteY33" fmla="*/ 1449160 h 1587534"/>
              <a:gd name="connsiteX34" fmla="*/ 6272455 w 9662615"/>
              <a:gd name="connsiteY34" fmla="*/ 1453191 h 1587534"/>
              <a:gd name="connsiteX35" fmla="*/ 6212659 w 9662615"/>
              <a:gd name="connsiteY35" fmla="*/ 1454850 h 1587534"/>
              <a:gd name="connsiteX36" fmla="*/ 6069317 w 9662615"/>
              <a:gd name="connsiteY36" fmla="*/ 1445838 h 1587534"/>
              <a:gd name="connsiteX37" fmla="*/ 5878477 w 9662615"/>
              <a:gd name="connsiteY37" fmla="*/ 1439180 h 1587534"/>
              <a:gd name="connsiteX38" fmla="*/ 5838387 w 9662615"/>
              <a:gd name="connsiteY38" fmla="*/ 1444679 h 1587534"/>
              <a:gd name="connsiteX39" fmla="*/ 5771136 w 9662615"/>
              <a:gd name="connsiteY39" fmla="*/ 1453639 h 1587534"/>
              <a:gd name="connsiteX40" fmla="*/ 5724081 w 9662615"/>
              <a:gd name="connsiteY40" fmla="*/ 1470431 h 1587534"/>
              <a:gd name="connsiteX41" fmla="*/ 5666577 w 9662615"/>
              <a:gd name="connsiteY41" fmla="*/ 1473921 h 1587534"/>
              <a:gd name="connsiteX42" fmla="*/ 5649068 w 9662615"/>
              <a:gd name="connsiteY42" fmla="*/ 1461676 h 1587534"/>
              <a:gd name="connsiteX43" fmla="*/ 5588902 w 9662615"/>
              <a:gd name="connsiteY43" fmla="*/ 1469647 h 1587534"/>
              <a:gd name="connsiteX44" fmla="*/ 5498090 w 9662615"/>
              <a:gd name="connsiteY44" fmla="*/ 1483173 h 1587534"/>
              <a:gd name="connsiteX45" fmla="*/ 5444641 w 9662615"/>
              <a:gd name="connsiteY45" fmla="*/ 1487602 h 1587534"/>
              <a:gd name="connsiteX46" fmla="*/ 5299812 w 9662615"/>
              <a:gd name="connsiteY46" fmla="*/ 1503362 h 1587534"/>
              <a:gd name="connsiteX47" fmla="*/ 5213947 w 9662615"/>
              <a:gd name="connsiteY47" fmla="*/ 1516637 h 1587534"/>
              <a:gd name="connsiteX48" fmla="*/ 5090342 w 9662615"/>
              <a:gd name="connsiteY48" fmla="*/ 1546680 h 1587534"/>
              <a:gd name="connsiteX49" fmla="*/ 5082104 w 9662615"/>
              <a:gd name="connsiteY49" fmla="*/ 1547781 h 1587534"/>
              <a:gd name="connsiteX50" fmla="*/ 5059484 w 9662615"/>
              <a:gd name="connsiteY50" fmla="*/ 1546802 h 1587534"/>
              <a:gd name="connsiteX51" fmla="*/ 5050958 w 9662615"/>
              <a:gd name="connsiteY51" fmla="*/ 1545776 h 1587534"/>
              <a:gd name="connsiteX52" fmla="*/ 5038524 w 9662615"/>
              <a:gd name="connsiteY52" fmla="*/ 1545675 h 1587534"/>
              <a:gd name="connsiteX53" fmla="*/ 5038223 w 9662615"/>
              <a:gd name="connsiteY53" fmla="*/ 1545881 h 1587534"/>
              <a:gd name="connsiteX54" fmla="*/ 5026564 w 9662615"/>
              <a:gd name="connsiteY54" fmla="*/ 1545376 h 1587534"/>
              <a:gd name="connsiteX55" fmla="*/ 4969433 w 9662615"/>
              <a:gd name="connsiteY55" fmla="*/ 1540263 h 1587534"/>
              <a:gd name="connsiteX56" fmla="*/ 4894799 w 9662615"/>
              <a:gd name="connsiteY56" fmla="*/ 1559476 h 1587534"/>
              <a:gd name="connsiteX57" fmla="*/ 4863775 w 9662615"/>
              <a:gd name="connsiteY57" fmla="*/ 1562633 h 1587534"/>
              <a:gd name="connsiteX58" fmla="*/ 4847242 w 9662615"/>
              <a:gd name="connsiteY58" fmla="*/ 1565435 h 1587534"/>
              <a:gd name="connsiteX59" fmla="*/ 4830335 w 9662615"/>
              <a:gd name="connsiteY59" fmla="*/ 1587534 h 1587534"/>
              <a:gd name="connsiteX60" fmla="*/ 4791466 w 9662615"/>
              <a:gd name="connsiteY60" fmla="*/ 1561324 h 1587534"/>
              <a:gd name="connsiteX61" fmla="*/ 4784247 w 9662615"/>
              <a:gd name="connsiteY61" fmla="*/ 1562342 h 1587534"/>
              <a:gd name="connsiteX62" fmla="*/ 4748477 w 9662615"/>
              <a:gd name="connsiteY62" fmla="*/ 1556925 h 1587534"/>
              <a:gd name="connsiteX63" fmla="*/ 4730033 w 9662615"/>
              <a:gd name="connsiteY63" fmla="*/ 1555274 h 1587534"/>
              <a:gd name="connsiteX64" fmla="*/ 4724747 w 9662615"/>
              <a:gd name="connsiteY64" fmla="*/ 1552439 h 1587534"/>
              <a:gd name="connsiteX65" fmla="*/ 4697562 w 9662615"/>
              <a:gd name="connsiteY65" fmla="*/ 1551206 h 1587534"/>
              <a:gd name="connsiteX66" fmla="*/ 4694469 w 9662615"/>
              <a:gd name="connsiteY66" fmla="*/ 1551958 h 1587534"/>
              <a:gd name="connsiteX67" fmla="*/ 4603028 w 9662615"/>
              <a:gd name="connsiteY67" fmla="*/ 1568821 h 1587534"/>
              <a:gd name="connsiteX68" fmla="*/ 4541612 w 9662615"/>
              <a:gd name="connsiteY68" fmla="*/ 1545262 h 1587534"/>
              <a:gd name="connsiteX69" fmla="*/ 4422155 w 9662615"/>
              <a:gd name="connsiteY69" fmla="*/ 1542059 h 1587534"/>
              <a:gd name="connsiteX70" fmla="*/ 4221826 w 9662615"/>
              <a:gd name="connsiteY70" fmla="*/ 1508923 h 1587534"/>
              <a:gd name="connsiteX71" fmla="*/ 4096601 w 9662615"/>
              <a:gd name="connsiteY71" fmla="*/ 1521563 h 1587534"/>
              <a:gd name="connsiteX72" fmla="*/ 3970635 w 9662615"/>
              <a:gd name="connsiteY72" fmla="*/ 1544815 h 1587534"/>
              <a:gd name="connsiteX73" fmla="*/ 3833906 w 9662615"/>
              <a:gd name="connsiteY73" fmla="*/ 1516637 h 1587534"/>
              <a:gd name="connsiteX74" fmla="*/ 3696258 w 9662615"/>
              <a:gd name="connsiteY74" fmla="*/ 1537563 h 1587534"/>
              <a:gd name="connsiteX75" fmla="*/ 3594070 w 9662615"/>
              <a:gd name="connsiteY75" fmla="*/ 1509422 h 1587534"/>
              <a:gd name="connsiteX76" fmla="*/ 3565233 w 9662615"/>
              <a:gd name="connsiteY76" fmla="*/ 1515122 h 1587534"/>
              <a:gd name="connsiteX77" fmla="*/ 3560267 w 9662615"/>
              <a:gd name="connsiteY77" fmla="*/ 1516288 h 1587534"/>
              <a:gd name="connsiteX78" fmla="*/ 3540258 w 9662615"/>
              <a:gd name="connsiteY78" fmla="*/ 1516976 h 1587534"/>
              <a:gd name="connsiteX79" fmla="*/ 3534780 w 9662615"/>
              <a:gd name="connsiteY79" fmla="*/ 1522141 h 1587534"/>
              <a:gd name="connsiteX80" fmla="*/ 3504783 w 9662615"/>
              <a:gd name="connsiteY80" fmla="*/ 1526739 h 1587534"/>
              <a:gd name="connsiteX81" fmla="*/ 3430805 w 9662615"/>
              <a:gd name="connsiteY81" fmla="*/ 1542521 h 1587534"/>
              <a:gd name="connsiteX82" fmla="*/ 3292707 w 9662615"/>
              <a:gd name="connsiteY82" fmla="*/ 1520490 h 1587534"/>
              <a:gd name="connsiteX83" fmla="*/ 3187872 w 9662615"/>
              <a:gd name="connsiteY83" fmla="*/ 1519991 h 1587534"/>
              <a:gd name="connsiteX84" fmla="*/ 3148026 w 9662615"/>
              <a:gd name="connsiteY84" fmla="*/ 1524777 h 1587534"/>
              <a:gd name="connsiteX85" fmla="*/ 3092394 w 9662615"/>
              <a:gd name="connsiteY85" fmla="*/ 1528115 h 1587534"/>
              <a:gd name="connsiteX86" fmla="*/ 2994200 w 9662615"/>
              <a:gd name="connsiteY86" fmla="*/ 1537857 h 1587534"/>
              <a:gd name="connsiteX87" fmla="*/ 2862301 w 9662615"/>
              <a:gd name="connsiteY87" fmla="*/ 1544250 h 1587534"/>
              <a:gd name="connsiteX88" fmla="*/ 2766335 w 9662615"/>
              <a:gd name="connsiteY88" fmla="*/ 1527662 h 1587534"/>
              <a:gd name="connsiteX89" fmla="*/ 2757836 w 9662615"/>
              <a:gd name="connsiteY89" fmla="*/ 1531371 h 1587534"/>
              <a:gd name="connsiteX90" fmla="*/ 2691555 w 9662615"/>
              <a:gd name="connsiteY90" fmla="*/ 1530283 h 1587534"/>
              <a:gd name="connsiteX91" fmla="*/ 2491676 w 9662615"/>
              <a:gd name="connsiteY91" fmla="*/ 1500859 h 1587534"/>
              <a:gd name="connsiteX92" fmla="*/ 2378036 w 9662615"/>
              <a:gd name="connsiteY92" fmla="*/ 1520645 h 1587534"/>
              <a:gd name="connsiteX93" fmla="*/ 2284269 w 9662615"/>
              <a:gd name="connsiteY93" fmla="*/ 1503068 h 1587534"/>
              <a:gd name="connsiteX94" fmla="*/ 2207104 w 9662615"/>
              <a:gd name="connsiteY94" fmla="*/ 1508888 h 1587534"/>
              <a:gd name="connsiteX95" fmla="*/ 2149226 w 9662615"/>
              <a:gd name="connsiteY95" fmla="*/ 1523409 h 1587534"/>
              <a:gd name="connsiteX96" fmla="*/ 2084783 w 9662615"/>
              <a:gd name="connsiteY96" fmla="*/ 1524245 h 1587534"/>
              <a:gd name="connsiteX97" fmla="*/ 2070075 w 9662615"/>
              <a:gd name="connsiteY97" fmla="*/ 1511285 h 1587534"/>
              <a:gd name="connsiteX98" fmla="*/ 2001057 w 9662615"/>
              <a:gd name="connsiteY98" fmla="*/ 1516449 h 1587534"/>
              <a:gd name="connsiteX99" fmla="*/ 1896330 w 9662615"/>
              <a:gd name="connsiteY99" fmla="*/ 1525725 h 1587534"/>
              <a:gd name="connsiteX100" fmla="*/ 1835994 w 9662615"/>
              <a:gd name="connsiteY100" fmla="*/ 1527678 h 1587534"/>
              <a:gd name="connsiteX101" fmla="*/ 1671119 w 9662615"/>
              <a:gd name="connsiteY101" fmla="*/ 1536701 h 1587534"/>
              <a:gd name="connsiteX102" fmla="*/ 1601337 w 9662615"/>
              <a:gd name="connsiteY102" fmla="*/ 1548552 h 1587534"/>
              <a:gd name="connsiteX103" fmla="*/ 1407755 w 9662615"/>
              <a:gd name="connsiteY103" fmla="*/ 1571444 h 1587534"/>
              <a:gd name="connsiteX104" fmla="*/ 1271994 w 9662615"/>
              <a:gd name="connsiteY104" fmla="*/ 1579471 h 1587534"/>
              <a:gd name="connsiteX105" fmla="*/ 1249226 w 9662615"/>
              <a:gd name="connsiteY105" fmla="*/ 1583140 h 1587534"/>
              <a:gd name="connsiteX106" fmla="*/ 1217719 w 9662615"/>
              <a:gd name="connsiteY106" fmla="*/ 1580863 h 1587534"/>
              <a:gd name="connsiteX107" fmla="*/ 1091432 w 9662615"/>
              <a:gd name="connsiteY107" fmla="*/ 1571003 h 1587534"/>
              <a:gd name="connsiteX108" fmla="*/ 992039 w 9662615"/>
              <a:gd name="connsiteY108" fmla="*/ 1556662 h 1587534"/>
              <a:gd name="connsiteX109" fmla="*/ 868264 w 9662615"/>
              <a:gd name="connsiteY109" fmla="*/ 1566392 h 1587534"/>
              <a:gd name="connsiteX110" fmla="*/ 792765 w 9662615"/>
              <a:gd name="connsiteY110" fmla="*/ 1563102 h 1587534"/>
              <a:gd name="connsiteX111" fmla="*/ 669055 w 9662615"/>
              <a:gd name="connsiteY111" fmla="*/ 1543638 h 1587534"/>
              <a:gd name="connsiteX112" fmla="*/ 506152 w 9662615"/>
              <a:gd name="connsiteY112" fmla="*/ 1549124 h 1587534"/>
              <a:gd name="connsiteX113" fmla="*/ 472797 w 9662615"/>
              <a:gd name="connsiteY113" fmla="*/ 1568904 h 1587534"/>
              <a:gd name="connsiteX114" fmla="*/ 427864 w 9662615"/>
              <a:gd name="connsiteY114" fmla="*/ 1580848 h 1587534"/>
              <a:gd name="connsiteX115" fmla="*/ 408381 w 9662615"/>
              <a:gd name="connsiteY115" fmla="*/ 1552940 h 1587534"/>
              <a:gd name="connsiteX116" fmla="*/ 267163 w 9662615"/>
              <a:gd name="connsiteY116" fmla="*/ 1531913 h 1587534"/>
              <a:gd name="connsiteX117" fmla="*/ 196644 w 9662615"/>
              <a:gd name="connsiteY117" fmla="*/ 1524565 h 1587534"/>
              <a:gd name="connsiteX118" fmla="*/ 86819 w 9662615"/>
              <a:gd name="connsiteY118" fmla="*/ 1519517 h 1587534"/>
              <a:gd name="connsiteX119" fmla="*/ 53369 w 9662615"/>
              <a:gd name="connsiteY119" fmla="*/ 1516853 h 1587534"/>
              <a:gd name="connsiteX120" fmla="*/ 2359 w 9662615"/>
              <a:gd name="connsiteY120" fmla="*/ 1515247 h 1587534"/>
              <a:gd name="connsiteX121" fmla="*/ 0 w 9662615"/>
              <a:gd name="connsiteY121" fmla="*/ 1514932 h 1587534"/>
              <a:gd name="connsiteX122" fmla="*/ 0 w 9662615"/>
              <a:gd name="connsiteY122" fmla="*/ 0 h 1587534"/>
              <a:gd name="connsiteX0" fmla="*/ 0 w 9662615"/>
              <a:gd name="connsiteY0" fmla="*/ 0 h 1587534"/>
              <a:gd name="connsiteX1" fmla="*/ 9662615 w 9662615"/>
              <a:gd name="connsiteY1" fmla="*/ 0 h 1587534"/>
              <a:gd name="connsiteX2" fmla="*/ 9662615 w 9662615"/>
              <a:gd name="connsiteY2" fmla="*/ 1280346 h 1587534"/>
              <a:gd name="connsiteX3" fmla="*/ 9658420 w 9662615"/>
              <a:gd name="connsiteY3" fmla="*/ 1280106 h 1587534"/>
              <a:gd name="connsiteX4" fmla="*/ 9469546 w 9662615"/>
              <a:gd name="connsiteY4" fmla="*/ 1289837 h 1587534"/>
              <a:gd name="connsiteX5" fmla="*/ 9385895 w 9662615"/>
              <a:gd name="connsiteY5" fmla="*/ 1269203 h 1587534"/>
              <a:gd name="connsiteX6" fmla="*/ 9144767 w 9662615"/>
              <a:gd name="connsiteY6" fmla="*/ 1264120 h 1587534"/>
              <a:gd name="connsiteX7" fmla="*/ 8837252 w 9662615"/>
              <a:gd name="connsiteY7" fmla="*/ 1350515 h 1587534"/>
              <a:gd name="connsiteX8" fmla="*/ 8705466 w 9662615"/>
              <a:gd name="connsiteY8" fmla="*/ 1342419 h 1587534"/>
              <a:gd name="connsiteX9" fmla="*/ 8652221 w 9662615"/>
              <a:gd name="connsiteY9" fmla="*/ 1326906 h 1587534"/>
              <a:gd name="connsiteX10" fmla="*/ 8632312 w 9662615"/>
              <a:gd name="connsiteY10" fmla="*/ 1326025 h 1587534"/>
              <a:gd name="connsiteX11" fmla="*/ 8591582 w 9662615"/>
              <a:gd name="connsiteY11" fmla="*/ 1341666 h 1587534"/>
              <a:gd name="connsiteX12" fmla="*/ 8537336 w 9662615"/>
              <a:gd name="connsiteY12" fmla="*/ 1341684 h 1587534"/>
              <a:gd name="connsiteX13" fmla="*/ 8472508 w 9662615"/>
              <a:gd name="connsiteY13" fmla="*/ 1363109 h 1587534"/>
              <a:gd name="connsiteX14" fmla="*/ 8258477 w 9662615"/>
              <a:gd name="connsiteY14" fmla="*/ 1370666 h 1587534"/>
              <a:gd name="connsiteX15" fmla="*/ 8197961 w 9662615"/>
              <a:gd name="connsiteY15" fmla="*/ 1392804 h 1587534"/>
              <a:gd name="connsiteX16" fmla="*/ 8171196 w 9662615"/>
              <a:gd name="connsiteY16" fmla="*/ 1397216 h 1587534"/>
              <a:gd name="connsiteX17" fmla="*/ 8127667 w 9662615"/>
              <a:gd name="connsiteY17" fmla="*/ 1418254 h 1587534"/>
              <a:gd name="connsiteX18" fmla="*/ 7974579 w 9662615"/>
              <a:gd name="connsiteY18" fmla="*/ 1383439 h 1587534"/>
              <a:gd name="connsiteX19" fmla="*/ 7768351 w 9662615"/>
              <a:gd name="connsiteY19" fmla="*/ 1395051 h 1587534"/>
              <a:gd name="connsiteX20" fmla="*/ 7635985 w 9662615"/>
              <a:gd name="connsiteY20" fmla="*/ 1386363 h 1587534"/>
              <a:gd name="connsiteX21" fmla="*/ 7466069 w 9662615"/>
              <a:gd name="connsiteY21" fmla="*/ 1377654 h 1587534"/>
              <a:gd name="connsiteX22" fmla="*/ 7355642 w 9662615"/>
              <a:gd name="connsiteY22" fmla="*/ 1407761 h 1587534"/>
              <a:gd name="connsiteX23" fmla="*/ 7151610 w 9662615"/>
              <a:gd name="connsiteY23" fmla="*/ 1397856 h 1587534"/>
              <a:gd name="connsiteX24" fmla="*/ 7082147 w 9662615"/>
              <a:gd name="connsiteY24" fmla="*/ 1406113 h 1587534"/>
              <a:gd name="connsiteX25" fmla="*/ 7014958 w 9662615"/>
              <a:gd name="connsiteY25" fmla="*/ 1396883 h 1587534"/>
              <a:gd name="connsiteX26" fmla="*/ 6907567 w 9662615"/>
              <a:gd name="connsiteY26" fmla="*/ 1419149 h 1587534"/>
              <a:gd name="connsiteX27" fmla="*/ 6748428 w 9662615"/>
              <a:gd name="connsiteY27" fmla="*/ 1420308 h 1587534"/>
              <a:gd name="connsiteX28" fmla="*/ 6654257 w 9662615"/>
              <a:gd name="connsiteY28" fmla="*/ 1424143 h 1587534"/>
              <a:gd name="connsiteX29" fmla="*/ 6620123 w 9662615"/>
              <a:gd name="connsiteY29" fmla="*/ 1430535 h 1587534"/>
              <a:gd name="connsiteX30" fmla="*/ 6571355 w 9662615"/>
              <a:gd name="connsiteY30" fmla="*/ 1436144 h 1587534"/>
              <a:gd name="connsiteX31" fmla="*/ 6486557 w 9662615"/>
              <a:gd name="connsiteY31" fmla="*/ 1449861 h 1587534"/>
              <a:gd name="connsiteX32" fmla="*/ 6370419 w 9662615"/>
              <a:gd name="connsiteY32" fmla="*/ 1461649 h 1587534"/>
              <a:gd name="connsiteX33" fmla="*/ 6278839 w 9662615"/>
              <a:gd name="connsiteY33" fmla="*/ 1449160 h 1587534"/>
              <a:gd name="connsiteX34" fmla="*/ 6272455 w 9662615"/>
              <a:gd name="connsiteY34" fmla="*/ 1453191 h 1587534"/>
              <a:gd name="connsiteX35" fmla="*/ 6212659 w 9662615"/>
              <a:gd name="connsiteY35" fmla="*/ 1454850 h 1587534"/>
              <a:gd name="connsiteX36" fmla="*/ 6069317 w 9662615"/>
              <a:gd name="connsiteY36" fmla="*/ 1445838 h 1587534"/>
              <a:gd name="connsiteX37" fmla="*/ 5878477 w 9662615"/>
              <a:gd name="connsiteY37" fmla="*/ 1439180 h 1587534"/>
              <a:gd name="connsiteX38" fmla="*/ 5838387 w 9662615"/>
              <a:gd name="connsiteY38" fmla="*/ 1444679 h 1587534"/>
              <a:gd name="connsiteX39" fmla="*/ 5771136 w 9662615"/>
              <a:gd name="connsiteY39" fmla="*/ 1453639 h 1587534"/>
              <a:gd name="connsiteX40" fmla="*/ 5724081 w 9662615"/>
              <a:gd name="connsiteY40" fmla="*/ 1470431 h 1587534"/>
              <a:gd name="connsiteX41" fmla="*/ 5666577 w 9662615"/>
              <a:gd name="connsiteY41" fmla="*/ 1473921 h 1587534"/>
              <a:gd name="connsiteX42" fmla="*/ 5649068 w 9662615"/>
              <a:gd name="connsiteY42" fmla="*/ 1461676 h 1587534"/>
              <a:gd name="connsiteX43" fmla="*/ 5588902 w 9662615"/>
              <a:gd name="connsiteY43" fmla="*/ 1469647 h 1587534"/>
              <a:gd name="connsiteX44" fmla="*/ 5498090 w 9662615"/>
              <a:gd name="connsiteY44" fmla="*/ 1483173 h 1587534"/>
              <a:gd name="connsiteX45" fmla="*/ 5444641 w 9662615"/>
              <a:gd name="connsiteY45" fmla="*/ 1487602 h 1587534"/>
              <a:gd name="connsiteX46" fmla="*/ 5299812 w 9662615"/>
              <a:gd name="connsiteY46" fmla="*/ 1503362 h 1587534"/>
              <a:gd name="connsiteX47" fmla="*/ 5213947 w 9662615"/>
              <a:gd name="connsiteY47" fmla="*/ 1516637 h 1587534"/>
              <a:gd name="connsiteX48" fmla="*/ 5090342 w 9662615"/>
              <a:gd name="connsiteY48" fmla="*/ 1546680 h 1587534"/>
              <a:gd name="connsiteX49" fmla="*/ 5082104 w 9662615"/>
              <a:gd name="connsiteY49" fmla="*/ 1547781 h 1587534"/>
              <a:gd name="connsiteX50" fmla="*/ 5059484 w 9662615"/>
              <a:gd name="connsiteY50" fmla="*/ 1546802 h 1587534"/>
              <a:gd name="connsiteX51" fmla="*/ 5050958 w 9662615"/>
              <a:gd name="connsiteY51" fmla="*/ 1545776 h 1587534"/>
              <a:gd name="connsiteX52" fmla="*/ 5038524 w 9662615"/>
              <a:gd name="connsiteY52" fmla="*/ 1545675 h 1587534"/>
              <a:gd name="connsiteX53" fmla="*/ 5038223 w 9662615"/>
              <a:gd name="connsiteY53" fmla="*/ 1545881 h 1587534"/>
              <a:gd name="connsiteX54" fmla="*/ 5026564 w 9662615"/>
              <a:gd name="connsiteY54" fmla="*/ 1545376 h 1587534"/>
              <a:gd name="connsiteX55" fmla="*/ 4969433 w 9662615"/>
              <a:gd name="connsiteY55" fmla="*/ 1540263 h 1587534"/>
              <a:gd name="connsiteX56" fmla="*/ 4894799 w 9662615"/>
              <a:gd name="connsiteY56" fmla="*/ 1559476 h 1587534"/>
              <a:gd name="connsiteX57" fmla="*/ 4863775 w 9662615"/>
              <a:gd name="connsiteY57" fmla="*/ 1562633 h 1587534"/>
              <a:gd name="connsiteX58" fmla="*/ 4847242 w 9662615"/>
              <a:gd name="connsiteY58" fmla="*/ 1565435 h 1587534"/>
              <a:gd name="connsiteX59" fmla="*/ 4830335 w 9662615"/>
              <a:gd name="connsiteY59" fmla="*/ 1587534 h 1587534"/>
              <a:gd name="connsiteX60" fmla="*/ 4791466 w 9662615"/>
              <a:gd name="connsiteY60" fmla="*/ 1561324 h 1587534"/>
              <a:gd name="connsiteX61" fmla="*/ 4784247 w 9662615"/>
              <a:gd name="connsiteY61" fmla="*/ 1562342 h 1587534"/>
              <a:gd name="connsiteX62" fmla="*/ 4748477 w 9662615"/>
              <a:gd name="connsiteY62" fmla="*/ 1556925 h 1587534"/>
              <a:gd name="connsiteX63" fmla="*/ 4730033 w 9662615"/>
              <a:gd name="connsiteY63" fmla="*/ 1555274 h 1587534"/>
              <a:gd name="connsiteX64" fmla="*/ 4724747 w 9662615"/>
              <a:gd name="connsiteY64" fmla="*/ 1552439 h 1587534"/>
              <a:gd name="connsiteX65" fmla="*/ 4697562 w 9662615"/>
              <a:gd name="connsiteY65" fmla="*/ 1551206 h 1587534"/>
              <a:gd name="connsiteX66" fmla="*/ 4662664 w 9662615"/>
              <a:gd name="connsiteY66" fmla="*/ 1573162 h 1587534"/>
              <a:gd name="connsiteX67" fmla="*/ 4603028 w 9662615"/>
              <a:gd name="connsiteY67" fmla="*/ 1568821 h 1587534"/>
              <a:gd name="connsiteX68" fmla="*/ 4541612 w 9662615"/>
              <a:gd name="connsiteY68" fmla="*/ 1545262 h 1587534"/>
              <a:gd name="connsiteX69" fmla="*/ 4422155 w 9662615"/>
              <a:gd name="connsiteY69" fmla="*/ 1542059 h 1587534"/>
              <a:gd name="connsiteX70" fmla="*/ 4221826 w 9662615"/>
              <a:gd name="connsiteY70" fmla="*/ 1508923 h 1587534"/>
              <a:gd name="connsiteX71" fmla="*/ 4096601 w 9662615"/>
              <a:gd name="connsiteY71" fmla="*/ 1521563 h 1587534"/>
              <a:gd name="connsiteX72" fmla="*/ 3970635 w 9662615"/>
              <a:gd name="connsiteY72" fmla="*/ 1544815 h 1587534"/>
              <a:gd name="connsiteX73" fmla="*/ 3833906 w 9662615"/>
              <a:gd name="connsiteY73" fmla="*/ 1516637 h 1587534"/>
              <a:gd name="connsiteX74" fmla="*/ 3696258 w 9662615"/>
              <a:gd name="connsiteY74" fmla="*/ 1537563 h 1587534"/>
              <a:gd name="connsiteX75" fmla="*/ 3594070 w 9662615"/>
              <a:gd name="connsiteY75" fmla="*/ 1509422 h 1587534"/>
              <a:gd name="connsiteX76" fmla="*/ 3565233 w 9662615"/>
              <a:gd name="connsiteY76" fmla="*/ 1515122 h 1587534"/>
              <a:gd name="connsiteX77" fmla="*/ 3560267 w 9662615"/>
              <a:gd name="connsiteY77" fmla="*/ 1516288 h 1587534"/>
              <a:gd name="connsiteX78" fmla="*/ 3540258 w 9662615"/>
              <a:gd name="connsiteY78" fmla="*/ 1516976 h 1587534"/>
              <a:gd name="connsiteX79" fmla="*/ 3534780 w 9662615"/>
              <a:gd name="connsiteY79" fmla="*/ 1522141 h 1587534"/>
              <a:gd name="connsiteX80" fmla="*/ 3504783 w 9662615"/>
              <a:gd name="connsiteY80" fmla="*/ 1526739 h 1587534"/>
              <a:gd name="connsiteX81" fmla="*/ 3430805 w 9662615"/>
              <a:gd name="connsiteY81" fmla="*/ 1542521 h 1587534"/>
              <a:gd name="connsiteX82" fmla="*/ 3292707 w 9662615"/>
              <a:gd name="connsiteY82" fmla="*/ 1520490 h 1587534"/>
              <a:gd name="connsiteX83" fmla="*/ 3187872 w 9662615"/>
              <a:gd name="connsiteY83" fmla="*/ 1519991 h 1587534"/>
              <a:gd name="connsiteX84" fmla="*/ 3148026 w 9662615"/>
              <a:gd name="connsiteY84" fmla="*/ 1524777 h 1587534"/>
              <a:gd name="connsiteX85" fmla="*/ 3092394 w 9662615"/>
              <a:gd name="connsiteY85" fmla="*/ 1528115 h 1587534"/>
              <a:gd name="connsiteX86" fmla="*/ 2994200 w 9662615"/>
              <a:gd name="connsiteY86" fmla="*/ 1537857 h 1587534"/>
              <a:gd name="connsiteX87" fmla="*/ 2862301 w 9662615"/>
              <a:gd name="connsiteY87" fmla="*/ 1544250 h 1587534"/>
              <a:gd name="connsiteX88" fmla="*/ 2766335 w 9662615"/>
              <a:gd name="connsiteY88" fmla="*/ 1527662 h 1587534"/>
              <a:gd name="connsiteX89" fmla="*/ 2757836 w 9662615"/>
              <a:gd name="connsiteY89" fmla="*/ 1531371 h 1587534"/>
              <a:gd name="connsiteX90" fmla="*/ 2691555 w 9662615"/>
              <a:gd name="connsiteY90" fmla="*/ 1530283 h 1587534"/>
              <a:gd name="connsiteX91" fmla="*/ 2491676 w 9662615"/>
              <a:gd name="connsiteY91" fmla="*/ 1500859 h 1587534"/>
              <a:gd name="connsiteX92" fmla="*/ 2378036 w 9662615"/>
              <a:gd name="connsiteY92" fmla="*/ 1520645 h 1587534"/>
              <a:gd name="connsiteX93" fmla="*/ 2284269 w 9662615"/>
              <a:gd name="connsiteY93" fmla="*/ 1503068 h 1587534"/>
              <a:gd name="connsiteX94" fmla="*/ 2207104 w 9662615"/>
              <a:gd name="connsiteY94" fmla="*/ 1508888 h 1587534"/>
              <a:gd name="connsiteX95" fmla="*/ 2149226 w 9662615"/>
              <a:gd name="connsiteY95" fmla="*/ 1523409 h 1587534"/>
              <a:gd name="connsiteX96" fmla="*/ 2084783 w 9662615"/>
              <a:gd name="connsiteY96" fmla="*/ 1524245 h 1587534"/>
              <a:gd name="connsiteX97" fmla="*/ 2070075 w 9662615"/>
              <a:gd name="connsiteY97" fmla="*/ 1511285 h 1587534"/>
              <a:gd name="connsiteX98" fmla="*/ 2001057 w 9662615"/>
              <a:gd name="connsiteY98" fmla="*/ 1516449 h 1587534"/>
              <a:gd name="connsiteX99" fmla="*/ 1896330 w 9662615"/>
              <a:gd name="connsiteY99" fmla="*/ 1525725 h 1587534"/>
              <a:gd name="connsiteX100" fmla="*/ 1835994 w 9662615"/>
              <a:gd name="connsiteY100" fmla="*/ 1527678 h 1587534"/>
              <a:gd name="connsiteX101" fmla="*/ 1671119 w 9662615"/>
              <a:gd name="connsiteY101" fmla="*/ 1536701 h 1587534"/>
              <a:gd name="connsiteX102" fmla="*/ 1601337 w 9662615"/>
              <a:gd name="connsiteY102" fmla="*/ 1548552 h 1587534"/>
              <a:gd name="connsiteX103" fmla="*/ 1407755 w 9662615"/>
              <a:gd name="connsiteY103" fmla="*/ 1571444 h 1587534"/>
              <a:gd name="connsiteX104" fmla="*/ 1271994 w 9662615"/>
              <a:gd name="connsiteY104" fmla="*/ 1579471 h 1587534"/>
              <a:gd name="connsiteX105" fmla="*/ 1249226 w 9662615"/>
              <a:gd name="connsiteY105" fmla="*/ 1583140 h 1587534"/>
              <a:gd name="connsiteX106" fmla="*/ 1217719 w 9662615"/>
              <a:gd name="connsiteY106" fmla="*/ 1580863 h 1587534"/>
              <a:gd name="connsiteX107" fmla="*/ 1091432 w 9662615"/>
              <a:gd name="connsiteY107" fmla="*/ 1571003 h 1587534"/>
              <a:gd name="connsiteX108" fmla="*/ 992039 w 9662615"/>
              <a:gd name="connsiteY108" fmla="*/ 1556662 h 1587534"/>
              <a:gd name="connsiteX109" fmla="*/ 868264 w 9662615"/>
              <a:gd name="connsiteY109" fmla="*/ 1566392 h 1587534"/>
              <a:gd name="connsiteX110" fmla="*/ 792765 w 9662615"/>
              <a:gd name="connsiteY110" fmla="*/ 1563102 h 1587534"/>
              <a:gd name="connsiteX111" fmla="*/ 669055 w 9662615"/>
              <a:gd name="connsiteY111" fmla="*/ 1543638 h 1587534"/>
              <a:gd name="connsiteX112" fmla="*/ 506152 w 9662615"/>
              <a:gd name="connsiteY112" fmla="*/ 1549124 h 1587534"/>
              <a:gd name="connsiteX113" fmla="*/ 472797 w 9662615"/>
              <a:gd name="connsiteY113" fmla="*/ 1568904 h 1587534"/>
              <a:gd name="connsiteX114" fmla="*/ 427864 w 9662615"/>
              <a:gd name="connsiteY114" fmla="*/ 1580848 h 1587534"/>
              <a:gd name="connsiteX115" fmla="*/ 408381 w 9662615"/>
              <a:gd name="connsiteY115" fmla="*/ 1552940 h 1587534"/>
              <a:gd name="connsiteX116" fmla="*/ 267163 w 9662615"/>
              <a:gd name="connsiteY116" fmla="*/ 1531913 h 1587534"/>
              <a:gd name="connsiteX117" fmla="*/ 196644 w 9662615"/>
              <a:gd name="connsiteY117" fmla="*/ 1524565 h 1587534"/>
              <a:gd name="connsiteX118" fmla="*/ 86819 w 9662615"/>
              <a:gd name="connsiteY118" fmla="*/ 1519517 h 1587534"/>
              <a:gd name="connsiteX119" fmla="*/ 53369 w 9662615"/>
              <a:gd name="connsiteY119" fmla="*/ 1516853 h 1587534"/>
              <a:gd name="connsiteX120" fmla="*/ 2359 w 9662615"/>
              <a:gd name="connsiteY120" fmla="*/ 1515247 h 1587534"/>
              <a:gd name="connsiteX121" fmla="*/ 0 w 9662615"/>
              <a:gd name="connsiteY121" fmla="*/ 1514932 h 1587534"/>
              <a:gd name="connsiteX122" fmla="*/ 0 w 9662615"/>
              <a:gd name="connsiteY122" fmla="*/ 0 h 1587534"/>
              <a:gd name="connsiteX0" fmla="*/ 0 w 9662615"/>
              <a:gd name="connsiteY0" fmla="*/ 0 h 1587534"/>
              <a:gd name="connsiteX1" fmla="*/ 9662615 w 9662615"/>
              <a:gd name="connsiteY1" fmla="*/ 0 h 1587534"/>
              <a:gd name="connsiteX2" fmla="*/ 9662615 w 9662615"/>
              <a:gd name="connsiteY2" fmla="*/ 1280346 h 1587534"/>
              <a:gd name="connsiteX3" fmla="*/ 9658420 w 9662615"/>
              <a:gd name="connsiteY3" fmla="*/ 1280106 h 1587534"/>
              <a:gd name="connsiteX4" fmla="*/ 9469546 w 9662615"/>
              <a:gd name="connsiteY4" fmla="*/ 1289837 h 1587534"/>
              <a:gd name="connsiteX5" fmla="*/ 9385895 w 9662615"/>
              <a:gd name="connsiteY5" fmla="*/ 1269203 h 1587534"/>
              <a:gd name="connsiteX6" fmla="*/ 9144767 w 9662615"/>
              <a:gd name="connsiteY6" fmla="*/ 1264120 h 1587534"/>
              <a:gd name="connsiteX7" fmla="*/ 8837252 w 9662615"/>
              <a:gd name="connsiteY7" fmla="*/ 1350515 h 1587534"/>
              <a:gd name="connsiteX8" fmla="*/ 8705466 w 9662615"/>
              <a:gd name="connsiteY8" fmla="*/ 1342419 h 1587534"/>
              <a:gd name="connsiteX9" fmla="*/ 8652221 w 9662615"/>
              <a:gd name="connsiteY9" fmla="*/ 1326906 h 1587534"/>
              <a:gd name="connsiteX10" fmla="*/ 8632312 w 9662615"/>
              <a:gd name="connsiteY10" fmla="*/ 1326025 h 1587534"/>
              <a:gd name="connsiteX11" fmla="*/ 8591582 w 9662615"/>
              <a:gd name="connsiteY11" fmla="*/ 1341666 h 1587534"/>
              <a:gd name="connsiteX12" fmla="*/ 8537336 w 9662615"/>
              <a:gd name="connsiteY12" fmla="*/ 1341684 h 1587534"/>
              <a:gd name="connsiteX13" fmla="*/ 8472508 w 9662615"/>
              <a:gd name="connsiteY13" fmla="*/ 1363109 h 1587534"/>
              <a:gd name="connsiteX14" fmla="*/ 8258477 w 9662615"/>
              <a:gd name="connsiteY14" fmla="*/ 1370666 h 1587534"/>
              <a:gd name="connsiteX15" fmla="*/ 8197961 w 9662615"/>
              <a:gd name="connsiteY15" fmla="*/ 1392804 h 1587534"/>
              <a:gd name="connsiteX16" fmla="*/ 8171196 w 9662615"/>
              <a:gd name="connsiteY16" fmla="*/ 1397216 h 1587534"/>
              <a:gd name="connsiteX17" fmla="*/ 8127667 w 9662615"/>
              <a:gd name="connsiteY17" fmla="*/ 1418254 h 1587534"/>
              <a:gd name="connsiteX18" fmla="*/ 7974579 w 9662615"/>
              <a:gd name="connsiteY18" fmla="*/ 1383439 h 1587534"/>
              <a:gd name="connsiteX19" fmla="*/ 7768351 w 9662615"/>
              <a:gd name="connsiteY19" fmla="*/ 1395051 h 1587534"/>
              <a:gd name="connsiteX20" fmla="*/ 7635985 w 9662615"/>
              <a:gd name="connsiteY20" fmla="*/ 1386363 h 1587534"/>
              <a:gd name="connsiteX21" fmla="*/ 7466069 w 9662615"/>
              <a:gd name="connsiteY21" fmla="*/ 1377654 h 1587534"/>
              <a:gd name="connsiteX22" fmla="*/ 7355642 w 9662615"/>
              <a:gd name="connsiteY22" fmla="*/ 1407761 h 1587534"/>
              <a:gd name="connsiteX23" fmla="*/ 7151610 w 9662615"/>
              <a:gd name="connsiteY23" fmla="*/ 1397856 h 1587534"/>
              <a:gd name="connsiteX24" fmla="*/ 7082147 w 9662615"/>
              <a:gd name="connsiteY24" fmla="*/ 1406113 h 1587534"/>
              <a:gd name="connsiteX25" fmla="*/ 7014958 w 9662615"/>
              <a:gd name="connsiteY25" fmla="*/ 1396883 h 1587534"/>
              <a:gd name="connsiteX26" fmla="*/ 6907567 w 9662615"/>
              <a:gd name="connsiteY26" fmla="*/ 1419149 h 1587534"/>
              <a:gd name="connsiteX27" fmla="*/ 6748428 w 9662615"/>
              <a:gd name="connsiteY27" fmla="*/ 1420308 h 1587534"/>
              <a:gd name="connsiteX28" fmla="*/ 6654257 w 9662615"/>
              <a:gd name="connsiteY28" fmla="*/ 1424143 h 1587534"/>
              <a:gd name="connsiteX29" fmla="*/ 6620123 w 9662615"/>
              <a:gd name="connsiteY29" fmla="*/ 1430535 h 1587534"/>
              <a:gd name="connsiteX30" fmla="*/ 6571355 w 9662615"/>
              <a:gd name="connsiteY30" fmla="*/ 1436144 h 1587534"/>
              <a:gd name="connsiteX31" fmla="*/ 6486557 w 9662615"/>
              <a:gd name="connsiteY31" fmla="*/ 1449861 h 1587534"/>
              <a:gd name="connsiteX32" fmla="*/ 6370419 w 9662615"/>
              <a:gd name="connsiteY32" fmla="*/ 1461649 h 1587534"/>
              <a:gd name="connsiteX33" fmla="*/ 6278839 w 9662615"/>
              <a:gd name="connsiteY33" fmla="*/ 1449160 h 1587534"/>
              <a:gd name="connsiteX34" fmla="*/ 6272455 w 9662615"/>
              <a:gd name="connsiteY34" fmla="*/ 1453191 h 1587534"/>
              <a:gd name="connsiteX35" fmla="*/ 6212659 w 9662615"/>
              <a:gd name="connsiteY35" fmla="*/ 1454850 h 1587534"/>
              <a:gd name="connsiteX36" fmla="*/ 6069317 w 9662615"/>
              <a:gd name="connsiteY36" fmla="*/ 1445838 h 1587534"/>
              <a:gd name="connsiteX37" fmla="*/ 5878477 w 9662615"/>
              <a:gd name="connsiteY37" fmla="*/ 1439180 h 1587534"/>
              <a:gd name="connsiteX38" fmla="*/ 5838387 w 9662615"/>
              <a:gd name="connsiteY38" fmla="*/ 1444679 h 1587534"/>
              <a:gd name="connsiteX39" fmla="*/ 5771136 w 9662615"/>
              <a:gd name="connsiteY39" fmla="*/ 1453639 h 1587534"/>
              <a:gd name="connsiteX40" fmla="*/ 5724081 w 9662615"/>
              <a:gd name="connsiteY40" fmla="*/ 1470431 h 1587534"/>
              <a:gd name="connsiteX41" fmla="*/ 5666577 w 9662615"/>
              <a:gd name="connsiteY41" fmla="*/ 1473921 h 1587534"/>
              <a:gd name="connsiteX42" fmla="*/ 5649068 w 9662615"/>
              <a:gd name="connsiteY42" fmla="*/ 1461676 h 1587534"/>
              <a:gd name="connsiteX43" fmla="*/ 5588902 w 9662615"/>
              <a:gd name="connsiteY43" fmla="*/ 1469647 h 1587534"/>
              <a:gd name="connsiteX44" fmla="*/ 5498090 w 9662615"/>
              <a:gd name="connsiteY44" fmla="*/ 1483173 h 1587534"/>
              <a:gd name="connsiteX45" fmla="*/ 5444641 w 9662615"/>
              <a:gd name="connsiteY45" fmla="*/ 1487602 h 1587534"/>
              <a:gd name="connsiteX46" fmla="*/ 5299812 w 9662615"/>
              <a:gd name="connsiteY46" fmla="*/ 1503362 h 1587534"/>
              <a:gd name="connsiteX47" fmla="*/ 5213947 w 9662615"/>
              <a:gd name="connsiteY47" fmla="*/ 1516637 h 1587534"/>
              <a:gd name="connsiteX48" fmla="*/ 5090342 w 9662615"/>
              <a:gd name="connsiteY48" fmla="*/ 1546680 h 1587534"/>
              <a:gd name="connsiteX49" fmla="*/ 5082104 w 9662615"/>
              <a:gd name="connsiteY49" fmla="*/ 1547781 h 1587534"/>
              <a:gd name="connsiteX50" fmla="*/ 5059484 w 9662615"/>
              <a:gd name="connsiteY50" fmla="*/ 1546802 h 1587534"/>
              <a:gd name="connsiteX51" fmla="*/ 5050958 w 9662615"/>
              <a:gd name="connsiteY51" fmla="*/ 1545776 h 1587534"/>
              <a:gd name="connsiteX52" fmla="*/ 5038524 w 9662615"/>
              <a:gd name="connsiteY52" fmla="*/ 1545675 h 1587534"/>
              <a:gd name="connsiteX53" fmla="*/ 5038223 w 9662615"/>
              <a:gd name="connsiteY53" fmla="*/ 1545881 h 1587534"/>
              <a:gd name="connsiteX54" fmla="*/ 5026564 w 9662615"/>
              <a:gd name="connsiteY54" fmla="*/ 1545376 h 1587534"/>
              <a:gd name="connsiteX55" fmla="*/ 4969433 w 9662615"/>
              <a:gd name="connsiteY55" fmla="*/ 1540263 h 1587534"/>
              <a:gd name="connsiteX56" fmla="*/ 4921303 w 9662615"/>
              <a:gd name="connsiteY56" fmla="*/ 1575379 h 1587534"/>
              <a:gd name="connsiteX57" fmla="*/ 4863775 w 9662615"/>
              <a:gd name="connsiteY57" fmla="*/ 1562633 h 1587534"/>
              <a:gd name="connsiteX58" fmla="*/ 4847242 w 9662615"/>
              <a:gd name="connsiteY58" fmla="*/ 1565435 h 1587534"/>
              <a:gd name="connsiteX59" fmla="*/ 4830335 w 9662615"/>
              <a:gd name="connsiteY59" fmla="*/ 1587534 h 1587534"/>
              <a:gd name="connsiteX60" fmla="*/ 4791466 w 9662615"/>
              <a:gd name="connsiteY60" fmla="*/ 1561324 h 1587534"/>
              <a:gd name="connsiteX61" fmla="*/ 4784247 w 9662615"/>
              <a:gd name="connsiteY61" fmla="*/ 1562342 h 1587534"/>
              <a:gd name="connsiteX62" fmla="*/ 4748477 w 9662615"/>
              <a:gd name="connsiteY62" fmla="*/ 1556925 h 1587534"/>
              <a:gd name="connsiteX63" fmla="*/ 4730033 w 9662615"/>
              <a:gd name="connsiteY63" fmla="*/ 1555274 h 1587534"/>
              <a:gd name="connsiteX64" fmla="*/ 4724747 w 9662615"/>
              <a:gd name="connsiteY64" fmla="*/ 1552439 h 1587534"/>
              <a:gd name="connsiteX65" fmla="*/ 4697562 w 9662615"/>
              <a:gd name="connsiteY65" fmla="*/ 1551206 h 1587534"/>
              <a:gd name="connsiteX66" fmla="*/ 4662664 w 9662615"/>
              <a:gd name="connsiteY66" fmla="*/ 1573162 h 1587534"/>
              <a:gd name="connsiteX67" fmla="*/ 4603028 w 9662615"/>
              <a:gd name="connsiteY67" fmla="*/ 1568821 h 1587534"/>
              <a:gd name="connsiteX68" fmla="*/ 4541612 w 9662615"/>
              <a:gd name="connsiteY68" fmla="*/ 1545262 h 1587534"/>
              <a:gd name="connsiteX69" fmla="*/ 4422155 w 9662615"/>
              <a:gd name="connsiteY69" fmla="*/ 1542059 h 1587534"/>
              <a:gd name="connsiteX70" fmla="*/ 4221826 w 9662615"/>
              <a:gd name="connsiteY70" fmla="*/ 1508923 h 1587534"/>
              <a:gd name="connsiteX71" fmla="*/ 4096601 w 9662615"/>
              <a:gd name="connsiteY71" fmla="*/ 1521563 h 1587534"/>
              <a:gd name="connsiteX72" fmla="*/ 3970635 w 9662615"/>
              <a:gd name="connsiteY72" fmla="*/ 1544815 h 1587534"/>
              <a:gd name="connsiteX73" fmla="*/ 3833906 w 9662615"/>
              <a:gd name="connsiteY73" fmla="*/ 1516637 h 1587534"/>
              <a:gd name="connsiteX74" fmla="*/ 3696258 w 9662615"/>
              <a:gd name="connsiteY74" fmla="*/ 1537563 h 1587534"/>
              <a:gd name="connsiteX75" fmla="*/ 3594070 w 9662615"/>
              <a:gd name="connsiteY75" fmla="*/ 1509422 h 1587534"/>
              <a:gd name="connsiteX76" fmla="*/ 3565233 w 9662615"/>
              <a:gd name="connsiteY76" fmla="*/ 1515122 h 1587534"/>
              <a:gd name="connsiteX77" fmla="*/ 3560267 w 9662615"/>
              <a:gd name="connsiteY77" fmla="*/ 1516288 h 1587534"/>
              <a:gd name="connsiteX78" fmla="*/ 3540258 w 9662615"/>
              <a:gd name="connsiteY78" fmla="*/ 1516976 h 1587534"/>
              <a:gd name="connsiteX79" fmla="*/ 3534780 w 9662615"/>
              <a:gd name="connsiteY79" fmla="*/ 1522141 h 1587534"/>
              <a:gd name="connsiteX80" fmla="*/ 3504783 w 9662615"/>
              <a:gd name="connsiteY80" fmla="*/ 1526739 h 1587534"/>
              <a:gd name="connsiteX81" fmla="*/ 3430805 w 9662615"/>
              <a:gd name="connsiteY81" fmla="*/ 1542521 h 1587534"/>
              <a:gd name="connsiteX82" fmla="*/ 3292707 w 9662615"/>
              <a:gd name="connsiteY82" fmla="*/ 1520490 h 1587534"/>
              <a:gd name="connsiteX83" fmla="*/ 3187872 w 9662615"/>
              <a:gd name="connsiteY83" fmla="*/ 1519991 h 1587534"/>
              <a:gd name="connsiteX84" fmla="*/ 3148026 w 9662615"/>
              <a:gd name="connsiteY84" fmla="*/ 1524777 h 1587534"/>
              <a:gd name="connsiteX85" fmla="*/ 3092394 w 9662615"/>
              <a:gd name="connsiteY85" fmla="*/ 1528115 h 1587534"/>
              <a:gd name="connsiteX86" fmla="*/ 2994200 w 9662615"/>
              <a:gd name="connsiteY86" fmla="*/ 1537857 h 1587534"/>
              <a:gd name="connsiteX87" fmla="*/ 2862301 w 9662615"/>
              <a:gd name="connsiteY87" fmla="*/ 1544250 h 1587534"/>
              <a:gd name="connsiteX88" fmla="*/ 2766335 w 9662615"/>
              <a:gd name="connsiteY88" fmla="*/ 1527662 h 1587534"/>
              <a:gd name="connsiteX89" fmla="*/ 2757836 w 9662615"/>
              <a:gd name="connsiteY89" fmla="*/ 1531371 h 1587534"/>
              <a:gd name="connsiteX90" fmla="*/ 2691555 w 9662615"/>
              <a:gd name="connsiteY90" fmla="*/ 1530283 h 1587534"/>
              <a:gd name="connsiteX91" fmla="*/ 2491676 w 9662615"/>
              <a:gd name="connsiteY91" fmla="*/ 1500859 h 1587534"/>
              <a:gd name="connsiteX92" fmla="*/ 2378036 w 9662615"/>
              <a:gd name="connsiteY92" fmla="*/ 1520645 h 1587534"/>
              <a:gd name="connsiteX93" fmla="*/ 2284269 w 9662615"/>
              <a:gd name="connsiteY93" fmla="*/ 1503068 h 1587534"/>
              <a:gd name="connsiteX94" fmla="*/ 2207104 w 9662615"/>
              <a:gd name="connsiteY94" fmla="*/ 1508888 h 1587534"/>
              <a:gd name="connsiteX95" fmla="*/ 2149226 w 9662615"/>
              <a:gd name="connsiteY95" fmla="*/ 1523409 h 1587534"/>
              <a:gd name="connsiteX96" fmla="*/ 2084783 w 9662615"/>
              <a:gd name="connsiteY96" fmla="*/ 1524245 h 1587534"/>
              <a:gd name="connsiteX97" fmla="*/ 2070075 w 9662615"/>
              <a:gd name="connsiteY97" fmla="*/ 1511285 h 1587534"/>
              <a:gd name="connsiteX98" fmla="*/ 2001057 w 9662615"/>
              <a:gd name="connsiteY98" fmla="*/ 1516449 h 1587534"/>
              <a:gd name="connsiteX99" fmla="*/ 1896330 w 9662615"/>
              <a:gd name="connsiteY99" fmla="*/ 1525725 h 1587534"/>
              <a:gd name="connsiteX100" fmla="*/ 1835994 w 9662615"/>
              <a:gd name="connsiteY100" fmla="*/ 1527678 h 1587534"/>
              <a:gd name="connsiteX101" fmla="*/ 1671119 w 9662615"/>
              <a:gd name="connsiteY101" fmla="*/ 1536701 h 1587534"/>
              <a:gd name="connsiteX102" fmla="*/ 1601337 w 9662615"/>
              <a:gd name="connsiteY102" fmla="*/ 1548552 h 1587534"/>
              <a:gd name="connsiteX103" fmla="*/ 1407755 w 9662615"/>
              <a:gd name="connsiteY103" fmla="*/ 1571444 h 1587534"/>
              <a:gd name="connsiteX104" fmla="*/ 1271994 w 9662615"/>
              <a:gd name="connsiteY104" fmla="*/ 1579471 h 1587534"/>
              <a:gd name="connsiteX105" fmla="*/ 1249226 w 9662615"/>
              <a:gd name="connsiteY105" fmla="*/ 1583140 h 1587534"/>
              <a:gd name="connsiteX106" fmla="*/ 1217719 w 9662615"/>
              <a:gd name="connsiteY106" fmla="*/ 1580863 h 1587534"/>
              <a:gd name="connsiteX107" fmla="*/ 1091432 w 9662615"/>
              <a:gd name="connsiteY107" fmla="*/ 1571003 h 1587534"/>
              <a:gd name="connsiteX108" fmla="*/ 992039 w 9662615"/>
              <a:gd name="connsiteY108" fmla="*/ 1556662 h 1587534"/>
              <a:gd name="connsiteX109" fmla="*/ 868264 w 9662615"/>
              <a:gd name="connsiteY109" fmla="*/ 1566392 h 1587534"/>
              <a:gd name="connsiteX110" fmla="*/ 792765 w 9662615"/>
              <a:gd name="connsiteY110" fmla="*/ 1563102 h 1587534"/>
              <a:gd name="connsiteX111" fmla="*/ 669055 w 9662615"/>
              <a:gd name="connsiteY111" fmla="*/ 1543638 h 1587534"/>
              <a:gd name="connsiteX112" fmla="*/ 506152 w 9662615"/>
              <a:gd name="connsiteY112" fmla="*/ 1549124 h 1587534"/>
              <a:gd name="connsiteX113" fmla="*/ 472797 w 9662615"/>
              <a:gd name="connsiteY113" fmla="*/ 1568904 h 1587534"/>
              <a:gd name="connsiteX114" fmla="*/ 427864 w 9662615"/>
              <a:gd name="connsiteY114" fmla="*/ 1580848 h 1587534"/>
              <a:gd name="connsiteX115" fmla="*/ 408381 w 9662615"/>
              <a:gd name="connsiteY115" fmla="*/ 1552940 h 1587534"/>
              <a:gd name="connsiteX116" fmla="*/ 267163 w 9662615"/>
              <a:gd name="connsiteY116" fmla="*/ 1531913 h 1587534"/>
              <a:gd name="connsiteX117" fmla="*/ 196644 w 9662615"/>
              <a:gd name="connsiteY117" fmla="*/ 1524565 h 1587534"/>
              <a:gd name="connsiteX118" fmla="*/ 86819 w 9662615"/>
              <a:gd name="connsiteY118" fmla="*/ 1519517 h 1587534"/>
              <a:gd name="connsiteX119" fmla="*/ 53369 w 9662615"/>
              <a:gd name="connsiteY119" fmla="*/ 1516853 h 1587534"/>
              <a:gd name="connsiteX120" fmla="*/ 2359 w 9662615"/>
              <a:gd name="connsiteY120" fmla="*/ 1515247 h 1587534"/>
              <a:gd name="connsiteX121" fmla="*/ 0 w 9662615"/>
              <a:gd name="connsiteY121" fmla="*/ 1514932 h 1587534"/>
              <a:gd name="connsiteX122" fmla="*/ 0 w 9662615"/>
              <a:gd name="connsiteY122" fmla="*/ 0 h 1587534"/>
              <a:gd name="connsiteX0" fmla="*/ 0 w 9662615"/>
              <a:gd name="connsiteY0" fmla="*/ 0 h 1598136"/>
              <a:gd name="connsiteX1" fmla="*/ 9662615 w 9662615"/>
              <a:gd name="connsiteY1" fmla="*/ 0 h 1598136"/>
              <a:gd name="connsiteX2" fmla="*/ 9662615 w 9662615"/>
              <a:gd name="connsiteY2" fmla="*/ 1280346 h 1598136"/>
              <a:gd name="connsiteX3" fmla="*/ 9658420 w 9662615"/>
              <a:gd name="connsiteY3" fmla="*/ 1280106 h 1598136"/>
              <a:gd name="connsiteX4" fmla="*/ 9469546 w 9662615"/>
              <a:gd name="connsiteY4" fmla="*/ 1289837 h 1598136"/>
              <a:gd name="connsiteX5" fmla="*/ 9385895 w 9662615"/>
              <a:gd name="connsiteY5" fmla="*/ 1269203 h 1598136"/>
              <a:gd name="connsiteX6" fmla="*/ 9144767 w 9662615"/>
              <a:gd name="connsiteY6" fmla="*/ 1264120 h 1598136"/>
              <a:gd name="connsiteX7" fmla="*/ 8837252 w 9662615"/>
              <a:gd name="connsiteY7" fmla="*/ 1350515 h 1598136"/>
              <a:gd name="connsiteX8" fmla="*/ 8705466 w 9662615"/>
              <a:gd name="connsiteY8" fmla="*/ 1342419 h 1598136"/>
              <a:gd name="connsiteX9" fmla="*/ 8652221 w 9662615"/>
              <a:gd name="connsiteY9" fmla="*/ 1326906 h 1598136"/>
              <a:gd name="connsiteX10" fmla="*/ 8632312 w 9662615"/>
              <a:gd name="connsiteY10" fmla="*/ 1326025 h 1598136"/>
              <a:gd name="connsiteX11" fmla="*/ 8591582 w 9662615"/>
              <a:gd name="connsiteY11" fmla="*/ 1341666 h 1598136"/>
              <a:gd name="connsiteX12" fmla="*/ 8537336 w 9662615"/>
              <a:gd name="connsiteY12" fmla="*/ 1341684 h 1598136"/>
              <a:gd name="connsiteX13" fmla="*/ 8472508 w 9662615"/>
              <a:gd name="connsiteY13" fmla="*/ 1363109 h 1598136"/>
              <a:gd name="connsiteX14" fmla="*/ 8258477 w 9662615"/>
              <a:gd name="connsiteY14" fmla="*/ 1370666 h 1598136"/>
              <a:gd name="connsiteX15" fmla="*/ 8197961 w 9662615"/>
              <a:gd name="connsiteY15" fmla="*/ 1392804 h 1598136"/>
              <a:gd name="connsiteX16" fmla="*/ 8171196 w 9662615"/>
              <a:gd name="connsiteY16" fmla="*/ 1397216 h 1598136"/>
              <a:gd name="connsiteX17" fmla="*/ 8127667 w 9662615"/>
              <a:gd name="connsiteY17" fmla="*/ 1418254 h 1598136"/>
              <a:gd name="connsiteX18" fmla="*/ 7974579 w 9662615"/>
              <a:gd name="connsiteY18" fmla="*/ 1383439 h 1598136"/>
              <a:gd name="connsiteX19" fmla="*/ 7768351 w 9662615"/>
              <a:gd name="connsiteY19" fmla="*/ 1395051 h 1598136"/>
              <a:gd name="connsiteX20" fmla="*/ 7635985 w 9662615"/>
              <a:gd name="connsiteY20" fmla="*/ 1386363 h 1598136"/>
              <a:gd name="connsiteX21" fmla="*/ 7466069 w 9662615"/>
              <a:gd name="connsiteY21" fmla="*/ 1377654 h 1598136"/>
              <a:gd name="connsiteX22" fmla="*/ 7355642 w 9662615"/>
              <a:gd name="connsiteY22" fmla="*/ 1407761 h 1598136"/>
              <a:gd name="connsiteX23" fmla="*/ 7151610 w 9662615"/>
              <a:gd name="connsiteY23" fmla="*/ 1397856 h 1598136"/>
              <a:gd name="connsiteX24" fmla="*/ 7082147 w 9662615"/>
              <a:gd name="connsiteY24" fmla="*/ 1406113 h 1598136"/>
              <a:gd name="connsiteX25" fmla="*/ 7014958 w 9662615"/>
              <a:gd name="connsiteY25" fmla="*/ 1396883 h 1598136"/>
              <a:gd name="connsiteX26" fmla="*/ 6907567 w 9662615"/>
              <a:gd name="connsiteY26" fmla="*/ 1419149 h 1598136"/>
              <a:gd name="connsiteX27" fmla="*/ 6748428 w 9662615"/>
              <a:gd name="connsiteY27" fmla="*/ 1420308 h 1598136"/>
              <a:gd name="connsiteX28" fmla="*/ 6654257 w 9662615"/>
              <a:gd name="connsiteY28" fmla="*/ 1424143 h 1598136"/>
              <a:gd name="connsiteX29" fmla="*/ 6620123 w 9662615"/>
              <a:gd name="connsiteY29" fmla="*/ 1430535 h 1598136"/>
              <a:gd name="connsiteX30" fmla="*/ 6571355 w 9662615"/>
              <a:gd name="connsiteY30" fmla="*/ 1436144 h 1598136"/>
              <a:gd name="connsiteX31" fmla="*/ 6486557 w 9662615"/>
              <a:gd name="connsiteY31" fmla="*/ 1449861 h 1598136"/>
              <a:gd name="connsiteX32" fmla="*/ 6370419 w 9662615"/>
              <a:gd name="connsiteY32" fmla="*/ 1461649 h 1598136"/>
              <a:gd name="connsiteX33" fmla="*/ 6278839 w 9662615"/>
              <a:gd name="connsiteY33" fmla="*/ 1449160 h 1598136"/>
              <a:gd name="connsiteX34" fmla="*/ 6272455 w 9662615"/>
              <a:gd name="connsiteY34" fmla="*/ 1453191 h 1598136"/>
              <a:gd name="connsiteX35" fmla="*/ 6212659 w 9662615"/>
              <a:gd name="connsiteY35" fmla="*/ 1454850 h 1598136"/>
              <a:gd name="connsiteX36" fmla="*/ 6069317 w 9662615"/>
              <a:gd name="connsiteY36" fmla="*/ 1445838 h 1598136"/>
              <a:gd name="connsiteX37" fmla="*/ 5878477 w 9662615"/>
              <a:gd name="connsiteY37" fmla="*/ 1439180 h 1598136"/>
              <a:gd name="connsiteX38" fmla="*/ 5838387 w 9662615"/>
              <a:gd name="connsiteY38" fmla="*/ 1444679 h 1598136"/>
              <a:gd name="connsiteX39" fmla="*/ 5771136 w 9662615"/>
              <a:gd name="connsiteY39" fmla="*/ 1453639 h 1598136"/>
              <a:gd name="connsiteX40" fmla="*/ 5724081 w 9662615"/>
              <a:gd name="connsiteY40" fmla="*/ 1470431 h 1598136"/>
              <a:gd name="connsiteX41" fmla="*/ 5666577 w 9662615"/>
              <a:gd name="connsiteY41" fmla="*/ 1473921 h 1598136"/>
              <a:gd name="connsiteX42" fmla="*/ 5649068 w 9662615"/>
              <a:gd name="connsiteY42" fmla="*/ 1461676 h 1598136"/>
              <a:gd name="connsiteX43" fmla="*/ 5588902 w 9662615"/>
              <a:gd name="connsiteY43" fmla="*/ 1469647 h 1598136"/>
              <a:gd name="connsiteX44" fmla="*/ 5498090 w 9662615"/>
              <a:gd name="connsiteY44" fmla="*/ 1483173 h 1598136"/>
              <a:gd name="connsiteX45" fmla="*/ 5444641 w 9662615"/>
              <a:gd name="connsiteY45" fmla="*/ 1487602 h 1598136"/>
              <a:gd name="connsiteX46" fmla="*/ 5299812 w 9662615"/>
              <a:gd name="connsiteY46" fmla="*/ 1503362 h 1598136"/>
              <a:gd name="connsiteX47" fmla="*/ 5213947 w 9662615"/>
              <a:gd name="connsiteY47" fmla="*/ 1516637 h 1598136"/>
              <a:gd name="connsiteX48" fmla="*/ 5090342 w 9662615"/>
              <a:gd name="connsiteY48" fmla="*/ 1546680 h 1598136"/>
              <a:gd name="connsiteX49" fmla="*/ 5082104 w 9662615"/>
              <a:gd name="connsiteY49" fmla="*/ 1547781 h 1598136"/>
              <a:gd name="connsiteX50" fmla="*/ 5059484 w 9662615"/>
              <a:gd name="connsiteY50" fmla="*/ 1546802 h 1598136"/>
              <a:gd name="connsiteX51" fmla="*/ 5050958 w 9662615"/>
              <a:gd name="connsiteY51" fmla="*/ 1545776 h 1598136"/>
              <a:gd name="connsiteX52" fmla="*/ 5038524 w 9662615"/>
              <a:gd name="connsiteY52" fmla="*/ 1545675 h 1598136"/>
              <a:gd name="connsiteX53" fmla="*/ 5038223 w 9662615"/>
              <a:gd name="connsiteY53" fmla="*/ 1545881 h 1598136"/>
              <a:gd name="connsiteX54" fmla="*/ 5026564 w 9662615"/>
              <a:gd name="connsiteY54" fmla="*/ 1545376 h 1598136"/>
              <a:gd name="connsiteX55" fmla="*/ 4969433 w 9662615"/>
              <a:gd name="connsiteY55" fmla="*/ 1540263 h 1598136"/>
              <a:gd name="connsiteX56" fmla="*/ 4921303 w 9662615"/>
              <a:gd name="connsiteY56" fmla="*/ 1575379 h 1598136"/>
              <a:gd name="connsiteX57" fmla="*/ 4863775 w 9662615"/>
              <a:gd name="connsiteY57" fmla="*/ 1562633 h 1598136"/>
              <a:gd name="connsiteX58" fmla="*/ 4847242 w 9662615"/>
              <a:gd name="connsiteY58" fmla="*/ 1565435 h 1598136"/>
              <a:gd name="connsiteX59" fmla="*/ 4856839 w 9662615"/>
              <a:gd name="connsiteY59" fmla="*/ 1598136 h 1598136"/>
              <a:gd name="connsiteX60" fmla="*/ 4791466 w 9662615"/>
              <a:gd name="connsiteY60" fmla="*/ 1561324 h 1598136"/>
              <a:gd name="connsiteX61" fmla="*/ 4784247 w 9662615"/>
              <a:gd name="connsiteY61" fmla="*/ 1562342 h 1598136"/>
              <a:gd name="connsiteX62" fmla="*/ 4748477 w 9662615"/>
              <a:gd name="connsiteY62" fmla="*/ 1556925 h 1598136"/>
              <a:gd name="connsiteX63" fmla="*/ 4730033 w 9662615"/>
              <a:gd name="connsiteY63" fmla="*/ 1555274 h 1598136"/>
              <a:gd name="connsiteX64" fmla="*/ 4724747 w 9662615"/>
              <a:gd name="connsiteY64" fmla="*/ 1552439 h 1598136"/>
              <a:gd name="connsiteX65" fmla="*/ 4697562 w 9662615"/>
              <a:gd name="connsiteY65" fmla="*/ 1551206 h 1598136"/>
              <a:gd name="connsiteX66" fmla="*/ 4662664 w 9662615"/>
              <a:gd name="connsiteY66" fmla="*/ 1573162 h 1598136"/>
              <a:gd name="connsiteX67" fmla="*/ 4603028 w 9662615"/>
              <a:gd name="connsiteY67" fmla="*/ 1568821 h 1598136"/>
              <a:gd name="connsiteX68" fmla="*/ 4541612 w 9662615"/>
              <a:gd name="connsiteY68" fmla="*/ 1545262 h 1598136"/>
              <a:gd name="connsiteX69" fmla="*/ 4422155 w 9662615"/>
              <a:gd name="connsiteY69" fmla="*/ 1542059 h 1598136"/>
              <a:gd name="connsiteX70" fmla="*/ 4221826 w 9662615"/>
              <a:gd name="connsiteY70" fmla="*/ 1508923 h 1598136"/>
              <a:gd name="connsiteX71" fmla="*/ 4096601 w 9662615"/>
              <a:gd name="connsiteY71" fmla="*/ 1521563 h 1598136"/>
              <a:gd name="connsiteX72" fmla="*/ 3970635 w 9662615"/>
              <a:gd name="connsiteY72" fmla="*/ 1544815 h 1598136"/>
              <a:gd name="connsiteX73" fmla="*/ 3833906 w 9662615"/>
              <a:gd name="connsiteY73" fmla="*/ 1516637 h 1598136"/>
              <a:gd name="connsiteX74" fmla="*/ 3696258 w 9662615"/>
              <a:gd name="connsiteY74" fmla="*/ 1537563 h 1598136"/>
              <a:gd name="connsiteX75" fmla="*/ 3594070 w 9662615"/>
              <a:gd name="connsiteY75" fmla="*/ 1509422 h 1598136"/>
              <a:gd name="connsiteX76" fmla="*/ 3565233 w 9662615"/>
              <a:gd name="connsiteY76" fmla="*/ 1515122 h 1598136"/>
              <a:gd name="connsiteX77" fmla="*/ 3560267 w 9662615"/>
              <a:gd name="connsiteY77" fmla="*/ 1516288 h 1598136"/>
              <a:gd name="connsiteX78" fmla="*/ 3540258 w 9662615"/>
              <a:gd name="connsiteY78" fmla="*/ 1516976 h 1598136"/>
              <a:gd name="connsiteX79" fmla="*/ 3534780 w 9662615"/>
              <a:gd name="connsiteY79" fmla="*/ 1522141 h 1598136"/>
              <a:gd name="connsiteX80" fmla="*/ 3504783 w 9662615"/>
              <a:gd name="connsiteY80" fmla="*/ 1526739 h 1598136"/>
              <a:gd name="connsiteX81" fmla="*/ 3430805 w 9662615"/>
              <a:gd name="connsiteY81" fmla="*/ 1542521 h 1598136"/>
              <a:gd name="connsiteX82" fmla="*/ 3292707 w 9662615"/>
              <a:gd name="connsiteY82" fmla="*/ 1520490 h 1598136"/>
              <a:gd name="connsiteX83" fmla="*/ 3187872 w 9662615"/>
              <a:gd name="connsiteY83" fmla="*/ 1519991 h 1598136"/>
              <a:gd name="connsiteX84" fmla="*/ 3148026 w 9662615"/>
              <a:gd name="connsiteY84" fmla="*/ 1524777 h 1598136"/>
              <a:gd name="connsiteX85" fmla="*/ 3092394 w 9662615"/>
              <a:gd name="connsiteY85" fmla="*/ 1528115 h 1598136"/>
              <a:gd name="connsiteX86" fmla="*/ 2994200 w 9662615"/>
              <a:gd name="connsiteY86" fmla="*/ 1537857 h 1598136"/>
              <a:gd name="connsiteX87" fmla="*/ 2862301 w 9662615"/>
              <a:gd name="connsiteY87" fmla="*/ 1544250 h 1598136"/>
              <a:gd name="connsiteX88" fmla="*/ 2766335 w 9662615"/>
              <a:gd name="connsiteY88" fmla="*/ 1527662 h 1598136"/>
              <a:gd name="connsiteX89" fmla="*/ 2757836 w 9662615"/>
              <a:gd name="connsiteY89" fmla="*/ 1531371 h 1598136"/>
              <a:gd name="connsiteX90" fmla="*/ 2691555 w 9662615"/>
              <a:gd name="connsiteY90" fmla="*/ 1530283 h 1598136"/>
              <a:gd name="connsiteX91" fmla="*/ 2491676 w 9662615"/>
              <a:gd name="connsiteY91" fmla="*/ 1500859 h 1598136"/>
              <a:gd name="connsiteX92" fmla="*/ 2378036 w 9662615"/>
              <a:gd name="connsiteY92" fmla="*/ 1520645 h 1598136"/>
              <a:gd name="connsiteX93" fmla="*/ 2284269 w 9662615"/>
              <a:gd name="connsiteY93" fmla="*/ 1503068 h 1598136"/>
              <a:gd name="connsiteX94" fmla="*/ 2207104 w 9662615"/>
              <a:gd name="connsiteY94" fmla="*/ 1508888 h 1598136"/>
              <a:gd name="connsiteX95" fmla="*/ 2149226 w 9662615"/>
              <a:gd name="connsiteY95" fmla="*/ 1523409 h 1598136"/>
              <a:gd name="connsiteX96" fmla="*/ 2084783 w 9662615"/>
              <a:gd name="connsiteY96" fmla="*/ 1524245 h 1598136"/>
              <a:gd name="connsiteX97" fmla="*/ 2070075 w 9662615"/>
              <a:gd name="connsiteY97" fmla="*/ 1511285 h 1598136"/>
              <a:gd name="connsiteX98" fmla="*/ 2001057 w 9662615"/>
              <a:gd name="connsiteY98" fmla="*/ 1516449 h 1598136"/>
              <a:gd name="connsiteX99" fmla="*/ 1896330 w 9662615"/>
              <a:gd name="connsiteY99" fmla="*/ 1525725 h 1598136"/>
              <a:gd name="connsiteX100" fmla="*/ 1835994 w 9662615"/>
              <a:gd name="connsiteY100" fmla="*/ 1527678 h 1598136"/>
              <a:gd name="connsiteX101" fmla="*/ 1671119 w 9662615"/>
              <a:gd name="connsiteY101" fmla="*/ 1536701 h 1598136"/>
              <a:gd name="connsiteX102" fmla="*/ 1601337 w 9662615"/>
              <a:gd name="connsiteY102" fmla="*/ 1548552 h 1598136"/>
              <a:gd name="connsiteX103" fmla="*/ 1407755 w 9662615"/>
              <a:gd name="connsiteY103" fmla="*/ 1571444 h 1598136"/>
              <a:gd name="connsiteX104" fmla="*/ 1271994 w 9662615"/>
              <a:gd name="connsiteY104" fmla="*/ 1579471 h 1598136"/>
              <a:gd name="connsiteX105" fmla="*/ 1249226 w 9662615"/>
              <a:gd name="connsiteY105" fmla="*/ 1583140 h 1598136"/>
              <a:gd name="connsiteX106" fmla="*/ 1217719 w 9662615"/>
              <a:gd name="connsiteY106" fmla="*/ 1580863 h 1598136"/>
              <a:gd name="connsiteX107" fmla="*/ 1091432 w 9662615"/>
              <a:gd name="connsiteY107" fmla="*/ 1571003 h 1598136"/>
              <a:gd name="connsiteX108" fmla="*/ 992039 w 9662615"/>
              <a:gd name="connsiteY108" fmla="*/ 1556662 h 1598136"/>
              <a:gd name="connsiteX109" fmla="*/ 868264 w 9662615"/>
              <a:gd name="connsiteY109" fmla="*/ 1566392 h 1598136"/>
              <a:gd name="connsiteX110" fmla="*/ 792765 w 9662615"/>
              <a:gd name="connsiteY110" fmla="*/ 1563102 h 1598136"/>
              <a:gd name="connsiteX111" fmla="*/ 669055 w 9662615"/>
              <a:gd name="connsiteY111" fmla="*/ 1543638 h 1598136"/>
              <a:gd name="connsiteX112" fmla="*/ 506152 w 9662615"/>
              <a:gd name="connsiteY112" fmla="*/ 1549124 h 1598136"/>
              <a:gd name="connsiteX113" fmla="*/ 472797 w 9662615"/>
              <a:gd name="connsiteY113" fmla="*/ 1568904 h 1598136"/>
              <a:gd name="connsiteX114" fmla="*/ 427864 w 9662615"/>
              <a:gd name="connsiteY114" fmla="*/ 1580848 h 1598136"/>
              <a:gd name="connsiteX115" fmla="*/ 408381 w 9662615"/>
              <a:gd name="connsiteY115" fmla="*/ 1552940 h 1598136"/>
              <a:gd name="connsiteX116" fmla="*/ 267163 w 9662615"/>
              <a:gd name="connsiteY116" fmla="*/ 1531913 h 1598136"/>
              <a:gd name="connsiteX117" fmla="*/ 196644 w 9662615"/>
              <a:gd name="connsiteY117" fmla="*/ 1524565 h 1598136"/>
              <a:gd name="connsiteX118" fmla="*/ 86819 w 9662615"/>
              <a:gd name="connsiteY118" fmla="*/ 1519517 h 1598136"/>
              <a:gd name="connsiteX119" fmla="*/ 53369 w 9662615"/>
              <a:gd name="connsiteY119" fmla="*/ 1516853 h 1598136"/>
              <a:gd name="connsiteX120" fmla="*/ 2359 w 9662615"/>
              <a:gd name="connsiteY120" fmla="*/ 1515247 h 1598136"/>
              <a:gd name="connsiteX121" fmla="*/ 0 w 9662615"/>
              <a:gd name="connsiteY121" fmla="*/ 1514932 h 1598136"/>
              <a:gd name="connsiteX122" fmla="*/ 0 w 9662615"/>
              <a:gd name="connsiteY122" fmla="*/ 0 h 1598136"/>
              <a:gd name="connsiteX0" fmla="*/ 0 w 9662615"/>
              <a:gd name="connsiteY0" fmla="*/ 0 h 1598136"/>
              <a:gd name="connsiteX1" fmla="*/ 9662615 w 9662615"/>
              <a:gd name="connsiteY1" fmla="*/ 0 h 1598136"/>
              <a:gd name="connsiteX2" fmla="*/ 9662615 w 9662615"/>
              <a:gd name="connsiteY2" fmla="*/ 1280346 h 1598136"/>
              <a:gd name="connsiteX3" fmla="*/ 9658420 w 9662615"/>
              <a:gd name="connsiteY3" fmla="*/ 1280106 h 1598136"/>
              <a:gd name="connsiteX4" fmla="*/ 9469546 w 9662615"/>
              <a:gd name="connsiteY4" fmla="*/ 1289837 h 1598136"/>
              <a:gd name="connsiteX5" fmla="*/ 9385895 w 9662615"/>
              <a:gd name="connsiteY5" fmla="*/ 1269203 h 1598136"/>
              <a:gd name="connsiteX6" fmla="*/ 9144767 w 9662615"/>
              <a:gd name="connsiteY6" fmla="*/ 1264120 h 1598136"/>
              <a:gd name="connsiteX7" fmla="*/ 8837252 w 9662615"/>
              <a:gd name="connsiteY7" fmla="*/ 1350515 h 1598136"/>
              <a:gd name="connsiteX8" fmla="*/ 8705466 w 9662615"/>
              <a:gd name="connsiteY8" fmla="*/ 1342419 h 1598136"/>
              <a:gd name="connsiteX9" fmla="*/ 8652221 w 9662615"/>
              <a:gd name="connsiteY9" fmla="*/ 1326906 h 1598136"/>
              <a:gd name="connsiteX10" fmla="*/ 8632312 w 9662615"/>
              <a:gd name="connsiteY10" fmla="*/ 1326025 h 1598136"/>
              <a:gd name="connsiteX11" fmla="*/ 8591582 w 9662615"/>
              <a:gd name="connsiteY11" fmla="*/ 1341666 h 1598136"/>
              <a:gd name="connsiteX12" fmla="*/ 8537336 w 9662615"/>
              <a:gd name="connsiteY12" fmla="*/ 1341684 h 1598136"/>
              <a:gd name="connsiteX13" fmla="*/ 8472508 w 9662615"/>
              <a:gd name="connsiteY13" fmla="*/ 1363109 h 1598136"/>
              <a:gd name="connsiteX14" fmla="*/ 8258477 w 9662615"/>
              <a:gd name="connsiteY14" fmla="*/ 1370666 h 1598136"/>
              <a:gd name="connsiteX15" fmla="*/ 8197961 w 9662615"/>
              <a:gd name="connsiteY15" fmla="*/ 1392804 h 1598136"/>
              <a:gd name="connsiteX16" fmla="*/ 8171196 w 9662615"/>
              <a:gd name="connsiteY16" fmla="*/ 1397216 h 1598136"/>
              <a:gd name="connsiteX17" fmla="*/ 8127667 w 9662615"/>
              <a:gd name="connsiteY17" fmla="*/ 1418254 h 1598136"/>
              <a:gd name="connsiteX18" fmla="*/ 7974579 w 9662615"/>
              <a:gd name="connsiteY18" fmla="*/ 1383439 h 1598136"/>
              <a:gd name="connsiteX19" fmla="*/ 7768351 w 9662615"/>
              <a:gd name="connsiteY19" fmla="*/ 1395051 h 1598136"/>
              <a:gd name="connsiteX20" fmla="*/ 7635985 w 9662615"/>
              <a:gd name="connsiteY20" fmla="*/ 1386363 h 1598136"/>
              <a:gd name="connsiteX21" fmla="*/ 7466069 w 9662615"/>
              <a:gd name="connsiteY21" fmla="*/ 1377654 h 1598136"/>
              <a:gd name="connsiteX22" fmla="*/ 7355642 w 9662615"/>
              <a:gd name="connsiteY22" fmla="*/ 1407761 h 1598136"/>
              <a:gd name="connsiteX23" fmla="*/ 7151610 w 9662615"/>
              <a:gd name="connsiteY23" fmla="*/ 1397856 h 1598136"/>
              <a:gd name="connsiteX24" fmla="*/ 7082147 w 9662615"/>
              <a:gd name="connsiteY24" fmla="*/ 1406113 h 1598136"/>
              <a:gd name="connsiteX25" fmla="*/ 7014958 w 9662615"/>
              <a:gd name="connsiteY25" fmla="*/ 1396883 h 1598136"/>
              <a:gd name="connsiteX26" fmla="*/ 6907567 w 9662615"/>
              <a:gd name="connsiteY26" fmla="*/ 1419149 h 1598136"/>
              <a:gd name="connsiteX27" fmla="*/ 6748428 w 9662615"/>
              <a:gd name="connsiteY27" fmla="*/ 1420308 h 1598136"/>
              <a:gd name="connsiteX28" fmla="*/ 6654257 w 9662615"/>
              <a:gd name="connsiteY28" fmla="*/ 1424143 h 1598136"/>
              <a:gd name="connsiteX29" fmla="*/ 6620123 w 9662615"/>
              <a:gd name="connsiteY29" fmla="*/ 1430535 h 1598136"/>
              <a:gd name="connsiteX30" fmla="*/ 6571355 w 9662615"/>
              <a:gd name="connsiteY30" fmla="*/ 1436144 h 1598136"/>
              <a:gd name="connsiteX31" fmla="*/ 6486557 w 9662615"/>
              <a:gd name="connsiteY31" fmla="*/ 1449861 h 1598136"/>
              <a:gd name="connsiteX32" fmla="*/ 6370419 w 9662615"/>
              <a:gd name="connsiteY32" fmla="*/ 1461649 h 1598136"/>
              <a:gd name="connsiteX33" fmla="*/ 6278839 w 9662615"/>
              <a:gd name="connsiteY33" fmla="*/ 1449160 h 1598136"/>
              <a:gd name="connsiteX34" fmla="*/ 6272455 w 9662615"/>
              <a:gd name="connsiteY34" fmla="*/ 1453191 h 1598136"/>
              <a:gd name="connsiteX35" fmla="*/ 6212659 w 9662615"/>
              <a:gd name="connsiteY35" fmla="*/ 1454850 h 1598136"/>
              <a:gd name="connsiteX36" fmla="*/ 6069317 w 9662615"/>
              <a:gd name="connsiteY36" fmla="*/ 1445838 h 1598136"/>
              <a:gd name="connsiteX37" fmla="*/ 5878477 w 9662615"/>
              <a:gd name="connsiteY37" fmla="*/ 1439180 h 1598136"/>
              <a:gd name="connsiteX38" fmla="*/ 5838387 w 9662615"/>
              <a:gd name="connsiteY38" fmla="*/ 1444679 h 1598136"/>
              <a:gd name="connsiteX39" fmla="*/ 5771136 w 9662615"/>
              <a:gd name="connsiteY39" fmla="*/ 1453639 h 1598136"/>
              <a:gd name="connsiteX40" fmla="*/ 5724081 w 9662615"/>
              <a:gd name="connsiteY40" fmla="*/ 1470431 h 1598136"/>
              <a:gd name="connsiteX41" fmla="*/ 5666577 w 9662615"/>
              <a:gd name="connsiteY41" fmla="*/ 1473921 h 1598136"/>
              <a:gd name="connsiteX42" fmla="*/ 5649068 w 9662615"/>
              <a:gd name="connsiteY42" fmla="*/ 1461676 h 1598136"/>
              <a:gd name="connsiteX43" fmla="*/ 5588902 w 9662615"/>
              <a:gd name="connsiteY43" fmla="*/ 1469647 h 1598136"/>
              <a:gd name="connsiteX44" fmla="*/ 5498090 w 9662615"/>
              <a:gd name="connsiteY44" fmla="*/ 1483173 h 1598136"/>
              <a:gd name="connsiteX45" fmla="*/ 5444641 w 9662615"/>
              <a:gd name="connsiteY45" fmla="*/ 1487602 h 1598136"/>
              <a:gd name="connsiteX46" fmla="*/ 5299812 w 9662615"/>
              <a:gd name="connsiteY46" fmla="*/ 1503362 h 1598136"/>
              <a:gd name="connsiteX47" fmla="*/ 5213947 w 9662615"/>
              <a:gd name="connsiteY47" fmla="*/ 1516637 h 1598136"/>
              <a:gd name="connsiteX48" fmla="*/ 5090342 w 9662615"/>
              <a:gd name="connsiteY48" fmla="*/ 1546680 h 1598136"/>
              <a:gd name="connsiteX49" fmla="*/ 5129812 w 9662615"/>
              <a:gd name="connsiteY49" fmla="*/ 1521277 h 1598136"/>
              <a:gd name="connsiteX50" fmla="*/ 5059484 w 9662615"/>
              <a:gd name="connsiteY50" fmla="*/ 1546802 h 1598136"/>
              <a:gd name="connsiteX51" fmla="*/ 5050958 w 9662615"/>
              <a:gd name="connsiteY51" fmla="*/ 1545776 h 1598136"/>
              <a:gd name="connsiteX52" fmla="*/ 5038524 w 9662615"/>
              <a:gd name="connsiteY52" fmla="*/ 1545675 h 1598136"/>
              <a:gd name="connsiteX53" fmla="*/ 5038223 w 9662615"/>
              <a:gd name="connsiteY53" fmla="*/ 1545881 h 1598136"/>
              <a:gd name="connsiteX54" fmla="*/ 5026564 w 9662615"/>
              <a:gd name="connsiteY54" fmla="*/ 1545376 h 1598136"/>
              <a:gd name="connsiteX55" fmla="*/ 4969433 w 9662615"/>
              <a:gd name="connsiteY55" fmla="*/ 1540263 h 1598136"/>
              <a:gd name="connsiteX56" fmla="*/ 4921303 w 9662615"/>
              <a:gd name="connsiteY56" fmla="*/ 1575379 h 1598136"/>
              <a:gd name="connsiteX57" fmla="*/ 4863775 w 9662615"/>
              <a:gd name="connsiteY57" fmla="*/ 1562633 h 1598136"/>
              <a:gd name="connsiteX58" fmla="*/ 4847242 w 9662615"/>
              <a:gd name="connsiteY58" fmla="*/ 1565435 h 1598136"/>
              <a:gd name="connsiteX59" fmla="*/ 4856839 w 9662615"/>
              <a:gd name="connsiteY59" fmla="*/ 1598136 h 1598136"/>
              <a:gd name="connsiteX60" fmla="*/ 4791466 w 9662615"/>
              <a:gd name="connsiteY60" fmla="*/ 1561324 h 1598136"/>
              <a:gd name="connsiteX61" fmla="*/ 4784247 w 9662615"/>
              <a:gd name="connsiteY61" fmla="*/ 1562342 h 1598136"/>
              <a:gd name="connsiteX62" fmla="*/ 4748477 w 9662615"/>
              <a:gd name="connsiteY62" fmla="*/ 1556925 h 1598136"/>
              <a:gd name="connsiteX63" fmla="*/ 4730033 w 9662615"/>
              <a:gd name="connsiteY63" fmla="*/ 1555274 h 1598136"/>
              <a:gd name="connsiteX64" fmla="*/ 4724747 w 9662615"/>
              <a:gd name="connsiteY64" fmla="*/ 1552439 h 1598136"/>
              <a:gd name="connsiteX65" fmla="*/ 4697562 w 9662615"/>
              <a:gd name="connsiteY65" fmla="*/ 1551206 h 1598136"/>
              <a:gd name="connsiteX66" fmla="*/ 4662664 w 9662615"/>
              <a:gd name="connsiteY66" fmla="*/ 1573162 h 1598136"/>
              <a:gd name="connsiteX67" fmla="*/ 4603028 w 9662615"/>
              <a:gd name="connsiteY67" fmla="*/ 1568821 h 1598136"/>
              <a:gd name="connsiteX68" fmla="*/ 4541612 w 9662615"/>
              <a:gd name="connsiteY68" fmla="*/ 1545262 h 1598136"/>
              <a:gd name="connsiteX69" fmla="*/ 4422155 w 9662615"/>
              <a:gd name="connsiteY69" fmla="*/ 1542059 h 1598136"/>
              <a:gd name="connsiteX70" fmla="*/ 4221826 w 9662615"/>
              <a:gd name="connsiteY70" fmla="*/ 1508923 h 1598136"/>
              <a:gd name="connsiteX71" fmla="*/ 4096601 w 9662615"/>
              <a:gd name="connsiteY71" fmla="*/ 1521563 h 1598136"/>
              <a:gd name="connsiteX72" fmla="*/ 3970635 w 9662615"/>
              <a:gd name="connsiteY72" fmla="*/ 1544815 h 1598136"/>
              <a:gd name="connsiteX73" fmla="*/ 3833906 w 9662615"/>
              <a:gd name="connsiteY73" fmla="*/ 1516637 h 1598136"/>
              <a:gd name="connsiteX74" fmla="*/ 3696258 w 9662615"/>
              <a:gd name="connsiteY74" fmla="*/ 1537563 h 1598136"/>
              <a:gd name="connsiteX75" fmla="*/ 3594070 w 9662615"/>
              <a:gd name="connsiteY75" fmla="*/ 1509422 h 1598136"/>
              <a:gd name="connsiteX76" fmla="*/ 3565233 w 9662615"/>
              <a:gd name="connsiteY76" fmla="*/ 1515122 h 1598136"/>
              <a:gd name="connsiteX77" fmla="*/ 3560267 w 9662615"/>
              <a:gd name="connsiteY77" fmla="*/ 1516288 h 1598136"/>
              <a:gd name="connsiteX78" fmla="*/ 3540258 w 9662615"/>
              <a:gd name="connsiteY78" fmla="*/ 1516976 h 1598136"/>
              <a:gd name="connsiteX79" fmla="*/ 3534780 w 9662615"/>
              <a:gd name="connsiteY79" fmla="*/ 1522141 h 1598136"/>
              <a:gd name="connsiteX80" fmla="*/ 3504783 w 9662615"/>
              <a:gd name="connsiteY80" fmla="*/ 1526739 h 1598136"/>
              <a:gd name="connsiteX81" fmla="*/ 3430805 w 9662615"/>
              <a:gd name="connsiteY81" fmla="*/ 1542521 h 1598136"/>
              <a:gd name="connsiteX82" fmla="*/ 3292707 w 9662615"/>
              <a:gd name="connsiteY82" fmla="*/ 1520490 h 1598136"/>
              <a:gd name="connsiteX83" fmla="*/ 3187872 w 9662615"/>
              <a:gd name="connsiteY83" fmla="*/ 1519991 h 1598136"/>
              <a:gd name="connsiteX84" fmla="*/ 3148026 w 9662615"/>
              <a:gd name="connsiteY84" fmla="*/ 1524777 h 1598136"/>
              <a:gd name="connsiteX85" fmla="*/ 3092394 w 9662615"/>
              <a:gd name="connsiteY85" fmla="*/ 1528115 h 1598136"/>
              <a:gd name="connsiteX86" fmla="*/ 2994200 w 9662615"/>
              <a:gd name="connsiteY86" fmla="*/ 1537857 h 1598136"/>
              <a:gd name="connsiteX87" fmla="*/ 2862301 w 9662615"/>
              <a:gd name="connsiteY87" fmla="*/ 1544250 h 1598136"/>
              <a:gd name="connsiteX88" fmla="*/ 2766335 w 9662615"/>
              <a:gd name="connsiteY88" fmla="*/ 1527662 h 1598136"/>
              <a:gd name="connsiteX89" fmla="*/ 2757836 w 9662615"/>
              <a:gd name="connsiteY89" fmla="*/ 1531371 h 1598136"/>
              <a:gd name="connsiteX90" fmla="*/ 2691555 w 9662615"/>
              <a:gd name="connsiteY90" fmla="*/ 1530283 h 1598136"/>
              <a:gd name="connsiteX91" fmla="*/ 2491676 w 9662615"/>
              <a:gd name="connsiteY91" fmla="*/ 1500859 h 1598136"/>
              <a:gd name="connsiteX92" fmla="*/ 2378036 w 9662615"/>
              <a:gd name="connsiteY92" fmla="*/ 1520645 h 1598136"/>
              <a:gd name="connsiteX93" fmla="*/ 2284269 w 9662615"/>
              <a:gd name="connsiteY93" fmla="*/ 1503068 h 1598136"/>
              <a:gd name="connsiteX94" fmla="*/ 2207104 w 9662615"/>
              <a:gd name="connsiteY94" fmla="*/ 1508888 h 1598136"/>
              <a:gd name="connsiteX95" fmla="*/ 2149226 w 9662615"/>
              <a:gd name="connsiteY95" fmla="*/ 1523409 h 1598136"/>
              <a:gd name="connsiteX96" fmla="*/ 2084783 w 9662615"/>
              <a:gd name="connsiteY96" fmla="*/ 1524245 h 1598136"/>
              <a:gd name="connsiteX97" fmla="*/ 2070075 w 9662615"/>
              <a:gd name="connsiteY97" fmla="*/ 1511285 h 1598136"/>
              <a:gd name="connsiteX98" fmla="*/ 2001057 w 9662615"/>
              <a:gd name="connsiteY98" fmla="*/ 1516449 h 1598136"/>
              <a:gd name="connsiteX99" fmla="*/ 1896330 w 9662615"/>
              <a:gd name="connsiteY99" fmla="*/ 1525725 h 1598136"/>
              <a:gd name="connsiteX100" fmla="*/ 1835994 w 9662615"/>
              <a:gd name="connsiteY100" fmla="*/ 1527678 h 1598136"/>
              <a:gd name="connsiteX101" fmla="*/ 1671119 w 9662615"/>
              <a:gd name="connsiteY101" fmla="*/ 1536701 h 1598136"/>
              <a:gd name="connsiteX102" fmla="*/ 1601337 w 9662615"/>
              <a:gd name="connsiteY102" fmla="*/ 1548552 h 1598136"/>
              <a:gd name="connsiteX103" fmla="*/ 1407755 w 9662615"/>
              <a:gd name="connsiteY103" fmla="*/ 1571444 h 1598136"/>
              <a:gd name="connsiteX104" fmla="*/ 1271994 w 9662615"/>
              <a:gd name="connsiteY104" fmla="*/ 1579471 h 1598136"/>
              <a:gd name="connsiteX105" fmla="*/ 1249226 w 9662615"/>
              <a:gd name="connsiteY105" fmla="*/ 1583140 h 1598136"/>
              <a:gd name="connsiteX106" fmla="*/ 1217719 w 9662615"/>
              <a:gd name="connsiteY106" fmla="*/ 1580863 h 1598136"/>
              <a:gd name="connsiteX107" fmla="*/ 1091432 w 9662615"/>
              <a:gd name="connsiteY107" fmla="*/ 1571003 h 1598136"/>
              <a:gd name="connsiteX108" fmla="*/ 992039 w 9662615"/>
              <a:gd name="connsiteY108" fmla="*/ 1556662 h 1598136"/>
              <a:gd name="connsiteX109" fmla="*/ 868264 w 9662615"/>
              <a:gd name="connsiteY109" fmla="*/ 1566392 h 1598136"/>
              <a:gd name="connsiteX110" fmla="*/ 792765 w 9662615"/>
              <a:gd name="connsiteY110" fmla="*/ 1563102 h 1598136"/>
              <a:gd name="connsiteX111" fmla="*/ 669055 w 9662615"/>
              <a:gd name="connsiteY111" fmla="*/ 1543638 h 1598136"/>
              <a:gd name="connsiteX112" fmla="*/ 506152 w 9662615"/>
              <a:gd name="connsiteY112" fmla="*/ 1549124 h 1598136"/>
              <a:gd name="connsiteX113" fmla="*/ 472797 w 9662615"/>
              <a:gd name="connsiteY113" fmla="*/ 1568904 h 1598136"/>
              <a:gd name="connsiteX114" fmla="*/ 427864 w 9662615"/>
              <a:gd name="connsiteY114" fmla="*/ 1580848 h 1598136"/>
              <a:gd name="connsiteX115" fmla="*/ 408381 w 9662615"/>
              <a:gd name="connsiteY115" fmla="*/ 1552940 h 1598136"/>
              <a:gd name="connsiteX116" fmla="*/ 267163 w 9662615"/>
              <a:gd name="connsiteY116" fmla="*/ 1531913 h 1598136"/>
              <a:gd name="connsiteX117" fmla="*/ 196644 w 9662615"/>
              <a:gd name="connsiteY117" fmla="*/ 1524565 h 1598136"/>
              <a:gd name="connsiteX118" fmla="*/ 86819 w 9662615"/>
              <a:gd name="connsiteY118" fmla="*/ 1519517 h 1598136"/>
              <a:gd name="connsiteX119" fmla="*/ 53369 w 9662615"/>
              <a:gd name="connsiteY119" fmla="*/ 1516853 h 1598136"/>
              <a:gd name="connsiteX120" fmla="*/ 2359 w 9662615"/>
              <a:gd name="connsiteY120" fmla="*/ 1515247 h 1598136"/>
              <a:gd name="connsiteX121" fmla="*/ 0 w 9662615"/>
              <a:gd name="connsiteY121" fmla="*/ 1514932 h 1598136"/>
              <a:gd name="connsiteX122" fmla="*/ 0 w 9662615"/>
              <a:gd name="connsiteY122" fmla="*/ 0 h 1598136"/>
              <a:gd name="connsiteX0" fmla="*/ 0 w 9662615"/>
              <a:gd name="connsiteY0" fmla="*/ 0 h 1598136"/>
              <a:gd name="connsiteX1" fmla="*/ 9662615 w 9662615"/>
              <a:gd name="connsiteY1" fmla="*/ 0 h 1598136"/>
              <a:gd name="connsiteX2" fmla="*/ 9662615 w 9662615"/>
              <a:gd name="connsiteY2" fmla="*/ 1280346 h 1598136"/>
              <a:gd name="connsiteX3" fmla="*/ 9658420 w 9662615"/>
              <a:gd name="connsiteY3" fmla="*/ 1280106 h 1598136"/>
              <a:gd name="connsiteX4" fmla="*/ 9469546 w 9662615"/>
              <a:gd name="connsiteY4" fmla="*/ 1289837 h 1598136"/>
              <a:gd name="connsiteX5" fmla="*/ 9385895 w 9662615"/>
              <a:gd name="connsiteY5" fmla="*/ 1269203 h 1598136"/>
              <a:gd name="connsiteX6" fmla="*/ 9144767 w 9662615"/>
              <a:gd name="connsiteY6" fmla="*/ 1264120 h 1598136"/>
              <a:gd name="connsiteX7" fmla="*/ 8837252 w 9662615"/>
              <a:gd name="connsiteY7" fmla="*/ 1350515 h 1598136"/>
              <a:gd name="connsiteX8" fmla="*/ 8705466 w 9662615"/>
              <a:gd name="connsiteY8" fmla="*/ 1342419 h 1598136"/>
              <a:gd name="connsiteX9" fmla="*/ 8652221 w 9662615"/>
              <a:gd name="connsiteY9" fmla="*/ 1326906 h 1598136"/>
              <a:gd name="connsiteX10" fmla="*/ 8632312 w 9662615"/>
              <a:gd name="connsiteY10" fmla="*/ 1326025 h 1598136"/>
              <a:gd name="connsiteX11" fmla="*/ 8591582 w 9662615"/>
              <a:gd name="connsiteY11" fmla="*/ 1341666 h 1598136"/>
              <a:gd name="connsiteX12" fmla="*/ 8537336 w 9662615"/>
              <a:gd name="connsiteY12" fmla="*/ 1341684 h 1598136"/>
              <a:gd name="connsiteX13" fmla="*/ 8472508 w 9662615"/>
              <a:gd name="connsiteY13" fmla="*/ 1363109 h 1598136"/>
              <a:gd name="connsiteX14" fmla="*/ 8258477 w 9662615"/>
              <a:gd name="connsiteY14" fmla="*/ 1370666 h 1598136"/>
              <a:gd name="connsiteX15" fmla="*/ 8197961 w 9662615"/>
              <a:gd name="connsiteY15" fmla="*/ 1392804 h 1598136"/>
              <a:gd name="connsiteX16" fmla="*/ 8171196 w 9662615"/>
              <a:gd name="connsiteY16" fmla="*/ 1397216 h 1598136"/>
              <a:gd name="connsiteX17" fmla="*/ 8127667 w 9662615"/>
              <a:gd name="connsiteY17" fmla="*/ 1418254 h 1598136"/>
              <a:gd name="connsiteX18" fmla="*/ 7974579 w 9662615"/>
              <a:gd name="connsiteY18" fmla="*/ 1383439 h 1598136"/>
              <a:gd name="connsiteX19" fmla="*/ 7768351 w 9662615"/>
              <a:gd name="connsiteY19" fmla="*/ 1395051 h 1598136"/>
              <a:gd name="connsiteX20" fmla="*/ 7635985 w 9662615"/>
              <a:gd name="connsiteY20" fmla="*/ 1386363 h 1598136"/>
              <a:gd name="connsiteX21" fmla="*/ 7466069 w 9662615"/>
              <a:gd name="connsiteY21" fmla="*/ 1377654 h 1598136"/>
              <a:gd name="connsiteX22" fmla="*/ 7355642 w 9662615"/>
              <a:gd name="connsiteY22" fmla="*/ 1407761 h 1598136"/>
              <a:gd name="connsiteX23" fmla="*/ 7151610 w 9662615"/>
              <a:gd name="connsiteY23" fmla="*/ 1397856 h 1598136"/>
              <a:gd name="connsiteX24" fmla="*/ 7082147 w 9662615"/>
              <a:gd name="connsiteY24" fmla="*/ 1406113 h 1598136"/>
              <a:gd name="connsiteX25" fmla="*/ 7014958 w 9662615"/>
              <a:gd name="connsiteY25" fmla="*/ 1396883 h 1598136"/>
              <a:gd name="connsiteX26" fmla="*/ 6907567 w 9662615"/>
              <a:gd name="connsiteY26" fmla="*/ 1419149 h 1598136"/>
              <a:gd name="connsiteX27" fmla="*/ 6748428 w 9662615"/>
              <a:gd name="connsiteY27" fmla="*/ 1420308 h 1598136"/>
              <a:gd name="connsiteX28" fmla="*/ 6654257 w 9662615"/>
              <a:gd name="connsiteY28" fmla="*/ 1424143 h 1598136"/>
              <a:gd name="connsiteX29" fmla="*/ 6620123 w 9662615"/>
              <a:gd name="connsiteY29" fmla="*/ 1430535 h 1598136"/>
              <a:gd name="connsiteX30" fmla="*/ 6571355 w 9662615"/>
              <a:gd name="connsiteY30" fmla="*/ 1436144 h 1598136"/>
              <a:gd name="connsiteX31" fmla="*/ 6486557 w 9662615"/>
              <a:gd name="connsiteY31" fmla="*/ 1449861 h 1598136"/>
              <a:gd name="connsiteX32" fmla="*/ 6370419 w 9662615"/>
              <a:gd name="connsiteY32" fmla="*/ 1461649 h 1598136"/>
              <a:gd name="connsiteX33" fmla="*/ 6278839 w 9662615"/>
              <a:gd name="connsiteY33" fmla="*/ 1449160 h 1598136"/>
              <a:gd name="connsiteX34" fmla="*/ 6272455 w 9662615"/>
              <a:gd name="connsiteY34" fmla="*/ 1453191 h 1598136"/>
              <a:gd name="connsiteX35" fmla="*/ 6212659 w 9662615"/>
              <a:gd name="connsiteY35" fmla="*/ 1454850 h 1598136"/>
              <a:gd name="connsiteX36" fmla="*/ 6069317 w 9662615"/>
              <a:gd name="connsiteY36" fmla="*/ 1445838 h 1598136"/>
              <a:gd name="connsiteX37" fmla="*/ 5878477 w 9662615"/>
              <a:gd name="connsiteY37" fmla="*/ 1439180 h 1598136"/>
              <a:gd name="connsiteX38" fmla="*/ 5838387 w 9662615"/>
              <a:gd name="connsiteY38" fmla="*/ 1444679 h 1598136"/>
              <a:gd name="connsiteX39" fmla="*/ 5771136 w 9662615"/>
              <a:gd name="connsiteY39" fmla="*/ 1453639 h 1598136"/>
              <a:gd name="connsiteX40" fmla="*/ 5724081 w 9662615"/>
              <a:gd name="connsiteY40" fmla="*/ 1470431 h 1598136"/>
              <a:gd name="connsiteX41" fmla="*/ 5666577 w 9662615"/>
              <a:gd name="connsiteY41" fmla="*/ 1473921 h 1598136"/>
              <a:gd name="connsiteX42" fmla="*/ 5649068 w 9662615"/>
              <a:gd name="connsiteY42" fmla="*/ 1461676 h 1598136"/>
              <a:gd name="connsiteX43" fmla="*/ 5588902 w 9662615"/>
              <a:gd name="connsiteY43" fmla="*/ 1469647 h 1598136"/>
              <a:gd name="connsiteX44" fmla="*/ 5498090 w 9662615"/>
              <a:gd name="connsiteY44" fmla="*/ 1483173 h 1598136"/>
              <a:gd name="connsiteX45" fmla="*/ 5444641 w 9662615"/>
              <a:gd name="connsiteY45" fmla="*/ 1487602 h 1598136"/>
              <a:gd name="connsiteX46" fmla="*/ 5299812 w 9662615"/>
              <a:gd name="connsiteY46" fmla="*/ 1503362 h 1598136"/>
              <a:gd name="connsiteX47" fmla="*/ 5213947 w 9662615"/>
              <a:gd name="connsiteY47" fmla="*/ 1516637 h 1598136"/>
              <a:gd name="connsiteX48" fmla="*/ 5090342 w 9662615"/>
              <a:gd name="connsiteY48" fmla="*/ 1546680 h 1598136"/>
              <a:gd name="connsiteX49" fmla="*/ 5129812 w 9662615"/>
              <a:gd name="connsiteY49" fmla="*/ 1521277 h 1598136"/>
              <a:gd name="connsiteX50" fmla="*/ 5059484 w 9662615"/>
              <a:gd name="connsiteY50" fmla="*/ 1546802 h 1598136"/>
              <a:gd name="connsiteX51" fmla="*/ 5050958 w 9662615"/>
              <a:gd name="connsiteY51" fmla="*/ 1545776 h 1598136"/>
              <a:gd name="connsiteX52" fmla="*/ 5038524 w 9662615"/>
              <a:gd name="connsiteY52" fmla="*/ 1545675 h 1598136"/>
              <a:gd name="connsiteX53" fmla="*/ 5026564 w 9662615"/>
              <a:gd name="connsiteY53" fmla="*/ 1545376 h 1598136"/>
              <a:gd name="connsiteX54" fmla="*/ 4969433 w 9662615"/>
              <a:gd name="connsiteY54" fmla="*/ 1540263 h 1598136"/>
              <a:gd name="connsiteX55" fmla="*/ 4921303 w 9662615"/>
              <a:gd name="connsiteY55" fmla="*/ 1575379 h 1598136"/>
              <a:gd name="connsiteX56" fmla="*/ 4863775 w 9662615"/>
              <a:gd name="connsiteY56" fmla="*/ 1562633 h 1598136"/>
              <a:gd name="connsiteX57" fmla="*/ 4847242 w 9662615"/>
              <a:gd name="connsiteY57" fmla="*/ 1565435 h 1598136"/>
              <a:gd name="connsiteX58" fmla="*/ 4856839 w 9662615"/>
              <a:gd name="connsiteY58" fmla="*/ 1598136 h 1598136"/>
              <a:gd name="connsiteX59" fmla="*/ 4791466 w 9662615"/>
              <a:gd name="connsiteY59" fmla="*/ 1561324 h 1598136"/>
              <a:gd name="connsiteX60" fmla="*/ 4784247 w 9662615"/>
              <a:gd name="connsiteY60" fmla="*/ 1562342 h 1598136"/>
              <a:gd name="connsiteX61" fmla="*/ 4748477 w 9662615"/>
              <a:gd name="connsiteY61" fmla="*/ 1556925 h 1598136"/>
              <a:gd name="connsiteX62" fmla="*/ 4730033 w 9662615"/>
              <a:gd name="connsiteY62" fmla="*/ 1555274 h 1598136"/>
              <a:gd name="connsiteX63" fmla="*/ 4724747 w 9662615"/>
              <a:gd name="connsiteY63" fmla="*/ 1552439 h 1598136"/>
              <a:gd name="connsiteX64" fmla="*/ 4697562 w 9662615"/>
              <a:gd name="connsiteY64" fmla="*/ 1551206 h 1598136"/>
              <a:gd name="connsiteX65" fmla="*/ 4662664 w 9662615"/>
              <a:gd name="connsiteY65" fmla="*/ 1573162 h 1598136"/>
              <a:gd name="connsiteX66" fmla="*/ 4603028 w 9662615"/>
              <a:gd name="connsiteY66" fmla="*/ 1568821 h 1598136"/>
              <a:gd name="connsiteX67" fmla="*/ 4541612 w 9662615"/>
              <a:gd name="connsiteY67" fmla="*/ 1545262 h 1598136"/>
              <a:gd name="connsiteX68" fmla="*/ 4422155 w 9662615"/>
              <a:gd name="connsiteY68" fmla="*/ 1542059 h 1598136"/>
              <a:gd name="connsiteX69" fmla="*/ 4221826 w 9662615"/>
              <a:gd name="connsiteY69" fmla="*/ 1508923 h 1598136"/>
              <a:gd name="connsiteX70" fmla="*/ 4096601 w 9662615"/>
              <a:gd name="connsiteY70" fmla="*/ 1521563 h 1598136"/>
              <a:gd name="connsiteX71" fmla="*/ 3970635 w 9662615"/>
              <a:gd name="connsiteY71" fmla="*/ 1544815 h 1598136"/>
              <a:gd name="connsiteX72" fmla="*/ 3833906 w 9662615"/>
              <a:gd name="connsiteY72" fmla="*/ 1516637 h 1598136"/>
              <a:gd name="connsiteX73" fmla="*/ 3696258 w 9662615"/>
              <a:gd name="connsiteY73" fmla="*/ 1537563 h 1598136"/>
              <a:gd name="connsiteX74" fmla="*/ 3594070 w 9662615"/>
              <a:gd name="connsiteY74" fmla="*/ 1509422 h 1598136"/>
              <a:gd name="connsiteX75" fmla="*/ 3565233 w 9662615"/>
              <a:gd name="connsiteY75" fmla="*/ 1515122 h 1598136"/>
              <a:gd name="connsiteX76" fmla="*/ 3560267 w 9662615"/>
              <a:gd name="connsiteY76" fmla="*/ 1516288 h 1598136"/>
              <a:gd name="connsiteX77" fmla="*/ 3540258 w 9662615"/>
              <a:gd name="connsiteY77" fmla="*/ 1516976 h 1598136"/>
              <a:gd name="connsiteX78" fmla="*/ 3534780 w 9662615"/>
              <a:gd name="connsiteY78" fmla="*/ 1522141 h 1598136"/>
              <a:gd name="connsiteX79" fmla="*/ 3504783 w 9662615"/>
              <a:gd name="connsiteY79" fmla="*/ 1526739 h 1598136"/>
              <a:gd name="connsiteX80" fmla="*/ 3430805 w 9662615"/>
              <a:gd name="connsiteY80" fmla="*/ 1542521 h 1598136"/>
              <a:gd name="connsiteX81" fmla="*/ 3292707 w 9662615"/>
              <a:gd name="connsiteY81" fmla="*/ 1520490 h 1598136"/>
              <a:gd name="connsiteX82" fmla="*/ 3187872 w 9662615"/>
              <a:gd name="connsiteY82" fmla="*/ 1519991 h 1598136"/>
              <a:gd name="connsiteX83" fmla="*/ 3148026 w 9662615"/>
              <a:gd name="connsiteY83" fmla="*/ 1524777 h 1598136"/>
              <a:gd name="connsiteX84" fmla="*/ 3092394 w 9662615"/>
              <a:gd name="connsiteY84" fmla="*/ 1528115 h 1598136"/>
              <a:gd name="connsiteX85" fmla="*/ 2994200 w 9662615"/>
              <a:gd name="connsiteY85" fmla="*/ 1537857 h 1598136"/>
              <a:gd name="connsiteX86" fmla="*/ 2862301 w 9662615"/>
              <a:gd name="connsiteY86" fmla="*/ 1544250 h 1598136"/>
              <a:gd name="connsiteX87" fmla="*/ 2766335 w 9662615"/>
              <a:gd name="connsiteY87" fmla="*/ 1527662 h 1598136"/>
              <a:gd name="connsiteX88" fmla="*/ 2757836 w 9662615"/>
              <a:gd name="connsiteY88" fmla="*/ 1531371 h 1598136"/>
              <a:gd name="connsiteX89" fmla="*/ 2691555 w 9662615"/>
              <a:gd name="connsiteY89" fmla="*/ 1530283 h 1598136"/>
              <a:gd name="connsiteX90" fmla="*/ 2491676 w 9662615"/>
              <a:gd name="connsiteY90" fmla="*/ 1500859 h 1598136"/>
              <a:gd name="connsiteX91" fmla="*/ 2378036 w 9662615"/>
              <a:gd name="connsiteY91" fmla="*/ 1520645 h 1598136"/>
              <a:gd name="connsiteX92" fmla="*/ 2284269 w 9662615"/>
              <a:gd name="connsiteY92" fmla="*/ 1503068 h 1598136"/>
              <a:gd name="connsiteX93" fmla="*/ 2207104 w 9662615"/>
              <a:gd name="connsiteY93" fmla="*/ 1508888 h 1598136"/>
              <a:gd name="connsiteX94" fmla="*/ 2149226 w 9662615"/>
              <a:gd name="connsiteY94" fmla="*/ 1523409 h 1598136"/>
              <a:gd name="connsiteX95" fmla="*/ 2084783 w 9662615"/>
              <a:gd name="connsiteY95" fmla="*/ 1524245 h 1598136"/>
              <a:gd name="connsiteX96" fmla="*/ 2070075 w 9662615"/>
              <a:gd name="connsiteY96" fmla="*/ 1511285 h 1598136"/>
              <a:gd name="connsiteX97" fmla="*/ 2001057 w 9662615"/>
              <a:gd name="connsiteY97" fmla="*/ 1516449 h 1598136"/>
              <a:gd name="connsiteX98" fmla="*/ 1896330 w 9662615"/>
              <a:gd name="connsiteY98" fmla="*/ 1525725 h 1598136"/>
              <a:gd name="connsiteX99" fmla="*/ 1835994 w 9662615"/>
              <a:gd name="connsiteY99" fmla="*/ 1527678 h 1598136"/>
              <a:gd name="connsiteX100" fmla="*/ 1671119 w 9662615"/>
              <a:gd name="connsiteY100" fmla="*/ 1536701 h 1598136"/>
              <a:gd name="connsiteX101" fmla="*/ 1601337 w 9662615"/>
              <a:gd name="connsiteY101" fmla="*/ 1548552 h 1598136"/>
              <a:gd name="connsiteX102" fmla="*/ 1407755 w 9662615"/>
              <a:gd name="connsiteY102" fmla="*/ 1571444 h 1598136"/>
              <a:gd name="connsiteX103" fmla="*/ 1271994 w 9662615"/>
              <a:gd name="connsiteY103" fmla="*/ 1579471 h 1598136"/>
              <a:gd name="connsiteX104" fmla="*/ 1249226 w 9662615"/>
              <a:gd name="connsiteY104" fmla="*/ 1583140 h 1598136"/>
              <a:gd name="connsiteX105" fmla="*/ 1217719 w 9662615"/>
              <a:gd name="connsiteY105" fmla="*/ 1580863 h 1598136"/>
              <a:gd name="connsiteX106" fmla="*/ 1091432 w 9662615"/>
              <a:gd name="connsiteY106" fmla="*/ 1571003 h 1598136"/>
              <a:gd name="connsiteX107" fmla="*/ 992039 w 9662615"/>
              <a:gd name="connsiteY107" fmla="*/ 1556662 h 1598136"/>
              <a:gd name="connsiteX108" fmla="*/ 868264 w 9662615"/>
              <a:gd name="connsiteY108" fmla="*/ 1566392 h 1598136"/>
              <a:gd name="connsiteX109" fmla="*/ 792765 w 9662615"/>
              <a:gd name="connsiteY109" fmla="*/ 1563102 h 1598136"/>
              <a:gd name="connsiteX110" fmla="*/ 669055 w 9662615"/>
              <a:gd name="connsiteY110" fmla="*/ 1543638 h 1598136"/>
              <a:gd name="connsiteX111" fmla="*/ 506152 w 9662615"/>
              <a:gd name="connsiteY111" fmla="*/ 1549124 h 1598136"/>
              <a:gd name="connsiteX112" fmla="*/ 472797 w 9662615"/>
              <a:gd name="connsiteY112" fmla="*/ 1568904 h 1598136"/>
              <a:gd name="connsiteX113" fmla="*/ 427864 w 9662615"/>
              <a:gd name="connsiteY113" fmla="*/ 1580848 h 1598136"/>
              <a:gd name="connsiteX114" fmla="*/ 408381 w 9662615"/>
              <a:gd name="connsiteY114" fmla="*/ 1552940 h 1598136"/>
              <a:gd name="connsiteX115" fmla="*/ 267163 w 9662615"/>
              <a:gd name="connsiteY115" fmla="*/ 1531913 h 1598136"/>
              <a:gd name="connsiteX116" fmla="*/ 196644 w 9662615"/>
              <a:gd name="connsiteY116" fmla="*/ 1524565 h 1598136"/>
              <a:gd name="connsiteX117" fmla="*/ 86819 w 9662615"/>
              <a:gd name="connsiteY117" fmla="*/ 1519517 h 1598136"/>
              <a:gd name="connsiteX118" fmla="*/ 53369 w 9662615"/>
              <a:gd name="connsiteY118" fmla="*/ 1516853 h 1598136"/>
              <a:gd name="connsiteX119" fmla="*/ 2359 w 9662615"/>
              <a:gd name="connsiteY119" fmla="*/ 1515247 h 1598136"/>
              <a:gd name="connsiteX120" fmla="*/ 0 w 9662615"/>
              <a:gd name="connsiteY120" fmla="*/ 1514932 h 1598136"/>
              <a:gd name="connsiteX121" fmla="*/ 0 w 9662615"/>
              <a:gd name="connsiteY121" fmla="*/ 0 h 1598136"/>
              <a:gd name="connsiteX0" fmla="*/ 0 w 9662615"/>
              <a:gd name="connsiteY0" fmla="*/ 0 h 1598136"/>
              <a:gd name="connsiteX1" fmla="*/ 9662615 w 9662615"/>
              <a:gd name="connsiteY1" fmla="*/ 0 h 1598136"/>
              <a:gd name="connsiteX2" fmla="*/ 9662615 w 9662615"/>
              <a:gd name="connsiteY2" fmla="*/ 1280346 h 1598136"/>
              <a:gd name="connsiteX3" fmla="*/ 9658420 w 9662615"/>
              <a:gd name="connsiteY3" fmla="*/ 1280106 h 1598136"/>
              <a:gd name="connsiteX4" fmla="*/ 9469546 w 9662615"/>
              <a:gd name="connsiteY4" fmla="*/ 1289837 h 1598136"/>
              <a:gd name="connsiteX5" fmla="*/ 9385895 w 9662615"/>
              <a:gd name="connsiteY5" fmla="*/ 1269203 h 1598136"/>
              <a:gd name="connsiteX6" fmla="*/ 9144767 w 9662615"/>
              <a:gd name="connsiteY6" fmla="*/ 1264120 h 1598136"/>
              <a:gd name="connsiteX7" fmla="*/ 8837252 w 9662615"/>
              <a:gd name="connsiteY7" fmla="*/ 1350515 h 1598136"/>
              <a:gd name="connsiteX8" fmla="*/ 8705466 w 9662615"/>
              <a:gd name="connsiteY8" fmla="*/ 1342419 h 1598136"/>
              <a:gd name="connsiteX9" fmla="*/ 8652221 w 9662615"/>
              <a:gd name="connsiteY9" fmla="*/ 1326906 h 1598136"/>
              <a:gd name="connsiteX10" fmla="*/ 8632312 w 9662615"/>
              <a:gd name="connsiteY10" fmla="*/ 1326025 h 1598136"/>
              <a:gd name="connsiteX11" fmla="*/ 8591582 w 9662615"/>
              <a:gd name="connsiteY11" fmla="*/ 1341666 h 1598136"/>
              <a:gd name="connsiteX12" fmla="*/ 8537336 w 9662615"/>
              <a:gd name="connsiteY12" fmla="*/ 1341684 h 1598136"/>
              <a:gd name="connsiteX13" fmla="*/ 8472508 w 9662615"/>
              <a:gd name="connsiteY13" fmla="*/ 1363109 h 1598136"/>
              <a:gd name="connsiteX14" fmla="*/ 8258477 w 9662615"/>
              <a:gd name="connsiteY14" fmla="*/ 1370666 h 1598136"/>
              <a:gd name="connsiteX15" fmla="*/ 8197961 w 9662615"/>
              <a:gd name="connsiteY15" fmla="*/ 1392804 h 1598136"/>
              <a:gd name="connsiteX16" fmla="*/ 8171196 w 9662615"/>
              <a:gd name="connsiteY16" fmla="*/ 1397216 h 1598136"/>
              <a:gd name="connsiteX17" fmla="*/ 8127667 w 9662615"/>
              <a:gd name="connsiteY17" fmla="*/ 1418254 h 1598136"/>
              <a:gd name="connsiteX18" fmla="*/ 7974579 w 9662615"/>
              <a:gd name="connsiteY18" fmla="*/ 1383439 h 1598136"/>
              <a:gd name="connsiteX19" fmla="*/ 7768351 w 9662615"/>
              <a:gd name="connsiteY19" fmla="*/ 1395051 h 1598136"/>
              <a:gd name="connsiteX20" fmla="*/ 7635985 w 9662615"/>
              <a:gd name="connsiteY20" fmla="*/ 1386363 h 1598136"/>
              <a:gd name="connsiteX21" fmla="*/ 7466069 w 9662615"/>
              <a:gd name="connsiteY21" fmla="*/ 1377654 h 1598136"/>
              <a:gd name="connsiteX22" fmla="*/ 7355642 w 9662615"/>
              <a:gd name="connsiteY22" fmla="*/ 1407761 h 1598136"/>
              <a:gd name="connsiteX23" fmla="*/ 7151610 w 9662615"/>
              <a:gd name="connsiteY23" fmla="*/ 1397856 h 1598136"/>
              <a:gd name="connsiteX24" fmla="*/ 7082147 w 9662615"/>
              <a:gd name="connsiteY24" fmla="*/ 1406113 h 1598136"/>
              <a:gd name="connsiteX25" fmla="*/ 7014958 w 9662615"/>
              <a:gd name="connsiteY25" fmla="*/ 1396883 h 1598136"/>
              <a:gd name="connsiteX26" fmla="*/ 6907567 w 9662615"/>
              <a:gd name="connsiteY26" fmla="*/ 1419149 h 1598136"/>
              <a:gd name="connsiteX27" fmla="*/ 6748428 w 9662615"/>
              <a:gd name="connsiteY27" fmla="*/ 1420308 h 1598136"/>
              <a:gd name="connsiteX28" fmla="*/ 6654257 w 9662615"/>
              <a:gd name="connsiteY28" fmla="*/ 1424143 h 1598136"/>
              <a:gd name="connsiteX29" fmla="*/ 6620123 w 9662615"/>
              <a:gd name="connsiteY29" fmla="*/ 1430535 h 1598136"/>
              <a:gd name="connsiteX30" fmla="*/ 6571355 w 9662615"/>
              <a:gd name="connsiteY30" fmla="*/ 1436144 h 1598136"/>
              <a:gd name="connsiteX31" fmla="*/ 6486557 w 9662615"/>
              <a:gd name="connsiteY31" fmla="*/ 1449861 h 1598136"/>
              <a:gd name="connsiteX32" fmla="*/ 6370419 w 9662615"/>
              <a:gd name="connsiteY32" fmla="*/ 1461649 h 1598136"/>
              <a:gd name="connsiteX33" fmla="*/ 6278839 w 9662615"/>
              <a:gd name="connsiteY33" fmla="*/ 1449160 h 1598136"/>
              <a:gd name="connsiteX34" fmla="*/ 6272455 w 9662615"/>
              <a:gd name="connsiteY34" fmla="*/ 1453191 h 1598136"/>
              <a:gd name="connsiteX35" fmla="*/ 6212659 w 9662615"/>
              <a:gd name="connsiteY35" fmla="*/ 1454850 h 1598136"/>
              <a:gd name="connsiteX36" fmla="*/ 6069317 w 9662615"/>
              <a:gd name="connsiteY36" fmla="*/ 1445838 h 1598136"/>
              <a:gd name="connsiteX37" fmla="*/ 5878477 w 9662615"/>
              <a:gd name="connsiteY37" fmla="*/ 1439180 h 1598136"/>
              <a:gd name="connsiteX38" fmla="*/ 5838387 w 9662615"/>
              <a:gd name="connsiteY38" fmla="*/ 1444679 h 1598136"/>
              <a:gd name="connsiteX39" fmla="*/ 5771136 w 9662615"/>
              <a:gd name="connsiteY39" fmla="*/ 1453639 h 1598136"/>
              <a:gd name="connsiteX40" fmla="*/ 5724081 w 9662615"/>
              <a:gd name="connsiteY40" fmla="*/ 1470431 h 1598136"/>
              <a:gd name="connsiteX41" fmla="*/ 5666577 w 9662615"/>
              <a:gd name="connsiteY41" fmla="*/ 1473921 h 1598136"/>
              <a:gd name="connsiteX42" fmla="*/ 5649068 w 9662615"/>
              <a:gd name="connsiteY42" fmla="*/ 1461676 h 1598136"/>
              <a:gd name="connsiteX43" fmla="*/ 5588902 w 9662615"/>
              <a:gd name="connsiteY43" fmla="*/ 1469647 h 1598136"/>
              <a:gd name="connsiteX44" fmla="*/ 5498090 w 9662615"/>
              <a:gd name="connsiteY44" fmla="*/ 1483173 h 1598136"/>
              <a:gd name="connsiteX45" fmla="*/ 5444641 w 9662615"/>
              <a:gd name="connsiteY45" fmla="*/ 1487602 h 1598136"/>
              <a:gd name="connsiteX46" fmla="*/ 5299812 w 9662615"/>
              <a:gd name="connsiteY46" fmla="*/ 1503362 h 1598136"/>
              <a:gd name="connsiteX47" fmla="*/ 5213947 w 9662615"/>
              <a:gd name="connsiteY47" fmla="*/ 1516637 h 1598136"/>
              <a:gd name="connsiteX48" fmla="*/ 5090342 w 9662615"/>
              <a:gd name="connsiteY48" fmla="*/ 1546680 h 1598136"/>
              <a:gd name="connsiteX49" fmla="*/ 5129812 w 9662615"/>
              <a:gd name="connsiteY49" fmla="*/ 1521277 h 1598136"/>
              <a:gd name="connsiteX50" fmla="*/ 5059484 w 9662615"/>
              <a:gd name="connsiteY50" fmla="*/ 1546802 h 1598136"/>
              <a:gd name="connsiteX51" fmla="*/ 5038524 w 9662615"/>
              <a:gd name="connsiteY51" fmla="*/ 1545675 h 1598136"/>
              <a:gd name="connsiteX52" fmla="*/ 5026564 w 9662615"/>
              <a:gd name="connsiteY52" fmla="*/ 1545376 h 1598136"/>
              <a:gd name="connsiteX53" fmla="*/ 4969433 w 9662615"/>
              <a:gd name="connsiteY53" fmla="*/ 1540263 h 1598136"/>
              <a:gd name="connsiteX54" fmla="*/ 4921303 w 9662615"/>
              <a:gd name="connsiteY54" fmla="*/ 1575379 h 1598136"/>
              <a:gd name="connsiteX55" fmla="*/ 4863775 w 9662615"/>
              <a:gd name="connsiteY55" fmla="*/ 1562633 h 1598136"/>
              <a:gd name="connsiteX56" fmla="*/ 4847242 w 9662615"/>
              <a:gd name="connsiteY56" fmla="*/ 1565435 h 1598136"/>
              <a:gd name="connsiteX57" fmla="*/ 4856839 w 9662615"/>
              <a:gd name="connsiteY57" fmla="*/ 1598136 h 1598136"/>
              <a:gd name="connsiteX58" fmla="*/ 4791466 w 9662615"/>
              <a:gd name="connsiteY58" fmla="*/ 1561324 h 1598136"/>
              <a:gd name="connsiteX59" fmla="*/ 4784247 w 9662615"/>
              <a:gd name="connsiteY59" fmla="*/ 1562342 h 1598136"/>
              <a:gd name="connsiteX60" fmla="*/ 4748477 w 9662615"/>
              <a:gd name="connsiteY60" fmla="*/ 1556925 h 1598136"/>
              <a:gd name="connsiteX61" fmla="*/ 4730033 w 9662615"/>
              <a:gd name="connsiteY61" fmla="*/ 1555274 h 1598136"/>
              <a:gd name="connsiteX62" fmla="*/ 4724747 w 9662615"/>
              <a:gd name="connsiteY62" fmla="*/ 1552439 h 1598136"/>
              <a:gd name="connsiteX63" fmla="*/ 4697562 w 9662615"/>
              <a:gd name="connsiteY63" fmla="*/ 1551206 h 1598136"/>
              <a:gd name="connsiteX64" fmla="*/ 4662664 w 9662615"/>
              <a:gd name="connsiteY64" fmla="*/ 1573162 h 1598136"/>
              <a:gd name="connsiteX65" fmla="*/ 4603028 w 9662615"/>
              <a:gd name="connsiteY65" fmla="*/ 1568821 h 1598136"/>
              <a:gd name="connsiteX66" fmla="*/ 4541612 w 9662615"/>
              <a:gd name="connsiteY66" fmla="*/ 1545262 h 1598136"/>
              <a:gd name="connsiteX67" fmla="*/ 4422155 w 9662615"/>
              <a:gd name="connsiteY67" fmla="*/ 1542059 h 1598136"/>
              <a:gd name="connsiteX68" fmla="*/ 4221826 w 9662615"/>
              <a:gd name="connsiteY68" fmla="*/ 1508923 h 1598136"/>
              <a:gd name="connsiteX69" fmla="*/ 4096601 w 9662615"/>
              <a:gd name="connsiteY69" fmla="*/ 1521563 h 1598136"/>
              <a:gd name="connsiteX70" fmla="*/ 3970635 w 9662615"/>
              <a:gd name="connsiteY70" fmla="*/ 1544815 h 1598136"/>
              <a:gd name="connsiteX71" fmla="*/ 3833906 w 9662615"/>
              <a:gd name="connsiteY71" fmla="*/ 1516637 h 1598136"/>
              <a:gd name="connsiteX72" fmla="*/ 3696258 w 9662615"/>
              <a:gd name="connsiteY72" fmla="*/ 1537563 h 1598136"/>
              <a:gd name="connsiteX73" fmla="*/ 3594070 w 9662615"/>
              <a:gd name="connsiteY73" fmla="*/ 1509422 h 1598136"/>
              <a:gd name="connsiteX74" fmla="*/ 3565233 w 9662615"/>
              <a:gd name="connsiteY74" fmla="*/ 1515122 h 1598136"/>
              <a:gd name="connsiteX75" fmla="*/ 3560267 w 9662615"/>
              <a:gd name="connsiteY75" fmla="*/ 1516288 h 1598136"/>
              <a:gd name="connsiteX76" fmla="*/ 3540258 w 9662615"/>
              <a:gd name="connsiteY76" fmla="*/ 1516976 h 1598136"/>
              <a:gd name="connsiteX77" fmla="*/ 3534780 w 9662615"/>
              <a:gd name="connsiteY77" fmla="*/ 1522141 h 1598136"/>
              <a:gd name="connsiteX78" fmla="*/ 3504783 w 9662615"/>
              <a:gd name="connsiteY78" fmla="*/ 1526739 h 1598136"/>
              <a:gd name="connsiteX79" fmla="*/ 3430805 w 9662615"/>
              <a:gd name="connsiteY79" fmla="*/ 1542521 h 1598136"/>
              <a:gd name="connsiteX80" fmla="*/ 3292707 w 9662615"/>
              <a:gd name="connsiteY80" fmla="*/ 1520490 h 1598136"/>
              <a:gd name="connsiteX81" fmla="*/ 3187872 w 9662615"/>
              <a:gd name="connsiteY81" fmla="*/ 1519991 h 1598136"/>
              <a:gd name="connsiteX82" fmla="*/ 3148026 w 9662615"/>
              <a:gd name="connsiteY82" fmla="*/ 1524777 h 1598136"/>
              <a:gd name="connsiteX83" fmla="*/ 3092394 w 9662615"/>
              <a:gd name="connsiteY83" fmla="*/ 1528115 h 1598136"/>
              <a:gd name="connsiteX84" fmla="*/ 2994200 w 9662615"/>
              <a:gd name="connsiteY84" fmla="*/ 1537857 h 1598136"/>
              <a:gd name="connsiteX85" fmla="*/ 2862301 w 9662615"/>
              <a:gd name="connsiteY85" fmla="*/ 1544250 h 1598136"/>
              <a:gd name="connsiteX86" fmla="*/ 2766335 w 9662615"/>
              <a:gd name="connsiteY86" fmla="*/ 1527662 h 1598136"/>
              <a:gd name="connsiteX87" fmla="*/ 2757836 w 9662615"/>
              <a:gd name="connsiteY87" fmla="*/ 1531371 h 1598136"/>
              <a:gd name="connsiteX88" fmla="*/ 2691555 w 9662615"/>
              <a:gd name="connsiteY88" fmla="*/ 1530283 h 1598136"/>
              <a:gd name="connsiteX89" fmla="*/ 2491676 w 9662615"/>
              <a:gd name="connsiteY89" fmla="*/ 1500859 h 1598136"/>
              <a:gd name="connsiteX90" fmla="*/ 2378036 w 9662615"/>
              <a:gd name="connsiteY90" fmla="*/ 1520645 h 1598136"/>
              <a:gd name="connsiteX91" fmla="*/ 2284269 w 9662615"/>
              <a:gd name="connsiteY91" fmla="*/ 1503068 h 1598136"/>
              <a:gd name="connsiteX92" fmla="*/ 2207104 w 9662615"/>
              <a:gd name="connsiteY92" fmla="*/ 1508888 h 1598136"/>
              <a:gd name="connsiteX93" fmla="*/ 2149226 w 9662615"/>
              <a:gd name="connsiteY93" fmla="*/ 1523409 h 1598136"/>
              <a:gd name="connsiteX94" fmla="*/ 2084783 w 9662615"/>
              <a:gd name="connsiteY94" fmla="*/ 1524245 h 1598136"/>
              <a:gd name="connsiteX95" fmla="*/ 2070075 w 9662615"/>
              <a:gd name="connsiteY95" fmla="*/ 1511285 h 1598136"/>
              <a:gd name="connsiteX96" fmla="*/ 2001057 w 9662615"/>
              <a:gd name="connsiteY96" fmla="*/ 1516449 h 1598136"/>
              <a:gd name="connsiteX97" fmla="*/ 1896330 w 9662615"/>
              <a:gd name="connsiteY97" fmla="*/ 1525725 h 1598136"/>
              <a:gd name="connsiteX98" fmla="*/ 1835994 w 9662615"/>
              <a:gd name="connsiteY98" fmla="*/ 1527678 h 1598136"/>
              <a:gd name="connsiteX99" fmla="*/ 1671119 w 9662615"/>
              <a:gd name="connsiteY99" fmla="*/ 1536701 h 1598136"/>
              <a:gd name="connsiteX100" fmla="*/ 1601337 w 9662615"/>
              <a:gd name="connsiteY100" fmla="*/ 1548552 h 1598136"/>
              <a:gd name="connsiteX101" fmla="*/ 1407755 w 9662615"/>
              <a:gd name="connsiteY101" fmla="*/ 1571444 h 1598136"/>
              <a:gd name="connsiteX102" fmla="*/ 1271994 w 9662615"/>
              <a:gd name="connsiteY102" fmla="*/ 1579471 h 1598136"/>
              <a:gd name="connsiteX103" fmla="*/ 1249226 w 9662615"/>
              <a:gd name="connsiteY103" fmla="*/ 1583140 h 1598136"/>
              <a:gd name="connsiteX104" fmla="*/ 1217719 w 9662615"/>
              <a:gd name="connsiteY104" fmla="*/ 1580863 h 1598136"/>
              <a:gd name="connsiteX105" fmla="*/ 1091432 w 9662615"/>
              <a:gd name="connsiteY105" fmla="*/ 1571003 h 1598136"/>
              <a:gd name="connsiteX106" fmla="*/ 992039 w 9662615"/>
              <a:gd name="connsiteY106" fmla="*/ 1556662 h 1598136"/>
              <a:gd name="connsiteX107" fmla="*/ 868264 w 9662615"/>
              <a:gd name="connsiteY107" fmla="*/ 1566392 h 1598136"/>
              <a:gd name="connsiteX108" fmla="*/ 792765 w 9662615"/>
              <a:gd name="connsiteY108" fmla="*/ 1563102 h 1598136"/>
              <a:gd name="connsiteX109" fmla="*/ 669055 w 9662615"/>
              <a:gd name="connsiteY109" fmla="*/ 1543638 h 1598136"/>
              <a:gd name="connsiteX110" fmla="*/ 506152 w 9662615"/>
              <a:gd name="connsiteY110" fmla="*/ 1549124 h 1598136"/>
              <a:gd name="connsiteX111" fmla="*/ 472797 w 9662615"/>
              <a:gd name="connsiteY111" fmla="*/ 1568904 h 1598136"/>
              <a:gd name="connsiteX112" fmla="*/ 427864 w 9662615"/>
              <a:gd name="connsiteY112" fmla="*/ 1580848 h 1598136"/>
              <a:gd name="connsiteX113" fmla="*/ 408381 w 9662615"/>
              <a:gd name="connsiteY113" fmla="*/ 1552940 h 1598136"/>
              <a:gd name="connsiteX114" fmla="*/ 267163 w 9662615"/>
              <a:gd name="connsiteY114" fmla="*/ 1531913 h 1598136"/>
              <a:gd name="connsiteX115" fmla="*/ 196644 w 9662615"/>
              <a:gd name="connsiteY115" fmla="*/ 1524565 h 1598136"/>
              <a:gd name="connsiteX116" fmla="*/ 86819 w 9662615"/>
              <a:gd name="connsiteY116" fmla="*/ 1519517 h 1598136"/>
              <a:gd name="connsiteX117" fmla="*/ 53369 w 9662615"/>
              <a:gd name="connsiteY117" fmla="*/ 1516853 h 1598136"/>
              <a:gd name="connsiteX118" fmla="*/ 2359 w 9662615"/>
              <a:gd name="connsiteY118" fmla="*/ 1515247 h 1598136"/>
              <a:gd name="connsiteX119" fmla="*/ 0 w 9662615"/>
              <a:gd name="connsiteY119" fmla="*/ 1514932 h 1598136"/>
              <a:gd name="connsiteX120" fmla="*/ 0 w 9662615"/>
              <a:gd name="connsiteY120" fmla="*/ 0 h 1598136"/>
              <a:gd name="connsiteX0" fmla="*/ 0 w 9662615"/>
              <a:gd name="connsiteY0" fmla="*/ 0 h 1598136"/>
              <a:gd name="connsiteX1" fmla="*/ 9662615 w 9662615"/>
              <a:gd name="connsiteY1" fmla="*/ 0 h 1598136"/>
              <a:gd name="connsiteX2" fmla="*/ 9662615 w 9662615"/>
              <a:gd name="connsiteY2" fmla="*/ 1280346 h 1598136"/>
              <a:gd name="connsiteX3" fmla="*/ 9658420 w 9662615"/>
              <a:gd name="connsiteY3" fmla="*/ 1280106 h 1598136"/>
              <a:gd name="connsiteX4" fmla="*/ 9469546 w 9662615"/>
              <a:gd name="connsiteY4" fmla="*/ 1289837 h 1598136"/>
              <a:gd name="connsiteX5" fmla="*/ 9385895 w 9662615"/>
              <a:gd name="connsiteY5" fmla="*/ 1269203 h 1598136"/>
              <a:gd name="connsiteX6" fmla="*/ 9144767 w 9662615"/>
              <a:gd name="connsiteY6" fmla="*/ 1264120 h 1598136"/>
              <a:gd name="connsiteX7" fmla="*/ 8837252 w 9662615"/>
              <a:gd name="connsiteY7" fmla="*/ 1350515 h 1598136"/>
              <a:gd name="connsiteX8" fmla="*/ 8705466 w 9662615"/>
              <a:gd name="connsiteY8" fmla="*/ 1342419 h 1598136"/>
              <a:gd name="connsiteX9" fmla="*/ 8652221 w 9662615"/>
              <a:gd name="connsiteY9" fmla="*/ 1326906 h 1598136"/>
              <a:gd name="connsiteX10" fmla="*/ 8632312 w 9662615"/>
              <a:gd name="connsiteY10" fmla="*/ 1326025 h 1598136"/>
              <a:gd name="connsiteX11" fmla="*/ 8591582 w 9662615"/>
              <a:gd name="connsiteY11" fmla="*/ 1341666 h 1598136"/>
              <a:gd name="connsiteX12" fmla="*/ 8537336 w 9662615"/>
              <a:gd name="connsiteY12" fmla="*/ 1341684 h 1598136"/>
              <a:gd name="connsiteX13" fmla="*/ 8472508 w 9662615"/>
              <a:gd name="connsiteY13" fmla="*/ 1363109 h 1598136"/>
              <a:gd name="connsiteX14" fmla="*/ 8258477 w 9662615"/>
              <a:gd name="connsiteY14" fmla="*/ 1370666 h 1598136"/>
              <a:gd name="connsiteX15" fmla="*/ 8197961 w 9662615"/>
              <a:gd name="connsiteY15" fmla="*/ 1392804 h 1598136"/>
              <a:gd name="connsiteX16" fmla="*/ 8171196 w 9662615"/>
              <a:gd name="connsiteY16" fmla="*/ 1397216 h 1598136"/>
              <a:gd name="connsiteX17" fmla="*/ 8127667 w 9662615"/>
              <a:gd name="connsiteY17" fmla="*/ 1418254 h 1598136"/>
              <a:gd name="connsiteX18" fmla="*/ 7974579 w 9662615"/>
              <a:gd name="connsiteY18" fmla="*/ 1383439 h 1598136"/>
              <a:gd name="connsiteX19" fmla="*/ 7768351 w 9662615"/>
              <a:gd name="connsiteY19" fmla="*/ 1395051 h 1598136"/>
              <a:gd name="connsiteX20" fmla="*/ 7635985 w 9662615"/>
              <a:gd name="connsiteY20" fmla="*/ 1386363 h 1598136"/>
              <a:gd name="connsiteX21" fmla="*/ 7466069 w 9662615"/>
              <a:gd name="connsiteY21" fmla="*/ 1377654 h 1598136"/>
              <a:gd name="connsiteX22" fmla="*/ 7355642 w 9662615"/>
              <a:gd name="connsiteY22" fmla="*/ 1407761 h 1598136"/>
              <a:gd name="connsiteX23" fmla="*/ 7151610 w 9662615"/>
              <a:gd name="connsiteY23" fmla="*/ 1397856 h 1598136"/>
              <a:gd name="connsiteX24" fmla="*/ 7082147 w 9662615"/>
              <a:gd name="connsiteY24" fmla="*/ 1406113 h 1598136"/>
              <a:gd name="connsiteX25" fmla="*/ 7014958 w 9662615"/>
              <a:gd name="connsiteY25" fmla="*/ 1396883 h 1598136"/>
              <a:gd name="connsiteX26" fmla="*/ 6907567 w 9662615"/>
              <a:gd name="connsiteY26" fmla="*/ 1419149 h 1598136"/>
              <a:gd name="connsiteX27" fmla="*/ 6748428 w 9662615"/>
              <a:gd name="connsiteY27" fmla="*/ 1420308 h 1598136"/>
              <a:gd name="connsiteX28" fmla="*/ 6654257 w 9662615"/>
              <a:gd name="connsiteY28" fmla="*/ 1424143 h 1598136"/>
              <a:gd name="connsiteX29" fmla="*/ 6620123 w 9662615"/>
              <a:gd name="connsiteY29" fmla="*/ 1430535 h 1598136"/>
              <a:gd name="connsiteX30" fmla="*/ 6571355 w 9662615"/>
              <a:gd name="connsiteY30" fmla="*/ 1436144 h 1598136"/>
              <a:gd name="connsiteX31" fmla="*/ 6486557 w 9662615"/>
              <a:gd name="connsiteY31" fmla="*/ 1449861 h 1598136"/>
              <a:gd name="connsiteX32" fmla="*/ 6370419 w 9662615"/>
              <a:gd name="connsiteY32" fmla="*/ 1461649 h 1598136"/>
              <a:gd name="connsiteX33" fmla="*/ 6278839 w 9662615"/>
              <a:gd name="connsiteY33" fmla="*/ 1449160 h 1598136"/>
              <a:gd name="connsiteX34" fmla="*/ 6272455 w 9662615"/>
              <a:gd name="connsiteY34" fmla="*/ 1453191 h 1598136"/>
              <a:gd name="connsiteX35" fmla="*/ 6212659 w 9662615"/>
              <a:gd name="connsiteY35" fmla="*/ 1454850 h 1598136"/>
              <a:gd name="connsiteX36" fmla="*/ 6069317 w 9662615"/>
              <a:gd name="connsiteY36" fmla="*/ 1445838 h 1598136"/>
              <a:gd name="connsiteX37" fmla="*/ 5878477 w 9662615"/>
              <a:gd name="connsiteY37" fmla="*/ 1439180 h 1598136"/>
              <a:gd name="connsiteX38" fmla="*/ 5838387 w 9662615"/>
              <a:gd name="connsiteY38" fmla="*/ 1444679 h 1598136"/>
              <a:gd name="connsiteX39" fmla="*/ 5771136 w 9662615"/>
              <a:gd name="connsiteY39" fmla="*/ 1453639 h 1598136"/>
              <a:gd name="connsiteX40" fmla="*/ 5724081 w 9662615"/>
              <a:gd name="connsiteY40" fmla="*/ 1470431 h 1598136"/>
              <a:gd name="connsiteX41" fmla="*/ 5666577 w 9662615"/>
              <a:gd name="connsiteY41" fmla="*/ 1473921 h 1598136"/>
              <a:gd name="connsiteX42" fmla="*/ 5649068 w 9662615"/>
              <a:gd name="connsiteY42" fmla="*/ 1461676 h 1598136"/>
              <a:gd name="connsiteX43" fmla="*/ 5588902 w 9662615"/>
              <a:gd name="connsiteY43" fmla="*/ 1469647 h 1598136"/>
              <a:gd name="connsiteX44" fmla="*/ 5498090 w 9662615"/>
              <a:gd name="connsiteY44" fmla="*/ 1483173 h 1598136"/>
              <a:gd name="connsiteX45" fmla="*/ 5444641 w 9662615"/>
              <a:gd name="connsiteY45" fmla="*/ 1487602 h 1598136"/>
              <a:gd name="connsiteX46" fmla="*/ 5299812 w 9662615"/>
              <a:gd name="connsiteY46" fmla="*/ 1503362 h 1598136"/>
              <a:gd name="connsiteX47" fmla="*/ 5213947 w 9662615"/>
              <a:gd name="connsiteY47" fmla="*/ 1516637 h 1598136"/>
              <a:gd name="connsiteX48" fmla="*/ 5090342 w 9662615"/>
              <a:gd name="connsiteY48" fmla="*/ 1546680 h 1598136"/>
              <a:gd name="connsiteX49" fmla="*/ 5129812 w 9662615"/>
              <a:gd name="connsiteY49" fmla="*/ 1521277 h 1598136"/>
              <a:gd name="connsiteX50" fmla="*/ 5059484 w 9662615"/>
              <a:gd name="connsiteY50" fmla="*/ 1546802 h 1598136"/>
              <a:gd name="connsiteX51" fmla="*/ 5038524 w 9662615"/>
              <a:gd name="connsiteY51" fmla="*/ 1545675 h 1598136"/>
              <a:gd name="connsiteX52" fmla="*/ 5026564 w 9662615"/>
              <a:gd name="connsiteY52" fmla="*/ 1545376 h 1598136"/>
              <a:gd name="connsiteX53" fmla="*/ 4969433 w 9662615"/>
              <a:gd name="connsiteY53" fmla="*/ 1550865 h 1598136"/>
              <a:gd name="connsiteX54" fmla="*/ 4921303 w 9662615"/>
              <a:gd name="connsiteY54" fmla="*/ 1575379 h 1598136"/>
              <a:gd name="connsiteX55" fmla="*/ 4863775 w 9662615"/>
              <a:gd name="connsiteY55" fmla="*/ 1562633 h 1598136"/>
              <a:gd name="connsiteX56" fmla="*/ 4847242 w 9662615"/>
              <a:gd name="connsiteY56" fmla="*/ 1565435 h 1598136"/>
              <a:gd name="connsiteX57" fmla="*/ 4856839 w 9662615"/>
              <a:gd name="connsiteY57" fmla="*/ 1598136 h 1598136"/>
              <a:gd name="connsiteX58" fmla="*/ 4791466 w 9662615"/>
              <a:gd name="connsiteY58" fmla="*/ 1561324 h 1598136"/>
              <a:gd name="connsiteX59" fmla="*/ 4784247 w 9662615"/>
              <a:gd name="connsiteY59" fmla="*/ 1562342 h 1598136"/>
              <a:gd name="connsiteX60" fmla="*/ 4748477 w 9662615"/>
              <a:gd name="connsiteY60" fmla="*/ 1556925 h 1598136"/>
              <a:gd name="connsiteX61" fmla="*/ 4730033 w 9662615"/>
              <a:gd name="connsiteY61" fmla="*/ 1555274 h 1598136"/>
              <a:gd name="connsiteX62" fmla="*/ 4724747 w 9662615"/>
              <a:gd name="connsiteY62" fmla="*/ 1552439 h 1598136"/>
              <a:gd name="connsiteX63" fmla="*/ 4697562 w 9662615"/>
              <a:gd name="connsiteY63" fmla="*/ 1551206 h 1598136"/>
              <a:gd name="connsiteX64" fmla="*/ 4662664 w 9662615"/>
              <a:gd name="connsiteY64" fmla="*/ 1573162 h 1598136"/>
              <a:gd name="connsiteX65" fmla="*/ 4603028 w 9662615"/>
              <a:gd name="connsiteY65" fmla="*/ 1568821 h 1598136"/>
              <a:gd name="connsiteX66" fmla="*/ 4541612 w 9662615"/>
              <a:gd name="connsiteY66" fmla="*/ 1545262 h 1598136"/>
              <a:gd name="connsiteX67" fmla="*/ 4422155 w 9662615"/>
              <a:gd name="connsiteY67" fmla="*/ 1542059 h 1598136"/>
              <a:gd name="connsiteX68" fmla="*/ 4221826 w 9662615"/>
              <a:gd name="connsiteY68" fmla="*/ 1508923 h 1598136"/>
              <a:gd name="connsiteX69" fmla="*/ 4096601 w 9662615"/>
              <a:gd name="connsiteY69" fmla="*/ 1521563 h 1598136"/>
              <a:gd name="connsiteX70" fmla="*/ 3970635 w 9662615"/>
              <a:gd name="connsiteY70" fmla="*/ 1544815 h 1598136"/>
              <a:gd name="connsiteX71" fmla="*/ 3833906 w 9662615"/>
              <a:gd name="connsiteY71" fmla="*/ 1516637 h 1598136"/>
              <a:gd name="connsiteX72" fmla="*/ 3696258 w 9662615"/>
              <a:gd name="connsiteY72" fmla="*/ 1537563 h 1598136"/>
              <a:gd name="connsiteX73" fmla="*/ 3594070 w 9662615"/>
              <a:gd name="connsiteY73" fmla="*/ 1509422 h 1598136"/>
              <a:gd name="connsiteX74" fmla="*/ 3565233 w 9662615"/>
              <a:gd name="connsiteY74" fmla="*/ 1515122 h 1598136"/>
              <a:gd name="connsiteX75" fmla="*/ 3560267 w 9662615"/>
              <a:gd name="connsiteY75" fmla="*/ 1516288 h 1598136"/>
              <a:gd name="connsiteX76" fmla="*/ 3540258 w 9662615"/>
              <a:gd name="connsiteY76" fmla="*/ 1516976 h 1598136"/>
              <a:gd name="connsiteX77" fmla="*/ 3534780 w 9662615"/>
              <a:gd name="connsiteY77" fmla="*/ 1522141 h 1598136"/>
              <a:gd name="connsiteX78" fmla="*/ 3504783 w 9662615"/>
              <a:gd name="connsiteY78" fmla="*/ 1526739 h 1598136"/>
              <a:gd name="connsiteX79" fmla="*/ 3430805 w 9662615"/>
              <a:gd name="connsiteY79" fmla="*/ 1542521 h 1598136"/>
              <a:gd name="connsiteX80" fmla="*/ 3292707 w 9662615"/>
              <a:gd name="connsiteY80" fmla="*/ 1520490 h 1598136"/>
              <a:gd name="connsiteX81" fmla="*/ 3187872 w 9662615"/>
              <a:gd name="connsiteY81" fmla="*/ 1519991 h 1598136"/>
              <a:gd name="connsiteX82" fmla="*/ 3148026 w 9662615"/>
              <a:gd name="connsiteY82" fmla="*/ 1524777 h 1598136"/>
              <a:gd name="connsiteX83" fmla="*/ 3092394 w 9662615"/>
              <a:gd name="connsiteY83" fmla="*/ 1528115 h 1598136"/>
              <a:gd name="connsiteX84" fmla="*/ 2994200 w 9662615"/>
              <a:gd name="connsiteY84" fmla="*/ 1537857 h 1598136"/>
              <a:gd name="connsiteX85" fmla="*/ 2862301 w 9662615"/>
              <a:gd name="connsiteY85" fmla="*/ 1544250 h 1598136"/>
              <a:gd name="connsiteX86" fmla="*/ 2766335 w 9662615"/>
              <a:gd name="connsiteY86" fmla="*/ 1527662 h 1598136"/>
              <a:gd name="connsiteX87" fmla="*/ 2757836 w 9662615"/>
              <a:gd name="connsiteY87" fmla="*/ 1531371 h 1598136"/>
              <a:gd name="connsiteX88" fmla="*/ 2691555 w 9662615"/>
              <a:gd name="connsiteY88" fmla="*/ 1530283 h 1598136"/>
              <a:gd name="connsiteX89" fmla="*/ 2491676 w 9662615"/>
              <a:gd name="connsiteY89" fmla="*/ 1500859 h 1598136"/>
              <a:gd name="connsiteX90" fmla="*/ 2378036 w 9662615"/>
              <a:gd name="connsiteY90" fmla="*/ 1520645 h 1598136"/>
              <a:gd name="connsiteX91" fmla="*/ 2284269 w 9662615"/>
              <a:gd name="connsiteY91" fmla="*/ 1503068 h 1598136"/>
              <a:gd name="connsiteX92" fmla="*/ 2207104 w 9662615"/>
              <a:gd name="connsiteY92" fmla="*/ 1508888 h 1598136"/>
              <a:gd name="connsiteX93" fmla="*/ 2149226 w 9662615"/>
              <a:gd name="connsiteY93" fmla="*/ 1523409 h 1598136"/>
              <a:gd name="connsiteX94" fmla="*/ 2084783 w 9662615"/>
              <a:gd name="connsiteY94" fmla="*/ 1524245 h 1598136"/>
              <a:gd name="connsiteX95" fmla="*/ 2070075 w 9662615"/>
              <a:gd name="connsiteY95" fmla="*/ 1511285 h 1598136"/>
              <a:gd name="connsiteX96" fmla="*/ 2001057 w 9662615"/>
              <a:gd name="connsiteY96" fmla="*/ 1516449 h 1598136"/>
              <a:gd name="connsiteX97" fmla="*/ 1896330 w 9662615"/>
              <a:gd name="connsiteY97" fmla="*/ 1525725 h 1598136"/>
              <a:gd name="connsiteX98" fmla="*/ 1835994 w 9662615"/>
              <a:gd name="connsiteY98" fmla="*/ 1527678 h 1598136"/>
              <a:gd name="connsiteX99" fmla="*/ 1671119 w 9662615"/>
              <a:gd name="connsiteY99" fmla="*/ 1536701 h 1598136"/>
              <a:gd name="connsiteX100" fmla="*/ 1601337 w 9662615"/>
              <a:gd name="connsiteY100" fmla="*/ 1548552 h 1598136"/>
              <a:gd name="connsiteX101" fmla="*/ 1407755 w 9662615"/>
              <a:gd name="connsiteY101" fmla="*/ 1571444 h 1598136"/>
              <a:gd name="connsiteX102" fmla="*/ 1271994 w 9662615"/>
              <a:gd name="connsiteY102" fmla="*/ 1579471 h 1598136"/>
              <a:gd name="connsiteX103" fmla="*/ 1249226 w 9662615"/>
              <a:gd name="connsiteY103" fmla="*/ 1583140 h 1598136"/>
              <a:gd name="connsiteX104" fmla="*/ 1217719 w 9662615"/>
              <a:gd name="connsiteY104" fmla="*/ 1580863 h 1598136"/>
              <a:gd name="connsiteX105" fmla="*/ 1091432 w 9662615"/>
              <a:gd name="connsiteY105" fmla="*/ 1571003 h 1598136"/>
              <a:gd name="connsiteX106" fmla="*/ 992039 w 9662615"/>
              <a:gd name="connsiteY106" fmla="*/ 1556662 h 1598136"/>
              <a:gd name="connsiteX107" fmla="*/ 868264 w 9662615"/>
              <a:gd name="connsiteY107" fmla="*/ 1566392 h 1598136"/>
              <a:gd name="connsiteX108" fmla="*/ 792765 w 9662615"/>
              <a:gd name="connsiteY108" fmla="*/ 1563102 h 1598136"/>
              <a:gd name="connsiteX109" fmla="*/ 669055 w 9662615"/>
              <a:gd name="connsiteY109" fmla="*/ 1543638 h 1598136"/>
              <a:gd name="connsiteX110" fmla="*/ 506152 w 9662615"/>
              <a:gd name="connsiteY110" fmla="*/ 1549124 h 1598136"/>
              <a:gd name="connsiteX111" fmla="*/ 472797 w 9662615"/>
              <a:gd name="connsiteY111" fmla="*/ 1568904 h 1598136"/>
              <a:gd name="connsiteX112" fmla="*/ 427864 w 9662615"/>
              <a:gd name="connsiteY112" fmla="*/ 1580848 h 1598136"/>
              <a:gd name="connsiteX113" fmla="*/ 408381 w 9662615"/>
              <a:gd name="connsiteY113" fmla="*/ 1552940 h 1598136"/>
              <a:gd name="connsiteX114" fmla="*/ 267163 w 9662615"/>
              <a:gd name="connsiteY114" fmla="*/ 1531913 h 1598136"/>
              <a:gd name="connsiteX115" fmla="*/ 196644 w 9662615"/>
              <a:gd name="connsiteY115" fmla="*/ 1524565 h 1598136"/>
              <a:gd name="connsiteX116" fmla="*/ 86819 w 9662615"/>
              <a:gd name="connsiteY116" fmla="*/ 1519517 h 1598136"/>
              <a:gd name="connsiteX117" fmla="*/ 53369 w 9662615"/>
              <a:gd name="connsiteY117" fmla="*/ 1516853 h 1598136"/>
              <a:gd name="connsiteX118" fmla="*/ 2359 w 9662615"/>
              <a:gd name="connsiteY118" fmla="*/ 1515247 h 1598136"/>
              <a:gd name="connsiteX119" fmla="*/ 0 w 9662615"/>
              <a:gd name="connsiteY119" fmla="*/ 1514932 h 1598136"/>
              <a:gd name="connsiteX120" fmla="*/ 0 w 9662615"/>
              <a:gd name="connsiteY120" fmla="*/ 0 h 1598136"/>
              <a:gd name="connsiteX0" fmla="*/ 0 w 9662615"/>
              <a:gd name="connsiteY0" fmla="*/ 0 h 1592835"/>
              <a:gd name="connsiteX1" fmla="*/ 9662615 w 9662615"/>
              <a:gd name="connsiteY1" fmla="*/ 0 h 1592835"/>
              <a:gd name="connsiteX2" fmla="*/ 9662615 w 9662615"/>
              <a:gd name="connsiteY2" fmla="*/ 1280346 h 1592835"/>
              <a:gd name="connsiteX3" fmla="*/ 9658420 w 9662615"/>
              <a:gd name="connsiteY3" fmla="*/ 1280106 h 1592835"/>
              <a:gd name="connsiteX4" fmla="*/ 9469546 w 9662615"/>
              <a:gd name="connsiteY4" fmla="*/ 1289837 h 1592835"/>
              <a:gd name="connsiteX5" fmla="*/ 9385895 w 9662615"/>
              <a:gd name="connsiteY5" fmla="*/ 1269203 h 1592835"/>
              <a:gd name="connsiteX6" fmla="*/ 9144767 w 9662615"/>
              <a:gd name="connsiteY6" fmla="*/ 1264120 h 1592835"/>
              <a:gd name="connsiteX7" fmla="*/ 8837252 w 9662615"/>
              <a:gd name="connsiteY7" fmla="*/ 1350515 h 1592835"/>
              <a:gd name="connsiteX8" fmla="*/ 8705466 w 9662615"/>
              <a:gd name="connsiteY8" fmla="*/ 1342419 h 1592835"/>
              <a:gd name="connsiteX9" fmla="*/ 8652221 w 9662615"/>
              <a:gd name="connsiteY9" fmla="*/ 1326906 h 1592835"/>
              <a:gd name="connsiteX10" fmla="*/ 8632312 w 9662615"/>
              <a:gd name="connsiteY10" fmla="*/ 1326025 h 1592835"/>
              <a:gd name="connsiteX11" fmla="*/ 8591582 w 9662615"/>
              <a:gd name="connsiteY11" fmla="*/ 1341666 h 1592835"/>
              <a:gd name="connsiteX12" fmla="*/ 8537336 w 9662615"/>
              <a:gd name="connsiteY12" fmla="*/ 1341684 h 1592835"/>
              <a:gd name="connsiteX13" fmla="*/ 8472508 w 9662615"/>
              <a:gd name="connsiteY13" fmla="*/ 1363109 h 1592835"/>
              <a:gd name="connsiteX14" fmla="*/ 8258477 w 9662615"/>
              <a:gd name="connsiteY14" fmla="*/ 1370666 h 1592835"/>
              <a:gd name="connsiteX15" fmla="*/ 8197961 w 9662615"/>
              <a:gd name="connsiteY15" fmla="*/ 1392804 h 1592835"/>
              <a:gd name="connsiteX16" fmla="*/ 8171196 w 9662615"/>
              <a:gd name="connsiteY16" fmla="*/ 1397216 h 1592835"/>
              <a:gd name="connsiteX17" fmla="*/ 8127667 w 9662615"/>
              <a:gd name="connsiteY17" fmla="*/ 1418254 h 1592835"/>
              <a:gd name="connsiteX18" fmla="*/ 7974579 w 9662615"/>
              <a:gd name="connsiteY18" fmla="*/ 1383439 h 1592835"/>
              <a:gd name="connsiteX19" fmla="*/ 7768351 w 9662615"/>
              <a:gd name="connsiteY19" fmla="*/ 1395051 h 1592835"/>
              <a:gd name="connsiteX20" fmla="*/ 7635985 w 9662615"/>
              <a:gd name="connsiteY20" fmla="*/ 1386363 h 1592835"/>
              <a:gd name="connsiteX21" fmla="*/ 7466069 w 9662615"/>
              <a:gd name="connsiteY21" fmla="*/ 1377654 h 1592835"/>
              <a:gd name="connsiteX22" fmla="*/ 7355642 w 9662615"/>
              <a:gd name="connsiteY22" fmla="*/ 1407761 h 1592835"/>
              <a:gd name="connsiteX23" fmla="*/ 7151610 w 9662615"/>
              <a:gd name="connsiteY23" fmla="*/ 1397856 h 1592835"/>
              <a:gd name="connsiteX24" fmla="*/ 7082147 w 9662615"/>
              <a:gd name="connsiteY24" fmla="*/ 1406113 h 1592835"/>
              <a:gd name="connsiteX25" fmla="*/ 7014958 w 9662615"/>
              <a:gd name="connsiteY25" fmla="*/ 1396883 h 1592835"/>
              <a:gd name="connsiteX26" fmla="*/ 6907567 w 9662615"/>
              <a:gd name="connsiteY26" fmla="*/ 1419149 h 1592835"/>
              <a:gd name="connsiteX27" fmla="*/ 6748428 w 9662615"/>
              <a:gd name="connsiteY27" fmla="*/ 1420308 h 1592835"/>
              <a:gd name="connsiteX28" fmla="*/ 6654257 w 9662615"/>
              <a:gd name="connsiteY28" fmla="*/ 1424143 h 1592835"/>
              <a:gd name="connsiteX29" fmla="*/ 6620123 w 9662615"/>
              <a:gd name="connsiteY29" fmla="*/ 1430535 h 1592835"/>
              <a:gd name="connsiteX30" fmla="*/ 6571355 w 9662615"/>
              <a:gd name="connsiteY30" fmla="*/ 1436144 h 1592835"/>
              <a:gd name="connsiteX31" fmla="*/ 6486557 w 9662615"/>
              <a:gd name="connsiteY31" fmla="*/ 1449861 h 1592835"/>
              <a:gd name="connsiteX32" fmla="*/ 6370419 w 9662615"/>
              <a:gd name="connsiteY32" fmla="*/ 1461649 h 1592835"/>
              <a:gd name="connsiteX33" fmla="*/ 6278839 w 9662615"/>
              <a:gd name="connsiteY33" fmla="*/ 1449160 h 1592835"/>
              <a:gd name="connsiteX34" fmla="*/ 6272455 w 9662615"/>
              <a:gd name="connsiteY34" fmla="*/ 1453191 h 1592835"/>
              <a:gd name="connsiteX35" fmla="*/ 6212659 w 9662615"/>
              <a:gd name="connsiteY35" fmla="*/ 1454850 h 1592835"/>
              <a:gd name="connsiteX36" fmla="*/ 6069317 w 9662615"/>
              <a:gd name="connsiteY36" fmla="*/ 1445838 h 1592835"/>
              <a:gd name="connsiteX37" fmla="*/ 5878477 w 9662615"/>
              <a:gd name="connsiteY37" fmla="*/ 1439180 h 1592835"/>
              <a:gd name="connsiteX38" fmla="*/ 5838387 w 9662615"/>
              <a:gd name="connsiteY38" fmla="*/ 1444679 h 1592835"/>
              <a:gd name="connsiteX39" fmla="*/ 5771136 w 9662615"/>
              <a:gd name="connsiteY39" fmla="*/ 1453639 h 1592835"/>
              <a:gd name="connsiteX40" fmla="*/ 5724081 w 9662615"/>
              <a:gd name="connsiteY40" fmla="*/ 1470431 h 1592835"/>
              <a:gd name="connsiteX41" fmla="*/ 5666577 w 9662615"/>
              <a:gd name="connsiteY41" fmla="*/ 1473921 h 1592835"/>
              <a:gd name="connsiteX42" fmla="*/ 5649068 w 9662615"/>
              <a:gd name="connsiteY42" fmla="*/ 1461676 h 1592835"/>
              <a:gd name="connsiteX43" fmla="*/ 5588902 w 9662615"/>
              <a:gd name="connsiteY43" fmla="*/ 1469647 h 1592835"/>
              <a:gd name="connsiteX44" fmla="*/ 5498090 w 9662615"/>
              <a:gd name="connsiteY44" fmla="*/ 1483173 h 1592835"/>
              <a:gd name="connsiteX45" fmla="*/ 5444641 w 9662615"/>
              <a:gd name="connsiteY45" fmla="*/ 1487602 h 1592835"/>
              <a:gd name="connsiteX46" fmla="*/ 5299812 w 9662615"/>
              <a:gd name="connsiteY46" fmla="*/ 1503362 h 1592835"/>
              <a:gd name="connsiteX47" fmla="*/ 5213947 w 9662615"/>
              <a:gd name="connsiteY47" fmla="*/ 1516637 h 1592835"/>
              <a:gd name="connsiteX48" fmla="*/ 5090342 w 9662615"/>
              <a:gd name="connsiteY48" fmla="*/ 1546680 h 1592835"/>
              <a:gd name="connsiteX49" fmla="*/ 5129812 w 9662615"/>
              <a:gd name="connsiteY49" fmla="*/ 1521277 h 1592835"/>
              <a:gd name="connsiteX50" fmla="*/ 5059484 w 9662615"/>
              <a:gd name="connsiteY50" fmla="*/ 1546802 h 1592835"/>
              <a:gd name="connsiteX51" fmla="*/ 5038524 w 9662615"/>
              <a:gd name="connsiteY51" fmla="*/ 1545675 h 1592835"/>
              <a:gd name="connsiteX52" fmla="*/ 5026564 w 9662615"/>
              <a:gd name="connsiteY52" fmla="*/ 1545376 h 1592835"/>
              <a:gd name="connsiteX53" fmla="*/ 4969433 w 9662615"/>
              <a:gd name="connsiteY53" fmla="*/ 1550865 h 1592835"/>
              <a:gd name="connsiteX54" fmla="*/ 4921303 w 9662615"/>
              <a:gd name="connsiteY54" fmla="*/ 1575379 h 1592835"/>
              <a:gd name="connsiteX55" fmla="*/ 4863775 w 9662615"/>
              <a:gd name="connsiteY55" fmla="*/ 1562633 h 1592835"/>
              <a:gd name="connsiteX56" fmla="*/ 4847242 w 9662615"/>
              <a:gd name="connsiteY56" fmla="*/ 1565435 h 1592835"/>
              <a:gd name="connsiteX57" fmla="*/ 4856839 w 9662615"/>
              <a:gd name="connsiteY57" fmla="*/ 1592835 h 1592835"/>
              <a:gd name="connsiteX58" fmla="*/ 4791466 w 9662615"/>
              <a:gd name="connsiteY58" fmla="*/ 1561324 h 1592835"/>
              <a:gd name="connsiteX59" fmla="*/ 4784247 w 9662615"/>
              <a:gd name="connsiteY59" fmla="*/ 1562342 h 1592835"/>
              <a:gd name="connsiteX60" fmla="*/ 4748477 w 9662615"/>
              <a:gd name="connsiteY60" fmla="*/ 1556925 h 1592835"/>
              <a:gd name="connsiteX61" fmla="*/ 4730033 w 9662615"/>
              <a:gd name="connsiteY61" fmla="*/ 1555274 h 1592835"/>
              <a:gd name="connsiteX62" fmla="*/ 4724747 w 9662615"/>
              <a:gd name="connsiteY62" fmla="*/ 1552439 h 1592835"/>
              <a:gd name="connsiteX63" fmla="*/ 4697562 w 9662615"/>
              <a:gd name="connsiteY63" fmla="*/ 1551206 h 1592835"/>
              <a:gd name="connsiteX64" fmla="*/ 4662664 w 9662615"/>
              <a:gd name="connsiteY64" fmla="*/ 1573162 h 1592835"/>
              <a:gd name="connsiteX65" fmla="*/ 4603028 w 9662615"/>
              <a:gd name="connsiteY65" fmla="*/ 1568821 h 1592835"/>
              <a:gd name="connsiteX66" fmla="*/ 4541612 w 9662615"/>
              <a:gd name="connsiteY66" fmla="*/ 1545262 h 1592835"/>
              <a:gd name="connsiteX67" fmla="*/ 4422155 w 9662615"/>
              <a:gd name="connsiteY67" fmla="*/ 1542059 h 1592835"/>
              <a:gd name="connsiteX68" fmla="*/ 4221826 w 9662615"/>
              <a:gd name="connsiteY68" fmla="*/ 1508923 h 1592835"/>
              <a:gd name="connsiteX69" fmla="*/ 4096601 w 9662615"/>
              <a:gd name="connsiteY69" fmla="*/ 1521563 h 1592835"/>
              <a:gd name="connsiteX70" fmla="*/ 3970635 w 9662615"/>
              <a:gd name="connsiteY70" fmla="*/ 1544815 h 1592835"/>
              <a:gd name="connsiteX71" fmla="*/ 3833906 w 9662615"/>
              <a:gd name="connsiteY71" fmla="*/ 1516637 h 1592835"/>
              <a:gd name="connsiteX72" fmla="*/ 3696258 w 9662615"/>
              <a:gd name="connsiteY72" fmla="*/ 1537563 h 1592835"/>
              <a:gd name="connsiteX73" fmla="*/ 3594070 w 9662615"/>
              <a:gd name="connsiteY73" fmla="*/ 1509422 h 1592835"/>
              <a:gd name="connsiteX74" fmla="*/ 3565233 w 9662615"/>
              <a:gd name="connsiteY74" fmla="*/ 1515122 h 1592835"/>
              <a:gd name="connsiteX75" fmla="*/ 3560267 w 9662615"/>
              <a:gd name="connsiteY75" fmla="*/ 1516288 h 1592835"/>
              <a:gd name="connsiteX76" fmla="*/ 3540258 w 9662615"/>
              <a:gd name="connsiteY76" fmla="*/ 1516976 h 1592835"/>
              <a:gd name="connsiteX77" fmla="*/ 3534780 w 9662615"/>
              <a:gd name="connsiteY77" fmla="*/ 1522141 h 1592835"/>
              <a:gd name="connsiteX78" fmla="*/ 3504783 w 9662615"/>
              <a:gd name="connsiteY78" fmla="*/ 1526739 h 1592835"/>
              <a:gd name="connsiteX79" fmla="*/ 3430805 w 9662615"/>
              <a:gd name="connsiteY79" fmla="*/ 1542521 h 1592835"/>
              <a:gd name="connsiteX80" fmla="*/ 3292707 w 9662615"/>
              <a:gd name="connsiteY80" fmla="*/ 1520490 h 1592835"/>
              <a:gd name="connsiteX81" fmla="*/ 3187872 w 9662615"/>
              <a:gd name="connsiteY81" fmla="*/ 1519991 h 1592835"/>
              <a:gd name="connsiteX82" fmla="*/ 3148026 w 9662615"/>
              <a:gd name="connsiteY82" fmla="*/ 1524777 h 1592835"/>
              <a:gd name="connsiteX83" fmla="*/ 3092394 w 9662615"/>
              <a:gd name="connsiteY83" fmla="*/ 1528115 h 1592835"/>
              <a:gd name="connsiteX84" fmla="*/ 2994200 w 9662615"/>
              <a:gd name="connsiteY84" fmla="*/ 1537857 h 1592835"/>
              <a:gd name="connsiteX85" fmla="*/ 2862301 w 9662615"/>
              <a:gd name="connsiteY85" fmla="*/ 1544250 h 1592835"/>
              <a:gd name="connsiteX86" fmla="*/ 2766335 w 9662615"/>
              <a:gd name="connsiteY86" fmla="*/ 1527662 h 1592835"/>
              <a:gd name="connsiteX87" fmla="*/ 2757836 w 9662615"/>
              <a:gd name="connsiteY87" fmla="*/ 1531371 h 1592835"/>
              <a:gd name="connsiteX88" fmla="*/ 2691555 w 9662615"/>
              <a:gd name="connsiteY88" fmla="*/ 1530283 h 1592835"/>
              <a:gd name="connsiteX89" fmla="*/ 2491676 w 9662615"/>
              <a:gd name="connsiteY89" fmla="*/ 1500859 h 1592835"/>
              <a:gd name="connsiteX90" fmla="*/ 2378036 w 9662615"/>
              <a:gd name="connsiteY90" fmla="*/ 1520645 h 1592835"/>
              <a:gd name="connsiteX91" fmla="*/ 2284269 w 9662615"/>
              <a:gd name="connsiteY91" fmla="*/ 1503068 h 1592835"/>
              <a:gd name="connsiteX92" fmla="*/ 2207104 w 9662615"/>
              <a:gd name="connsiteY92" fmla="*/ 1508888 h 1592835"/>
              <a:gd name="connsiteX93" fmla="*/ 2149226 w 9662615"/>
              <a:gd name="connsiteY93" fmla="*/ 1523409 h 1592835"/>
              <a:gd name="connsiteX94" fmla="*/ 2084783 w 9662615"/>
              <a:gd name="connsiteY94" fmla="*/ 1524245 h 1592835"/>
              <a:gd name="connsiteX95" fmla="*/ 2070075 w 9662615"/>
              <a:gd name="connsiteY95" fmla="*/ 1511285 h 1592835"/>
              <a:gd name="connsiteX96" fmla="*/ 2001057 w 9662615"/>
              <a:gd name="connsiteY96" fmla="*/ 1516449 h 1592835"/>
              <a:gd name="connsiteX97" fmla="*/ 1896330 w 9662615"/>
              <a:gd name="connsiteY97" fmla="*/ 1525725 h 1592835"/>
              <a:gd name="connsiteX98" fmla="*/ 1835994 w 9662615"/>
              <a:gd name="connsiteY98" fmla="*/ 1527678 h 1592835"/>
              <a:gd name="connsiteX99" fmla="*/ 1671119 w 9662615"/>
              <a:gd name="connsiteY99" fmla="*/ 1536701 h 1592835"/>
              <a:gd name="connsiteX100" fmla="*/ 1601337 w 9662615"/>
              <a:gd name="connsiteY100" fmla="*/ 1548552 h 1592835"/>
              <a:gd name="connsiteX101" fmla="*/ 1407755 w 9662615"/>
              <a:gd name="connsiteY101" fmla="*/ 1571444 h 1592835"/>
              <a:gd name="connsiteX102" fmla="*/ 1271994 w 9662615"/>
              <a:gd name="connsiteY102" fmla="*/ 1579471 h 1592835"/>
              <a:gd name="connsiteX103" fmla="*/ 1249226 w 9662615"/>
              <a:gd name="connsiteY103" fmla="*/ 1583140 h 1592835"/>
              <a:gd name="connsiteX104" fmla="*/ 1217719 w 9662615"/>
              <a:gd name="connsiteY104" fmla="*/ 1580863 h 1592835"/>
              <a:gd name="connsiteX105" fmla="*/ 1091432 w 9662615"/>
              <a:gd name="connsiteY105" fmla="*/ 1571003 h 1592835"/>
              <a:gd name="connsiteX106" fmla="*/ 992039 w 9662615"/>
              <a:gd name="connsiteY106" fmla="*/ 1556662 h 1592835"/>
              <a:gd name="connsiteX107" fmla="*/ 868264 w 9662615"/>
              <a:gd name="connsiteY107" fmla="*/ 1566392 h 1592835"/>
              <a:gd name="connsiteX108" fmla="*/ 792765 w 9662615"/>
              <a:gd name="connsiteY108" fmla="*/ 1563102 h 1592835"/>
              <a:gd name="connsiteX109" fmla="*/ 669055 w 9662615"/>
              <a:gd name="connsiteY109" fmla="*/ 1543638 h 1592835"/>
              <a:gd name="connsiteX110" fmla="*/ 506152 w 9662615"/>
              <a:gd name="connsiteY110" fmla="*/ 1549124 h 1592835"/>
              <a:gd name="connsiteX111" fmla="*/ 472797 w 9662615"/>
              <a:gd name="connsiteY111" fmla="*/ 1568904 h 1592835"/>
              <a:gd name="connsiteX112" fmla="*/ 427864 w 9662615"/>
              <a:gd name="connsiteY112" fmla="*/ 1580848 h 1592835"/>
              <a:gd name="connsiteX113" fmla="*/ 408381 w 9662615"/>
              <a:gd name="connsiteY113" fmla="*/ 1552940 h 1592835"/>
              <a:gd name="connsiteX114" fmla="*/ 267163 w 9662615"/>
              <a:gd name="connsiteY114" fmla="*/ 1531913 h 1592835"/>
              <a:gd name="connsiteX115" fmla="*/ 196644 w 9662615"/>
              <a:gd name="connsiteY115" fmla="*/ 1524565 h 1592835"/>
              <a:gd name="connsiteX116" fmla="*/ 86819 w 9662615"/>
              <a:gd name="connsiteY116" fmla="*/ 1519517 h 1592835"/>
              <a:gd name="connsiteX117" fmla="*/ 53369 w 9662615"/>
              <a:gd name="connsiteY117" fmla="*/ 1516853 h 1592835"/>
              <a:gd name="connsiteX118" fmla="*/ 2359 w 9662615"/>
              <a:gd name="connsiteY118" fmla="*/ 1515247 h 1592835"/>
              <a:gd name="connsiteX119" fmla="*/ 0 w 9662615"/>
              <a:gd name="connsiteY119" fmla="*/ 1514932 h 1592835"/>
              <a:gd name="connsiteX120" fmla="*/ 0 w 9662615"/>
              <a:gd name="connsiteY120" fmla="*/ 0 h 1592835"/>
              <a:gd name="connsiteX0" fmla="*/ 0 w 9662615"/>
              <a:gd name="connsiteY0" fmla="*/ 0 h 1592835"/>
              <a:gd name="connsiteX1" fmla="*/ 9662615 w 9662615"/>
              <a:gd name="connsiteY1" fmla="*/ 0 h 1592835"/>
              <a:gd name="connsiteX2" fmla="*/ 9662615 w 9662615"/>
              <a:gd name="connsiteY2" fmla="*/ 1280346 h 1592835"/>
              <a:gd name="connsiteX3" fmla="*/ 9658420 w 9662615"/>
              <a:gd name="connsiteY3" fmla="*/ 1280106 h 1592835"/>
              <a:gd name="connsiteX4" fmla="*/ 9469546 w 9662615"/>
              <a:gd name="connsiteY4" fmla="*/ 1289837 h 1592835"/>
              <a:gd name="connsiteX5" fmla="*/ 9385895 w 9662615"/>
              <a:gd name="connsiteY5" fmla="*/ 1269203 h 1592835"/>
              <a:gd name="connsiteX6" fmla="*/ 9144767 w 9662615"/>
              <a:gd name="connsiteY6" fmla="*/ 1264120 h 1592835"/>
              <a:gd name="connsiteX7" fmla="*/ 8837252 w 9662615"/>
              <a:gd name="connsiteY7" fmla="*/ 1350515 h 1592835"/>
              <a:gd name="connsiteX8" fmla="*/ 8705466 w 9662615"/>
              <a:gd name="connsiteY8" fmla="*/ 1342419 h 1592835"/>
              <a:gd name="connsiteX9" fmla="*/ 8652221 w 9662615"/>
              <a:gd name="connsiteY9" fmla="*/ 1326906 h 1592835"/>
              <a:gd name="connsiteX10" fmla="*/ 8632312 w 9662615"/>
              <a:gd name="connsiteY10" fmla="*/ 1326025 h 1592835"/>
              <a:gd name="connsiteX11" fmla="*/ 8591582 w 9662615"/>
              <a:gd name="connsiteY11" fmla="*/ 1341666 h 1592835"/>
              <a:gd name="connsiteX12" fmla="*/ 8537336 w 9662615"/>
              <a:gd name="connsiteY12" fmla="*/ 1341684 h 1592835"/>
              <a:gd name="connsiteX13" fmla="*/ 8472508 w 9662615"/>
              <a:gd name="connsiteY13" fmla="*/ 1363109 h 1592835"/>
              <a:gd name="connsiteX14" fmla="*/ 8258477 w 9662615"/>
              <a:gd name="connsiteY14" fmla="*/ 1370666 h 1592835"/>
              <a:gd name="connsiteX15" fmla="*/ 8197961 w 9662615"/>
              <a:gd name="connsiteY15" fmla="*/ 1392804 h 1592835"/>
              <a:gd name="connsiteX16" fmla="*/ 8171196 w 9662615"/>
              <a:gd name="connsiteY16" fmla="*/ 1397216 h 1592835"/>
              <a:gd name="connsiteX17" fmla="*/ 8127667 w 9662615"/>
              <a:gd name="connsiteY17" fmla="*/ 1418254 h 1592835"/>
              <a:gd name="connsiteX18" fmla="*/ 7974579 w 9662615"/>
              <a:gd name="connsiteY18" fmla="*/ 1383439 h 1592835"/>
              <a:gd name="connsiteX19" fmla="*/ 7768351 w 9662615"/>
              <a:gd name="connsiteY19" fmla="*/ 1395051 h 1592835"/>
              <a:gd name="connsiteX20" fmla="*/ 7635985 w 9662615"/>
              <a:gd name="connsiteY20" fmla="*/ 1386363 h 1592835"/>
              <a:gd name="connsiteX21" fmla="*/ 7466069 w 9662615"/>
              <a:gd name="connsiteY21" fmla="*/ 1377654 h 1592835"/>
              <a:gd name="connsiteX22" fmla="*/ 7355642 w 9662615"/>
              <a:gd name="connsiteY22" fmla="*/ 1407761 h 1592835"/>
              <a:gd name="connsiteX23" fmla="*/ 7151610 w 9662615"/>
              <a:gd name="connsiteY23" fmla="*/ 1397856 h 1592835"/>
              <a:gd name="connsiteX24" fmla="*/ 7082147 w 9662615"/>
              <a:gd name="connsiteY24" fmla="*/ 1406113 h 1592835"/>
              <a:gd name="connsiteX25" fmla="*/ 7014958 w 9662615"/>
              <a:gd name="connsiteY25" fmla="*/ 1396883 h 1592835"/>
              <a:gd name="connsiteX26" fmla="*/ 6907567 w 9662615"/>
              <a:gd name="connsiteY26" fmla="*/ 1419149 h 1592835"/>
              <a:gd name="connsiteX27" fmla="*/ 6748428 w 9662615"/>
              <a:gd name="connsiteY27" fmla="*/ 1420308 h 1592835"/>
              <a:gd name="connsiteX28" fmla="*/ 6654257 w 9662615"/>
              <a:gd name="connsiteY28" fmla="*/ 1424143 h 1592835"/>
              <a:gd name="connsiteX29" fmla="*/ 6620123 w 9662615"/>
              <a:gd name="connsiteY29" fmla="*/ 1430535 h 1592835"/>
              <a:gd name="connsiteX30" fmla="*/ 6571355 w 9662615"/>
              <a:gd name="connsiteY30" fmla="*/ 1436144 h 1592835"/>
              <a:gd name="connsiteX31" fmla="*/ 6486557 w 9662615"/>
              <a:gd name="connsiteY31" fmla="*/ 1449861 h 1592835"/>
              <a:gd name="connsiteX32" fmla="*/ 6370419 w 9662615"/>
              <a:gd name="connsiteY32" fmla="*/ 1461649 h 1592835"/>
              <a:gd name="connsiteX33" fmla="*/ 6278839 w 9662615"/>
              <a:gd name="connsiteY33" fmla="*/ 1449160 h 1592835"/>
              <a:gd name="connsiteX34" fmla="*/ 6272455 w 9662615"/>
              <a:gd name="connsiteY34" fmla="*/ 1453191 h 1592835"/>
              <a:gd name="connsiteX35" fmla="*/ 6212659 w 9662615"/>
              <a:gd name="connsiteY35" fmla="*/ 1454850 h 1592835"/>
              <a:gd name="connsiteX36" fmla="*/ 6069317 w 9662615"/>
              <a:gd name="connsiteY36" fmla="*/ 1445838 h 1592835"/>
              <a:gd name="connsiteX37" fmla="*/ 5878477 w 9662615"/>
              <a:gd name="connsiteY37" fmla="*/ 1439180 h 1592835"/>
              <a:gd name="connsiteX38" fmla="*/ 5838387 w 9662615"/>
              <a:gd name="connsiteY38" fmla="*/ 1444679 h 1592835"/>
              <a:gd name="connsiteX39" fmla="*/ 5771136 w 9662615"/>
              <a:gd name="connsiteY39" fmla="*/ 1453639 h 1592835"/>
              <a:gd name="connsiteX40" fmla="*/ 5724081 w 9662615"/>
              <a:gd name="connsiteY40" fmla="*/ 1470431 h 1592835"/>
              <a:gd name="connsiteX41" fmla="*/ 5666577 w 9662615"/>
              <a:gd name="connsiteY41" fmla="*/ 1473921 h 1592835"/>
              <a:gd name="connsiteX42" fmla="*/ 5649068 w 9662615"/>
              <a:gd name="connsiteY42" fmla="*/ 1461676 h 1592835"/>
              <a:gd name="connsiteX43" fmla="*/ 5588902 w 9662615"/>
              <a:gd name="connsiteY43" fmla="*/ 1469647 h 1592835"/>
              <a:gd name="connsiteX44" fmla="*/ 5498090 w 9662615"/>
              <a:gd name="connsiteY44" fmla="*/ 1483173 h 1592835"/>
              <a:gd name="connsiteX45" fmla="*/ 5444641 w 9662615"/>
              <a:gd name="connsiteY45" fmla="*/ 1487602 h 1592835"/>
              <a:gd name="connsiteX46" fmla="*/ 5299812 w 9662615"/>
              <a:gd name="connsiteY46" fmla="*/ 1503362 h 1592835"/>
              <a:gd name="connsiteX47" fmla="*/ 5213947 w 9662615"/>
              <a:gd name="connsiteY47" fmla="*/ 1516637 h 1592835"/>
              <a:gd name="connsiteX48" fmla="*/ 5090342 w 9662615"/>
              <a:gd name="connsiteY48" fmla="*/ 1546680 h 1592835"/>
              <a:gd name="connsiteX49" fmla="*/ 5129812 w 9662615"/>
              <a:gd name="connsiteY49" fmla="*/ 1521277 h 1592835"/>
              <a:gd name="connsiteX50" fmla="*/ 5059484 w 9662615"/>
              <a:gd name="connsiteY50" fmla="*/ 1546802 h 1592835"/>
              <a:gd name="connsiteX51" fmla="*/ 5038524 w 9662615"/>
              <a:gd name="connsiteY51" fmla="*/ 1545675 h 1592835"/>
              <a:gd name="connsiteX52" fmla="*/ 5026564 w 9662615"/>
              <a:gd name="connsiteY52" fmla="*/ 1545376 h 1592835"/>
              <a:gd name="connsiteX53" fmla="*/ 4969433 w 9662615"/>
              <a:gd name="connsiteY53" fmla="*/ 1550865 h 1592835"/>
              <a:gd name="connsiteX54" fmla="*/ 4921303 w 9662615"/>
              <a:gd name="connsiteY54" fmla="*/ 1575379 h 1592835"/>
              <a:gd name="connsiteX55" fmla="*/ 4863775 w 9662615"/>
              <a:gd name="connsiteY55" fmla="*/ 1562633 h 1592835"/>
              <a:gd name="connsiteX56" fmla="*/ 4847242 w 9662615"/>
              <a:gd name="connsiteY56" fmla="*/ 1565435 h 1592835"/>
              <a:gd name="connsiteX57" fmla="*/ 4856839 w 9662615"/>
              <a:gd name="connsiteY57" fmla="*/ 1592835 h 1592835"/>
              <a:gd name="connsiteX58" fmla="*/ 4791466 w 9662615"/>
              <a:gd name="connsiteY58" fmla="*/ 1561324 h 1592835"/>
              <a:gd name="connsiteX59" fmla="*/ 4784247 w 9662615"/>
              <a:gd name="connsiteY59" fmla="*/ 1562342 h 1592835"/>
              <a:gd name="connsiteX60" fmla="*/ 4748477 w 9662615"/>
              <a:gd name="connsiteY60" fmla="*/ 1556925 h 1592835"/>
              <a:gd name="connsiteX61" fmla="*/ 4730033 w 9662615"/>
              <a:gd name="connsiteY61" fmla="*/ 1555274 h 1592835"/>
              <a:gd name="connsiteX62" fmla="*/ 4697562 w 9662615"/>
              <a:gd name="connsiteY62" fmla="*/ 1551206 h 1592835"/>
              <a:gd name="connsiteX63" fmla="*/ 4662664 w 9662615"/>
              <a:gd name="connsiteY63" fmla="*/ 1573162 h 1592835"/>
              <a:gd name="connsiteX64" fmla="*/ 4603028 w 9662615"/>
              <a:gd name="connsiteY64" fmla="*/ 1568821 h 1592835"/>
              <a:gd name="connsiteX65" fmla="*/ 4541612 w 9662615"/>
              <a:gd name="connsiteY65" fmla="*/ 1545262 h 1592835"/>
              <a:gd name="connsiteX66" fmla="*/ 4422155 w 9662615"/>
              <a:gd name="connsiteY66" fmla="*/ 1542059 h 1592835"/>
              <a:gd name="connsiteX67" fmla="*/ 4221826 w 9662615"/>
              <a:gd name="connsiteY67" fmla="*/ 1508923 h 1592835"/>
              <a:gd name="connsiteX68" fmla="*/ 4096601 w 9662615"/>
              <a:gd name="connsiteY68" fmla="*/ 1521563 h 1592835"/>
              <a:gd name="connsiteX69" fmla="*/ 3970635 w 9662615"/>
              <a:gd name="connsiteY69" fmla="*/ 1544815 h 1592835"/>
              <a:gd name="connsiteX70" fmla="*/ 3833906 w 9662615"/>
              <a:gd name="connsiteY70" fmla="*/ 1516637 h 1592835"/>
              <a:gd name="connsiteX71" fmla="*/ 3696258 w 9662615"/>
              <a:gd name="connsiteY71" fmla="*/ 1537563 h 1592835"/>
              <a:gd name="connsiteX72" fmla="*/ 3594070 w 9662615"/>
              <a:gd name="connsiteY72" fmla="*/ 1509422 h 1592835"/>
              <a:gd name="connsiteX73" fmla="*/ 3565233 w 9662615"/>
              <a:gd name="connsiteY73" fmla="*/ 1515122 h 1592835"/>
              <a:gd name="connsiteX74" fmla="*/ 3560267 w 9662615"/>
              <a:gd name="connsiteY74" fmla="*/ 1516288 h 1592835"/>
              <a:gd name="connsiteX75" fmla="*/ 3540258 w 9662615"/>
              <a:gd name="connsiteY75" fmla="*/ 1516976 h 1592835"/>
              <a:gd name="connsiteX76" fmla="*/ 3534780 w 9662615"/>
              <a:gd name="connsiteY76" fmla="*/ 1522141 h 1592835"/>
              <a:gd name="connsiteX77" fmla="*/ 3504783 w 9662615"/>
              <a:gd name="connsiteY77" fmla="*/ 1526739 h 1592835"/>
              <a:gd name="connsiteX78" fmla="*/ 3430805 w 9662615"/>
              <a:gd name="connsiteY78" fmla="*/ 1542521 h 1592835"/>
              <a:gd name="connsiteX79" fmla="*/ 3292707 w 9662615"/>
              <a:gd name="connsiteY79" fmla="*/ 1520490 h 1592835"/>
              <a:gd name="connsiteX80" fmla="*/ 3187872 w 9662615"/>
              <a:gd name="connsiteY80" fmla="*/ 1519991 h 1592835"/>
              <a:gd name="connsiteX81" fmla="*/ 3148026 w 9662615"/>
              <a:gd name="connsiteY81" fmla="*/ 1524777 h 1592835"/>
              <a:gd name="connsiteX82" fmla="*/ 3092394 w 9662615"/>
              <a:gd name="connsiteY82" fmla="*/ 1528115 h 1592835"/>
              <a:gd name="connsiteX83" fmla="*/ 2994200 w 9662615"/>
              <a:gd name="connsiteY83" fmla="*/ 1537857 h 1592835"/>
              <a:gd name="connsiteX84" fmla="*/ 2862301 w 9662615"/>
              <a:gd name="connsiteY84" fmla="*/ 1544250 h 1592835"/>
              <a:gd name="connsiteX85" fmla="*/ 2766335 w 9662615"/>
              <a:gd name="connsiteY85" fmla="*/ 1527662 h 1592835"/>
              <a:gd name="connsiteX86" fmla="*/ 2757836 w 9662615"/>
              <a:gd name="connsiteY86" fmla="*/ 1531371 h 1592835"/>
              <a:gd name="connsiteX87" fmla="*/ 2691555 w 9662615"/>
              <a:gd name="connsiteY87" fmla="*/ 1530283 h 1592835"/>
              <a:gd name="connsiteX88" fmla="*/ 2491676 w 9662615"/>
              <a:gd name="connsiteY88" fmla="*/ 1500859 h 1592835"/>
              <a:gd name="connsiteX89" fmla="*/ 2378036 w 9662615"/>
              <a:gd name="connsiteY89" fmla="*/ 1520645 h 1592835"/>
              <a:gd name="connsiteX90" fmla="*/ 2284269 w 9662615"/>
              <a:gd name="connsiteY90" fmla="*/ 1503068 h 1592835"/>
              <a:gd name="connsiteX91" fmla="*/ 2207104 w 9662615"/>
              <a:gd name="connsiteY91" fmla="*/ 1508888 h 1592835"/>
              <a:gd name="connsiteX92" fmla="*/ 2149226 w 9662615"/>
              <a:gd name="connsiteY92" fmla="*/ 1523409 h 1592835"/>
              <a:gd name="connsiteX93" fmla="*/ 2084783 w 9662615"/>
              <a:gd name="connsiteY93" fmla="*/ 1524245 h 1592835"/>
              <a:gd name="connsiteX94" fmla="*/ 2070075 w 9662615"/>
              <a:gd name="connsiteY94" fmla="*/ 1511285 h 1592835"/>
              <a:gd name="connsiteX95" fmla="*/ 2001057 w 9662615"/>
              <a:gd name="connsiteY95" fmla="*/ 1516449 h 1592835"/>
              <a:gd name="connsiteX96" fmla="*/ 1896330 w 9662615"/>
              <a:gd name="connsiteY96" fmla="*/ 1525725 h 1592835"/>
              <a:gd name="connsiteX97" fmla="*/ 1835994 w 9662615"/>
              <a:gd name="connsiteY97" fmla="*/ 1527678 h 1592835"/>
              <a:gd name="connsiteX98" fmla="*/ 1671119 w 9662615"/>
              <a:gd name="connsiteY98" fmla="*/ 1536701 h 1592835"/>
              <a:gd name="connsiteX99" fmla="*/ 1601337 w 9662615"/>
              <a:gd name="connsiteY99" fmla="*/ 1548552 h 1592835"/>
              <a:gd name="connsiteX100" fmla="*/ 1407755 w 9662615"/>
              <a:gd name="connsiteY100" fmla="*/ 1571444 h 1592835"/>
              <a:gd name="connsiteX101" fmla="*/ 1271994 w 9662615"/>
              <a:gd name="connsiteY101" fmla="*/ 1579471 h 1592835"/>
              <a:gd name="connsiteX102" fmla="*/ 1249226 w 9662615"/>
              <a:gd name="connsiteY102" fmla="*/ 1583140 h 1592835"/>
              <a:gd name="connsiteX103" fmla="*/ 1217719 w 9662615"/>
              <a:gd name="connsiteY103" fmla="*/ 1580863 h 1592835"/>
              <a:gd name="connsiteX104" fmla="*/ 1091432 w 9662615"/>
              <a:gd name="connsiteY104" fmla="*/ 1571003 h 1592835"/>
              <a:gd name="connsiteX105" fmla="*/ 992039 w 9662615"/>
              <a:gd name="connsiteY105" fmla="*/ 1556662 h 1592835"/>
              <a:gd name="connsiteX106" fmla="*/ 868264 w 9662615"/>
              <a:gd name="connsiteY106" fmla="*/ 1566392 h 1592835"/>
              <a:gd name="connsiteX107" fmla="*/ 792765 w 9662615"/>
              <a:gd name="connsiteY107" fmla="*/ 1563102 h 1592835"/>
              <a:gd name="connsiteX108" fmla="*/ 669055 w 9662615"/>
              <a:gd name="connsiteY108" fmla="*/ 1543638 h 1592835"/>
              <a:gd name="connsiteX109" fmla="*/ 506152 w 9662615"/>
              <a:gd name="connsiteY109" fmla="*/ 1549124 h 1592835"/>
              <a:gd name="connsiteX110" fmla="*/ 472797 w 9662615"/>
              <a:gd name="connsiteY110" fmla="*/ 1568904 h 1592835"/>
              <a:gd name="connsiteX111" fmla="*/ 427864 w 9662615"/>
              <a:gd name="connsiteY111" fmla="*/ 1580848 h 1592835"/>
              <a:gd name="connsiteX112" fmla="*/ 408381 w 9662615"/>
              <a:gd name="connsiteY112" fmla="*/ 1552940 h 1592835"/>
              <a:gd name="connsiteX113" fmla="*/ 267163 w 9662615"/>
              <a:gd name="connsiteY113" fmla="*/ 1531913 h 1592835"/>
              <a:gd name="connsiteX114" fmla="*/ 196644 w 9662615"/>
              <a:gd name="connsiteY114" fmla="*/ 1524565 h 1592835"/>
              <a:gd name="connsiteX115" fmla="*/ 86819 w 9662615"/>
              <a:gd name="connsiteY115" fmla="*/ 1519517 h 1592835"/>
              <a:gd name="connsiteX116" fmla="*/ 53369 w 9662615"/>
              <a:gd name="connsiteY116" fmla="*/ 1516853 h 1592835"/>
              <a:gd name="connsiteX117" fmla="*/ 2359 w 9662615"/>
              <a:gd name="connsiteY117" fmla="*/ 1515247 h 1592835"/>
              <a:gd name="connsiteX118" fmla="*/ 0 w 9662615"/>
              <a:gd name="connsiteY118" fmla="*/ 1514932 h 1592835"/>
              <a:gd name="connsiteX119" fmla="*/ 0 w 9662615"/>
              <a:gd name="connsiteY119" fmla="*/ 0 h 1592835"/>
              <a:gd name="connsiteX0" fmla="*/ 0 w 9662615"/>
              <a:gd name="connsiteY0" fmla="*/ 0 h 1592835"/>
              <a:gd name="connsiteX1" fmla="*/ 9662615 w 9662615"/>
              <a:gd name="connsiteY1" fmla="*/ 0 h 1592835"/>
              <a:gd name="connsiteX2" fmla="*/ 9662615 w 9662615"/>
              <a:gd name="connsiteY2" fmla="*/ 1280346 h 1592835"/>
              <a:gd name="connsiteX3" fmla="*/ 9658420 w 9662615"/>
              <a:gd name="connsiteY3" fmla="*/ 1280106 h 1592835"/>
              <a:gd name="connsiteX4" fmla="*/ 9469546 w 9662615"/>
              <a:gd name="connsiteY4" fmla="*/ 1289837 h 1592835"/>
              <a:gd name="connsiteX5" fmla="*/ 9385895 w 9662615"/>
              <a:gd name="connsiteY5" fmla="*/ 1269203 h 1592835"/>
              <a:gd name="connsiteX6" fmla="*/ 9144767 w 9662615"/>
              <a:gd name="connsiteY6" fmla="*/ 1264120 h 1592835"/>
              <a:gd name="connsiteX7" fmla="*/ 8837252 w 9662615"/>
              <a:gd name="connsiteY7" fmla="*/ 1350515 h 1592835"/>
              <a:gd name="connsiteX8" fmla="*/ 8705466 w 9662615"/>
              <a:gd name="connsiteY8" fmla="*/ 1342419 h 1592835"/>
              <a:gd name="connsiteX9" fmla="*/ 8652221 w 9662615"/>
              <a:gd name="connsiteY9" fmla="*/ 1326906 h 1592835"/>
              <a:gd name="connsiteX10" fmla="*/ 8632312 w 9662615"/>
              <a:gd name="connsiteY10" fmla="*/ 1326025 h 1592835"/>
              <a:gd name="connsiteX11" fmla="*/ 8591582 w 9662615"/>
              <a:gd name="connsiteY11" fmla="*/ 1341666 h 1592835"/>
              <a:gd name="connsiteX12" fmla="*/ 8537336 w 9662615"/>
              <a:gd name="connsiteY12" fmla="*/ 1341684 h 1592835"/>
              <a:gd name="connsiteX13" fmla="*/ 8472508 w 9662615"/>
              <a:gd name="connsiteY13" fmla="*/ 1363109 h 1592835"/>
              <a:gd name="connsiteX14" fmla="*/ 8258477 w 9662615"/>
              <a:gd name="connsiteY14" fmla="*/ 1370666 h 1592835"/>
              <a:gd name="connsiteX15" fmla="*/ 8197961 w 9662615"/>
              <a:gd name="connsiteY15" fmla="*/ 1392804 h 1592835"/>
              <a:gd name="connsiteX16" fmla="*/ 8171196 w 9662615"/>
              <a:gd name="connsiteY16" fmla="*/ 1397216 h 1592835"/>
              <a:gd name="connsiteX17" fmla="*/ 8127667 w 9662615"/>
              <a:gd name="connsiteY17" fmla="*/ 1418254 h 1592835"/>
              <a:gd name="connsiteX18" fmla="*/ 7974579 w 9662615"/>
              <a:gd name="connsiteY18" fmla="*/ 1383439 h 1592835"/>
              <a:gd name="connsiteX19" fmla="*/ 7768351 w 9662615"/>
              <a:gd name="connsiteY19" fmla="*/ 1395051 h 1592835"/>
              <a:gd name="connsiteX20" fmla="*/ 7635985 w 9662615"/>
              <a:gd name="connsiteY20" fmla="*/ 1386363 h 1592835"/>
              <a:gd name="connsiteX21" fmla="*/ 7466069 w 9662615"/>
              <a:gd name="connsiteY21" fmla="*/ 1377654 h 1592835"/>
              <a:gd name="connsiteX22" fmla="*/ 7355642 w 9662615"/>
              <a:gd name="connsiteY22" fmla="*/ 1407761 h 1592835"/>
              <a:gd name="connsiteX23" fmla="*/ 7151610 w 9662615"/>
              <a:gd name="connsiteY23" fmla="*/ 1397856 h 1592835"/>
              <a:gd name="connsiteX24" fmla="*/ 7082147 w 9662615"/>
              <a:gd name="connsiteY24" fmla="*/ 1406113 h 1592835"/>
              <a:gd name="connsiteX25" fmla="*/ 7014958 w 9662615"/>
              <a:gd name="connsiteY25" fmla="*/ 1396883 h 1592835"/>
              <a:gd name="connsiteX26" fmla="*/ 6907567 w 9662615"/>
              <a:gd name="connsiteY26" fmla="*/ 1419149 h 1592835"/>
              <a:gd name="connsiteX27" fmla="*/ 6748428 w 9662615"/>
              <a:gd name="connsiteY27" fmla="*/ 1420308 h 1592835"/>
              <a:gd name="connsiteX28" fmla="*/ 6654257 w 9662615"/>
              <a:gd name="connsiteY28" fmla="*/ 1424143 h 1592835"/>
              <a:gd name="connsiteX29" fmla="*/ 6620123 w 9662615"/>
              <a:gd name="connsiteY29" fmla="*/ 1430535 h 1592835"/>
              <a:gd name="connsiteX30" fmla="*/ 6571355 w 9662615"/>
              <a:gd name="connsiteY30" fmla="*/ 1436144 h 1592835"/>
              <a:gd name="connsiteX31" fmla="*/ 6486557 w 9662615"/>
              <a:gd name="connsiteY31" fmla="*/ 1449861 h 1592835"/>
              <a:gd name="connsiteX32" fmla="*/ 6370419 w 9662615"/>
              <a:gd name="connsiteY32" fmla="*/ 1461649 h 1592835"/>
              <a:gd name="connsiteX33" fmla="*/ 6278839 w 9662615"/>
              <a:gd name="connsiteY33" fmla="*/ 1449160 h 1592835"/>
              <a:gd name="connsiteX34" fmla="*/ 6272455 w 9662615"/>
              <a:gd name="connsiteY34" fmla="*/ 1453191 h 1592835"/>
              <a:gd name="connsiteX35" fmla="*/ 6212659 w 9662615"/>
              <a:gd name="connsiteY35" fmla="*/ 1454850 h 1592835"/>
              <a:gd name="connsiteX36" fmla="*/ 6069317 w 9662615"/>
              <a:gd name="connsiteY36" fmla="*/ 1445838 h 1592835"/>
              <a:gd name="connsiteX37" fmla="*/ 5878477 w 9662615"/>
              <a:gd name="connsiteY37" fmla="*/ 1439180 h 1592835"/>
              <a:gd name="connsiteX38" fmla="*/ 5838387 w 9662615"/>
              <a:gd name="connsiteY38" fmla="*/ 1444679 h 1592835"/>
              <a:gd name="connsiteX39" fmla="*/ 5771136 w 9662615"/>
              <a:gd name="connsiteY39" fmla="*/ 1453639 h 1592835"/>
              <a:gd name="connsiteX40" fmla="*/ 5724081 w 9662615"/>
              <a:gd name="connsiteY40" fmla="*/ 1470431 h 1592835"/>
              <a:gd name="connsiteX41" fmla="*/ 5666577 w 9662615"/>
              <a:gd name="connsiteY41" fmla="*/ 1473921 h 1592835"/>
              <a:gd name="connsiteX42" fmla="*/ 5649068 w 9662615"/>
              <a:gd name="connsiteY42" fmla="*/ 1461676 h 1592835"/>
              <a:gd name="connsiteX43" fmla="*/ 5588902 w 9662615"/>
              <a:gd name="connsiteY43" fmla="*/ 1469647 h 1592835"/>
              <a:gd name="connsiteX44" fmla="*/ 5498090 w 9662615"/>
              <a:gd name="connsiteY44" fmla="*/ 1483173 h 1592835"/>
              <a:gd name="connsiteX45" fmla="*/ 5444641 w 9662615"/>
              <a:gd name="connsiteY45" fmla="*/ 1487602 h 1592835"/>
              <a:gd name="connsiteX46" fmla="*/ 5299812 w 9662615"/>
              <a:gd name="connsiteY46" fmla="*/ 1503362 h 1592835"/>
              <a:gd name="connsiteX47" fmla="*/ 5213947 w 9662615"/>
              <a:gd name="connsiteY47" fmla="*/ 1516637 h 1592835"/>
              <a:gd name="connsiteX48" fmla="*/ 5090342 w 9662615"/>
              <a:gd name="connsiteY48" fmla="*/ 1546680 h 1592835"/>
              <a:gd name="connsiteX49" fmla="*/ 5129812 w 9662615"/>
              <a:gd name="connsiteY49" fmla="*/ 1521277 h 1592835"/>
              <a:gd name="connsiteX50" fmla="*/ 5059484 w 9662615"/>
              <a:gd name="connsiteY50" fmla="*/ 1546802 h 1592835"/>
              <a:gd name="connsiteX51" fmla="*/ 5038524 w 9662615"/>
              <a:gd name="connsiteY51" fmla="*/ 1545675 h 1592835"/>
              <a:gd name="connsiteX52" fmla="*/ 5026564 w 9662615"/>
              <a:gd name="connsiteY52" fmla="*/ 1545376 h 1592835"/>
              <a:gd name="connsiteX53" fmla="*/ 4969433 w 9662615"/>
              <a:gd name="connsiteY53" fmla="*/ 1550865 h 1592835"/>
              <a:gd name="connsiteX54" fmla="*/ 4921303 w 9662615"/>
              <a:gd name="connsiteY54" fmla="*/ 1575379 h 1592835"/>
              <a:gd name="connsiteX55" fmla="*/ 4863775 w 9662615"/>
              <a:gd name="connsiteY55" fmla="*/ 1562633 h 1592835"/>
              <a:gd name="connsiteX56" fmla="*/ 4847242 w 9662615"/>
              <a:gd name="connsiteY56" fmla="*/ 1565435 h 1592835"/>
              <a:gd name="connsiteX57" fmla="*/ 4856839 w 9662615"/>
              <a:gd name="connsiteY57" fmla="*/ 1592835 h 1592835"/>
              <a:gd name="connsiteX58" fmla="*/ 4791466 w 9662615"/>
              <a:gd name="connsiteY58" fmla="*/ 1561324 h 1592835"/>
              <a:gd name="connsiteX59" fmla="*/ 4784247 w 9662615"/>
              <a:gd name="connsiteY59" fmla="*/ 1562342 h 1592835"/>
              <a:gd name="connsiteX60" fmla="*/ 4730033 w 9662615"/>
              <a:gd name="connsiteY60" fmla="*/ 1555274 h 1592835"/>
              <a:gd name="connsiteX61" fmla="*/ 4697562 w 9662615"/>
              <a:gd name="connsiteY61" fmla="*/ 1551206 h 1592835"/>
              <a:gd name="connsiteX62" fmla="*/ 4662664 w 9662615"/>
              <a:gd name="connsiteY62" fmla="*/ 1573162 h 1592835"/>
              <a:gd name="connsiteX63" fmla="*/ 4603028 w 9662615"/>
              <a:gd name="connsiteY63" fmla="*/ 1568821 h 1592835"/>
              <a:gd name="connsiteX64" fmla="*/ 4541612 w 9662615"/>
              <a:gd name="connsiteY64" fmla="*/ 1545262 h 1592835"/>
              <a:gd name="connsiteX65" fmla="*/ 4422155 w 9662615"/>
              <a:gd name="connsiteY65" fmla="*/ 1542059 h 1592835"/>
              <a:gd name="connsiteX66" fmla="*/ 4221826 w 9662615"/>
              <a:gd name="connsiteY66" fmla="*/ 1508923 h 1592835"/>
              <a:gd name="connsiteX67" fmla="*/ 4096601 w 9662615"/>
              <a:gd name="connsiteY67" fmla="*/ 1521563 h 1592835"/>
              <a:gd name="connsiteX68" fmla="*/ 3970635 w 9662615"/>
              <a:gd name="connsiteY68" fmla="*/ 1544815 h 1592835"/>
              <a:gd name="connsiteX69" fmla="*/ 3833906 w 9662615"/>
              <a:gd name="connsiteY69" fmla="*/ 1516637 h 1592835"/>
              <a:gd name="connsiteX70" fmla="*/ 3696258 w 9662615"/>
              <a:gd name="connsiteY70" fmla="*/ 1537563 h 1592835"/>
              <a:gd name="connsiteX71" fmla="*/ 3594070 w 9662615"/>
              <a:gd name="connsiteY71" fmla="*/ 1509422 h 1592835"/>
              <a:gd name="connsiteX72" fmla="*/ 3565233 w 9662615"/>
              <a:gd name="connsiteY72" fmla="*/ 1515122 h 1592835"/>
              <a:gd name="connsiteX73" fmla="*/ 3560267 w 9662615"/>
              <a:gd name="connsiteY73" fmla="*/ 1516288 h 1592835"/>
              <a:gd name="connsiteX74" fmla="*/ 3540258 w 9662615"/>
              <a:gd name="connsiteY74" fmla="*/ 1516976 h 1592835"/>
              <a:gd name="connsiteX75" fmla="*/ 3534780 w 9662615"/>
              <a:gd name="connsiteY75" fmla="*/ 1522141 h 1592835"/>
              <a:gd name="connsiteX76" fmla="*/ 3504783 w 9662615"/>
              <a:gd name="connsiteY76" fmla="*/ 1526739 h 1592835"/>
              <a:gd name="connsiteX77" fmla="*/ 3430805 w 9662615"/>
              <a:gd name="connsiteY77" fmla="*/ 1542521 h 1592835"/>
              <a:gd name="connsiteX78" fmla="*/ 3292707 w 9662615"/>
              <a:gd name="connsiteY78" fmla="*/ 1520490 h 1592835"/>
              <a:gd name="connsiteX79" fmla="*/ 3187872 w 9662615"/>
              <a:gd name="connsiteY79" fmla="*/ 1519991 h 1592835"/>
              <a:gd name="connsiteX80" fmla="*/ 3148026 w 9662615"/>
              <a:gd name="connsiteY80" fmla="*/ 1524777 h 1592835"/>
              <a:gd name="connsiteX81" fmla="*/ 3092394 w 9662615"/>
              <a:gd name="connsiteY81" fmla="*/ 1528115 h 1592835"/>
              <a:gd name="connsiteX82" fmla="*/ 2994200 w 9662615"/>
              <a:gd name="connsiteY82" fmla="*/ 1537857 h 1592835"/>
              <a:gd name="connsiteX83" fmla="*/ 2862301 w 9662615"/>
              <a:gd name="connsiteY83" fmla="*/ 1544250 h 1592835"/>
              <a:gd name="connsiteX84" fmla="*/ 2766335 w 9662615"/>
              <a:gd name="connsiteY84" fmla="*/ 1527662 h 1592835"/>
              <a:gd name="connsiteX85" fmla="*/ 2757836 w 9662615"/>
              <a:gd name="connsiteY85" fmla="*/ 1531371 h 1592835"/>
              <a:gd name="connsiteX86" fmla="*/ 2691555 w 9662615"/>
              <a:gd name="connsiteY86" fmla="*/ 1530283 h 1592835"/>
              <a:gd name="connsiteX87" fmla="*/ 2491676 w 9662615"/>
              <a:gd name="connsiteY87" fmla="*/ 1500859 h 1592835"/>
              <a:gd name="connsiteX88" fmla="*/ 2378036 w 9662615"/>
              <a:gd name="connsiteY88" fmla="*/ 1520645 h 1592835"/>
              <a:gd name="connsiteX89" fmla="*/ 2284269 w 9662615"/>
              <a:gd name="connsiteY89" fmla="*/ 1503068 h 1592835"/>
              <a:gd name="connsiteX90" fmla="*/ 2207104 w 9662615"/>
              <a:gd name="connsiteY90" fmla="*/ 1508888 h 1592835"/>
              <a:gd name="connsiteX91" fmla="*/ 2149226 w 9662615"/>
              <a:gd name="connsiteY91" fmla="*/ 1523409 h 1592835"/>
              <a:gd name="connsiteX92" fmla="*/ 2084783 w 9662615"/>
              <a:gd name="connsiteY92" fmla="*/ 1524245 h 1592835"/>
              <a:gd name="connsiteX93" fmla="*/ 2070075 w 9662615"/>
              <a:gd name="connsiteY93" fmla="*/ 1511285 h 1592835"/>
              <a:gd name="connsiteX94" fmla="*/ 2001057 w 9662615"/>
              <a:gd name="connsiteY94" fmla="*/ 1516449 h 1592835"/>
              <a:gd name="connsiteX95" fmla="*/ 1896330 w 9662615"/>
              <a:gd name="connsiteY95" fmla="*/ 1525725 h 1592835"/>
              <a:gd name="connsiteX96" fmla="*/ 1835994 w 9662615"/>
              <a:gd name="connsiteY96" fmla="*/ 1527678 h 1592835"/>
              <a:gd name="connsiteX97" fmla="*/ 1671119 w 9662615"/>
              <a:gd name="connsiteY97" fmla="*/ 1536701 h 1592835"/>
              <a:gd name="connsiteX98" fmla="*/ 1601337 w 9662615"/>
              <a:gd name="connsiteY98" fmla="*/ 1548552 h 1592835"/>
              <a:gd name="connsiteX99" fmla="*/ 1407755 w 9662615"/>
              <a:gd name="connsiteY99" fmla="*/ 1571444 h 1592835"/>
              <a:gd name="connsiteX100" fmla="*/ 1271994 w 9662615"/>
              <a:gd name="connsiteY100" fmla="*/ 1579471 h 1592835"/>
              <a:gd name="connsiteX101" fmla="*/ 1249226 w 9662615"/>
              <a:gd name="connsiteY101" fmla="*/ 1583140 h 1592835"/>
              <a:gd name="connsiteX102" fmla="*/ 1217719 w 9662615"/>
              <a:gd name="connsiteY102" fmla="*/ 1580863 h 1592835"/>
              <a:gd name="connsiteX103" fmla="*/ 1091432 w 9662615"/>
              <a:gd name="connsiteY103" fmla="*/ 1571003 h 1592835"/>
              <a:gd name="connsiteX104" fmla="*/ 992039 w 9662615"/>
              <a:gd name="connsiteY104" fmla="*/ 1556662 h 1592835"/>
              <a:gd name="connsiteX105" fmla="*/ 868264 w 9662615"/>
              <a:gd name="connsiteY105" fmla="*/ 1566392 h 1592835"/>
              <a:gd name="connsiteX106" fmla="*/ 792765 w 9662615"/>
              <a:gd name="connsiteY106" fmla="*/ 1563102 h 1592835"/>
              <a:gd name="connsiteX107" fmla="*/ 669055 w 9662615"/>
              <a:gd name="connsiteY107" fmla="*/ 1543638 h 1592835"/>
              <a:gd name="connsiteX108" fmla="*/ 506152 w 9662615"/>
              <a:gd name="connsiteY108" fmla="*/ 1549124 h 1592835"/>
              <a:gd name="connsiteX109" fmla="*/ 472797 w 9662615"/>
              <a:gd name="connsiteY109" fmla="*/ 1568904 h 1592835"/>
              <a:gd name="connsiteX110" fmla="*/ 427864 w 9662615"/>
              <a:gd name="connsiteY110" fmla="*/ 1580848 h 1592835"/>
              <a:gd name="connsiteX111" fmla="*/ 408381 w 9662615"/>
              <a:gd name="connsiteY111" fmla="*/ 1552940 h 1592835"/>
              <a:gd name="connsiteX112" fmla="*/ 267163 w 9662615"/>
              <a:gd name="connsiteY112" fmla="*/ 1531913 h 1592835"/>
              <a:gd name="connsiteX113" fmla="*/ 196644 w 9662615"/>
              <a:gd name="connsiteY113" fmla="*/ 1524565 h 1592835"/>
              <a:gd name="connsiteX114" fmla="*/ 86819 w 9662615"/>
              <a:gd name="connsiteY114" fmla="*/ 1519517 h 1592835"/>
              <a:gd name="connsiteX115" fmla="*/ 53369 w 9662615"/>
              <a:gd name="connsiteY115" fmla="*/ 1516853 h 1592835"/>
              <a:gd name="connsiteX116" fmla="*/ 2359 w 9662615"/>
              <a:gd name="connsiteY116" fmla="*/ 1515247 h 1592835"/>
              <a:gd name="connsiteX117" fmla="*/ 0 w 9662615"/>
              <a:gd name="connsiteY117" fmla="*/ 1514932 h 1592835"/>
              <a:gd name="connsiteX118" fmla="*/ 0 w 9662615"/>
              <a:gd name="connsiteY118" fmla="*/ 0 h 1592835"/>
              <a:gd name="connsiteX0" fmla="*/ 0 w 9662615"/>
              <a:gd name="connsiteY0" fmla="*/ 0 h 1592835"/>
              <a:gd name="connsiteX1" fmla="*/ 9662615 w 9662615"/>
              <a:gd name="connsiteY1" fmla="*/ 0 h 1592835"/>
              <a:gd name="connsiteX2" fmla="*/ 9662615 w 9662615"/>
              <a:gd name="connsiteY2" fmla="*/ 1280346 h 1592835"/>
              <a:gd name="connsiteX3" fmla="*/ 9658420 w 9662615"/>
              <a:gd name="connsiteY3" fmla="*/ 1280106 h 1592835"/>
              <a:gd name="connsiteX4" fmla="*/ 9469546 w 9662615"/>
              <a:gd name="connsiteY4" fmla="*/ 1289837 h 1592835"/>
              <a:gd name="connsiteX5" fmla="*/ 9385895 w 9662615"/>
              <a:gd name="connsiteY5" fmla="*/ 1269203 h 1592835"/>
              <a:gd name="connsiteX6" fmla="*/ 9144767 w 9662615"/>
              <a:gd name="connsiteY6" fmla="*/ 1264120 h 1592835"/>
              <a:gd name="connsiteX7" fmla="*/ 8837252 w 9662615"/>
              <a:gd name="connsiteY7" fmla="*/ 1350515 h 1592835"/>
              <a:gd name="connsiteX8" fmla="*/ 8705466 w 9662615"/>
              <a:gd name="connsiteY8" fmla="*/ 1342419 h 1592835"/>
              <a:gd name="connsiteX9" fmla="*/ 8652221 w 9662615"/>
              <a:gd name="connsiteY9" fmla="*/ 1326906 h 1592835"/>
              <a:gd name="connsiteX10" fmla="*/ 8632312 w 9662615"/>
              <a:gd name="connsiteY10" fmla="*/ 1326025 h 1592835"/>
              <a:gd name="connsiteX11" fmla="*/ 8591582 w 9662615"/>
              <a:gd name="connsiteY11" fmla="*/ 1341666 h 1592835"/>
              <a:gd name="connsiteX12" fmla="*/ 8537336 w 9662615"/>
              <a:gd name="connsiteY12" fmla="*/ 1341684 h 1592835"/>
              <a:gd name="connsiteX13" fmla="*/ 8472508 w 9662615"/>
              <a:gd name="connsiteY13" fmla="*/ 1363109 h 1592835"/>
              <a:gd name="connsiteX14" fmla="*/ 8258477 w 9662615"/>
              <a:gd name="connsiteY14" fmla="*/ 1370666 h 1592835"/>
              <a:gd name="connsiteX15" fmla="*/ 8197961 w 9662615"/>
              <a:gd name="connsiteY15" fmla="*/ 1392804 h 1592835"/>
              <a:gd name="connsiteX16" fmla="*/ 8171196 w 9662615"/>
              <a:gd name="connsiteY16" fmla="*/ 1397216 h 1592835"/>
              <a:gd name="connsiteX17" fmla="*/ 8127667 w 9662615"/>
              <a:gd name="connsiteY17" fmla="*/ 1418254 h 1592835"/>
              <a:gd name="connsiteX18" fmla="*/ 7974579 w 9662615"/>
              <a:gd name="connsiteY18" fmla="*/ 1383439 h 1592835"/>
              <a:gd name="connsiteX19" fmla="*/ 7768351 w 9662615"/>
              <a:gd name="connsiteY19" fmla="*/ 1395051 h 1592835"/>
              <a:gd name="connsiteX20" fmla="*/ 7635985 w 9662615"/>
              <a:gd name="connsiteY20" fmla="*/ 1386363 h 1592835"/>
              <a:gd name="connsiteX21" fmla="*/ 7466069 w 9662615"/>
              <a:gd name="connsiteY21" fmla="*/ 1377654 h 1592835"/>
              <a:gd name="connsiteX22" fmla="*/ 7355642 w 9662615"/>
              <a:gd name="connsiteY22" fmla="*/ 1407761 h 1592835"/>
              <a:gd name="connsiteX23" fmla="*/ 7151610 w 9662615"/>
              <a:gd name="connsiteY23" fmla="*/ 1397856 h 1592835"/>
              <a:gd name="connsiteX24" fmla="*/ 7082147 w 9662615"/>
              <a:gd name="connsiteY24" fmla="*/ 1406113 h 1592835"/>
              <a:gd name="connsiteX25" fmla="*/ 7014958 w 9662615"/>
              <a:gd name="connsiteY25" fmla="*/ 1396883 h 1592835"/>
              <a:gd name="connsiteX26" fmla="*/ 6907567 w 9662615"/>
              <a:gd name="connsiteY26" fmla="*/ 1419149 h 1592835"/>
              <a:gd name="connsiteX27" fmla="*/ 6748428 w 9662615"/>
              <a:gd name="connsiteY27" fmla="*/ 1420308 h 1592835"/>
              <a:gd name="connsiteX28" fmla="*/ 6654257 w 9662615"/>
              <a:gd name="connsiteY28" fmla="*/ 1424143 h 1592835"/>
              <a:gd name="connsiteX29" fmla="*/ 6620123 w 9662615"/>
              <a:gd name="connsiteY29" fmla="*/ 1430535 h 1592835"/>
              <a:gd name="connsiteX30" fmla="*/ 6571355 w 9662615"/>
              <a:gd name="connsiteY30" fmla="*/ 1436144 h 1592835"/>
              <a:gd name="connsiteX31" fmla="*/ 6486557 w 9662615"/>
              <a:gd name="connsiteY31" fmla="*/ 1449861 h 1592835"/>
              <a:gd name="connsiteX32" fmla="*/ 6370419 w 9662615"/>
              <a:gd name="connsiteY32" fmla="*/ 1461649 h 1592835"/>
              <a:gd name="connsiteX33" fmla="*/ 6278839 w 9662615"/>
              <a:gd name="connsiteY33" fmla="*/ 1449160 h 1592835"/>
              <a:gd name="connsiteX34" fmla="*/ 6272455 w 9662615"/>
              <a:gd name="connsiteY34" fmla="*/ 1453191 h 1592835"/>
              <a:gd name="connsiteX35" fmla="*/ 6212659 w 9662615"/>
              <a:gd name="connsiteY35" fmla="*/ 1454850 h 1592835"/>
              <a:gd name="connsiteX36" fmla="*/ 6069317 w 9662615"/>
              <a:gd name="connsiteY36" fmla="*/ 1445838 h 1592835"/>
              <a:gd name="connsiteX37" fmla="*/ 5878477 w 9662615"/>
              <a:gd name="connsiteY37" fmla="*/ 1439180 h 1592835"/>
              <a:gd name="connsiteX38" fmla="*/ 5838387 w 9662615"/>
              <a:gd name="connsiteY38" fmla="*/ 1444679 h 1592835"/>
              <a:gd name="connsiteX39" fmla="*/ 5771136 w 9662615"/>
              <a:gd name="connsiteY39" fmla="*/ 1453639 h 1592835"/>
              <a:gd name="connsiteX40" fmla="*/ 5724081 w 9662615"/>
              <a:gd name="connsiteY40" fmla="*/ 1470431 h 1592835"/>
              <a:gd name="connsiteX41" fmla="*/ 5666577 w 9662615"/>
              <a:gd name="connsiteY41" fmla="*/ 1473921 h 1592835"/>
              <a:gd name="connsiteX42" fmla="*/ 5649068 w 9662615"/>
              <a:gd name="connsiteY42" fmla="*/ 1461676 h 1592835"/>
              <a:gd name="connsiteX43" fmla="*/ 5588902 w 9662615"/>
              <a:gd name="connsiteY43" fmla="*/ 1469647 h 1592835"/>
              <a:gd name="connsiteX44" fmla="*/ 5498090 w 9662615"/>
              <a:gd name="connsiteY44" fmla="*/ 1483173 h 1592835"/>
              <a:gd name="connsiteX45" fmla="*/ 5444641 w 9662615"/>
              <a:gd name="connsiteY45" fmla="*/ 1487602 h 1592835"/>
              <a:gd name="connsiteX46" fmla="*/ 5299812 w 9662615"/>
              <a:gd name="connsiteY46" fmla="*/ 1503362 h 1592835"/>
              <a:gd name="connsiteX47" fmla="*/ 5213947 w 9662615"/>
              <a:gd name="connsiteY47" fmla="*/ 1516637 h 1592835"/>
              <a:gd name="connsiteX48" fmla="*/ 5090342 w 9662615"/>
              <a:gd name="connsiteY48" fmla="*/ 1546680 h 1592835"/>
              <a:gd name="connsiteX49" fmla="*/ 5129812 w 9662615"/>
              <a:gd name="connsiteY49" fmla="*/ 1521277 h 1592835"/>
              <a:gd name="connsiteX50" fmla="*/ 5059484 w 9662615"/>
              <a:gd name="connsiteY50" fmla="*/ 1546802 h 1592835"/>
              <a:gd name="connsiteX51" fmla="*/ 5038524 w 9662615"/>
              <a:gd name="connsiteY51" fmla="*/ 1545675 h 1592835"/>
              <a:gd name="connsiteX52" fmla="*/ 5026564 w 9662615"/>
              <a:gd name="connsiteY52" fmla="*/ 1545376 h 1592835"/>
              <a:gd name="connsiteX53" fmla="*/ 4969433 w 9662615"/>
              <a:gd name="connsiteY53" fmla="*/ 1550865 h 1592835"/>
              <a:gd name="connsiteX54" fmla="*/ 4921303 w 9662615"/>
              <a:gd name="connsiteY54" fmla="*/ 1575379 h 1592835"/>
              <a:gd name="connsiteX55" fmla="*/ 4863775 w 9662615"/>
              <a:gd name="connsiteY55" fmla="*/ 1562633 h 1592835"/>
              <a:gd name="connsiteX56" fmla="*/ 4847242 w 9662615"/>
              <a:gd name="connsiteY56" fmla="*/ 1565435 h 1592835"/>
              <a:gd name="connsiteX57" fmla="*/ 4856839 w 9662615"/>
              <a:gd name="connsiteY57" fmla="*/ 1592835 h 1592835"/>
              <a:gd name="connsiteX58" fmla="*/ 4791466 w 9662615"/>
              <a:gd name="connsiteY58" fmla="*/ 1561324 h 1592835"/>
              <a:gd name="connsiteX59" fmla="*/ 4784247 w 9662615"/>
              <a:gd name="connsiteY59" fmla="*/ 1562342 h 1592835"/>
              <a:gd name="connsiteX60" fmla="*/ 4735334 w 9662615"/>
              <a:gd name="connsiteY60" fmla="*/ 1581778 h 1592835"/>
              <a:gd name="connsiteX61" fmla="*/ 4697562 w 9662615"/>
              <a:gd name="connsiteY61" fmla="*/ 1551206 h 1592835"/>
              <a:gd name="connsiteX62" fmla="*/ 4662664 w 9662615"/>
              <a:gd name="connsiteY62" fmla="*/ 1573162 h 1592835"/>
              <a:gd name="connsiteX63" fmla="*/ 4603028 w 9662615"/>
              <a:gd name="connsiteY63" fmla="*/ 1568821 h 1592835"/>
              <a:gd name="connsiteX64" fmla="*/ 4541612 w 9662615"/>
              <a:gd name="connsiteY64" fmla="*/ 1545262 h 1592835"/>
              <a:gd name="connsiteX65" fmla="*/ 4422155 w 9662615"/>
              <a:gd name="connsiteY65" fmla="*/ 1542059 h 1592835"/>
              <a:gd name="connsiteX66" fmla="*/ 4221826 w 9662615"/>
              <a:gd name="connsiteY66" fmla="*/ 1508923 h 1592835"/>
              <a:gd name="connsiteX67" fmla="*/ 4096601 w 9662615"/>
              <a:gd name="connsiteY67" fmla="*/ 1521563 h 1592835"/>
              <a:gd name="connsiteX68" fmla="*/ 3970635 w 9662615"/>
              <a:gd name="connsiteY68" fmla="*/ 1544815 h 1592835"/>
              <a:gd name="connsiteX69" fmla="*/ 3833906 w 9662615"/>
              <a:gd name="connsiteY69" fmla="*/ 1516637 h 1592835"/>
              <a:gd name="connsiteX70" fmla="*/ 3696258 w 9662615"/>
              <a:gd name="connsiteY70" fmla="*/ 1537563 h 1592835"/>
              <a:gd name="connsiteX71" fmla="*/ 3594070 w 9662615"/>
              <a:gd name="connsiteY71" fmla="*/ 1509422 h 1592835"/>
              <a:gd name="connsiteX72" fmla="*/ 3565233 w 9662615"/>
              <a:gd name="connsiteY72" fmla="*/ 1515122 h 1592835"/>
              <a:gd name="connsiteX73" fmla="*/ 3560267 w 9662615"/>
              <a:gd name="connsiteY73" fmla="*/ 1516288 h 1592835"/>
              <a:gd name="connsiteX74" fmla="*/ 3540258 w 9662615"/>
              <a:gd name="connsiteY74" fmla="*/ 1516976 h 1592835"/>
              <a:gd name="connsiteX75" fmla="*/ 3534780 w 9662615"/>
              <a:gd name="connsiteY75" fmla="*/ 1522141 h 1592835"/>
              <a:gd name="connsiteX76" fmla="*/ 3504783 w 9662615"/>
              <a:gd name="connsiteY76" fmla="*/ 1526739 h 1592835"/>
              <a:gd name="connsiteX77" fmla="*/ 3430805 w 9662615"/>
              <a:gd name="connsiteY77" fmla="*/ 1542521 h 1592835"/>
              <a:gd name="connsiteX78" fmla="*/ 3292707 w 9662615"/>
              <a:gd name="connsiteY78" fmla="*/ 1520490 h 1592835"/>
              <a:gd name="connsiteX79" fmla="*/ 3187872 w 9662615"/>
              <a:gd name="connsiteY79" fmla="*/ 1519991 h 1592835"/>
              <a:gd name="connsiteX80" fmla="*/ 3148026 w 9662615"/>
              <a:gd name="connsiteY80" fmla="*/ 1524777 h 1592835"/>
              <a:gd name="connsiteX81" fmla="*/ 3092394 w 9662615"/>
              <a:gd name="connsiteY81" fmla="*/ 1528115 h 1592835"/>
              <a:gd name="connsiteX82" fmla="*/ 2994200 w 9662615"/>
              <a:gd name="connsiteY82" fmla="*/ 1537857 h 1592835"/>
              <a:gd name="connsiteX83" fmla="*/ 2862301 w 9662615"/>
              <a:gd name="connsiteY83" fmla="*/ 1544250 h 1592835"/>
              <a:gd name="connsiteX84" fmla="*/ 2766335 w 9662615"/>
              <a:gd name="connsiteY84" fmla="*/ 1527662 h 1592835"/>
              <a:gd name="connsiteX85" fmla="*/ 2757836 w 9662615"/>
              <a:gd name="connsiteY85" fmla="*/ 1531371 h 1592835"/>
              <a:gd name="connsiteX86" fmla="*/ 2691555 w 9662615"/>
              <a:gd name="connsiteY86" fmla="*/ 1530283 h 1592835"/>
              <a:gd name="connsiteX87" fmla="*/ 2491676 w 9662615"/>
              <a:gd name="connsiteY87" fmla="*/ 1500859 h 1592835"/>
              <a:gd name="connsiteX88" fmla="*/ 2378036 w 9662615"/>
              <a:gd name="connsiteY88" fmla="*/ 1520645 h 1592835"/>
              <a:gd name="connsiteX89" fmla="*/ 2284269 w 9662615"/>
              <a:gd name="connsiteY89" fmla="*/ 1503068 h 1592835"/>
              <a:gd name="connsiteX90" fmla="*/ 2207104 w 9662615"/>
              <a:gd name="connsiteY90" fmla="*/ 1508888 h 1592835"/>
              <a:gd name="connsiteX91" fmla="*/ 2149226 w 9662615"/>
              <a:gd name="connsiteY91" fmla="*/ 1523409 h 1592835"/>
              <a:gd name="connsiteX92" fmla="*/ 2084783 w 9662615"/>
              <a:gd name="connsiteY92" fmla="*/ 1524245 h 1592835"/>
              <a:gd name="connsiteX93" fmla="*/ 2070075 w 9662615"/>
              <a:gd name="connsiteY93" fmla="*/ 1511285 h 1592835"/>
              <a:gd name="connsiteX94" fmla="*/ 2001057 w 9662615"/>
              <a:gd name="connsiteY94" fmla="*/ 1516449 h 1592835"/>
              <a:gd name="connsiteX95" fmla="*/ 1896330 w 9662615"/>
              <a:gd name="connsiteY95" fmla="*/ 1525725 h 1592835"/>
              <a:gd name="connsiteX96" fmla="*/ 1835994 w 9662615"/>
              <a:gd name="connsiteY96" fmla="*/ 1527678 h 1592835"/>
              <a:gd name="connsiteX97" fmla="*/ 1671119 w 9662615"/>
              <a:gd name="connsiteY97" fmla="*/ 1536701 h 1592835"/>
              <a:gd name="connsiteX98" fmla="*/ 1601337 w 9662615"/>
              <a:gd name="connsiteY98" fmla="*/ 1548552 h 1592835"/>
              <a:gd name="connsiteX99" fmla="*/ 1407755 w 9662615"/>
              <a:gd name="connsiteY99" fmla="*/ 1571444 h 1592835"/>
              <a:gd name="connsiteX100" fmla="*/ 1271994 w 9662615"/>
              <a:gd name="connsiteY100" fmla="*/ 1579471 h 1592835"/>
              <a:gd name="connsiteX101" fmla="*/ 1249226 w 9662615"/>
              <a:gd name="connsiteY101" fmla="*/ 1583140 h 1592835"/>
              <a:gd name="connsiteX102" fmla="*/ 1217719 w 9662615"/>
              <a:gd name="connsiteY102" fmla="*/ 1580863 h 1592835"/>
              <a:gd name="connsiteX103" fmla="*/ 1091432 w 9662615"/>
              <a:gd name="connsiteY103" fmla="*/ 1571003 h 1592835"/>
              <a:gd name="connsiteX104" fmla="*/ 992039 w 9662615"/>
              <a:gd name="connsiteY104" fmla="*/ 1556662 h 1592835"/>
              <a:gd name="connsiteX105" fmla="*/ 868264 w 9662615"/>
              <a:gd name="connsiteY105" fmla="*/ 1566392 h 1592835"/>
              <a:gd name="connsiteX106" fmla="*/ 792765 w 9662615"/>
              <a:gd name="connsiteY106" fmla="*/ 1563102 h 1592835"/>
              <a:gd name="connsiteX107" fmla="*/ 669055 w 9662615"/>
              <a:gd name="connsiteY107" fmla="*/ 1543638 h 1592835"/>
              <a:gd name="connsiteX108" fmla="*/ 506152 w 9662615"/>
              <a:gd name="connsiteY108" fmla="*/ 1549124 h 1592835"/>
              <a:gd name="connsiteX109" fmla="*/ 472797 w 9662615"/>
              <a:gd name="connsiteY109" fmla="*/ 1568904 h 1592835"/>
              <a:gd name="connsiteX110" fmla="*/ 427864 w 9662615"/>
              <a:gd name="connsiteY110" fmla="*/ 1580848 h 1592835"/>
              <a:gd name="connsiteX111" fmla="*/ 408381 w 9662615"/>
              <a:gd name="connsiteY111" fmla="*/ 1552940 h 1592835"/>
              <a:gd name="connsiteX112" fmla="*/ 267163 w 9662615"/>
              <a:gd name="connsiteY112" fmla="*/ 1531913 h 1592835"/>
              <a:gd name="connsiteX113" fmla="*/ 196644 w 9662615"/>
              <a:gd name="connsiteY113" fmla="*/ 1524565 h 1592835"/>
              <a:gd name="connsiteX114" fmla="*/ 86819 w 9662615"/>
              <a:gd name="connsiteY114" fmla="*/ 1519517 h 1592835"/>
              <a:gd name="connsiteX115" fmla="*/ 53369 w 9662615"/>
              <a:gd name="connsiteY115" fmla="*/ 1516853 h 1592835"/>
              <a:gd name="connsiteX116" fmla="*/ 2359 w 9662615"/>
              <a:gd name="connsiteY116" fmla="*/ 1515247 h 1592835"/>
              <a:gd name="connsiteX117" fmla="*/ 0 w 9662615"/>
              <a:gd name="connsiteY117" fmla="*/ 1514932 h 1592835"/>
              <a:gd name="connsiteX118" fmla="*/ 0 w 9662615"/>
              <a:gd name="connsiteY118" fmla="*/ 0 h 1592835"/>
              <a:gd name="connsiteX0" fmla="*/ 0 w 9662615"/>
              <a:gd name="connsiteY0" fmla="*/ 0 h 1692226"/>
              <a:gd name="connsiteX1" fmla="*/ 9662615 w 9662615"/>
              <a:gd name="connsiteY1" fmla="*/ 0 h 1692226"/>
              <a:gd name="connsiteX2" fmla="*/ 9662615 w 9662615"/>
              <a:gd name="connsiteY2" fmla="*/ 1280346 h 1692226"/>
              <a:gd name="connsiteX3" fmla="*/ 9658420 w 9662615"/>
              <a:gd name="connsiteY3" fmla="*/ 1280106 h 1692226"/>
              <a:gd name="connsiteX4" fmla="*/ 9469546 w 9662615"/>
              <a:gd name="connsiteY4" fmla="*/ 1289837 h 1692226"/>
              <a:gd name="connsiteX5" fmla="*/ 9385895 w 9662615"/>
              <a:gd name="connsiteY5" fmla="*/ 1269203 h 1692226"/>
              <a:gd name="connsiteX6" fmla="*/ 9144767 w 9662615"/>
              <a:gd name="connsiteY6" fmla="*/ 1264120 h 1692226"/>
              <a:gd name="connsiteX7" fmla="*/ 8837252 w 9662615"/>
              <a:gd name="connsiteY7" fmla="*/ 1350515 h 1692226"/>
              <a:gd name="connsiteX8" fmla="*/ 8705466 w 9662615"/>
              <a:gd name="connsiteY8" fmla="*/ 1342419 h 1692226"/>
              <a:gd name="connsiteX9" fmla="*/ 8652221 w 9662615"/>
              <a:gd name="connsiteY9" fmla="*/ 1326906 h 1692226"/>
              <a:gd name="connsiteX10" fmla="*/ 8632312 w 9662615"/>
              <a:gd name="connsiteY10" fmla="*/ 1326025 h 1692226"/>
              <a:gd name="connsiteX11" fmla="*/ 8591582 w 9662615"/>
              <a:gd name="connsiteY11" fmla="*/ 1341666 h 1692226"/>
              <a:gd name="connsiteX12" fmla="*/ 8537336 w 9662615"/>
              <a:gd name="connsiteY12" fmla="*/ 1341684 h 1692226"/>
              <a:gd name="connsiteX13" fmla="*/ 8472508 w 9662615"/>
              <a:gd name="connsiteY13" fmla="*/ 1363109 h 1692226"/>
              <a:gd name="connsiteX14" fmla="*/ 8258477 w 9662615"/>
              <a:gd name="connsiteY14" fmla="*/ 1370666 h 1692226"/>
              <a:gd name="connsiteX15" fmla="*/ 8197961 w 9662615"/>
              <a:gd name="connsiteY15" fmla="*/ 1392804 h 1692226"/>
              <a:gd name="connsiteX16" fmla="*/ 8171196 w 9662615"/>
              <a:gd name="connsiteY16" fmla="*/ 1397216 h 1692226"/>
              <a:gd name="connsiteX17" fmla="*/ 8127667 w 9662615"/>
              <a:gd name="connsiteY17" fmla="*/ 1418254 h 1692226"/>
              <a:gd name="connsiteX18" fmla="*/ 7974579 w 9662615"/>
              <a:gd name="connsiteY18" fmla="*/ 1383439 h 1692226"/>
              <a:gd name="connsiteX19" fmla="*/ 7768351 w 9662615"/>
              <a:gd name="connsiteY19" fmla="*/ 1395051 h 1692226"/>
              <a:gd name="connsiteX20" fmla="*/ 7635985 w 9662615"/>
              <a:gd name="connsiteY20" fmla="*/ 1386363 h 1692226"/>
              <a:gd name="connsiteX21" fmla="*/ 7466069 w 9662615"/>
              <a:gd name="connsiteY21" fmla="*/ 1377654 h 1692226"/>
              <a:gd name="connsiteX22" fmla="*/ 7355642 w 9662615"/>
              <a:gd name="connsiteY22" fmla="*/ 1407761 h 1692226"/>
              <a:gd name="connsiteX23" fmla="*/ 7151610 w 9662615"/>
              <a:gd name="connsiteY23" fmla="*/ 1397856 h 1692226"/>
              <a:gd name="connsiteX24" fmla="*/ 7082147 w 9662615"/>
              <a:gd name="connsiteY24" fmla="*/ 1406113 h 1692226"/>
              <a:gd name="connsiteX25" fmla="*/ 7014958 w 9662615"/>
              <a:gd name="connsiteY25" fmla="*/ 1396883 h 1692226"/>
              <a:gd name="connsiteX26" fmla="*/ 6907567 w 9662615"/>
              <a:gd name="connsiteY26" fmla="*/ 1419149 h 1692226"/>
              <a:gd name="connsiteX27" fmla="*/ 6748428 w 9662615"/>
              <a:gd name="connsiteY27" fmla="*/ 1420308 h 1692226"/>
              <a:gd name="connsiteX28" fmla="*/ 6654257 w 9662615"/>
              <a:gd name="connsiteY28" fmla="*/ 1424143 h 1692226"/>
              <a:gd name="connsiteX29" fmla="*/ 6620123 w 9662615"/>
              <a:gd name="connsiteY29" fmla="*/ 1430535 h 1692226"/>
              <a:gd name="connsiteX30" fmla="*/ 6571355 w 9662615"/>
              <a:gd name="connsiteY30" fmla="*/ 1436144 h 1692226"/>
              <a:gd name="connsiteX31" fmla="*/ 6486557 w 9662615"/>
              <a:gd name="connsiteY31" fmla="*/ 1449861 h 1692226"/>
              <a:gd name="connsiteX32" fmla="*/ 6370419 w 9662615"/>
              <a:gd name="connsiteY32" fmla="*/ 1461649 h 1692226"/>
              <a:gd name="connsiteX33" fmla="*/ 6278839 w 9662615"/>
              <a:gd name="connsiteY33" fmla="*/ 1449160 h 1692226"/>
              <a:gd name="connsiteX34" fmla="*/ 6272455 w 9662615"/>
              <a:gd name="connsiteY34" fmla="*/ 1453191 h 1692226"/>
              <a:gd name="connsiteX35" fmla="*/ 6212659 w 9662615"/>
              <a:gd name="connsiteY35" fmla="*/ 1454850 h 1692226"/>
              <a:gd name="connsiteX36" fmla="*/ 6069317 w 9662615"/>
              <a:gd name="connsiteY36" fmla="*/ 1445838 h 1692226"/>
              <a:gd name="connsiteX37" fmla="*/ 5878477 w 9662615"/>
              <a:gd name="connsiteY37" fmla="*/ 1439180 h 1692226"/>
              <a:gd name="connsiteX38" fmla="*/ 5838387 w 9662615"/>
              <a:gd name="connsiteY38" fmla="*/ 1444679 h 1692226"/>
              <a:gd name="connsiteX39" fmla="*/ 5771136 w 9662615"/>
              <a:gd name="connsiteY39" fmla="*/ 1453639 h 1692226"/>
              <a:gd name="connsiteX40" fmla="*/ 5724081 w 9662615"/>
              <a:gd name="connsiteY40" fmla="*/ 1470431 h 1692226"/>
              <a:gd name="connsiteX41" fmla="*/ 5666577 w 9662615"/>
              <a:gd name="connsiteY41" fmla="*/ 1473921 h 1692226"/>
              <a:gd name="connsiteX42" fmla="*/ 5649068 w 9662615"/>
              <a:gd name="connsiteY42" fmla="*/ 1461676 h 1692226"/>
              <a:gd name="connsiteX43" fmla="*/ 5588902 w 9662615"/>
              <a:gd name="connsiteY43" fmla="*/ 1469647 h 1692226"/>
              <a:gd name="connsiteX44" fmla="*/ 5498090 w 9662615"/>
              <a:gd name="connsiteY44" fmla="*/ 1483173 h 1692226"/>
              <a:gd name="connsiteX45" fmla="*/ 5444641 w 9662615"/>
              <a:gd name="connsiteY45" fmla="*/ 1487602 h 1692226"/>
              <a:gd name="connsiteX46" fmla="*/ 5299812 w 9662615"/>
              <a:gd name="connsiteY46" fmla="*/ 1503362 h 1692226"/>
              <a:gd name="connsiteX47" fmla="*/ 5213947 w 9662615"/>
              <a:gd name="connsiteY47" fmla="*/ 1516637 h 1692226"/>
              <a:gd name="connsiteX48" fmla="*/ 5090342 w 9662615"/>
              <a:gd name="connsiteY48" fmla="*/ 1546680 h 1692226"/>
              <a:gd name="connsiteX49" fmla="*/ 5129812 w 9662615"/>
              <a:gd name="connsiteY49" fmla="*/ 1521277 h 1692226"/>
              <a:gd name="connsiteX50" fmla="*/ 5059484 w 9662615"/>
              <a:gd name="connsiteY50" fmla="*/ 1546802 h 1692226"/>
              <a:gd name="connsiteX51" fmla="*/ 5038524 w 9662615"/>
              <a:gd name="connsiteY51" fmla="*/ 1545675 h 1692226"/>
              <a:gd name="connsiteX52" fmla="*/ 5026564 w 9662615"/>
              <a:gd name="connsiteY52" fmla="*/ 1545376 h 1692226"/>
              <a:gd name="connsiteX53" fmla="*/ 4969433 w 9662615"/>
              <a:gd name="connsiteY53" fmla="*/ 1550865 h 1692226"/>
              <a:gd name="connsiteX54" fmla="*/ 4921303 w 9662615"/>
              <a:gd name="connsiteY54" fmla="*/ 1575379 h 1692226"/>
              <a:gd name="connsiteX55" fmla="*/ 4863775 w 9662615"/>
              <a:gd name="connsiteY55" fmla="*/ 1562633 h 1692226"/>
              <a:gd name="connsiteX56" fmla="*/ 4847242 w 9662615"/>
              <a:gd name="connsiteY56" fmla="*/ 1565435 h 1692226"/>
              <a:gd name="connsiteX57" fmla="*/ 4809131 w 9662615"/>
              <a:gd name="connsiteY57" fmla="*/ 1692226 h 1692226"/>
              <a:gd name="connsiteX58" fmla="*/ 4791466 w 9662615"/>
              <a:gd name="connsiteY58" fmla="*/ 1561324 h 1692226"/>
              <a:gd name="connsiteX59" fmla="*/ 4784247 w 9662615"/>
              <a:gd name="connsiteY59" fmla="*/ 1562342 h 1692226"/>
              <a:gd name="connsiteX60" fmla="*/ 4735334 w 9662615"/>
              <a:gd name="connsiteY60" fmla="*/ 1581778 h 1692226"/>
              <a:gd name="connsiteX61" fmla="*/ 4697562 w 9662615"/>
              <a:gd name="connsiteY61" fmla="*/ 1551206 h 1692226"/>
              <a:gd name="connsiteX62" fmla="*/ 4662664 w 9662615"/>
              <a:gd name="connsiteY62" fmla="*/ 1573162 h 1692226"/>
              <a:gd name="connsiteX63" fmla="*/ 4603028 w 9662615"/>
              <a:gd name="connsiteY63" fmla="*/ 1568821 h 1692226"/>
              <a:gd name="connsiteX64" fmla="*/ 4541612 w 9662615"/>
              <a:gd name="connsiteY64" fmla="*/ 1545262 h 1692226"/>
              <a:gd name="connsiteX65" fmla="*/ 4422155 w 9662615"/>
              <a:gd name="connsiteY65" fmla="*/ 1542059 h 1692226"/>
              <a:gd name="connsiteX66" fmla="*/ 4221826 w 9662615"/>
              <a:gd name="connsiteY66" fmla="*/ 1508923 h 1692226"/>
              <a:gd name="connsiteX67" fmla="*/ 4096601 w 9662615"/>
              <a:gd name="connsiteY67" fmla="*/ 1521563 h 1692226"/>
              <a:gd name="connsiteX68" fmla="*/ 3970635 w 9662615"/>
              <a:gd name="connsiteY68" fmla="*/ 1544815 h 1692226"/>
              <a:gd name="connsiteX69" fmla="*/ 3833906 w 9662615"/>
              <a:gd name="connsiteY69" fmla="*/ 1516637 h 1692226"/>
              <a:gd name="connsiteX70" fmla="*/ 3696258 w 9662615"/>
              <a:gd name="connsiteY70" fmla="*/ 1537563 h 1692226"/>
              <a:gd name="connsiteX71" fmla="*/ 3594070 w 9662615"/>
              <a:gd name="connsiteY71" fmla="*/ 1509422 h 1692226"/>
              <a:gd name="connsiteX72" fmla="*/ 3565233 w 9662615"/>
              <a:gd name="connsiteY72" fmla="*/ 1515122 h 1692226"/>
              <a:gd name="connsiteX73" fmla="*/ 3560267 w 9662615"/>
              <a:gd name="connsiteY73" fmla="*/ 1516288 h 1692226"/>
              <a:gd name="connsiteX74" fmla="*/ 3540258 w 9662615"/>
              <a:gd name="connsiteY74" fmla="*/ 1516976 h 1692226"/>
              <a:gd name="connsiteX75" fmla="*/ 3534780 w 9662615"/>
              <a:gd name="connsiteY75" fmla="*/ 1522141 h 1692226"/>
              <a:gd name="connsiteX76" fmla="*/ 3504783 w 9662615"/>
              <a:gd name="connsiteY76" fmla="*/ 1526739 h 1692226"/>
              <a:gd name="connsiteX77" fmla="*/ 3430805 w 9662615"/>
              <a:gd name="connsiteY77" fmla="*/ 1542521 h 1692226"/>
              <a:gd name="connsiteX78" fmla="*/ 3292707 w 9662615"/>
              <a:gd name="connsiteY78" fmla="*/ 1520490 h 1692226"/>
              <a:gd name="connsiteX79" fmla="*/ 3187872 w 9662615"/>
              <a:gd name="connsiteY79" fmla="*/ 1519991 h 1692226"/>
              <a:gd name="connsiteX80" fmla="*/ 3148026 w 9662615"/>
              <a:gd name="connsiteY80" fmla="*/ 1524777 h 1692226"/>
              <a:gd name="connsiteX81" fmla="*/ 3092394 w 9662615"/>
              <a:gd name="connsiteY81" fmla="*/ 1528115 h 1692226"/>
              <a:gd name="connsiteX82" fmla="*/ 2994200 w 9662615"/>
              <a:gd name="connsiteY82" fmla="*/ 1537857 h 1692226"/>
              <a:gd name="connsiteX83" fmla="*/ 2862301 w 9662615"/>
              <a:gd name="connsiteY83" fmla="*/ 1544250 h 1692226"/>
              <a:gd name="connsiteX84" fmla="*/ 2766335 w 9662615"/>
              <a:gd name="connsiteY84" fmla="*/ 1527662 h 1692226"/>
              <a:gd name="connsiteX85" fmla="*/ 2757836 w 9662615"/>
              <a:gd name="connsiteY85" fmla="*/ 1531371 h 1692226"/>
              <a:gd name="connsiteX86" fmla="*/ 2691555 w 9662615"/>
              <a:gd name="connsiteY86" fmla="*/ 1530283 h 1692226"/>
              <a:gd name="connsiteX87" fmla="*/ 2491676 w 9662615"/>
              <a:gd name="connsiteY87" fmla="*/ 1500859 h 1692226"/>
              <a:gd name="connsiteX88" fmla="*/ 2378036 w 9662615"/>
              <a:gd name="connsiteY88" fmla="*/ 1520645 h 1692226"/>
              <a:gd name="connsiteX89" fmla="*/ 2284269 w 9662615"/>
              <a:gd name="connsiteY89" fmla="*/ 1503068 h 1692226"/>
              <a:gd name="connsiteX90" fmla="*/ 2207104 w 9662615"/>
              <a:gd name="connsiteY90" fmla="*/ 1508888 h 1692226"/>
              <a:gd name="connsiteX91" fmla="*/ 2149226 w 9662615"/>
              <a:gd name="connsiteY91" fmla="*/ 1523409 h 1692226"/>
              <a:gd name="connsiteX92" fmla="*/ 2084783 w 9662615"/>
              <a:gd name="connsiteY92" fmla="*/ 1524245 h 1692226"/>
              <a:gd name="connsiteX93" fmla="*/ 2070075 w 9662615"/>
              <a:gd name="connsiteY93" fmla="*/ 1511285 h 1692226"/>
              <a:gd name="connsiteX94" fmla="*/ 2001057 w 9662615"/>
              <a:gd name="connsiteY94" fmla="*/ 1516449 h 1692226"/>
              <a:gd name="connsiteX95" fmla="*/ 1896330 w 9662615"/>
              <a:gd name="connsiteY95" fmla="*/ 1525725 h 1692226"/>
              <a:gd name="connsiteX96" fmla="*/ 1835994 w 9662615"/>
              <a:gd name="connsiteY96" fmla="*/ 1527678 h 1692226"/>
              <a:gd name="connsiteX97" fmla="*/ 1671119 w 9662615"/>
              <a:gd name="connsiteY97" fmla="*/ 1536701 h 1692226"/>
              <a:gd name="connsiteX98" fmla="*/ 1601337 w 9662615"/>
              <a:gd name="connsiteY98" fmla="*/ 1548552 h 1692226"/>
              <a:gd name="connsiteX99" fmla="*/ 1407755 w 9662615"/>
              <a:gd name="connsiteY99" fmla="*/ 1571444 h 1692226"/>
              <a:gd name="connsiteX100" fmla="*/ 1271994 w 9662615"/>
              <a:gd name="connsiteY100" fmla="*/ 1579471 h 1692226"/>
              <a:gd name="connsiteX101" fmla="*/ 1249226 w 9662615"/>
              <a:gd name="connsiteY101" fmla="*/ 1583140 h 1692226"/>
              <a:gd name="connsiteX102" fmla="*/ 1217719 w 9662615"/>
              <a:gd name="connsiteY102" fmla="*/ 1580863 h 1692226"/>
              <a:gd name="connsiteX103" fmla="*/ 1091432 w 9662615"/>
              <a:gd name="connsiteY103" fmla="*/ 1571003 h 1692226"/>
              <a:gd name="connsiteX104" fmla="*/ 992039 w 9662615"/>
              <a:gd name="connsiteY104" fmla="*/ 1556662 h 1692226"/>
              <a:gd name="connsiteX105" fmla="*/ 868264 w 9662615"/>
              <a:gd name="connsiteY105" fmla="*/ 1566392 h 1692226"/>
              <a:gd name="connsiteX106" fmla="*/ 792765 w 9662615"/>
              <a:gd name="connsiteY106" fmla="*/ 1563102 h 1692226"/>
              <a:gd name="connsiteX107" fmla="*/ 669055 w 9662615"/>
              <a:gd name="connsiteY107" fmla="*/ 1543638 h 1692226"/>
              <a:gd name="connsiteX108" fmla="*/ 506152 w 9662615"/>
              <a:gd name="connsiteY108" fmla="*/ 1549124 h 1692226"/>
              <a:gd name="connsiteX109" fmla="*/ 472797 w 9662615"/>
              <a:gd name="connsiteY109" fmla="*/ 1568904 h 1692226"/>
              <a:gd name="connsiteX110" fmla="*/ 427864 w 9662615"/>
              <a:gd name="connsiteY110" fmla="*/ 1580848 h 1692226"/>
              <a:gd name="connsiteX111" fmla="*/ 408381 w 9662615"/>
              <a:gd name="connsiteY111" fmla="*/ 1552940 h 1692226"/>
              <a:gd name="connsiteX112" fmla="*/ 267163 w 9662615"/>
              <a:gd name="connsiteY112" fmla="*/ 1531913 h 1692226"/>
              <a:gd name="connsiteX113" fmla="*/ 196644 w 9662615"/>
              <a:gd name="connsiteY113" fmla="*/ 1524565 h 1692226"/>
              <a:gd name="connsiteX114" fmla="*/ 86819 w 9662615"/>
              <a:gd name="connsiteY114" fmla="*/ 1519517 h 1692226"/>
              <a:gd name="connsiteX115" fmla="*/ 53369 w 9662615"/>
              <a:gd name="connsiteY115" fmla="*/ 1516853 h 1692226"/>
              <a:gd name="connsiteX116" fmla="*/ 2359 w 9662615"/>
              <a:gd name="connsiteY116" fmla="*/ 1515247 h 1692226"/>
              <a:gd name="connsiteX117" fmla="*/ 0 w 9662615"/>
              <a:gd name="connsiteY117" fmla="*/ 1514932 h 1692226"/>
              <a:gd name="connsiteX118" fmla="*/ 0 w 9662615"/>
              <a:gd name="connsiteY118" fmla="*/ 0 h 1692226"/>
              <a:gd name="connsiteX0" fmla="*/ 0 w 9662615"/>
              <a:gd name="connsiteY0" fmla="*/ 0 h 1692226"/>
              <a:gd name="connsiteX1" fmla="*/ 9662615 w 9662615"/>
              <a:gd name="connsiteY1" fmla="*/ 0 h 1692226"/>
              <a:gd name="connsiteX2" fmla="*/ 9662615 w 9662615"/>
              <a:gd name="connsiteY2" fmla="*/ 1280346 h 1692226"/>
              <a:gd name="connsiteX3" fmla="*/ 9658420 w 9662615"/>
              <a:gd name="connsiteY3" fmla="*/ 1280106 h 1692226"/>
              <a:gd name="connsiteX4" fmla="*/ 9469546 w 9662615"/>
              <a:gd name="connsiteY4" fmla="*/ 1289837 h 1692226"/>
              <a:gd name="connsiteX5" fmla="*/ 9385895 w 9662615"/>
              <a:gd name="connsiteY5" fmla="*/ 1269203 h 1692226"/>
              <a:gd name="connsiteX6" fmla="*/ 9144767 w 9662615"/>
              <a:gd name="connsiteY6" fmla="*/ 1264120 h 1692226"/>
              <a:gd name="connsiteX7" fmla="*/ 8837252 w 9662615"/>
              <a:gd name="connsiteY7" fmla="*/ 1350515 h 1692226"/>
              <a:gd name="connsiteX8" fmla="*/ 8705466 w 9662615"/>
              <a:gd name="connsiteY8" fmla="*/ 1342419 h 1692226"/>
              <a:gd name="connsiteX9" fmla="*/ 8652221 w 9662615"/>
              <a:gd name="connsiteY9" fmla="*/ 1326906 h 1692226"/>
              <a:gd name="connsiteX10" fmla="*/ 8632312 w 9662615"/>
              <a:gd name="connsiteY10" fmla="*/ 1326025 h 1692226"/>
              <a:gd name="connsiteX11" fmla="*/ 8591582 w 9662615"/>
              <a:gd name="connsiteY11" fmla="*/ 1341666 h 1692226"/>
              <a:gd name="connsiteX12" fmla="*/ 8537336 w 9662615"/>
              <a:gd name="connsiteY12" fmla="*/ 1341684 h 1692226"/>
              <a:gd name="connsiteX13" fmla="*/ 8472508 w 9662615"/>
              <a:gd name="connsiteY13" fmla="*/ 1363109 h 1692226"/>
              <a:gd name="connsiteX14" fmla="*/ 8258477 w 9662615"/>
              <a:gd name="connsiteY14" fmla="*/ 1370666 h 1692226"/>
              <a:gd name="connsiteX15" fmla="*/ 8197961 w 9662615"/>
              <a:gd name="connsiteY15" fmla="*/ 1392804 h 1692226"/>
              <a:gd name="connsiteX16" fmla="*/ 8171196 w 9662615"/>
              <a:gd name="connsiteY16" fmla="*/ 1397216 h 1692226"/>
              <a:gd name="connsiteX17" fmla="*/ 8127667 w 9662615"/>
              <a:gd name="connsiteY17" fmla="*/ 1418254 h 1692226"/>
              <a:gd name="connsiteX18" fmla="*/ 7974579 w 9662615"/>
              <a:gd name="connsiteY18" fmla="*/ 1383439 h 1692226"/>
              <a:gd name="connsiteX19" fmla="*/ 7768351 w 9662615"/>
              <a:gd name="connsiteY19" fmla="*/ 1395051 h 1692226"/>
              <a:gd name="connsiteX20" fmla="*/ 7635985 w 9662615"/>
              <a:gd name="connsiteY20" fmla="*/ 1386363 h 1692226"/>
              <a:gd name="connsiteX21" fmla="*/ 7466069 w 9662615"/>
              <a:gd name="connsiteY21" fmla="*/ 1377654 h 1692226"/>
              <a:gd name="connsiteX22" fmla="*/ 7355642 w 9662615"/>
              <a:gd name="connsiteY22" fmla="*/ 1407761 h 1692226"/>
              <a:gd name="connsiteX23" fmla="*/ 7151610 w 9662615"/>
              <a:gd name="connsiteY23" fmla="*/ 1397856 h 1692226"/>
              <a:gd name="connsiteX24" fmla="*/ 7082147 w 9662615"/>
              <a:gd name="connsiteY24" fmla="*/ 1406113 h 1692226"/>
              <a:gd name="connsiteX25" fmla="*/ 7014958 w 9662615"/>
              <a:gd name="connsiteY25" fmla="*/ 1396883 h 1692226"/>
              <a:gd name="connsiteX26" fmla="*/ 6907567 w 9662615"/>
              <a:gd name="connsiteY26" fmla="*/ 1419149 h 1692226"/>
              <a:gd name="connsiteX27" fmla="*/ 6748428 w 9662615"/>
              <a:gd name="connsiteY27" fmla="*/ 1420308 h 1692226"/>
              <a:gd name="connsiteX28" fmla="*/ 6654257 w 9662615"/>
              <a:gd name="connsiteY28" fmla="*/ 1424143 h 1692226"/>
              <a:gd name="connsiteX29" fmla="*/ 6620123 w 9662615"/>
              <a:gd name="connsiteY29" fmla="*/ 1430535 h 1692226"/>
              <a:gd name="connsiteX30" fmla="*/ 6571355 w 9662615"/>
              <a:gd name="connsiteY30" fmla="*/ 1436144 h 1692226"/>
              <a:gd name="connsiteX31" fmla="*/ 6486557 w 9662615"/>
              <a:gd name="connsiteY31" fmla="*/ 1449861 h 1692226"/>
              <a:gd name="connsiteX32" fmla="*/ 6370419 w 9662615"/>
              <a:gd name="connsiteY32" fmla="*/ 1461649 h 1692226"/>
              <a:gd name="connsiteX33" fmla="*/ 6278839 w 9662615"/>
              <a:gd name="connsiteY33" fmla="*/ 1449160 h 1692226"/>
              <a:gd name="connsiteX34" fmla="*/ 6272455 w 9662615"/>
              <a:gd name="connsiteY34" fmla="*/ 1453191 h 1692226"/>
              <a:gd name="connsiteX35" fmla="*/ 6212659 w 9662615"/>
              <a:gd name="connsiteY35" fmla="*/ 1454850 h 1692226"/>
              <a:gd name="connsiteX36" fmla="*/ 6069317 w 9662615"/>
              <a:gd name="connsiteY36" fmla="*/ 1445838 h 1692226"/>
              <a:gd name="connsiteX37" fmla="*/ 5878477 w 9662615"/>
              <a:gd name="connsiteY37" fmla="*/ 1439180 h 1692226"/>
              <a:gd name="connsiteX38" fmla="*/ 5838387 w 9662615"/>
              <a:gd name="connsiteY38" fmla="*/ 1444679 h 1692226"/>
              <a:gd name="connsiteX39" fmla="*/ 5771136 w 9662615"/>
              <a:gd name="connsiteY39" fmla="*/ 1453639 h 1692226"/>
              <a:gd name="connsiteX40" fmla="*/ 5724081 w 9662615"/>
              <a:gd name="connsiteY40" fmla="*/ 1470431 h 1692226"/>
              <a:gd name="connsiteX41" fmla="*/ 5666577 w 9662615"/>
              <a:gd name="connsiteY41" fmla="*/ 1473921 h 1692226"/>
              <a:gd name="connsiteX42" fmla="*/ 5649068 w 9662615"/>
              <a:gd name="connsiteY42" fmla="*/ 1461676 h 1692226"/>
              <a:gd name="connsiteX43" fmla="*/ 5588902 w 9662615"/>
              <a:gd name="connsiteY43" fmla="*/ 1469647 h 1692226"/>
              <a:gd name="connsiteX44" fmla="*/ 5498090 w 9662615"/>
              <a:gd name="connsiteY44" fmla="*/ 1483173 h 1692226"/>
              <a:gd name="connsiteX45" fmla="*/ 5444641 w 9662615"/>
              <a:gd name="connsiteY45" fmla="*/ 1487602 h 1692226"/>
              <a:gd name="connsiteX46" fmla="*/ 5299812 w 9662615"/>
              <a:gd name="connsiteY46" fmla="*/ 1503362 h 1692226"/>
              <a:gd name="connsiteX47" fmla="*/ 5213947 w 9662615"/>
              <a:gd name="connsiteY47" fmla="*/ 1516637 h 1692226"/>
              <a:gd name="connsiteX48" fmla="*/ 5090342 w 9662615"/>
              <a:gd name="connsiteY48" fmla="*/ 1546680 h 1692226"/>
              <a:gd name="connsiteX49" fmla="*/ 5129812 w 9662615"/>
              <a:gd name="connsiteY49" fmla="*/ 1521277 h 1692226"/>
              <a:gd name="connsiteX50" fmla="*/ 5059484 w 9662615"/>
              <a:gd name="connsiteY50" fmla="*/ 1546802 h 1692226"/>
              <a:gd name="connsiteX51" fmla="*/ 5038524 w 9662615"/>
              <a:gd name="connsiteY51" fmla="*/ 1545675 h 1692226"/>
              <a:gd name="connsiteX52" fmla="*/ 5026564 w 9662615"/>
              <a:gd name="connsiteY52" fmla="*/ 1545376 h 1692226"/>
              <a:gd name="connsiteX53" fmla="*/ 4969433 w 9662615"/>
              <a:gd name="connsiteY53" fmla="*/ 1550865 h 1692226"/>
              <a:gd name="connsiteX54" fmla="*/ 4921303 w 9662615"/>
              <a:gd name="connsiteY54" fmla="*/ 1575379 h 1692226"/>
              <a:gd name="connsiteX55" fmla="*/ 4863775 w 9662615"/>
              <a:gd name="connsiteY55" fmla="*/ 1562633 h 1692226"/>
              <a:gd name="connsiteX56" fmla="*/ 4847242 w 9662615"/>
              <a:gd name="connsiteY56" fmla="*/ 1664826 h 1692226"/>
              <a:gd name="connsiteX57" fmla="*/ 4809131 w 9662615"/>
              <a:gd name="connsiteY57" fmla="*/ 1692226 h 1692226"/>
              <a:gd name="connsiteX58" fmla="*/ 4791466 w 9662615"/>
              <a:gd name="connsiteY58" fmla="*/ 1561324 h 1692226"/>
              <a:gd name="connsiteX59" fmla="*/ 4784247 w 9662615"/>
              <a:gd name="connsiteY59" fmla="*/ 1562342 h 1692226"/>
              <a:gd name="connsiteX60" fmla="*/ 4735334 w 9662615"/>
              <a:gd name="connsiteY60" fmla="*/ 1581778 h 1692226"/>
              <a:gd name="connsiteX61" fmla="*/ 4697562 w 9662615"/>
              <a:gd name="connsiteY61" fmla="*/ 1551206 h 1692226"/>
              <a:gd name="connsiteX62" fmla="*/ 4662664 w 9662615"/>
              <a:gd name="connsiteY62" fmla="*/ 1573162 h 1692226"/>
              <a:gd name="connsiteX63" fmla="*/ 4603028 w 9662615"/>
              <a:gd name="connsiteY63" fmla="*/ 1568821 h 1692226"/>
              <a:gd name="connsiteX64" fmla="*/ 4541612 w 9662615"/>
              <a:gd name="connsiteY64" fmla="*/ 1545262 h 1692226"/>
              <a:gd name="connsiteX65" fmla="*/ 4422155 w 9662615"/>
              <a:gd name="connsiteY65" fmla="*/ 1542059 h 1692226"/>
              <a:gd name="connsiteX66" fmla="*/ 4221826 w 9662615"/>
              <a:gd name="connsiteY66" fmla="*/ 1508923 h 1692226"/>
              <a:gd name="connsiteX67" fmla="*/ 4096601 w 9662615"/>
              <a:gd name="connsiteY67" fmla="*/ 1521563 h 1692226"/>
              <a:gd name="connsiteX68" fmla="*/ 3970635 w 9662615"/>
              <a:gd name="connsiteY68" fmla="*/ 1544815 h 1692226"/>
              <a:gd name="connsiteX69" fmla="*/ 3833906 w 9662615"/>
              <a:gd name="connsiteY69" fmla="*/ 1516637 h 1692226"/>
              <a:gd name="connsiteX70" fmla="*/ 3696258 w 9662615"/>
              <a:gd name="connsiteY70" fmla="*/ 1537563 h 1692226"/>
              <a:gd name="connsiteX71" fmla="*/ 3594070 w 9662615"/>
              <a:gd name="connsiteY71" fmla="*/ 1509422 h 1692226"/>
              <a:gd name="connsiteX72" fmla="*/ 3565233 w 9662615"/>
              <a:gd name="connsiteY72" fmla="*/ 1515122 h 1692226"/>
              <a:gd name="connsiteX73" fmla="*/ 3560267 w 9662615"/>
              <a:gd name="connsiteY73" fmla="*/ 1516288 h 1692226"/>
              <a:gd name="connsiteX74" fmla="*/ 3540258 w 9662615"/>
              <a:gd name="connsiteY74" fmla="*/ 1516976 h 1692226"/>
              <a:gd name="connsiteX75" fmla="*/ 3534780 w 9662615"/>
              <a:gd name="connsiteY75" fmla="*/ 1522141 h 1692226"/>
              <a:gd name="connsiteX76" fmla="*/ 3504783 w 9662615"/>
              <a:gd name="connsiteY76" fmla="*/ 1526739 h 1692226"/>
              <a:gd name="connsiteX77" fmla="*/ 3430805 w 9662615"/>
              <a:gd name="connsiteY77" fmla="*/ 1542521 h 1692226"/>
              <a:gd name="connsiteX78" fmla="*/ 3292707 w 9662615"/>
              <a:gd name="connsiteY78" fmla="*/ 1520490 h 1692226"/>
              <a:gd name="connsiteX79" fmla="*/ 3187872 w 9662615"/>
              <a:gd name="connsiteY79" fmla="*/ 1519991 h 1692226"/>
              <a:gd name="connsiteX80" fmla="*/ 3148026 w 9662615"/>
              <a:gd name="connsiteY80" fmla="*/ 1524777 h 1692226"/>
              <a:gd name="connsiteX81" fmla="*/ 3092394 w 9662615"/>
              <a:gd name="connsiteY81" fmla="*/ 1528115 h 1692226"/>
              <a:gd name="connsiteX82" fmla="*/ 2994200 w 9662615"/>
              <a:gd name="connsiteY82" fmla="*/ 1537857 h 1692226"/>
              <a:gd name="connsiteX83" fmla="*/ 2862301 w 9662615"/>
              <a:gd name="connsiteY83" fmla="*/ 1544250 h 1692226"/>
              <a:gd name="connsiteX84" fmla="*/ 2766335 w 9662615"/>
              <a:gd name="connsiteY84" fmla="*/ 1527662 h 1692226"/>
              <a:gd name="connsiteX85" fmla="*/ 2757836 w 9662615"/>
              <a:gd name="connsiteY85" fmla="*/ 1531371 h 1692226"/>
              <a:gd name="connsiteX86" fmla="*/ 2691555 w 9662615"/>
              <a:gd name="connsiteY86" fmla="*/ 1530283 h 1692226"/>
              <a:gd name="connsiteX87" fmla="*/ 2491676 w 9662615"/>
              <a:gd name="connsiteY87" fmla="*/ 1500859 h 1692226"/>
              <a:gd name="connsiteX88" fmla="*/ 2378036 w 9662615"/>
              <a:gd name="connsiteY88" fmla="*/ 1520645 h 1692226"/>
              <a:gd name="connsiteX89" fmla="*/ 2284269 w 9662615"/>
              <a:gd name="connsiteY89" fmla="*/ 1503068 h 1692226"/>
              <a:gd name="connsiteX90" fmla="*/ 2207104 w 9662615"/>
              <a:gd name="connsiteY90" fmla="*/ 1508888 h 1692226"/>
              <a:gd name="connsiteX91" fmla="*/ 2149226 w 9662615"/>
              <a:gd name="connsiteY91" fmla="*/ 1523409 h 1692226"/>
              <a:gd name="connsiteX92" fmla="*/ 2084783 w 9662615"/>
              <a:gd name="connsiteY92" fmla="*/ 1524245 h 1692226"/>
              <a:gd name="connsiteX93" fmla="*/ 2070075 w 9662615"/>
              <a:gd name="connsiteY93" fmla="*/ 1511285 h 1692226"/>
              <a:gd name="connsiteX94" fmla="*/ 2001057 w 9662615"/>
              <a:gd name="connsiteY94" fmla="*/ 1516449 h 1692226"/>
              <a:gd name="connsiteX95" fmla="*/ 1896330 w 9662615"/>
              <a:gd name="connsiteY95" fmla="*/ 1525725 h 1692226"/>
              <a:gd name="connsiteX96" fmla="*/ 1835994 w 9662615"/>
              <a:gd name="connsiteY96" fmla="*/ 1527678 h 1692226"/>
              <a:gd name="connsiteX97" fmla="*/ 1671119 w 9662615"/>
              <a:gd name="connsiteY97" fmla="*/ 1536701 h 1692226"/>
              <a:gd name="connsiteX98" fmla="*/ 1601337 w 9662615"/>
              <a:gd name="connsiteY98" fmla="*/ 1548552 h 1692226"/>
              <a:gd name="connsiteX99" fmla="*/ 1407755 w 9662615"/>
              <a:gd name="connsiteY99" fmla="*/ 1571444 h 1692226"/>
              <a:gd name="connsiteX100" fmla="*/ 1271994 w 9662615"/>
              <a:gd name="connsiteY100" fmla="*/ 1579471 h 1692226"/>
              <a:gd name="connsiteX101" fmla="*/ 1249226 w 9662615"/>
              <a:gd name="connsiteY101" fmla="*/ 1583140 h 1692226"/>
              <a:gd name="connsiteX102" fmla="*/ 1217719 w 9662615"/>
              <a:gd name="connsiteY102" fmla="*/ 1580863 h 1692226"/>
              <a:gd name="connsiteX103" fmla="*/ 1091432 w 9662615"/>
              <a:gd name="connsiteY103" fmla="*/ 1571003 h 1692226"/>
              <a:gd name="connsiteX104" fmla="*/ 992039 w 9662615"/>
              <a:gd name="connsiteY104" fmla="*/ 1556662 h 1692226"/>
              <a:gd name="connsiteX105" fmla="*/ 868264 w 9662615"/>
              <a:gd name="connsiteY105" fmla="*/ 1566392 h 1692226"/>
              <a:gd name="connsiteX106" fmla="*/ 792765 w 9662615"/>
              <a:gd name="connsiteY106" fmla="*/ 1563102 h 1692226"/>
              <a:gd name="connsiteX107" fmla="*/ 669055 w 9662615"/>
              <a:gd name="connsiteY107" fmla="*/ 1543638 h 1692226"/>
              <a:gd name="connsiteX108" fmla="*/ 506152 w 9662615"/>
              <a:gd name="connsiteY108" fmla="*/ 1549124 h 1692226"/>
              <a:gd name="connsiteX109" fmla="*/ 472797 w 9662615"/>
              <a:gd name="connsiteY109" fmla="*/ 1568904 h 1692226"/>
              <a:gd name="connsiteX110" fmla="*/ 427864 w 9662615"/>
              <a:gd name="connsiteY110" fmla="*/ 1580848 h 1692226"/>
              <a:gd name="connsiteX111" fmla="*/ 408381 w 9662615"/>
              <a:gd name="connsiteY111" fmla="*/ 1552940 h 1692226"/>
              <a:gd name="connsiteX112" fmla="*/ 267163 w 9662615"/>
              <a:gd name="connsiteY112" fmla="*/ 1531913 h 1692226"/>
              <a:gd name="connsiteX113" fmla="*/ 196644 w 9662615"/>
              <a:gd name="connsiteY113" fmla="*/ 1524565 h 1692226"/>
              <a:gd name="connsiteX114" fmla="*/ 86819 w 9662615"/>
              <a:gd name="connsiteY114" fmla="*/ 1519517 h 1692226"/>
              <a:gd name="connsiteX115" fmla="*/ 53369 w 9662615"/>
              <a:gd name="connsiteY115" fmla="*/ 1516853 h 1692226"/>
              <a:gd name="connsiteX116" fmla="*/ 2359 w 9662615"/>
              <a:gd name="connsiteY116" fmla="*/ 1515247 h 1692226"/>
              <a:gd name="connsiteX117" fmla="*/ 0 w 9662615"/>
              <a:gd name="connsiteY117" fmla="*/ 1514932 h 1692226"/>
              <a:gd name="connsiteX118" fmla="*/ 0 w 9662615"/>
              <a:gd name="connsiteY118" fmla="*/ 0 h 1692226"/>
              <a:gd name="connsiteX0" fmla="*/ 0 w 9662615"/>
              <a:gd name="connsiteY0" fmla="*/ 0 h 1692226"/>
              <a:gd name="connsiteX1" fmla="*/ 9662615 w 9662615"/>
              <a:gd name="connsiteY1" fmla="*/ 0 h 1692226"/>
              <a:gd name="connsiteX2" fmla="*/ 9662615 w 9662615"/>
              <a:gd name="connsiteY2" fmla="*/ 1280346 h 1692226"/>
              <a:gd name="connsiteX3" fmla="*/ 9658420 w 9662615"/>
              <a:gd name="connsiteY3" fmla="*/ 1280106 h 1692226"/>
              <a:gd name="connsiteX4" fmla="*/ 9469546 w 9662615"/>
              <a:gd name="connsiteY4" fmla="*/ 1289837 h 1692226"/>
              <a:gd name="connsiteX5" fmla="*/ 9385895 w 9662615"/>
              <a:gd name="connsiteY5" fmla="*/ 1269203 h 1692226"/>
              <a:gd name="connsiteX6" fmla="*/ 9144767 w 9662615"/>
              <a:gd name="connsiteY6" fmla="*/ 1264120 h 1692226"/>
              <a:gd name="connsiteX7" fmla="*/ 8837252 w 9662615"/>
              <a:gd name="connsiteY7" fmla="*/ 1350515 h 1692226"/>
              <a:gd name="connsiteX8" fmla="*/ 8705466 w 9662615"/>
              <a:gd name="connsiteY8" fmla="*/ 1342419 h 1692226"/>
              <a:gd name="connsiteX9" fmla="*/ 8652221 w 9662615"/>
              <a:gd name="connsiteY9" fmla="*/ 1326906 h 1692226"/>
              <a:gd name="connsiteX10" fmla="*/ 8632312 w 9662615"/>
              <a:gd name="connsiteY10" fmla="*/ 1326025 h 1692226"/>
              <a:gd name="connsiteX11" fmla="*/ 8591582 w 9662615"/>
              <a:gd name="connsiteY11" fmla="*/ 1341666 h 1692226"/>
              <a:gd name="connsiteX12" fmla="*/ 8537336 w 9662615"/>
              <a:gd name="connsiteY12" fmla="*/ 1341684 h 1692226"/>
              <a:gd name="connsiteX13" fmla="*/ 8472508 w 9662615"/>
              <a:gd name="connsiteY13" fmla="*/ 1363109 h 1692226"/>
              <a:gd name="connsiteX14" fmla="*/ 8258477 w 9662615"/>
              <a:gd name="connsiteY14" fmla="*/ 1370666 h 1692226"/>
              <a:gd name="connsiteX15" fmla="*/ 8197961 w 9662615"/>
              <a:gd name="connsiteY15" fmla="*/ 1392804 h 1692226"/>
              <a:gd name="connsiteX16" fmla="*/ 8171196 w 9662615"/>
              <a:gd name="connsiteY16" fmla="*/ 1397216 h 1692226"/>
              <a:gd name="connsiteX17" fmla="*/ 8127667 w 9662615"/>
              <a:gd name="connsiteY17" fmla="*/ 1418254 h 1692226"/>
              <a:gd name="connsiteX18" fmla="*/ 7974579 w 9662615"/>
              <a:gd name="connsiteY18" fmla="*/ 1383439 h 1692226"/>
              <a:gd name="connsiteX19" fmla="*/ 7768351 w 9662615"/>
              <a:gd name="connsiteY19" fmla="*/ 1395051 h 1692226"/>
              <a:gd name="connsiteX20" fmla="*/ 7635985 w 9662615"/>
              <a:gd name="connsiteY20" fmla="*/ 1386363 h 1692226"/>
              <a:gd name="connsiteX21" fmla="*/ 7466069 w 9662615"/>
              <a:gd name="connsiteY21" fmla="*/ 1377654 h 1692226"/>
              <a:gd name="connsiteX22" fmla="*/ 7355642 w 9662615"/>
              <a:gd name="connsiteY22" fmla="*/ 1407761 h 1692226"/>
              <a:gd name="connsiteX23" fmla="*/ 7151610 w 9662615"/>
              <a:gd name="connsiteY23" fmla="*/ 1397856 h 1692226"/>
              <a:gd name="connsiteX24" fmla="*/ 7082147 w 9662615"/>
              <a:gd name="connsiteY24" fmla="*/ 1406113 h 1692226"/>
              <a:gd name="connsiteX25" fmla="*/ 7014958 w 9662615"/>
              <a:gd name="connsiteY25" fmla="*/ 1396883 h 1692226"/>
              <a:gd name="connsiteX26" fmla="*/ 6907567 w 9662615"/>
              <a:gd name="connsiteY26" fmla="*/ 1419149 h 1692226"/>
              <a:gd name="connsiteX27" fmla="*/ 6748428 w 9662615"/>
              <a:gd name="connsiteY27" fmla="*/ 1420308 h 1692226"/>
              <a:gd name="connsiteX28" fmla="*/ 6654257 w 9662615"/>
              <a:gd name="connsiteY28" fmla="*/ 1424143 h 1692226"/>
              <a:gd name="connsiteX29" fmla="*/ 6620123 w 9662615"/>
              <a:gd name="connsiteY29" fmla="*/ 1430535 h 1692226"/>
              <a:gd name="connsiteX30" fmla="*/ 6571355 w 9662615"/>
              <a:gd name="connsiteY30" fmla="*/ 1436144 h 1692226"/>
              <a:gd name="connsiteX31" fmla="*/ 6486557 w 9662615"/>
              <a:gd name="connsiteY31" fmla="*/ 1449861 h 1692226"/>
              <a:gd name="connsiteX32" fmla="*/ 6370419 w 9662615"/>
              <a:gd name="connsiteY32" fmla="*/ 1461649 h 1692226"/>
              <a:gd name="connsiteX33" fmla="*/ 6278839 w 9662615"/>
              <a:gd name="connsiteY33" fmla="*/ 1449160 h 1692226"/>
              <a:gd name="connsiteX34" fmla="*/ 6272455 w 9662615"/>
              <a:gd name="connsiteY34" fmla="*/ 1453191 h 1692226"/>
              <a:gd name="connsiteX35" fmla="*/ 6212659 w 9662615"/>
              <a:gd name="connsiteY35" fmla="*/ 1454850 h 1692226"/>
              <a:gd name="connsiteX36" fmla="*/ 6069317 w 9662615"/>
              <a:gd name="connsiteY36" fmla="*/ 1445838 h 1692226"/>
              <a:gd name="connsiteX37" fmla="*/ 5878477 w 9662615"/>
              <a:gd name="connsiteY37" fmla="*/ 1439180 h 1692226"/>
              <a:gd name="connsiteX38" fmla="*/ 5838387 w 9662615"/>
              <a:gd name="connsiteY38" fmla="*/ 1444679 h 1692226"/>
              <a:gd name="connsiteX39" fmla="*/ 5771136 w 9662615"/>
              <a:gd name="connsiteY39" fmla="*/ 1453639 h 1692226"/>
              <a:gd name="connsiteX40" fmla="*/ 5724081 w 9662615"/>
              <a:gd name="connsiteY40" fmla="*/ 1470431 h 1692226"/>
              <a:gd name="connsiteX41" fmla="*/ 5666577 w 9662615"/>
              <a:gd name="connsiteY41" fmla="*/ 1473921 h 1692226"/>
              <a:gd name="connsiteX42" fmla="*/ 5649068 w 9662615"/>
              <a:gd name="connsiteY42" fmla="*/ 1461676 h 1692226"/>
              <a:gd name="connsiteX43" fmla="*/ 5588902 w 9662615"/>
              <a:gd name="connsiteY43" fmla="*/ 1469647 h 1692226"/>
              <a:gd name="connsiteX44" fmla="*/ 5498090 w 9662615"/>
              <a:gd name="connsiteY44" fmla="*/ 1483173 h 1692226"/>
              <a:gd name="connsiteX45" fmla="*/ 5444641 w 9662615"/>
              <a:gd name="connsiteY45" fmla="*/ 1487602 h 1692226"/>
              <a:gd name="connsiteX46" fmla="*/ 5299812 w 9662615"/>
              <a:gd name="connsiteY46" fmla="*/ 1503362 h 1692226"/>
              <a:gd name="connsiteX47" fmla="*/ 5213947 w 9662615"/>
              <a:gd name="connsiteY47" fmla="*/ 1516637 h 1692226"/>
              <a:gd name="connsiteX48" fmla="*/ 5090342 w 9662615"/>
              <a:gd name="connsiteY48" fmla="*/ 1546680 h 1692226"/>
              <a:gd name="connsiteX49" fmla="*/ 5129812 w 9662615"/>
              <a:gd name="connsiteY49" fmla="*/ 1521277 h 1692226"/>
              <a:gd name="connsiteX50" fmla="*/ 5059484 w 9662615"/>
              <a:gd name="connsiteY50" fmla="*/ 1546802 h 1692226"/>
              <a:gd name="connsiteX51" fmla="*/ 5038524 w 9662615"/>
              <a:gd name="connsiteY51" fmla="*/ 1545675 h 1692226"/>
              <a:gd name="connsiteX52" fmla="*/ 5026564 w 9662615"/>
              <a:gd name="connsiteY52" fmla="*/ 1545376 h 1692226"/>
              <a:gd name="connsiteX53" fmla="*/ 4969433 w 9662615"/>
              <a:gd name="connsiteY53" fmla="*/ 1550865 h 1692226"/>
              <a:gd name="connsiteX54" fmla="*/ 4921303 w 9662615"/>
              <a:gd name="connsiteY54" fmla="*/ 1575379 h 1692226"/>
              <a:gd name="connsiteX55" fmla="*/ 4871726 w 9662615"/>
              <a:gd name="connsiteY55" fmla="*/ 1570584 h 1692226"/>
              <a:gd name="connsiteX56" fmla="*/ 4847242 w 9662615"/>
              <a:gd name="connsiteY56" fmla="*/ 1664826 h 1692226"/>
              <a:gd name="connsiteX57" fmla="*/ 4809131 w 9662615"/>
              <a:gd name="connsiteY57" fmla="*/ 1692226 h 1692226"/>
              <a:gd name="connsiteX58" fmla="*/ 4791466 w 9662615"/>
              <a:gd name="connsiteY58" fmla="*/ 1561324 h 1692226"/>
              <a:gd name="connsiteX59" fmla="*/ 4784247 w 9662615"/>
              <a:gd name="connsiteY59" fmla="*/ 1562342 h 1692226"/>
              <a:gd name="connsiteX60" fmla="*/ 4735334 w 9662615"/>
              <a:gd name="connsiteY60" fmla="*/ 1581778 h 1692226"/>
              <a:gd name="connsiteX61" fmla="*/ 4697562 w 9662615"/>
              <a:gd name="connsiteY61" fmla="*/ 1551206 h 1692226"/>
              <a:gd name="connsiteX62" fmla="*/ 4662664 w 9662615"/>
              <a:gd name="connsiteY62" fmla="*/ 1573162 h 1692226"/>
              <a:gd name="connsiteX63" fmla="*/ 4603028 w 9662615"/>
              <a:gd name="connsiteY63" fmla="*/ 1568821 h 1692226"/>
              <a:gd name="connsiteX64" fmla="*/ 4541612 w 9662615"/>
              <a:gd name="connsiteY64" fmla="*/ 1545262 h 1692226"/>
              <a:gd name="connsiteX65" fmla="*/ 4422155 w 9662615"/>
              <a:gd name="connsiteY65" fmla="*/ 1542059 h 1692226"/>
              <a:gd name="connsiteX66" fmla="*/ 4221826 w 9662615"/>
              <a:gd name="connsiteY66" fmla="*/ 1508923 h 1692226"/>
              <a:gd name="connsiteX67" fmla="*/ 4096601 w 9662615"/>
              <a:gd name="connsiteY67" fmla="*/ 1521563 h 1692226"/>
              <a:gd name="connsiteX68" fmla="*/ 3970635 w 9662615"/>
              <a:gd name="connsiteY68" fmla="*/ 1544815 h 1692226"/>
              <a:gd name="connsiteX69" fmla="*/ 3833906 w 9662615"/>
              <a:gd name="connsiteY69" fmla="*/ 1516637 h 1692226"/>
              <a:gd name="connsiteX70" fmla="*/ 3696258 w 9662615"/>
              <a:gd name="connsiteY70" fmla="*/ 1537563 h 1692226"/>
              <a:gd name="connsiteX71" fmla="*/ 3594070 w 9662615"/>
              <a:gd name="connsiteY71" fmla="*/ 1509422 h 1692226"/>
              <a:gd name="connsiteX72" fmla="*/ 3565233 w 9662615"/>
              <a:gd name="connsiteY72" fmla="*/ 1515122 h 1692226"/>
              <a:gd name="connsiteX73" fmla="*/ 3560267 w 9662615"/>
              <a:gd name="connsiteY73" fmla="*/ 1516288 h 1692226"/>
              <a:gd name="connsiteX74" fmla="*/ 3540258 w 9662615"/>
              <a:gd name="connsiteY74" fmla="*/ 1516976 h 1692226"/>
              <a:gd name="connsiteX75" fmla="*/ 3534780 w 9662615"/>
              <a:gd name="connsiteY75" fmla="*/ 1522141 h 1692226"/>
              <a:gd name="connsiteX76" fmla="*/ 3504783 w 9662615"/>
              <a:gd name="connsiteY76" fmla="*/ 1526739 h 1692226"/>
              <a:gd name="connsiteX77" fmla="*/ 3430805 w 9662615"/>
              <a:gd name="connsiteY77" fmla="*/ 1542521 h 1692226"/>
              <a:gd name="connsiteX78" fmla="*/ 3292707 w 9662615"/>
              <a:gd name="connsiteY78" fmla="*/ 1520490 h 1692226"/>
              <a:gd name="connsiteX79" fmla="*/ 3187872 w 9662615"/>
              <a:gd name="connsiteY79" fmla="*/ 1519991 h 1692226"/>
              <a:gd name="connsiteX80" fmla="*/ 3148026 w 9662615"/>
              <a:gd name="connsiteY80" fmla="*/ 1524777 h 1692226"/>
              <a:gd name="connsiteX81" fmla="*/ 3092394 w 9662615"/>
              <a:gd name="connsiteY81" fmla="*/ 1528115 h 1692226"/>
              <a:gd name="connsiteX82" fmla="*/ 2994200 w 9662615"/>
              <a:gd name="connsiteY82" fmla="*/ 1537857 h 1692226"/>
              <a:gd name="connsiteX83" fmla="*/ 2862301 w 9662615"/>
              <a:gd name="connsiteY83" fmla="*/ 1544250 h 1692226"/>
              <a:gd name="connsiteX84" fmla="*/ 2766335 w 9662615"/>
              <a:gd name="connsiteY84" fmla="*/ 1527662 h 1692226"/>
              <a:gd name="connsiteX85" fmla="*/ 2757836 w 9662615"/>
              <a:gd name="connsiteY85" fmla="*/ 1531371 h 1692226"/>
              <a:gd name="connsiteX86" fmla="*/ 2691555 w 9662615"/>
              <a:gd name="connsiteY86" fmla="*/ 1530283 h 1692226"/>
              <a:gd name="connsiteX87" fmla="*/ 2491676 w 9662615"/>
              <a:gd name="connsiteY87" fmla="*/ 1500859 h 1692226"/>
              <a:gd name="connsiteX88" fmla="*/ 2378036 w 9662615"/>
              <a:gd name="connsiteY88" fmla="*/ 1520645 h 1692226"/>
              <a:gd name="connsiteX89" fmla="*/ 2284269 w 9662615"/>
              <a:gd name="connsiteY89" fmla="*/ 1503068 h 1692226"/>
              <a:gd name="connsiteX90" fmla="*/ 2207104 w 9662615"/>
              <a:gd name="connsiteY90" fmla="*/ 1508888 h 1692226"/>
              <a:gd name="connsiteX91" fmla="*/ 2149226 w 9662615"/>
              <a:gd name="connsiteY91" fmla="*/ 1523409 h 1692226"/>
              <a:gd name="connsiteX92" fmla="*/ 2084783 w 9662615"/>
              <a:gd name="connsiteY92" fmla="*/ 1524245 h 1692226"/>
              <a:gd name="connsiteX93" fmla="*/ 2070075 w 9662615"/>
              <a:gd name="connsiteY93" fmla="*/ 1511285 h 1692226"/>
              <a:gd name="connsiteX94" fmla="*/ 2001057 w 9662615"/>
              <a:gd name="connsiteY94" fmla="*/ 1516449 h 1692226"/>
              <a:gd name="connsiteX95" fmla="*/ 1896330 w 9662615"/>
              <a:gd name="connsiteY95" fmla="*/ 1525725 h 1692226"/>
              <a:gd name="connsiteX96" fmla="*/ 1835994 w 9662615"/>
              <a:gd name="connsiteY96" fmla="*/ 1527678 h 1692226"/>
              <a:gd name="connsiteX97" fmla="*/ 1671119 w 9662615"/>
              <a:gd name="connsiteY97" fmla="*/ 1536701 h 1692226"/>
              <a:gd name="connsiteX98" fmla="*/ 1601337 w 9662615"/>
              <a:gd name="connsiteY98" fmla="*/ 1548552 h 1692226"/>
              <a:gd name="connsiteX99" fmla="*/ 1407755 w 9662615"/>
              <a:gd name="connsiteY99" fmla="*/ 1571444 h 1692226"/>
              <a:gd name="connsiteX100" fmla="*/ 1271994 w 9662615"/>
              <a:gd name="connsiteY100" fmla="*/ 1579471 h 1692226"/>
              <a:gd name="connsiteX101" fmla="*/ 1249226 w 9662615"/>
              <a:gd name="connsiteY101" fmla="*/ 1583140 h 1692226"/>
              <a:gd name="connsiteX102" fmla="*/ 1217719 w 9662615"/>
              <a:gd name="connsiteY102" fmla="*/ 1580863 h 1692226"/>
              <a:gd name="connsiteX103" fmla="*/ 1091432 w 9662615"/>
              <a:gd name="connsiteY103" fmla="*/ 1571003 h 1692226"/>
              <a:gd name="connsiteX104" fmla="*/ 992039 w 9662615"/>
              <a:gd name="connsiteY104" fmla="*/ 1556662 h 1692226"/>
              <a:gd name="connsiteX105" fmla="*/ 868264 w 9662615"/>
              <a:gd name="connsiteY105" fmla="*/ 1566392 h 1692226"/>
              <a:gd name="connsiteX106" fmla="*/ 792765 w 9662615"/>
              <a:gd name="connsiteY106" fmla="*/ 1563102 h 1692226"/>
              <a:gd name="connsiteX107" fmla="*/ 669055 w 9662615"/>
              <a:gd name="connsiteY107" fmla="*/ 1543638 h 1692226"/>
              <a:gd name="connsiteX108" fmla="*/ 506152 w 9662615"/>
              <a:gd name="connsiteY108" fmla="*/ 1549124 h 1692226"/>
              <a:gd name="connsiteX109" fmla="*/ 472797 w 9662615"/>
              <a:gd name="connsiteY109" fmla="*/ 1568904 h 1692226"/>
              <a:gd name="connsiteX110" fmla="*/ 427864 w 9662615"/>
              <a:gd name="connsiteY110" fmla="*/ 1580848 h 1692226"/>
              <a:gd name="connsiteX111" fmla="*/ 408381 w 9662615"/>
              <a:gd name="connsiteY111" fmla="*/ 1552940 h 1692226"/>
              <a:gd name="connsiteX112" fmla="*/ 267163 w 9662615"/>
              <a:gd name="connsiteY112" fmla="*/ 1531913 h 1692226"/>
              <a:gd name="connsiteX113" fmla="*/ 196644 w 9662615"/>
              <a:gd name="connsiteY113" fmla="*/ 1524565 h 1692226"/>
              <a:gd name="connsiteX114" fmla="*/ 86819 w 9662615"/>
              <a:gd name="connsiteY114" fmla="*/ 1519517 h 1692226"/>
              <a:gd name="connsiteX115" fmla="*/ 53369 w 9662615"/>
              <a:gd name="connsiteY115" fmla="*/ 1516853 h 1692226"/>
              <a:gd name="connsiteX116" fmla="*/ 2359 w 9662615"/>
              <a:gd name="connsiteY116" fmla="*/ 1515247 h 1692226"/>
              <a:gd name="connsiteX117" fmla="*/ 0 w 9662615"/>
              <a:gd name="connsiteY117" fmla="*/ 1514932 h 1692226"/>
              <a:gd name="connsiteX118" fmla="*/ 0 w 9662615"/>
              <a:gd name="connsiteY118" fmla="*/ 0 h 1692226"/>
              <a:gd name="connsiteX0" fmla="*/ 0 w 9662615"/>
              <a:gd name="connsiteY0" fmla="*/ 0 h 1692226"/>
              <a:gd name="connsiteX1" fmla="*/ 9662615 w 9662615"/>
              <a:gd name="connsiteY1" fmla="*/ 0 h 1692226"/>
              <a:gd name="connsiteX2" fmla="*/ 9662615 w 9662615"/>
              <a:gd name="connsiteY2" fmla="*/ 1280346 h 1692226"/>
              <a:gd name="connsiteX3" fmla="*/ 9658420 w 9662615"/>
              <a:gd name="connsiteY3" fmla="*/ 1280106 h 1692226"/>
              <a:gd name="connsiteX4" fmla="*/ 9469546 w 9662615"/>
              <a:gd name="connsiteY4" fmla="*/ 1289837 h 1692226"/>
              <a:gd name="connsiteX5" fmla="*/ 9385895 w 9662615"/>
              <a:gd name="connsiteY5" fmla="*/ 1269203 h 1692226"/>
              <a:gd name="connsiteX6" fmla="*/ 9144767 w 9662615"/>
              <a:gd name="connsiteY6" fmla="*/ 1264120 h 1692226"/>
              <a:gd name="connsiteX7" fmla="*/ 8837252 w 9662615"/>
              <a:gd name="connsiteY7" fmla="*/ 1350515 h 1692226"/>
              <a:gd name="connsiteX8" fmla="*/ 8705466 w 9662615"/>
              <a:gd name="connsiteY8" fmla="*/ 1342419 h 1692226"/>
              <a:gd name="connsiteX9" fmla="*/ 8652221 w 9662615"/>
              <a:gd name="connsiteY9" fmla="*/ 1326906 h 1692226"/>
              <a:gd name="connsiteX10" fmla="*/ 8632312 w 9662615"/>
              <a:gd name="connsiteY10" fmla="*/ 1326025 h 1692226"/>
              <a:gd name="connsiteX11" fmla="*/ 8591582 w 9662615"/>
              <a:gd name="connsiteY11" fmla="*/ 1341666 h 1692226"/>
              <a:gd name="connsiteX12" fmla="*/ 8537336 w 9662615"/>
              <a:gd name="connsiteY12" fmla="*/ 1341684 h 1692226"/>
              <a:gd name="connsiteX13" fmla="*/ 8472508 w 9662615"/>
              <a:gd name="connsiteY13" fmla="*/ 1363109 h 1692226"/>
              <a:gd name="connsiteX14" fmla="*/ 8258477 w 9662615"/>
              <a:gd name="connsiteY14" fmla="*/ 1370666 h 1692226"/>
              <a:gd name="connsiteX15" fmla="*/ 8197961 w 9662615"/>
              <a:gd name="connsiteY15" fmla="*/ 1392804 h 1692226"/>
              <a:gd name="connsiteX16" fmla="*/ 8171196 w 9662615"/>
              <a:gd name="connsiteY16" fmla="*/ 1397216 h 1692226"/>
              <a:gd name="connsiteX17" fmla="*/ 8127667 w 9662615"/>
              <a:gd name="connsiteY17" fmla="*/ 1418254 h 1692226"/>
              <a:gd name="connsiteX18" fmla="*/ 7974579 w 9662615"/>
              <a:gd name="connsiteY18" fmla="*/ 1383439 h 1692226"/>
              <a:gd name="connsiteX19" fmla="*/ 7768351 w 9662615"/>
              <a:gd name="connsiteY19" fmla="*/ 1395051 h 1692226"/>
              <a:gd name="connsiteX20" fmla="*/ 7635985 w 9662615"/>
              <a:gd name="connsiteY20" fmla="*/ 1386363 h 1692226"/>
              <a:gd name="connsiteX21" fmla="*/ 7466069 w 9662615"/>
              <a:gd name="connsiteY21" fmla="*/ 1377654 h 1692226"/>
              <a:gd name="connsiteX22" fmla="*/ 7355642 w 9662615"/>
              <a:gd name="connsiteY22" fmla="*/ 1407761 h 1692226"/>
              <a:gd name="connsiteX23" fmla="*/ 7151610 w 9662615"/>
              <a:gd name="connsiteY23" fmla="*/ 1397856 h 1692226"/>
              <a:gd name="connsiteX24" fmla="*/ 7082147 w 9662615"/>
              <a:gd name="connsiteY24" fmla="*/ 1406113 h 1692226"/>
              <a:gd name="connsiteX25" fmla="*/ 7014958 w 9662615"/>
              <a:gd name="connsiteY25" fmla="*/ 1396883 h 1692226"/>
              <a:gd name="connsiteX26" fmla="*/ 6907567 w 9662615"/>
              <a:gd name="connsiteY26" fmla="*/ 1419149 h 1692226"/>
              <a:gd name="connsiteX27" fmla="*/ 6748428 w 9662615"/>
              <a:gd name="connsiteY27" fmla="*/ 1420308 h 1692226"/>
              <a:gd name="connsiteX28" fmla="*/ 6654257 w 9662615"/>
              <a:gd name="connsiteY28" fmla="*/ 1424143 h 1692226"/>
              <a:gd name="connsiteX29" fmla="*/ 6620123 w 9662615"/>
              <a:gd name="connsiteY29" fmla="*/ 1430535 h 1692226"/>
              <a:gd name="connsiteX30" fmla="*/ 6571355 w 9662615"/>
              <a:gd name="connsiteY30" fmla="*/ 1436144 h 1692226"/>
              <a:gd name="connsiteX31" fmla="*/ 6486557 w 9662615"/>
              <a:gd name="connsiteY31" fmla="*/ 1449861 h 1692226"/>
              <a:gd name="connsiteX32" fmla="*/ 6370419 w 9662615"/>
              <a:gd name="connsiteY32" fmla="*/ 1461649 h 1692226"/>
              <a:gd name="connsiteX33" fmla="*/ 6278839 w 9662615"/>
              <a:gd name="connsiteY33" fmla="*/ 1449160 h 1692226"/>
              <a:gd name="connsiteX34" fmla="*/ 6272455 w 9662615"/>
              <a:gd name="connsiteY34" fmla="*/ 1453191 h 1692226"/>
              <a:gd name="connsiteX35" fmla="*/ 6212659 w 9662615"/>
              <a:gd name="connsiteY35" fmla="*/ 1454850 h 1692226"/>
              <a:gd name="connsiteX36" fmla="*/ 6069317 w 9662615"/>
              <a:gd name="connsiteY36" fmla="*/ 1445838 h 1692226"/>
              <a:gd name="connsiteX37" fmla="*/ 5878477 w 9662615"/>
              <a:gd name="connsiteY37" fmla="*/ 1439180 h 1692226"/>
              <a:gd name="connsiteX38" fmla="*/ 5838387 w 9662615"/>
              <a:gd name="connsiteY38" fmla="*/ 1444679 h 1692226"/>
              <a:gd name="connsiteX39" fmla="*/ 5771136 w 9662615"/>
              <a:gd name="connsiteY39" fmla="*/ 1453639 h 1692226"/>
              <a:gd name="connsiteX40" fmla="*/ 5724081 w 9662615"/>
              <a:gd name="connsiteY40" fmla="*/ 1470431 h 1692226"/>
              <a:gd name="connsiteX41" fmla="*/ 5666577 w 9662615"/>
              <a:gd name="connsiteY41" fmla="*/ 1473921 h 1692226"/>
              <a:gd name="connsiteX42" fmla="*/ 5649068 w 9662615"/>
              <a:gd name="connsiteY42" fmla="*/ 1461676 h 1692226"/>
              <a:gd name="connsiteX43" fmla="*/ 5588902 w 9662615"/>
              <a:gd name="connsiteY43" fmla="*/ 1469647 h 1692226"/>
              <a:gd name="connsiteX44" fmla="*/ 5498090 w 9662615"/>
              <a:gd name="connsiteY44" fmla="*/ 1483173 h 1692226"/>
              <a:gd name="connsiteX45" fmla="*/ 5444641 w 9662615"/>
              <a:gd name="connsiteY45" fmla="*/ 1487602 h 1692226"/>
              <a:gd name="connsiteX46" fmla="*/ 5299812 w 9662615"/>
              <a:gd name="connsiteY46" fmla="*/ 1503362 h 1692226"/>
              <a:gd name="connsiteX47" fmla="*/ 5213947 w 9662615"/>
              <a:gd name="connsiteY47" fmla="*/ 1516637 h 1692226"/>
              <a:gd name="connsiteX48" fmla="*/ 5090342 w 9662615"/>
              <a:gd name="connsiteY48" fmla="*/ 1546680 h 1692226"/>
              <a:gd name="connsiteX49" fmla="*/ 5129812 w 9662615"/>
              <a:gd name="connsiteY49" fmla="*/ 1521277 h 1692226"/>
              <a:gd name="connsiteX50" fmla="*/ 5059484 w 9662615"/>
              <a:gd name="connsiteY50" fmla="*/ 1546802 h 1692226"/>
              <a:gd name="connsiteX51" fmla="*/ 5038524 w 9662615"/>
              <a:gd name="connsiteY51" fmla="*/ 1545675 h 1692226"/>
              <a:gd name="connsiteX52" fmla="*/ 5026564 w 9662615"/>
              <a:gd name="connsiteY52" fmla="*/ 1545376 h 1692226"/>
              <a:gd name="connsiteX53" fmla="*/ 4969433 w 9662615"/>
              <a:gd name="connsiteY53" fmla="*/ 1550865 h 1692226"/>
              <a:gd name="connsiteX54" fmla="*/ 4921303 w 9662615"/>
              <a:gd name="connsiteY54" fmla="*/ 1575379 h 1692226"/>
              <a:gd name="connsiteX55" fmla="*/ 4871726 w 9662615"/>
              <a:gd name="connsiteY55" fmla="*/ 1570584 h 1692226"/>
              <a:gd name="connsiteX56" fmla="*/ 4847242 w 9662615"/>
              <a:gd name="connsiteY56" fmla="*/ 1621094 h 1692226"/>
              <a:gd name="connsiteX57" fmla="*/ 4809131 w 9662615"/>
              <a:gd name="connsiteY57" fmla="*/ 1692226 h 1692226"/>
              <a:gd name="connsiteX58" fmla="*/ 4791466 w 9662615"/>
              <a:gd name="connsiteY58" fmla="*/ 1561324 h 1692226"/>
              <a:gd name="connsiteX59" fmla="*/ 4784247 w 9662615"/>
              <a:gd name="connsiteY59" fmla="*/ 1562342 h 1692226"/>
              <a:gd name="connsiteX60" fmla="*/ 4735334 w 9662615"/>
              <a:gd name="connsiteY60" fmla="*/ 1581778 h 1692226"/>
              <a:gd name="connsiteX61" fmla="*/ 4697562 w 9662615"/>
              <a:gd name="connsiteY61" fmla="*/ 1551206 h 1692226"/>
              <a:gd name="connsiteX62" fmla="*/ 4662664 w 9662615"/>
              <a:gd name="connsiteY62" fmla="*/ 1573162 h 1692226"/>
              <a:gd name="connsiteX63" fmla="*/ 4603028 w 9662615"/>
              <a:gd name="connsiteY63" fmla="*/ 1568821 h 1692226"/>
              <a:gd name="connsiteX64" fmla="*/ 4541612 w 9662615"/>
              <a:gd name="connsiteY64" fmla="*/ 1545262 h 1692226"/>
              <a:gd name="connsiteX65" fmla="*/ 4422155 w 9662615"/>
              <a:gd name="connsiteY65" fmla="*/ 1542059 h 1692226"/>
              <a:gd name="connsiteX66" fmla="*/ 4221826 w 9662615"/>
              <a:gd name="connsiteY66" fmla="*/ 1508923 h 1692226"/>
              <a:gd name="connsiteX67" fmla="*/ 4096601 w 9662615"/>
              <a:gd name="connsiteY67" fmla="*/ 1521563 h 1692226"/>
              <a:gd name="connsiteX68" fmla="*/ 3970635 w 9662615"/>
              <a:gd name="connsiteY68" fmla="*/ 1544815 h 1692226"/>
              <a:gd name="connsiteX69" fmla="*/ 3833906 w 9662615"/>
              <a:gd name="connsiteY69" fmla="*/ 1516637 h 1692226"/>
              <a:gd name="connsiteX70" fmla="*/ 3696258 w 9662615"/>
              <a:gd name="connsiteY70" fmla="*/ 1537563 h 1692226"/>
              <a:gd name="connsiteX71" fmla="*/ 3594070 w 9662615"/>
              <a:gd name="connsiteY71" fmla="*/ 1509422 h 1692226"/>
              <a:gd name="connsiteX72" fmla="*/ 3565233 w 9662615"/>
              <a:gd name="connsiteY72" fmla="*/ 1515122 h 1692226"/>
              <a:gd name="connsiteX73" fmla="*/ 3560267 w 9662615"/>
              <a:gd name="connsiteY73" fmla="*/ 1516288 h 1692226"/>
              <a:gd name="connsiteX74" fmla="*/ 3540258 w 9662615"/>
              <a:gd name="connsiteY74" fmla="*/ 1516976 h 1692226"/>
              <a:gd name="connsiteX75" fmla="*/ 3534780 w 9662615"/>
              <a:gd name="connsiteY75" fmla="*/ 1522141 h 1692226"/>
              <a:gd name="connsiteX76" fmla="*/ 3504783 w 9662615"/>
              <a:gd name="connsiteY76" fmla="*/ 1526739 h 1692226"/>
              <a:gd name="connsiteX77" fmla="*/ 3430805 w 9662615"/>
              <a:gd name="connsiteY77" fmla="*/ 1542521 h 1692226"/>
              <a:gd name="connsiteX78" fmla="*/ 3292707 w 9662615"/>
              <a:gd name="connsiteY78" fmla="*/ 1520490 h 1692226"/>
              <a:gd name="connsiteX79" fmla="*/ 3187872 w 9662615"/>
              <a:gd name="connsiteY79" fmla="*/ 1519991 h 1692226"/>
              <a:gd name="connsiteX80" fmla="*/ 3148026 w 9662615"/>
              <a:gd name="connsiteY80" fmla="*/ 1524777 h 1692226"/>
              <a:gd name="connsiteX81" fmla="*/ 3092394 w 9662615"/>
              <a:gd name="connsiteY81" fmla="*/ 1528115 h 1692226"/>
              <a:gd name="connsiteX82" fmla="*/ 2994200 w 9662615"/>
              <a:gd name="connsiteY82" fmla="*/ 1537857 h 1692226"/>
              <a:gd name="connsiteX83" fmla="*/ 2862301 w 9662615"/>
              <a:gd name="connsiteY83" fmla="*/ 1544250 h 1692226"/>
              <a:gd name="connsiteX84" fmla="*/ 2766335 w 9662615"/>
              <a:gd name="connsiteY84" fmla="*/ 1527662 h 1692226"/>
              <a:gd name="connsiteX85" fmla="*/ 2757836 w 9662615"/>
              <a:gd name="connsiteY85" fmla="*/ 1531371 h 1692226"/>
              <a:gd name="connsiteX86" fmla="*/ 2691555 w 9662615"/>
              <a:gd name="connsiteY86" fmla="*/ 1530283 h 1692226"/>
              <a:gd name="connsiteX87" fmla="*/ 2491676 w 9662615"/>
              <a:gd name="connsiteY87" fmla="*/ 1500859 h 1692226"/>
              <a:gd name="connsiteX88" fmla="*/ 2378036 w 9662615"/>
              <a:gd name="connsiteY88" fmla="*/ 1520645 h 1692226"/>
              <a:gd name="connsiteX89" fmla="*/ 2284269 w 9662615"/>
              <a:gd name="connsiteY89" fmla="*/ 1503068 h 1692226"/>
              <a:gd name="connsiteX90" fmla="*/ 2207104 w 9662615"/>
              <a:gd name="connsiteY90" fmla="*/ 1508888 h 1692226"/>
              <a:gd name="connsiteX91" fmla="*/ 2149226 w 9662615"/>
              <a:gd name="connsiteY91" fmla="*/ 1523409 h 1692226"/>
              <a:gd name="connsiteX92" fmla="*/ 2084783 w 9662615"/>
              <a:gd name="connsiteY92" fmla="*/ 1524245 h 1692226"/>
              <a:gd name="connsiteX93" fmla="*/ 2070075 w 9662615"/>
              <a:gd name="connsiteY93" fmla="*/ 1511285 h 1692226"/>
              <a:gd name="connsiteX94" fmla="*/ 2001057 w 9662615"/>
              <a:gd name="connsiteY94" fmla="*/ 1516449 h 1692226"/>
              <a:gd name="connsiteX95" fmla="*/ 1896330 w 9662615"/>
              <a:gd name="connsiteY95" fmla="*/ 1525725 h 1692226"/>
              <a:gd name="connsiteX96" fmla="*/ 1835994 w 9662615"/>
              <a:gd name="connsiteY96" fmla="*/ 1527678 h 1692226"/>
              <a:gd name="connsiteX97" fmla="*/ 1671119 w 9662615"/>
              <a:gd name="connsiteY97" fmla="*/ 1536701 h 1692226"/>
              <a:gd name="connsiteX98" fmla="*/ 1601337 w 9662615"/>
              <a:gd name="connsiteY98" fmla="*/ 1548552 h 1692226"/>
              <a:gd name="connsiteX99" fmla="*/ 1407755 w 9662615"/>
              <a:gd name="connsiteY99" fmla="*/ 1571444 h 1692226"/>
              <a:gd name="connsiteX100" fmla="*/ 1271994 w 9662615"/>
              <a:gd name="connsiteY100" fmla="*/ 1579471 h 1692226"/>
              <a:gd name="connsiteX101" fmla="*/ 1249226 w 9662615"/>
              <a:gd name="connsiteY101" fmla="*/ 1583140 h 1692226"/>
              <a:gd name="connsiteX102" fmla="*/ 1217719 w 9662615"/>
              <a:gd name="connsiteY102" fmla="*/ 1580863 h 1692226"/>
              <a:gd name="connsiteX103" fmla="*/ 1091432 w 9662615"/>
              <a:gd name="connsiteY103" fmla="*/ 1571003 h 1692226"/>
              <a:gd name="connsiteX104" fmla="*/ 992039 w 9662615"/>
              <a:gd name="connsiteY104" fmla="*/ 1556662 h 1692226"/>
              <a:gd name="connsiteX105" fmla="*/ 868264 w 9662615"/>
              <a:gd name="connsiteY105" fmla="*/ 1566392 h 1692226"/>
              <a:gd name="connsiteX106" fmla="*/ 792765 w 9662615"/>
              <a:gd name="connsiteY106" fmla="*/ 1563102 h 1692226"/>
              <a:gd name="connsiteX107" fmla="*/ 669055 w 9662615"/>
              <a:gd name="connsiteY107" fmla="*/ 1543638 h 1692226"/>
              <a:gd name="connsiteX108" fmla="*/ 506152 w 9662615"/>
              <a:gd name="connsiteY108" fmla="*/ 1549124 h 1692226"/>
              <a:gd name="connsiteX109" fmla="*/ 472797 w 9662615"/>
              <a:gd name="connsiteY109" fmla="*/ 1568904 h 1692226"/>
              <a:gd name="connsiteX110" fmla="*/ 427864 w 9662615"/>
              <a:gd name="connsiteY110" fmla="*/ 1580848 h 1692226"/>
              <a:gd name="connsiteX111" fmla="*/ 408381 w 9662615"/>
              <a:gd name="connsiteY111" fmla="*/ 1552940 h 1692226"/>
              <a:gd name="connsiteX112" fmla="*/ 267163 w 9662615"/>
              <a:gd name="connsiteY112" fmla="*/ 1531913 h 1692226"/>
              <a:gd name="connsiteX113" fmla="*/ 196644 w 9662615"/>
              <a:gd name="connsiteY113" fmla="*/ 1524565 h 1692226"/>
              <a:gd name="connsiteX114" fmla="*/ 86819 w 9662615"/>
              <a:gd name="connsiteY114" fmla="*/ 1519517 h 1692226"/>
              <a:gd name="connsiteX115" fmla="*/ 53369 w 9662615"/>
              <a:gd name="connsiteY115" fmla="*/ 1516853 h 1692226"/>
              <a:gd name="connsiteX116" fmla="*/ 2359 w 9662615"/>
              <a:gd name="connsiteY116" fmla="*/ 1515247 h 1692226"/>
              <a:gd name="connsiteX117" fmla="*/ 0 w 9662615"/>
              <a:gd name="connsiteY117" fmla="*/ 1514932 h 1692226"/>
              <a:gd name="connsiteX118" fmla="*/ 0 w 9662615"/>
              <a:gd name="connsiteY118" fmla="*/ 0 h 1692226"/>
              <a:gd name="connsiteX0" fmla="*/ 0 w 9662615"/>
              <a:gd name="connsiteY0" fmla="*/ 0 h 1621094"/>
              <a:gd name="connsiteX1" fmla="*/ 9662615 w 9662615"/>
              <a:gd name="connsiteY1" fmla="*/ 0 h 1621094"/>
              <a:gd name="connsiteX2" fmla="*/ 9662615 w 9662615"/>
              <a:gd name="connsiteY2" fmla="*/ 1280346 h 1621094"/>
              <a:gd name="connsiteX3" fmla="*/ 9658420 w 9662615"/>
              <a:gd name="connsiteY3" fmla="*/ 1280106 h 1621094"/>
              <a:gd name="connsiteX4" fmla="*/ 9469546 w 9662615"/>
              <a:gd name="connsiteY4" fmla="*/ 1289837 h 1621094"/>
              <a:gd name="connsiteX5" fmla="*/ 9385895 w 9662615"/>
              <a:gd name="connsiteY5" fmla="*/ 1269203 h 1621094"/>
              <a:gd name="connsiteX6" fmla="*/ 9144767 w 9662615"/>
              <a:gd name="connsiteY6" fmla="*/ 1264120 h 1621094"/>
              <a:gd name="connsiteX7" fmla="*/ 8837252 w 9662615"/>
              <a:gd name="connsiteY7" fmla="*/ 1350515 h 1621094"/>
              <a:gd name="connsiteX8" fmla="*/ 8705466 w 9662615"/>
              <a:gd name="connsiteY8" fmla="*/ 1342419 h 1621094"/>
              <a:gd name="connsiteX9" fmla="*/ 8652221 w 9662615"/>
              <a:gd name="connsiteY9" fmla="*/ 1326906 h 1621094"/>
              <a:gd name="connsiteX10" fmla="*/ 8632312 w 9662615"/>
              <a:gd name="connsiteY10" fmla="*/ 1326025 h 1621094"/>
              <a:gd name="connsiteX11" fmla="*/ 8591582 w 9662615"/>
              <a:gd name="connsiteY11" fmla="*/ 1341666 h 1621094"/>
              <a:gd name="connsiteX12" fmla="*/ 8537336 w 9662615"/>
              <a:gd name="connsiteY12" fmla="*/ 1341684 h 1621094"/>
              <a:gd name="connsiteX13" fmla="*/ 8472508 w 9662615"/>
              <a:gd name="connsiteY13" fmla="*/ 1363109 h 1621094"/>
              <a:gd name="connsiteX14" fmla="*/ 8258477 w 9662615"/>
              <a:gd name="connsiteY14" fmla="*/ 1370666 h 1621094"/>
              <a:gd name="connsiteX15" fmla="*/ 8197961 w 9662615"/>
              <a:gd name="connsiteY15" fmla="*/ 1392804 h 1621094"/>
              <a:gd name="connsiteX16" fmla="*/ 8171196 w 9662615"/>
              <a:gd name="connsiteY16" fmla="*/ 1397216 h 1621094"/>
              <a:gd name="connsiteX17" fmla="*/ 8127667 w 9662615"/>
              <a:gd name="connsiteY17" fmla="*/ 1418254 h 1621094"/>
              <a:gd name="connsiteX18" fmla="*/ 7974579 w 9662615"/>
              <a:gd name="connsiteY18" fmla="*/ 1383439 h 1621094"/>
              <a:gd name="connsiteX19" fmla="*/ 7768351 w 9662615"/>
              <a:gd name="connsiteY19" fmla="*/ 1395051 h 1621094"/>
              <a:gd name="connsiteX20" fmla="*/ 7635985 w 9662615"/>
              <a:gd name="connsiteY20" fmla="*/ 1386363 h 1621094"/>
              <a:gd name="connsiteX21" fmla="*/ 7466069 w 9662615"/>
              <a:gd name="connsiteY21" fmla="*/ 1377654 h 1621094"/>
              <a:gd name="connsiteX22" fmla="*/ 7355642 w 9662615"/>
              <a:gd name="connsiteY22" fmla="*/ 1407761 h 1621094"/>
              <a:gd name="connsiteX23" fmla="*/ 7151610 w 9662615"/>
              <a:gd name="connsiteY23" fmla="*/ 1397856 h 1621094"/>
              <a:gd name="connsiteX24" fmla="*/ 7082147 w 9662615"/>
              <a:gd name="connsiteY24" fmla="*/ 1406113 h 1621094"/>
              <a:gd name="connsiteX25" fmla="*/ 7014958 w 9662615"/>
              <a:gd name="connsiteY25" fmla="*/ 1396883 h 1621094"/>
              <a:gd name="connsiteX26" fmla="*/ 6907567 w 9662615"/>
              <a:gd name="connsiteY26" fmla="*/ 1419149 h 1621094"/>
              <a:gd name="connsiteX27" fmla="*/ 6748428 w 9662615"/>
              <a:gd name="connsiteY27" fmla="*/ 1420308 h 1621094"/>
              <a:gd name="connsiteX28" fmla="*/ 6654257 w 9662615"/>
              <a:gd name="connsiteY28" fmla="*/ 1424143 h 1621094"/>
              <a:gd name="connsiteX29" fmla="*/ 6620123 w 9662615"/>
              <a:gd name="connsiteY29" fmla="*/ 1430535 h 1621094"/>
              <a:gd name="connsiteX30" fmla="*/ 6571355 w 9662615"/>
              <a:gd name="connsiteY30" fmla="*/ 1436144 h 1621094"/>
              <a:gd name="connsiteX31" fmla="*/ 6486557 w 9662615"/>
              <a:gd name="connsiteY31" fmla="*/ 1449861 h 1621094"/>
              <a:gd name="connsiteX32" fmla="*/ 6370419 w 9662615"/>
              <a:gd name="connsiteY32" fmla="*/ 1461649 h 1621094"/>
              <a:gd name="connsiteX33" fmla="*/ 6278839 w 9662615"/>
              <a:gd name="connsiteY33" fmla="*/ 1449160 h 1621094"/>
              <a:gd name="connsiteX34" fmla="*/ 6272455 w 9662615"/>
              <a:gd name="connsiteY34" fmla="*/ 1453191 h 1621094"/>
              <a:gd name="connsiteX35" fmla="*/ 6212659 w 9662615"/>
              <a:gd name="connsiteY35" fmla="*/ 1454850 h 1621094"/>
              <a:gd name="connsiteX36" fmla="*/ 6069317 w 9662615"/>
              <a:gd name="connsiteY36" fmla="*/ 1445838 h 1621094"/>
              <a:gd name="connsiteX37" fmla="*/ 5878477 w 9662615"/>
              <a:gd name="connsiteY37" fmla="*/ 1439180 h 1621094"/>
              <a:gd name="connsiteX38" fmla="*/ 5838387 w 9662615"/>
              <a:gd name="connsiteY38" fmla="*/ 1444679 h 1621094"/>
              <a:gd name="connsiteX39" fmla="*/ 5771136 w 9662615"/>
              <a:gd name="connsiteY39" fmla="*/ 1453639 h 1621094"/>
              <a:gd name="connsiteX40" fmla="*/ 5724081 w 9662615"/>
              <a:gd name="connsiteY40" fmla="*/ 1470431 h 1621094"/>
              <a:gd name="connsiteX41" fmla="*/ 5666577 w 9662615"/>
              <a:gd name="connsiteY41" fmla="*/ 1473921 h 1621094"/>
              <a:gd name="connsiteX42" fmla="*/ 5649068 w 9662615"/>
              <a:gd name="connsiteY42" fmla="*/ 1461676 h 1621094"/>
              <a:gd name="connsiteX43" fmla="*/ 5588902 w 9662615"/>
              <a:gd name="connsiteY43" fmla="*/ 1469647 h 1621094"/>
              <a:gd name="connsiteX44" fmla="*/ 5498090 w 9662615"/>
              <a:gd name="connsiteY44" fmla="*/ 1483173 h 1621094"/>
              <a:gd name="connsiteX45" fmla="*/ 5444641 w 9662615"/>
              <a:gd name="connsiteY45" fmla="*/ 1487602 h 1621094"/>
              <a:gd name="connsiteX46" fmla="*/ 5299812 w 9662615"/>
              <a:gd name="connsiteY46" fmla="*/ 1503362 h 1621094"/>
              <a:gd name="connsiteX47" fmla="*/ 5213947 w 9662615"/>
              <a:gd name="connsiteY47" fmla="*/ 1516637 h 1621094"/>
              <a:gd name="connsiteX48" fmla="*/ 5090342 w 9662615"/>
              <a:gd name="connsiteY48" fmla="*/ 1546680 h 1621094"/>
              <a:gd name="connsiteX49" fmla="*/ 5129812 w 9662615"/>
              <a:gd name="connsiteY49" fmla="*/ 1521277 h 1621094"/>
              <a:gd name="connsiteX50" fmla="*/ 5059484 w 9662615"/>
              <a:gd name="connsiteY50" fmla="*/ 1546802 h 1621094"/>
              <a:gd name="connsiteX51" fmla="*/ 5038524 w 9662615"/>
              <a:gd name="connsiteY51" fmla="*/ 1545675 h 1621094"/>
              <a:gd name="connsiteX52" fmla="*/ 5026564 w 9662615"/>
              <a:gd name="connsiteY52" fmla="*/ 1545376 h 1621094"/>
              <a:gd name="connsiteX53" fmla="*/ 4969433 w 9662615"/>
              <a:gd name="connsiteY53" fmla="*/ 1550865 h 1621094"/>
              <a:gd name="connsiteX54" fmla="*/ 4921303 w 9662615"/>
              <a:gd name="connsiteY54" fmla="*/ 1575379 h 1621094"/>
              <a:gd name="connsiteX55" fmla="*/ 4871726 w 9662615"/>
              <a:gd name="connsiteY55" fmla="*/ 1570584 h 1621094"/>
              <a:gd name="connsiteX56" fmla="*/ 4847242 w 9662615"/>
              <a:gd name="connsiteY56" fmla="*/ 1621094 h 1621094"/>
              <a:gd name="connsiteX57" fmla="*/ 4821058 w 9662615"/>
              <a:gd name="connsiteY57" fmla="*/ 1553078 h 1621094"/>
              <a:gd name="connsiteX58" fmla="*/ 4791466 w 9662615"/>
              <a:gd name="connsiteY58" fmla="*/ 1561324 h 1621094"/>
              <a:gd name="connsiteX59" fmla="*/ 4784247 w 9662615"/>
              <a:gd name="connsiteY59" fmla="*/ 1562342 h 1621094"/>
              <a:gd name="connsiteX60" fmla="*/ 4735334 w 9662615"/>
              <a:gd name="connsiteY60" fmla="*/ 1581778 h 1621094"/>
              <a:gd name="connsiteX61" fmla="*/ 4697562 w 9662615"/>
              <a:gd name="connsiteY61" fmla="*/ 1551206 h 1621094"/>
              <a:gd name="connsiteX62" fmla="*/ 4662664 w 9662615"/>
              <a:gd name="connsiteY62" fmla="*/ 1573162 h 1621094"/>
              <a:gd name="connsiteX63" fmla="*/ 4603028 w 9662615"/>
              <a:gd name="connsiteY63" fmla="*/ 1568821 h 1621094"/>
              <a:gd name="connsiteX64" fmla="*/ 4541612 w 9662615"/>
              <a:gd name="connsiteY64" fmla="*/ 1545262 h 1621094"/>
              <a:gd name="connsiteX65" fmla="*/ 4422155 w 9662615"/>
              <a:gd name="connsiteY65" fmla="*/ 1542059 h 1621094"/>
              <a:gd name="connsiteX66" fmla="*/ 4221826 w 9662615"/>
              <a:gd name="connsiteY66" fmla="*/ 1508923 h 1621094"/>
              <a:gd name="connsiteX67" fmla="*/ 4096601 w 9662615"/>
              <a:gd name="connsiteY67" fmla="*/ 1521563 h 1621094"/>
              <a:gd name="connsiteX68" fmla="*/ 3970635 w 9662615"/>
              <a:gd name="connsiteY68" fmla="*/ 1544815 h 1621094"/>
              <a:gd name="connsiteX69" fmla="*/ 3833906 w 9662615"/>
              <a:gd name="connsiteY69" fmla="*/ 1516637 h 1621094"/>
              <a:gd name="connsiteX70" fmla="*/ 3696258 w 9662615"/>
              <a:gd name="connsiteY70" fmla="*/ 1537563 h 1621094"/>
              <a:gd name="connsiteX71" fmla="*/ 3594070 w 9662615"/>
              <a:gd name="connsiteY71" fmla="*/ 1509422 h 1621094"/>
              <a:gd name="connsiteX72" fmla="*/ 3565233 w 9662615"/>
              <a:gd name="connsiteY72" fmla="*/ 1515122 h 1621094"/>
              <a:gd name="connsiteX73" fmla="*/ 3560267 w 9662615"/>
              <a:gd name="connsiteY73" fmla="*/ 1516288 h 1621094"/>
              <a:gd name="connsiteX74" fmla="*/ 3540258 w 9662615"/>
              <a:gd name="connsiteY74" fmla="*/ 1516976 h 1621094"/>
              <a:gd name="connsiteX75" fmla="*/ 3534780 w 9662615"/>
              <a:gd name="connsiteY75" fmla="*/ 1522141 h 1621094"/>
              <a:gd name="connsiteX76" fmla="*/ 3504783 w 9662615"/>
              <a:gd name="connsiteY76" fmla="*/ 1526739 h 1621094"/>
              <a:gd name="connsiteX77" fmla="*/ 3430805 w 9662615"/>
              <a:gd name="connsiteY77" fmla="*/ 1542521 h 1621094"/>
              <a:gd name="connsiteX78" fmla="*/ 3292707 w 9662615"/>
              <a:gd name="connsiteY78" fmla="*/ 1520490 h 1621094"/>
              <a:gd name="connsiteX79" fmla="*/ 3187872 w 9662615"/>
              <a:gd name="connsiteY79" fmla="*/ 1519991 h 1621094"/>
              <a:gd name="connsiteX80" fmla="*/ 3148026 w 9662615"/>
              <a:gd name="connsiteY80" fmla="*/ 1524777 h 1621094"/>
              <a:gd name="connsiteX81" fmla="*/ 3092394 w 9662615"/>
              <a:gd name="connsiteY81" fmla="*/ 1528115 h 1621094"/>
              <a:gd name="connsiteX82" fmla="*/ 2994200 w 9662615"/>
              <a:gd name="connsiteY82" fmla="*/ 1537857 h 1621094"/>
              <a:gd name="connsiteX83" fmla="*/ 2862301 w 9662615"/>
              <a:gd name="connsiteY83" fmla="*/ 1544250 h 1621094"/>
              <a:gd name="connsiteX84" fmla="*/ 2766335 w 9662615"/>
              <a:gd name="connsiteY84" fmla="*/ 1527662 h 1621094"/>
              <a:gd name="connsiteX85" fmla="*/ 2757836 w 9662615"/>
              <a:gd name="connsiteY85" fmla="*/ 1531371 h 1621094"/>
              <a:gd name="connsiteX86" fmla="*/ 2691555 w 9662615"/>
              <a:gd name="connsiteY86" fmla="*/ 1530283 h 1621094"/>
              <a:gd name="connsiteX87" fmla="*/ 2491676 w 9662615"/>
              <a:gd name="connsiteY87" fmla="*/ 1500859 h 1621094"/>
              <a:gd name="connsiteX88" fmla="*/ 2378036 w 9662615"/>
              <a:gd name="connsiteY88" fmla="*/ 1520645 h 1621094"/>
              <a:gd name="connsiteX89" fmla="*/ 2284269 w 9662615"/>
              <a:gd name="connsiteY89" fmla="*/ 1503068 h 1621094"/>
              <a:gd name="connsiteX90" fmla="*/ 2207104 w 9662615"/>
              <a:gd name="connsiteY90" fmla="*/ 1508888 h 1621094"/>
              <a:gd name="connsiteX91" fmla="*/ 2149226 w 9662615"/>
              <a:gd name="connsiteY91" fmla="*/ 1523409 h 1621094"/>
              <a:gd name="connsiteX92" fmla="*/ 2084783 w 9662615"/>
              <a:gd name="connsiteY92" fmla="*/ 1524245 h 1621094"/>
              <a:gd name="connsiteX93" fmla="*/ 2070075 w 9662615"/>
              <a:gd name="connsiteY93" fmla="*/ 1511285 h 1621094"/>
              <a:gd name="connsiteX94" fmla="*/ 2001057 w 9662615"/>
              <a:gd name="connsiteY94" fmla="*/ 1516449 h 1621094"/>
              <a:gd name="connsiteX95" fmla="*/ 1896330 w 9662615"/>
              <a:gd name="connsiteY95" fmla="*/ 1525725 h 1621094"/>
              <a:gd name="connsiteX96" fmla="*/ 1835994 w 9662615"/>
              <a:gd name="connsiteY96" fmla="*/ 1527678 h 1621094"/>
              <a:gd name="connsiteX97" fmla="*/ 1671119 w 9662615"/>
              <a:gd name="connsiteY97" fmla="*/ 1536701 h 1621094"/>
              <a:gd name="connsiteX98" fmla="*/ 1601337 w 9662615"/>
              <a:gd name="connsiteY98" fmla="*/ 1548552 h 1621094"/>
              <a:gd name="connsiteX99" fmla="*/ 1407755 w 9662615"/>
              <a:gd name="connsiteY99" fmla="*/ 1571444 h 1621094"/>
              <a:gd name="connsiteX100" fmla="*/ 1271994 w 9662615"/>
              <a:gd name="connsiteY100" fmla="*/ 1579471 h 1621094"/>
              <a:gd name="connsiteX101" fmla="*/ 1249226 w 9662615"/>
              <a:gd name="connsiteY101" fmla="*/ 1583140 h 1621094"/>
              <a:gd name="connsiteX102" fmla="*/ 1217719 w 9662615"/>
              <a:gd name="connsiteY102" fmla="*/ 1580863 h 1621094"/>
              <a:gd name="connsiteX103" fmla="*/ 1091432 w 9662615"/>
              <a:gd name="connsiteY103" fmla="*/ 1571003 h 1621094"/>
              <a:gd name="connsiteX104" fmla="*/ 992039 w 9662615"/>
              <a:gd name="connsiteY104" fmla="*/ 1556662 h 1621094"/>
              <a:gd name="connsiteX105" fmla="*/ 868264 w 9662615"/>
              <a:gd name="connsiteY105" fmla="*/ 1566392 h 1621094"/>
              <a:gd name="connsiteX106" fmla="*/ 792765 w 9662615"/>
              <a:gd name="connsiteY106" fmla="*/ 1563102 h 1621094"/>
              <a:gd name="connsiteX107" fmla="*/ 669055 w 9662615"/>
              <a:gd name="connsiteY107" fmla="*/ 1543638 h 1621094"/>
              <a:gd name="connsiteX108" fmla="*/ 506152 w 9662615"/>
              <a:gd name="connsiteY108" fmla="*/ 1549124 h 1621094"/>
              <a:gd name="connsiteX109" fmla="*/ 472797 w 9662615"/>
              <a:gd name="connsiteY109" fmla="*/ 1568904 h 1621094"/>
              <a:gd name="connsiteX110" fmla="*/ 427864 w 9662615"/>
              <a:gd name="connsiteY110" fmla="*/ 1580848 h 1621094"/>
              <a:gd name="connsiteX111" fmla="*/ 408381 w 9662615"/>
              <a:gd name="connsiteY111" fmla="*/ 1552940 h 1621094"/>
              <a:gd name="connsiteX112" fmla="*/ 267163 w 9662615"/>
              <a:gd name="connsiteY112" fmla="*/ 1531913 h 1621094"/>
              <a:gd name="connsiteX113" fmla="*/ 196644 w 9662615"/>
              <a:gd name="connsiteY113" fmla="*/ 1524565 h 1621094"/>
              <a:gd name="connsiteX114" fmla="*/ 86819 w 9662615"/>
              <a:gd name="connsiteY114" fmla="*/ 1519517 h 1621094"/>
              <a:gd name="connsiteX115" fmla="*/ 53369 w 9662615"/>
              <a:gd name="connsiteY115" fmla="*/ 1516853 h 1621094"/>
              <a:gd name="connsiteX116" fmla="*/ 2359 w 9662615"/>
              <a:gd name="connsiteY116" fmla="*/ 1515247 h 1621094"/>
              <a:gd name="connsiteX117" fmla="*/ 0 w 9662615"/>
              <a:gd name="connsiteY117" fmla="*/ 1514932 h 1621094"/>
              <a:gd name="connsiteX118" fmla="*/ 0 w 9662615"/>
              <a:gd name="connsiteY118" fmla="*/ 0 h 1621094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1303 w 9662615"/>
              <a:gd name="connsiteY54" fmla="*/ 1575379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5334 w 9662615"/>
              <a:gd name="connsiteY60" fmla="*/ 158177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603028 w 9662615"/>
              <a:gd name="connsiteY63" fmla="*/ 1568821 h 1583140"/>
              <a:gd name="connsiteX64" fmla="*/ 4541612 w 9662615"/>
              <a:gd name="connsiteY64" fmla="*/ 1545262 h 1583140"/>
              <a:gd name="connsiteX65" fmla="*/ 4422155 w 9662615"/>
              <a:gd name="connsiteY65" fmla="*/ 1542059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5334 w 9662615"/>
              <a:gd name="connsiteY60" fmla="*/ 158177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603028 w 9662615"/>
              <a:gd name="connsiteY63" fmla="*/ 1568821 h 1583140"/>
              <a:gd name="connsiteX64" fmla="*/ 4541612 w 9662615"/>
              <a:gd name="connsiteY64" fmla="*/ 1545262 h 1583140"/>
              <a:gd name="connsiteX65" fmla="*/ 4422155 w 9662615"/>
              <a:gd name="connsiteY65" fmla="*/ 1542059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97680"/>
              <a:gd name="connsiteX1" fmla="*/ 9662615 w 9662615"/>
              <a:gd name="connsiteY1" fmla="*/ 0 h 1597680"/>
              <a:gd name="connsiteX2" fmla="*/ 9662615 w 9662615"/>
              <a:gd name="connsiteY2" fmla="*/ 1280346 h 1597680"/>
              <a:gd name="connsiteX3" fmla="*/ 9658420 w 9662615"/>
              <a:gd name="connsiteY3" fmla="*/ 1280106 h 1597680"/>
              <a:gd name="connsiteX4" fmla="*/ 9469546 w 9662615"/>
              <a:gd name="connsiteY4" fmla="*/ 1289837 h 1597680"/>
              <a:gd name="connsiteX5" fmla="*/ 9385895 w 9662615"/>
              <a:gd name="connsiteY5" fmla="*/ 1269203 h 1597680"/>
              <a:gd name="connsiteX6" fmla="*/ 9144767 w 9662615"/>
              <a:gd name="connsiteY6" fmla="*/ 1264120 h 1597680"/>
              <a:gd name="connsiteX7" fmla="*/ 8837252 w 9662615"/>
              <a:gd name="connsiteY7" fmla="*/ 1350515 h 1597680"/>
              <a:gd name="connsiteX8" fmla="*/ 8705466 w 9662615"/>
              <a:gd name="connsiteY8" fmla="*/ 1342419 h 1597680"/>
              <a:gd name="connsiteX9" fmla="*/ 8652221 w 9662615"/>
              <a:gd name="connsiteY9" fmla="*/ 1326906 h 1597680"/>
              <a:gd name="connsiteX10" fmla="*/ 8632312 w 9662615"/>
              <a:gd name="connsiteY10" fmla="*/ 1326025 h 1597680"/>
              <a:gd name="connsiteX11" fmla="*/ 8591582 w 9662615"/>
              <a:gd name="connsiteY11" fmla="*/ 1341666 h 1597680"/>
              <a:gd name="connsiteX12" fmla="*/ 8537336 w 9662615"/>
              <a:gd name="connsiteY12" fmla="*/ 1341684 h 1597680"/>
              <a:gd name="connsiteX13" fmla="*/ 8472508 w 9662615"/>
              <a:gd name="connsiteY13" fmla="*/ 1363109 h 1597680"/>
              <a:gd name="connsiteX14" fmla="*/ 8258477 w 9662615"/>
              <a:gd name="connsiteY14" fmla="*/ 1370666 h 1597680"/>
              <a:gd name="connsiteX15" fmla="*/ 8197961 w 9662615"/>
              <a:gd name="connsiteY15" fmla="*/ 1392804 h 1597680"/>
              <a:gd name="connsiteX16" fmla="*/ 8171196 w 9662615"/>
              <a:gd name="connsiteY16" fmla="*/ 1397216 h 1597680"/>
              <a:gd name="connsiteX17" fmla="*/ 8127667 w 9662615"/>
              <a:gd name="connsiteY17" fmla="*/ 1418254 h 1597680"/>
              <a:gd name="connsiteX18" fmla="*/ 7974579 w 9662615"/>
              <a:gd name="connsiteY18" fmla="*/ 1383439 h 1597680"/>
              <a:gd name="connsiteX19" fmla="*/ 7768351 w 9662615"/>
              <a:gd name="connsiteY19" fmla="*/ 1395051 h 1597680"/>
              <a:gd name="connsiteX20" fmla="*/ 7635985 w 9662615"/>
              <a:gd name="connsiteY20" fmla="*/ 1386363 h 1597680"/>
              <a:gd name="connsiteX21" fmla="*/ 7466069 w 9662615"/>
              <a:gd name="connsiteY21" fmla="*/ 1377654 h 1597680"/>
              <a:gd name="connsiteX22" fmla="*/ 7355642 w 9662615"/>
              <a:gd name="connsiteY22" fmla="*/ 1407761 h 1597680"/>
              <a:gd name="connsiteX23" fmla="*/ 7151610 w 9662615"/>
              <a:gd name="connsiteY23" fmla="*/ 1397856 h 1597680"/>
              <a:gd name="connsiteX24" fmla="*/ 7082147 w 9662615"/>
              <a:gd name="connsiteY24" fmla="*/ 1406113 h 1597680"/>
              <a:gd name="connsiteX25" fmla="*/ 7014958 w 9662615"/>
              <a:gd name="connsiteY25" fmla="*/ 1396883 h 1597680"/>
              <a:gd name="connsiteX26" fmla="*/ 6907567 w 9662615"/>
              <a:gd name="connsiteY26" fmla="*/ 1419149 h 1597680"/>
              <a:gd name="connsiteX27" fmla="*/ 6748428 w 9662615"/>
              <a:gd name="connsiteY27" fmla="*/ 1420308 h 1597680"/>
              <a:gd name="connsiteX28" fmla="*/ 6654257 w 9662615"/>
              <a:gd name="connsiteY28" fmla="*/ 1424143 h 1597680"/>
              <a:gd name="connsiteX29" fmla="*/ 6620123 w 9662615"/>
              <a:gd name="connsiteY29" fmla="*/ 1430535 h 1597680"/>
              <a:gd name="connsiteX30" fmla="*/ 6571355 w 9662615"/>
              <a:gd name="connsiteY30" fmla="*/ 1436144 h 1597680"/>
              <a:gd name="connsiteX31" fmla="*/ 6486557 w 9662615"/>
              <a:gd name="connsiteY31" fmla="*/ 1449861 h 1597680"/>
              <a:gd name="connsiteX32" fmla="*/ 6370419 w 9662615"/>
              <a:gd name="connsiteY32" fmla="*/ 1461649 h 1597680"/>
              <a:gd name="connsiteX33" fmla="*/ 6278839 w 9662615"/>
              <a:gd name="connsiteY33" fmla="*/ 1449160 h 1597680"/>
              <a:gd name="connsiteX34" fmla="*/ 6272455 w 9662615"/>
              <a:gd name="connsiteY34" fmla="*/ 1453191 h 1597680"/>
              <a:gd name="connsiteX35" fmla="*/ 6212659 w 9662615"/>
              <a:gd name="connsiteY35" fmla="*/ 1454850 h 1597680"/>
              <a:gd name="connsiteX36" fmla="*/ 6069317 w 9662615"/>
              <a:gd name="connsiteY36" fmla="*/ 1445838 h 1597680"/>
              <a:gd name="connsiteX37" fmla="*/ 5878477 w 9662615"/>
              <a:gd name="connsiteY37" fmla="*/ 1439180 h 1597680"/>
              <a:gd name="connsiteX38" fmla="*/ 5838387 w 9662615"/>
              <a:gd name="connsiteY38" fmla="*/ 1444679 h 1597680"/>
              <a:gd name="connsiteX39" fmla="*/ 5771136 w 9662615"/>
              <a:gd name="connsiteY39" fmla="*/ 1453639 h 1597680"/>
              <a:gd name="connsiteX40" fmla="*/ 5724081 w 9662615"/>
              <a:gd name="connsiteY40" fmla="*/ 1470431 h 1597680"/>
              <a:gd name="connsiteX41" fmla="*/ 5666577 w 9662615"/>
              <a:gd name="connsiteY41" fmla="*/ 1473921 h 1597680"/>
              <a:gd name="connsiteX42" fmla="*/ 5649068 w 9662615"/>
              <a:gd name="connsiteY42" fmla="*/ 1461676 h 1597680"/>
              <a:gd name="connsiteX43" fmla="*/ 5588902 w 9662615"/>
              <a:gd name="connsiteY43" fmla="*/ 1469647 h 1597680"/>
              <a:gd name="connsiteX44" fmla="*/ 5498090 w 9662615"/>
              <a:gd name="connsiteY44" fmla="*/ 1483173 h 1597680"/>
              <a:gd name="connsiteX45" fmla="*/ 5444641 w 9662615"/>
              <a:gd name="connsiteY45" fmla="*/ 1487602 h 1597680"/>
              <a:gd name="connsiteX46" fmla="*/ 5299812 w 9662615"/>
              <a:gd name="connsiteY46" fmla="*/ 1503362 h 1597680"/>
              <a:gd name="connsiteX47" fmla="*/ 5213947 w 9662615"/>
              <a:gd name="connsiteY47" fmla="*/ 1516637 h 1597680"/>
              <a:gd name="connsiteX48" fmla="*/ 5090342 w 9662615"/>
              <a:gd name="connsiteY48" fmla="*/ 1546680 h 1597680"/>
              <a:gd name="connsiteX49" fmla="*/ 5129812 w 9662615"/>
              <a:gd name="connsiteY49" fmla="*/ 1521277 h 1597680"/>
              <a:gd name="connsiteX50" fmla="*/ 5059484 w 9662615"/>
              <a:gd name="connsiteY50" fmla="*/ 1546802 h 1597680"/>
              <a:gd name="connsiteX51" fmla="*/ 5038524 w 9662615"/>
              <a:gd name="connsiteY51" fmla="*/ 1545675 h 1597680"/>
              <a:gd name="connsiteX52" fmla="*/ 5026564 w 9662615"/>
              <a:gd name="connsiteY52" fmla="*/ 1545376 h 1597680"/>
              <a:gd name="connsiteX53" fmla="*/ 4969433 w 9662615"/>
              <a:gd name="connsiteY53" fmla="*/ 1550865 h 1597680"/>
              <a:gd name="connsiteX54" fmla="*/ 4929254 w 9662615"/>
              <a:gd name="connsiteY54" fmla="*/ 1563452 h 1597680"/>
              <a:gd name="connsiteX55" fmla="*/ 4871726 w 9662615"/>
              <a:gd name="connsiteY55" fmla="*/ 1570584 h 1597680"/>
              <a:gd name="connsiteX56" fmla="*/ 4843267 w 9662615"/>
              <a:gd name="connsiteY56" fmla="*/ 1561459 h 1597680"/>
              <a:gd name="connsiteX57" fmla="*/ 4821058 w 9662615"/>
              <a:gd name="connsiteY57" fmla="*/ 1553078 h 1597680"/>
              <a:gd name="connsiteX58" fmla="*/ 4791466 w 9662615"/>
              <a:gd name="connsiteY58" fmla="*/ 1561324 h 1597680"/>
              <a:gd name="connsiteX59" fmla="*/ 4784247 w 9662615"/>
              <a:gd name="connsiteY59" fmla="*/ 1562342 h 1597680"/>
              <a:gd name="connsiteX60" fmla="*/ 4743285 w 9662615"/>
              <a:gd name="connsiteY60" fmla="*/ 1597680 h 1597680"/>
              <a:gd name="connsiteX61" fmla="*/ 4697562 w 9662615"/>
              <a:gd name="connsiteY61" fmla="*/ 1551206 h 1597680"/>
              <a:gd name="connsiteX62" fmla="*/ 4662664 w 9662615"/>
              <a:gd name="connsiteY62" fmla="*/ 1573162 h 1597680"/>
              <a:gd name="connsiteX63" fmla="*/ 4603028 w 9662615"/>
              <a:gd name="connsiteY63" fmla="*/ 1568821 h 1597680"/>
              <a:gd name="connsiteX64" fmla="*/ 4541612 w 9662615"/>
              <a:gd name="connsiteY64" fmla="*/ 1545262 h 1597680"/>
              <a:gd name="connsiteX65" fmla="*/ 4422155 w 9662615"/>
              <a:gd name="connsiteY65" fmla="*/ 1542059 h 1597680"/>
              <a:gd name="connsiteX66" fmla="*/ 4221826 w 9662615"/>
              <a:gd name="connsiteY66" fmla="*/ 1508923 h 1597680"/>
              <a:gd name="connsiteX67" fmla="*/ 4096601 w 9662615"/>
              <a:gd name="connsiteY67" fmla="*/ 1521563 h 1597680"/>
              <a:gd name="connsiteX68" fmla="*/ 3970635 w 9662615"/>
              <a:gd name="connsiteY68" fmla="*/ 1544815 h 1597680"/>
              <a:gd name="connsiteX69" fmla="*/ 3833906 w 9662615"/>
              <a:gd name="connsiteY69" fmla="*/ 1516637 h 1597680"/>
              <a:gd name="connsiteX70" fmla="*/ 3696258 w 9662615"/>
              <a:gd name="connsiteY70" fmla="*/ 1537563 h 1597680"/>
              <a:gd name="connsiteX71" fmla="*/ 3594070 w 9662615"/>
              <a:gd name="connsiteY71" fmla="*/ 1509422 h 1597680"/>
              <a:gd name="connsiteX72" fmla="*/ 3565233 w 9662615"/>
              <a:gd name="connsiteY72" fmla="*/ 1515122 h 1597680"/>
              <a:gd name="connsiteX73" fmla="*/ 3560267 w 9662615"/>
              <a:gd name="connsiteY73" fmla="*/ 1516288 h 1597680"/>
              <a:gd name="connsiteX74" fmla="*/ 3540258 w 9662615"/>
              <a:gd name="connsiteY74" fmla="*/ 1516976 h 1597680"/>
              <a:gd name="connsiteX75" fmla="*/ 3534780 w 9662615"/>
              <a:gd name="connsiteY75" fmla="*/ 1522141 h 1597680"/>
              <a:gd name="connsiteX76" fmla="*/ 3504783 w 9662615"/>
              <a:gd name="connsiteY76" fmla="*/ 1526739 h 1597680"/>
              <a:gd name="connsiteX77" fmla="*/ 3430805 w 9662615"/>
              <a:gd name="connsiteY77" fmla="*/ 1542521 h 1597680"/>
              <a:gd name="connsiteX78" fmla="*/ 3292707 w 9662615"/>
              <a:gd name="connsiteY78" fmla="*/ 1520490 h 1597680"/>
              <a:gd name="connsiteX79" fmla="*/ 3187872 w 9662615"/>
              <a:gd name="connsiteY79" fmla="*/ 1519991 h 1597680"/>
              <a:gd name="connsiteX80" fmla="*/ 3148026 w 9662615"/>
              <a:gd name="connsiteY80" fmla="*/ 1524777 h 1597680"/>
              <a:gd name="connsiteX81" fmla="*/ 3092394 w 9662615"/>
              <a:gd name="connsiteY81" fmla="*/ 1528115 h 1597680"/>
              <a:gd name="connsiteX82" fmla="*/ 2994200 w 9662615"/>
              <a:gd name="connsiteY82" fmla="*/ 1537857 h 1597680"/>
              <a:gd name="connsiteX83" fmla="*/ 2862301 w 9662615"/>
              <a:gd name="connsiteY83" fmla="*/ 1544250 h 1597680"/>
              <a:gd name="connsiteX84" fmla="*/ 2766335 w 9662615"/>
              <a:gd name="connsiteY84" fmla="*/ 1527662 h 1597680"/>
              <a:gd name="connsiteX85" fmla="*/ 2757836 w 9662615"/>
              <a:gd name="connsiteY85" fmla="*/ 1531371 h 1597680"/>
              <a:gd name="connsiteX86" fmla="*/ 2691555 w 9662615"/>
              <a:gd name="connsiteY86" fmla="*/ 1530283 h 1597680"/>
              <a:gd name="connsiteX87" fmla="*/ 2491676 w 9662615"/>
              <a:gd name="connsiteY87" fmla="*/ 1500859 h 1597680"/>
              <a:gd name="connsiteX88" fmla="*/ 2378036 w 9662615"/>
              <a:gd name="connsiteY88" fmla="*/ 1520645 h 1597680"/>
              <a:gd name="connsiteX89" fmla="*/ 2284269 w 9662615"/>
              <a:gd name="connsiteY89" fmla="*/ 1503068 h 1597680"/>
              <a:gd name="connsiteX90" fmla="*/ 2207104 w 9662615"/>
              <a:gd name="connsiteY90" fmla="*/ 1508888 h 1597680"/>
              <a:gd name="connsiteX91" fmla="*/ 2149226 w 9662615"/>
              <a:gd name="connsiteY91" fmla="*/ 1523409 h 1597680"/>
              <a:gd name="connsiteX92" fmla="*/ 2084783 w 9662615"/>
              <a:gd name="connsiteY92" fmla="*/ 1524245 h 1597680"/>
              <a:gd name="connsiteX93" fmla="*/ 2070075 w 9662615"/>
              <a:gd name="connsiteY93" fmla="*/ 1511285 h 1597680"/>
              <a:gd name="connsiteX94" fmla="*/ 2001057 w 9662615"/>
              <a:gd name="connsiteY94" fmla="*/ 1516449 h 1597680"/>
              <a:gd name="connsiteX95" fmla="*/ 1896330 w 9662615"/>
              <a:gd name="connsiteY95" fmla="*/ 1525725 h 1597680"/>
              <a:gd name="connsiteX96" fmla="*/ 1835994 w 9662615"/>
              <a:gd name="connsiteY96" fmla="*/ 1527678 h 1597680"/>
              <a:gd name="connsiteX97" fmla="*/ 1671119 w 9662615"/>
              <a:gd name="connsiteY97" fmla="*/ 1536701 h 1597680"/>
              <a:gd name="connsiteX98" fmla="*/ 1601337 w 9662615"/>
              <a:gd name="connsiteY98" fmla="*/ 1548552 h 1597680"/>
              <a:gd name="connsiteX99" fmla="*/ 1407755 w 9662615"/>
              <a:gd name="connsiteY99" fmla="*/ 1571444 h 1597680"/>
              <a:gd name="connsiteX100" fmla="*/ 1271994 w 9662615"/>
              <a:gd name="connsiteY100" fmla="*/ 1579471 h 1597680"/>
              <a:gd name="connsiteX101" fmla="*/ 1249226 w 9662615"/>
              <a:gd name="connsiteY101" fmla="*/ 1583140 h 1597680"/>
              <a:gd name="connsiteX102" fmla="*/ 1217719 w 9662615"/>
              <a:gd name="connsiteY102" fmla="*/ 1580863 h 1597680"/>
              <a:gd name="connsiteX103" fmla="*/ 1091432 w 9662615"/>
              <a:gd name="connsiteY103" fmla="*/ 1571003 h 1597680"/>
              <a:gd name="connsiteX104" fmla="*/ 992039 w 9662615"/>
              <a:gd name="connsiteY104" fmla="*/ 1556662 h 1597680"/>
              <a:gd name="connsiteX105" fmla="*/ 868264 w 9662615"/>
              <a:gd name="connsiteY105" fmla="*/ 1566392 h 1597680"/>
              <a:gd name="connsiteX106" fmla="*/ 792765 w 9662615"/>
              <a:gd name="connsiteY106" fmla="*/ 1563102 h 1597680"/>
              <a:gd name="connsiteX107" fmla="*/ 669055 w 9662615"/>
              <a:gd name="connsiteY107" fmla="*/ 1543638 h 1597680"/>
              <a:gd name="connsiteX108" fmla="*/ 506152 w 9662615"/>
              <a:gd name="connsiteY108" fmla="*/ 1549124 h 1597680"/>
              <a:gd name="connsiteX109" fmla="*/ 472797 w 9662615"/>
              <a:gd name="connsiteY109" fmla="*/ 1568904 h 1597680"/>
              <a:gd name="connsiteX110" fmla="*/ 427864 w 9662615"/>
              <a:gd name="connsiteY110" fmla="*/ 1580848 h 1597680"/>
              <a:gd name="connsiteX111" fmla="*/ 408381 w 9662615"/>
              <a:gd name="connsiteY111" fmla="*/ 1552940 h 1597680"/>
              <a:gd name="connsiteX112" fmla="*/ 267163 w 9662615"/>
              <a:gd name="connsiteY112" fmla="*/ 1531913 h 1597680"/>
              <a:gd name="connsiteX113" fmla="*/ 196644 w 9662615"/>
              <a:gd name="connsiteY113" fmla="*/ 1524565 h 1597680"/>
              <a:gd name="connsiteX114" fmla="*/ 86819 w 9662615"/>
              <a:gd name="connsiteY114" fmla="*/ 1519517 h 1597680"/>
              <a:gd name="connsiteX115" fmla="*/ 53369 w 9662615"/>
              <a:gd name="connsiteY115" fmla="*/ 1516853 h 1597680"/>
              <a:gd name="connsiteX116" fmla="*/ 2359 w 9662615"/>
              <a:gd name="connsiteY116" fmla="*/ 1515247 h 1597680"/>
              <a:gd name="connsiteX117" fmla="*/ 0 w 9662615"/>
              <a:gd name="connsiteY117" fmla="*/ 1514932 h 1597680"/>
              <a:gd name="connsiteX118" fmla="*/ 0 w 9662615"/>
              <a:gd name="connsiteY118" fmla="*/ 0 h 1597680"/>
              <a:gd name="connsiteX0" fmla="*/ 0 w 9662615"/>
              <a:gd name="connsiteY0" fmla="*/ 0 h 1603753"/>
              <a:gd name="connsiteX1" fmla="*/ 9662615 w 9662615"/>
              <a:gd name="connsiteY1" fmla="*/ 0 h 1603753"/>
              <a:gd name="connsiteX2" fmla="*/ 9662615 w 9662615"/>
              <a:gd name="connsiteY2" fmla="*/ 1280346 h 1603753"/>
              <a:gd name="connsiteX3" fmla="*/ 9658420 w 9662615"/>
              <a:gd name="connsiteY3" fmla="*/ 1280106 h 1603753"/>
              <a:gd name="connsiteX4" fmla="*/ 9469546 w 9662615"/>
              <a:gd name="connsiteY4" fmla="*/ 1289837 h 1603753"/>
              <a:gd name="connsiteX5" fmla="*/ 9385895 w 9662615"/>
              <a:gd name="connsiteY5" fmla="*/ 1269203 h 1603753"/>
              <a:gd name="connsiteX6" fmla="*/ 9144767 w 9662615"/>
              <a:gd name="connsiteY6" fmla="*/ 1264120 h 1603753"/>
              <a:gd name="connsiteX7" fmla="*/ 8837252 w 9662615"/>
              <a:gd name="connsiteY7" fmla="*/ 1350515 h 1603753"/>
              <a:gd name="connsiteX8" fmla="*/ 8705466 w 9662615"/>
              <a:gd name="connsiteY8" fmla="*/ 1342419 h 1603753"/>
              <a:gd name="connsiteX9" fmla="*/ 8652221 w 9662615"/>
              <a:gd name="connsiteY9" fmla="*/ 1326906 h 1603753"/>
              <a:gd name="connsiteX10" fmla="*/ 8632312 w 9662615"/>
              <a:gd name="connsiteY10" fmla="*/ 1326025 h 1603753"/>
              <a:gd name="connsiteX11" fmla="*/ 8591582 w 9662615"/>
              <a:gd name="connsiteY11" fmla="*/ 1341666 h 1603753"/>
              <a:gd name="connsiteX12" fmla="*/ 8537336 w 9662615"/>
              <a:gd name="connsiteY12" fmla="*/ 1341684 h 1603753"/>
              <a:gd name="connsiteX13" fmla="*/ 8472508 w 9662615"/>
              <a:gd name="connsiteY13" fmla="*/ 1363109 h 1603753"/>
              <a:gd name="connsiteX14" fmla="*/ 8258477 w 9662615"/>
              <a:gd name="connsiteY14" fmla="*/ 1370666 h 1603753"/>
              <a:gd name="connsiteX15" fmla="*/ 8197961 w 9662615"/>
              <a:gd name="connsiteY15" fmla="*/ 1392804 h 1603753"/>
              <a:gd name="connsiteX16" fmla="*/ 8171196 w 9662615"/>
              <a:gd name="connsiteY16" fmla="*/ 1397216 h 1603753"/>
              <a:gd name="connsiteX17" fmla="*/ 8127667 w 9662615"/>
              <a:gd name="connsiteY17" fmla="*/ 1418254 h 1603753"/>
              <a:gd name="connsiteX18" fmla="*/ 7974579 w 9662615"/>
              <a:gd name="connsiteY18" fmla="*/ 1383439 h 1603753"/>
              <a:gd name="connsiteX19" fmla="*/ 7768351 w 9662615"/>
              <a:gd name="connsiteY19" fmla="*/ 1395051 h 1603753"/>
              <a:gd name="connsiteX20" fmla="*/ 7635985 w 9662615"/>
              <a:gd name="connsiteY20" fmla="*/ 1386363 h 1603753"/>
              <a:gd name="connsiteX21" fmla="*/ 7466069 w 9662615"/>
              <a:gd name="connsiteY21" fmla="*/ 1377654 h 1603753"/>
              <a:gd name="connsiteX22" fmla="*/ 7355642 w 9662615"/>
              <a:gd name="connsiteY22" fmla="*/ 1407761 h 1603753"/>
              <a:gd name="connsiteX23" fmla="*/ 7151610 w 9662615"/>
              <a:gd name="connsiteY23" fmla="*/ 1397856 h 1603753"/>
              <a:gd name="connsiteX24" fmla="*/ 7082147 w 9662615"/>
              <a:gd name="connsiteY24" fmla="*/ 1406113 h 1603753"/>
              <a:gd name="connsiteX25" fmla="*/ 7014958 w 9662615"/>
              <a:gd name="connsiteY25" fmla="*/ 1396883 h 1603753"/>
              <a:gd name="connsiteX26" fmla="*/ 6907567 w 9662615"/>
              <a:gd name="connsiteY26" fmla="*/ 1419149 h 1603753"/>
              <a:gd name="connsiteX27" fmla="*/ 6748428 w 9662615"/>
              <a:gd name="connsiteY27" fmla="*/ 1420308 h 1603753"/>
              <a:gd name="connsiteX28" fmla="*/ 6654257 w 9662615"/>
              <a:gd name="connsiteY28" fmla="*/ 1424143 h 1603753"/>
              <a:gd name="connsiteX29" fmla="*/ 6620123 w 9662615"/>
              <a:gd name="connsiteY29" fmla="*/ 1430535 h 1603753"/>
              <a:gd name="connsiteX30" fmla="*/ 6571355 w 9662615"/>
              <a:gd name="connsiteY30" fmla="*/ 1436144 h 1603753"/>
              <a:gd name="connsiteX31" fmla="*/ 6486557 w 9662615"/>
              <a:gd name="connsiteY31" fmla="*/ 1449861 h 1603753"/>
              <a:gd name="connsiteX32" fmla="*/ 6370419 w 9662615"/>
              <a:gd name="connsiteY32" fmla="*/ 1461649 h 1603753"/>
              <a:gd name="connsiteX33" fmla="*/ 6278839 w 9662615"/>
              <a:gd name="connsiteY33" fmla="*/ 1449160 h 1603753"/>
              <a:gd name="connsiteX34" fmla="*/ 6272455 w 9662615"/>
              <a:gd name="connsiteY34" fmla="*/ 1453191 h 1603753"/>
              <a:gd name="connsiteX35" fmla="*/ 6212659 w 9662615"/>
              <a:gd name="connsiteY35" fmla="*/ 1454850 h 1603753"/>
              <a:gd name="connsiteX36" fmla="*/ 6069317 w 9662615"/>
              <a:gd name="connsiteY36" fmla="*/ 1445838 h 1603753"/>
              <a:gd name="connsiteX37" fmla="*/ 5878477 w 9662615"/>
              <a:gd name="connsiteY37" fmla="*/ 1439180 h 1603753"/>
              <a:gd name="connsiteX38" fmla="*/ 5838387 w 9662615"/>
              <a:gd name="connsiteY38" fmla="*/ 1444679 h 1603753"/>
              <a:gd name="connsiteX39" fmla="*/ 5771136 w 9662615"/>
              <a:gd name="connsiteY39" fmla="*/ 1453639 h 1603753"/>
              <a:gd name="connsiteX40" fmla="*/ 5724081 w 9662615"/>
              <a:gd name="connsiteY40" fmla="*/ 1470431 h 1603753"/>
              <a:gd name="connsiteX41" fmla="*/ 5666577 w 9662615"/>
              <a:gd name="connsiteY41" fmla="*/ 1473921 h 1603753"/>
              <a:gd name="connsiteX42" fmla="*/ 5649068 w 9662615"/>
              <a:gd name="connsiteY42" fmla="*/ 1461676 h 1603753"/>
              <a:gd name="connsiteX43" fmla="*/ 5588902 w 9662615"/>
              <a:gd name="connsiteY43" fmla="*/ 1469647 h 1603753"/>
              <a:gd name="connsiteX44" fmla="*/ 5498090 w 9662615"/>
              <a:gd name="connsiteY44" fmla="*/ 1483173 h 1603753"/>
              <a:gd name="connsiteX45" fmla="*/ 5444641 w 9662615"/>
              <a:gd name="connsiteY45" fmla="*/ 1487602 h 1603753"/>
              <a:gd name="connsiteX46" fmla="*/ 5299812 w 9662615"/>
              <a:gd name="connsiteY46" fmla="*/ 1503362 h 1603753"/>
              <a:gd name="connsiteX47" fmla="*/ 5213947 w 9662615"/>
              <a:gd name="connsiteY47" fmla="*/ 1516637 h 1603753"/>
              <a:gd name="connsiteX48" fmla="*/ 5090342 w 9662615"/>
              <a:gd name="connsiteY48" fmla="*/ 1546680 h 1603753"/>
              <a:gd name="connsiteX49" fmla="*/ 5129812 w 9662615"/>
              <a:gd name="connsiteY49" fmla="*/ 1521277 h 1603753"/>
              <a:gd name="connsiteX50" fmla="*/ 5059484 w 9662615"/>
              <a:gd name="connsiteY50" fmla="*/ 1546802 h 1603753"/>
              <a:gd name="connsiteX51" fmla="*/ 5038524 w 9662615"/>
              <a:gd name="connsiteY51" fmla="*/ 1545675 h 1603753"/>
              <a:gd name="connsiteX52" fmla="*/ 5026564 w 9662615"/>
              <a:gd name="connsiteY52" fmla="*/ 1545376 h 1603753"/>
              <a:gd name="connsiteX53" fmla="*/ 4969433 w 9662615"/>
              <a:gd name="connsiteY53" fmla="*/ 1550865 h 1603753"/>
              <a:gd name="connsiteX54" fmla="*/ 4929254 w 9662615"/>
              <a:gd name="connsiteY54" fmla="*/ 1563452 h 1603753"/>
              <a:gd name="connsiteX55" fmla="*/ 4871726 w 9662615"/>
              <a:gd name="connsiteY55" fmla="*/ 1570584 h 1603753"/>
              <a:gd name="connsiteX56" fmla="*/ 4843267 w 9662615"/>
              <a:gd name="connsiteY56" fmla="*/ 1561459 h 1603753"/>
              <a:gd name="connsiteX57" fmla="*/ 4821058 w 9662615"/>
              <a:gd name="connsiteY57" fmla="*/ 1553078 h 1603753"/>
              <a:gd name="connsiteX58" fmla="*/ 4791466 w 9662615"/>
              <a:gd name="connsiteY58" fmla="*/ 1561324 h 1603753"/>
              <a:gd name="connsiteX59" fmla="*/ 4784247 w 9662615"/>
              <a:gd name="connsiteY59" fmla="*/ 1562342 h 1603753"/>
              <a:gd name="connsiteX60" fmla="*/ 4743285 w 9662615"/>
              <a:gd name="connsiteY60" fmla="*/ 1597680 h 1603753"/>
              <a:gd name="connsiteX61" fmla="*/ 4697562 w 9662615"/>
              <a:gd name="connsiteY61" fmla="*/ 1551206 h 1603753"/>
              <a:gd name="connsiteX62" fmla="*/ 4662664 w 9662615"/>
              <a:gd name="connsiteY62" fmla="*/ 1573162 h 1603753"/>
              <a:gd name="connsiteX63" fmla="*/ 4603028 w 9662615"/>
              <a:gd name="connsiteY63" fmla="*/ 1568821 h 1603753"/>
              <a:gd name="connsiteX64" fmla="*/ 4541612 w 9662615"/>
              <a:gd name="connsiteY64" fmla="*/ 1545262 h 1603753"/>
              <a:gd name="connsiteX65" fmla="*/ 4422155 w 9662615"/>
              <a:gd name="connsiteY65" fmla="*/ 1542059 h 1603753"/>
              <a:gd name="connsiteX66" fmla="*/ 4221826 w 9662615"/>
              <a:gd name="connsiteY66" fmla="*/ 1508923 h 1603753"/>
              <a:gd name="connsiteX67" fmla="*/ 4096601 w 9662615"/>
              <a:gd name="connsiteY67" fmla="*/ 1521563 h 1603753"/>
              <a:gd name="connsiteX68" fmla="*/ 3970635 w 9662615"/>
              <a:gd name="connsiteY68" fmla="*/ 1544815 h 1603753"/>
              <a:gd name="connsiteX69" fmla="*/ 3833906 w 9662615"/>
              <a:gd name="connsiteY69" fmla="*/ 1516637 h 1603753"/>
              <a:gd name="connsiteX70" fmla="*/ 3696258 w 9662615"/>
              <a:gd name="connsiteY70" fmla="*/ 1537563 h 1603753"/>
              <a:gd name="connsiteX71" fmla="*/ 3594070 w 9662615"/>
              <a:gd name="connsiteY71" fmla="*/ 1509422 h 1603753"/>
              <a:gd name="connsiteX72" fmla="*/ 3565233 w 9662615"/>
              <a:gd name="connsiteY72" fmla="*/ 1515122 h 1603753"/>
              <a:gd name="connsiteX73" fmla="*/ 3560267 w 9662615"/>
              <a:gd name="connsiteY73" fmla="*/ 1516288 h 1603753"/>
              <a:gd name="connsiteX74" fmla="*/ 3540258 w 9662615"/>
              <a:gd name="connsiteY74" fmla="*/ 1516976 h 1603753"/>
              <a:gd name="connsiteX75" fmla="*/ 3534780 w 9662615"/>
              <a:gd name="connsiteY75" fmla="*/ 1522141 h 1603753"/>
              <a:gd name="connsiteX76" fmla="*/ 3504783 w 9662615"/>
              <a:gd name="connsiteY76" fmla="*/ 1526739 h 1603753"/>
              <a:gd name="connsiteX77" fmla="*/ 3430805 w 9662615"/>
              <a:gd name="connsiteY77" fmla="*/ 1542521 h 1603753"/>
              <a:gd name="connsiteX78" fmla="*/ 3292707 w 9662615"/>
              <a:gd name="connsiteY78" fmla="*/ 1520490 h 1603753"/>
              <a:gd name="connsiteX79" fmla="*/ 3187872 w 9662615"/>
              <a:gd name="connsiteY79" fmla="*/ 1519991 h 1603753"/>
              <a:gd name="connsiteX80" fmla="*/ 3148026 w 9662615"/>
              <a:gd name="connsiteY80" fmla="*/ 1524777 h 1603753"/>
              <a:gd name="connsiteX81" fmla="*/ 3092394 w 9662615"/>
              <a:gd name="connsiteY81" fmla="*/ 1528115 h 1603753"/>
              <a:gd name="connsiteX82" fmla="*/ 2994200 w 9662615"/>
              <a:gd name="connsiteY82" fmla="*/ 1537857 h 1603753"/>
              <a:gd name="connsiteX83" fmla="*/ 2862301 w 9662615"/>
              <a:gd name="connsiteY83" fmla="*/ 1544250 h 1603753"/>
              <a:gd name="connsiteX84" fmla="*/ 2766335 w 9662615"/>
              <a:gd name="connsiteY84" fmla="*/ 1527662 h 1603753"/>
              <a:gd name="connsiteX85" fmla="*/ 2757836 w 9662615"/>
              <a:gd name="connsiteY85" fmla="*/ 1531371 h 1603753"/>
              <a:gd name="connsiteX86" fmla="*/ 2691555 w 9662615"/>
              <a:gd name="connsiteY86" fmla="*/ 1530283 h 1603753"/>
              <a:gd name="connsiteX87" fmla="*/ 2491676 w 9662615"/>
              <a:gd name="connsiteY87" fmla="*/ 1500859 h 1603753"/>
              <a:gd name="connsiteX88" fmla="*/ 2378036 w 9662615"/>
              <a:gd name="connsiteY88" fmla="*/ 1520645 h 1603753"/>
              <a:gd name="connsiteX89" fmla="*/ 2284269 w 9662615"/>
              <a:gd name="connsiteY89" fmla="*/ 1503068 h 1603753"/>
              <a:gd name="connsiteX90" fmla="*/ 2207104 w 9662615"/>
              <a:gd name="connsiteY90" fmla="*/ 1508888 h 1603753"/>
              <a:gd name="connsiteX91" fmla="*/ 2149226 w 9662615"/>
              <a:gd name="connsiteY91" fmla="*/ 1523409 h 1603753"/>
              <a:gd name="connsiteX92" fmla="*/ 2084783 w 9662615"/>
              <a:gd name="connsiteY92" fmla="*/ 1524245 h 1603753"/>
              <a:gd name="connsiteX93" fmla="*/ 2070075 w 9662615"/>
              <a:gd name="connsiteY93" fmla="*/ 1511285 h 1603753"/>
              <a:gd name="connsiteX94" fmla="*/ 2001057 w 9662615"/>
              <a:gd name="connsiteY94" fmla="*/ 1516449 h 1603753"/>
              <a:gd name="connsiteX95" fmla="*/ 1896330 w 9662615"/>
              <a:gd name="connsiteY95" fmla="*/ 1525725 h 1603753"/>
              <a:gd name="connsiteX96" fmla="*/ 1835994 w 9662615"/>
              <a:gd name="connsiteY96" fmla="*/ 1527678 h 1603753"/>
              <a:gd name="connsiteX97" fmla="*/ 1671119 w 9662615"/>
              <a:gd name="connsiteY97" fmla="*/ 1536701 h 1603753"/>
              <a:gd name="connsiteX98" fmla="*/ 1601337 w 9662615"/>
              <a:gd name="connsiteY98" fmla="*/ 1548552 h 1603753"/>
              <a:gd name="connsiteX99" fmla="*/ 1407755 w 9662615"/>
              <a:gd name="connsiteY99" fmla="*/ 1571444 h 1603753"/>
              <a:gd name="connsiteX100" fmla="*/ 1271994 w 9662615"/>
              <a:gd name="connsiteY100" fmla="*/ 1579471 h 1603753"/>
              <a:gd name="connsiteX101" fmla="*/ 1249226 w 9662615"/>
              <a:gd name="connsiteY101" fmla="*/ 1583140 h 1603753"/>
              <a:gd name="connsiteX102" fmla="*/ 1217719 w 9662615"/>
              <a:gd name="connsiteY102" fmla="*/ 1580863 h 1603753"/>
              <a:gd name="connsiteX103" fmla="*/ 1091432 w 9662615"/>
              <a:gd name="connsiteY103" fmla="*/ 1571003 h 1603753"/>
              <a:gd name="connsiteX104" fmla="*/ 992039 w 9662615"/>
              <a:gd name="connsiteY104" fmla="*/ 1556662 h 1603753"/>
              <a:gd name="connsiteX105" fmla="*/ 868264 w 9662615"/>
              <a:gd name="connsiteY105" fmla="*/ 1566392 h 1603753"/>
              <a:gd name="connsiteX106" fmla="*/ 792765 w 9662615"/>
              <a:gd name="connsiteY106" fmla="*/ 1563102 h 1603753"/>
              <a:gd name="connsiteX107" fmla="*/ 669055 w 9662615"/>
              <a:gd name="connsiteY107" fmla="*/ 1543638 h 1603753"/>
              <a:gd name="connsiteX108" fmla="*/ 506152 w 9662615"/>
              <a:gd name="connsiteY108" fmla="*/ 1549124 h 1603753"/>
              <a:gd name="connsiteX109" fmla="*/ 472797 w 9662615"/>
              <a:gd name="connsiteY109" fmla="*/ 1568904 h 1603753"/>
              <a:gd name="connsiteX110" fmla="*/ 427864 w 9662615"/>
              <a:gd name="connsiteY110" fmla="*/ 1580848 h 1603753"/>
              <a:gd name="connsiteX111" fmla="*/ 408381 w 9662615"/>
              <a:gd name="connsiteY111" fmla="*/ 1552940 h 1603753"/>
              <a:gd name="connsiteX112" fmla="*/ 267163 w 9662615"/>
              <a:gd name="connsiteY112" fmla="*/ 1531913 h 1603753"/>
              <a:gd name="connsiteX113" fmla="*/ 196644 w 9662615"/>
              <a:gd name="connsiteY113" fmla="*/ 1524565 h 1603753"/>
              <a:gd name="connsiteX114" fmla="*/ 86819 w 9662615"/>
              <a:gd name="connsiteY114" fmla="*/ 1519517 h 1603753"/>
              <a:gd name="connsiteX115" fmla="*/ 53369 w 9662615"/>
              <a:gd name="connsiteY115" fmla="*/ 1516853 h 1603753"/>
              <a:gd name="connsiteX116" fmla="*/ 2359 w 9662615"/>
              <a:gd name="connsiteY116" fmla="*/ 1515247 h 1603753"/>
              <a:gd name="connsiteX117" fmla="*/ 0 w 9662615"/>
              <a:gd name="connsiteY117" fmla="*/ 1514932 h 1603753"/>
              <a:gd name="connsiteX118" fmla="*/ 0 w 9662615"/>
              <a:gd name="connsiteY118" fmla="*/ 0 h 1603753"/>
              <a:gd name="connsiteX0" fmla="*/ 0 w 9662615"/>
              <a:gd name="connsiteY0" fmla="*/ 0 h 1603753"/>
              <a:gd name="connsiteX1" fmla="*/ 9662615 w 9662615"/>
              <a:gd name="connsiteY1" fmla="*/ 0 h 1603753"/>
              <a:gd name="connsiteX2" fmla="*/ 9662615 w 9662615"/>
              <a:gd name="connsiteY2" fmla="*/ 1280346 h 1603753"/>
              <a:gd name="connsiteX3" fmla="*/ 9658420 w 9662615"/>
              <a:gd name="connsiteY3" fmla="*/ 1280106 h 1603753"/>
              <a:gd name="connsiteX4" fmla="*/ 9469546 w 9662615"/>
              <a:gd name="connsiteY4" fmla="*/ 1289837 h 1603753"/>
              <a:gd name="connsiteX5" fmla="*/ 9385895 w 9662615"/>
              <a:gd name="connsiteY5" fmla="*/ 1269203 h 1603753"/>
              <a:gd name="connsiteX6" fmla="*/ 9144767 w 9662615"/>
              <a:gd name="connsiteY6" fmla="*/ 1264120 h 1603753"/>
              <a:gd name="connsiteX7" fmla="*/ 8837252 w 9662615"/>
              <a:gd name="connsiteY7" fmla="*/ 1350515 h 1603753"/>
              <a:gd name="connsiteX8" fmla="*/ 8705466 w 9662615"/>
              <a:gd name="connsiteY8" fmla="*/ 1342419 h 1603753"/>
              <a:gd name="connsiteX9" fmla="*/ 8652221 w 9662615"/>
              <a:gd name="connsiteY9" fmla="*/ 1326906 h 1603753"/>
              <a:gd name="connsiteX10" fmla="*/ 8632312 w 9662615"/>
              <a:gd name="connsiteY10" fmla="*/ 1326025 h 1603753"/>
              <a:gd name="connsiteX11" fmla="*/ 8591582 w 9662615"/>
              <a:gd name="connsiteY11" fmla="*/ 1341666 h 1603753"/>
              <a:gd name="connsiteX12" fmla="*/ 8537336 w 9662615"/>
              <a:gd name="connsiteY12" fmla="*/ 1341684 h 1603753"/>
              <a:gd name="connsiteX13" fmla="*/ 8472508 w 9662615"/>
              <a:gd name="connsiteY13" fmla="*/ 1363109 h 1603753"/>
              <a:gd name="connsiteX14" fmla="*/ 8258477 w 9662615"/>
              <a:gd name="connsiteY14" fmla="*/ 1370666 h 1603753"/>
              <a:gd name="connsiteX15" fmla="*/ 8197961 w 9662615"/>
              <a:gd name="connsiteY15" fmla="*/ 1392804 h 1603753"/>
              <a:gd name="connsiteX16" fmla="*/ 8171196 w 9662615"/>
              <a:gd name="connsiteY16" fmla="*/ 1397216 h 1603753"/>
              <a:gd name="connsiteX17" fmla="*/ 8127667 w 9662615"/>
              <a:gd name="connsiteY17" fmla="*/ 1418254 h 1603753"/>
              <a:gd name="connsiteX18" fmla="*/ 7974579 w 9662615"/>
              <a:gd name="connsiteY18" fmla="*/ 1383439 h 1603753"/>
              <a:gd name="connsiteX19" fmla="*/ 7768351 w 9662615"/>
              <a:gd name="connsiteY19" fmla="*/ 1395051 h 1603753"/>
              <a:gd name="connsiteX20" fmla="*/ 7635985 w 9662615"/>
              <a:gd name="connsiteY20" fmla="*/ 1386363 h 1603753"/>
              <a:gd name="connsiteX21" fmla="*/ 7466069 w 9662615"/>
              <a:gd name="connsiteY21" fmla="*/ 1377654 h 1603753"/>
              <a:gd name="connsiteX22" fmla="*/ 7355642 w 9662615"/>
              <a:gd name="connsiteY22" fmla="*/ 1407761 h 1603753"/>
              <a:gd name="connsiteX23" fmla="*/ 7151610 w 9662615"/>
              <a:gd name="connsiteY23" fmla="*/ 1397856 h 1603753"/>
              <a:gd name="connsiteX24" fmla="*/ 7082147 w 9662615"/>
              <a:gd name="connsiteY24" fmla="*/ 1406113 h 1603753"/>
              <a:gd name="connsiteX25" fmla="*/ 7014958 w 9662615"/>
              <a:gd name="connsiteY25" fmla="*/ 1396883 h 1603753"/>
              <a:gd name="connsiteX26" fmla="*/ 6907567 w 9662615"/>
              <a:gd name="connsiteY26" fmla="*/ 1419149 h 1603753"/>
              <a:gd name="connsiteX27" fmla="*/ 6748428 w 9662615"/>
              <a:gd name="connsiteY27" fmla="*/ 1420308 h 1603753"/>
              <a:gd name="connsiteX28" fmla="*/ 6654257 w 9662615"/>
              <a:gd name="connsiteY28" fmla="*/ 1424143 h 1603753"/>
              <a:gd name="connsiteX29" fmla="*/ 6620123 w 9662615"/>
              <a:gd name="connsiteY29" fmla="*/ 1430535 h 1603753"/>
              <a:gd name="connsiteX30" fmla="*/ 6571355 w 9662615"/>
              <a:gd name="connsiteY30" fmla="*/ 1436144 h 1603753"/>
              <a:gd name="connsiteX31" fmla="*/ 6486557 w 9662615"/>
              <a:gd name="connsiteY31" fmla="*/ 1449861 h 1603753"/>
              <a:gd name="connsiteX32" fmla="*/ 6370419 w 9662615"/>
              <a:gd name="connsiteY32" fmla="*/ 1461649 h 1603753"/>
              <a:gd name="connsiteX33" fmla="*/ 6278839 w 9662615"/>
              <a:gd name="connsiteY33" fmla="*/ 1449160 h 1603753"/>
              <a:gd name="connsiteX34" fmla="*/ 6272455 w 9662615"/>
              <a:gd name="connsiteY34" fmla="*/ 1453191 h 1603753"/>
              <a:gd name="connsiteX35" fmla="*/ 6212659 w 9662615"/>
              <a:gd name="connsiteY35" fmla="*/ 1454850 h 1603753"/>
              <a:gd name="connsiteX36" fmla="*/ 6069317 w 9662615"/>
              <a:gd name="connsiteY36" fmla="*/ 1445838 h 1603753"/>
              <a:gd name="connsiteX37" fmla="*/ 5878477 w 9662615"/>
              <a:gd name="connsiteY37" fmla="*/ 1439180 h 1603753"/>
              <a:gd name="connsiteX38" fmla="*/ 5838387 w 9662615"/>
              <a:gd name="connsiteY38" fmla="*/ 1444679 h 1603753"/>
              <a:gd name="connsiteX39" fmla="*/ 5771136 w 9662615"/>
              <a:gd name="connsiteY39" fmla="*/ 1453639 h 1603753"/>
              <a:gd name="connsiteX40" fmla="*/ 5724081 w 9662615"/>
              <a:gd name="connsiteY40" fmla="*/ 1470431 h 1603753"/>
              <a:gd name="connsiteX41" fmla="*/ 5666577 w 9662615"/>
              <a:gd name="connsiteY41" fmla="*/ 1473921 h 1603753"/>
              <a:gd name="connsiteX42" fmla="*/ 5649068 w 9662615"/>
              <a:gd name="connsiteY42" fmla="*/ 1461676 h 1603753"/>
              <a:gd name="connsiteX43" fmla="*/ 5588902 w 9662615"/>
              <a:gd name="connsiteY43" fmla="*/ 1469647 h 1603753"/>
              <a:gd name="connsiteX44" fmla="*/ 5498090 w 9662615"/>
              <a:gd name="connsiteY44" fmla="*/ 1483173 h 1603753"/>
              <a:gd name="connsiteX45" fmla="*/ 5444641 w 9662615"/>
              <a:gd name="connsiteY45" fmla="*/ 1487602 h 1603753"/>
              <a:gd name="connsiteX46" fmla="*/ 5299812 w 9662615"/>
              <a:gd name="connsiteY46" fmla="*/ 1503362 h 1603753"/>
              <a:gd name="connsiteX47" fmla="*/ 5213947 w 9662615"/>
              <a:gd name="connsiteY47" fmla="*/ 1516637 h 1603753"/>
              <a:gd name="connsiteX48" fmla="*/ 5090342 w 9662615"/>
              <a:gd name="connsiteY48" fmla="*/ 1546680 h 1603753"/>
              <a:gd name="connsiteX49" fmla="*/ 5129812 w 9662615"/>
              <a:gd name="connsiteY49" fmla="*/ 1521277 h 1603753"/>
              <a:gd name="connsiteX50" fmla="*/ 5059484 w 9662615"/>
              <a:gd name="connsiteY50" fmla="*/ 1546802 h 1603753"/>
              <a:gd name="connsiteX51" fmla="*/ 5038524 w 9662615"/>
              <a:gd name="connsiteY51" fmla="*/ 1545675 h 1603753"/>
              <a:gd name="connsiteX52" fmla="*/ 5026564 w 9662615"/>
              <a:gd name="connsiteY52" fmla="*/ 1545376 h 1603753"/>
              <a:gd name="connsiteX53" fmla="*/ 4969433 w 9662615"/>
              <a:gd name="connsiteY53" fmla="*/ 1550865 h 1603753"/>
              <a:gd name="connsiteX54" fmla="*/ 4929254 w 9662615"/>
              <a:gd name="connsiteY54" fmla="*/ 1563452 h 1603753"/>
              <a:gd name="connsiteX55" fmla="*/ 4871726 w 9662615"/>
              <a:gd name="connsiteY55" fmla="*/ 1570584 h 1603753"/>
              <a:gd name="connsiteX56" fmla="*/ 4843267 w 9662615"/>
              <a:gd name="connsiteY56" fmla="*/ 1561459 h 1603753"/>
              <a:gd name="connsiteX57" fmla="*/ 4821058 w 9662615"/>
              <a:gd name="connsiteY57" fmla="*/ 1553078 h 1603753"/>
              <a:gd name="connsiteX58" fmla="*/ 4791466 w 9662615"/>
              <a:gd name="connsiteY58" fmla="*/ 1561324 h 1603753"/>
              <a:gd name="connsiteX59" fmla="*/ 4784247 w 9662615"/>
              <a:gd name="connsiteY59" fmla="*/ 1562342 h 1603753"/>
              <a:gd name="connsiteX60" fmla="*/ 4743285 w 9662615"/>
              <a:gd name="connsiteY60" fmla="*/ 1597680 h 1603753"/>
              <a:gd name="connsiteX61" fmla="*/ 4697562 w 9662615"/>
              <a:gd name="connsiteY61" fmla="*/ 1551206 h 1603753"/>
              <a:gd name="connsiteX62" fmla="*/ 4662664 w 9662615"/>
              <a:gd name="connsiteY62" fmla="*/ 1573162 h 1603753"/>
              <a:gd name="connsiteX63" fmla="*/ 4603028 w 9662615"/>
              <a:gd name="connsiteY63" fmla="*/ 1568821 h 1603753"/>
              <a:gd name="connsiteX64" fmla="*/ 4541612 w 9662615"/>
              <a:gd name="connsiteY64" fmla="*/ 1545262 h 1603753"/>
              <a:gd name="connsiteX65" fmla="*/ 4422155 w 9662615"/>
              <a:gd name="connsiteY65" fmla="*/ 1542059 h 1603753"/>
              <a:gd name="connsiteX66" fmla="*/ 4221826 w 9662615"/>
              <a:gd name="connsiteY66" fmla="*/ 1508923 h 1603753"/>
              <a:gd name="connsiteX67" fmla="*/ 4096601 w 9662615"/>
              <a:gd name="connsiteY67" fmla="*/ 1521563 h 1603753"/>
              <a:gd name="connsiteX68" fmla="*/ 3970635 w 9662615"/>
              <a:gd name="connsiteY68" fmla="*/ 1544815 h 1603753"/>
              <a:gd name="connsiteX69" fmla="*/ 3833906 w 9662615"/>
              <a:gd name="connsiteY69" fmla="*/ 1516637 h 1603753"/>
              <a:gd name="connsiteX70" fmla="*/ 3696258 w 9662615"/>
              <a:gd name="connsiteY70" fmla="*/ 1537563 h 1603753"/>
              <a:gd name="connsiteX71" fmla="*/ 3594070 w 9662615"/>
              <a:gd name="connsiteY71" fmla="*/ 1509422 h 1603753"/>
              <a:gd name="connsiteX72" fmla="*/ 3565233 w 9662615"/>
              <a:gd name="connsiteY72" fmla="*/ 1515122 h 1603753"/>
              <a:gd name="connsiteX73" fmla="*/ 3560267 w 9662615"/>
              <a:gd name="connsiteY73" fmla="*/ 1516288 h 1603753"/>
              <a:gd name="connsiteX74" fmla="*/ 3540258 w 9662615"/>
              <a:gd name="connsiteY74" fmla="*/ 1516976 h 1603753"/>
              <a:gd name="connsiteX75" fmla="*/ 3534780 w 9662615"/>
              <a:gd name="connsiteY75" fmla="*/ 1522141 h 1603753"/>
              <a:gd name="connsiteX76" fmla="*/ 3504783 w 9662615"/>
              <a:gd name="connsiteY76" fmla="*/ 1526739 h 1603753"/>
              <a:gd name="connsiteX77" fmla="*/ 3430805 w 9662615"/>
              <a:gd name="connsiteY77" fmla="*/ 1542521 h 1603753"/>
              <a:gd name="connsiteX78" fmla="*/ 3292707 w 9662615"/>
              <a:gd name="connsiteY78" fmla="*/ 1520490 h 1603753"/>
              <a:gd name="connsiteX79" fmla="*/ 3187872 w 9662615"/>
              <a:gd name="connsiteY79" fmla="*/ 1519991 h 1603753"/>
              <a:gd name="connsiteX80" fmla="*/ 3148026 w 9662615"/>
              <a:gd name="connsiteY80" fmla="*/ 1524777 h 1603753"/>
              <a:gd name="connsiteX81" fmla="*/ 3092394 w 9662615"/>
              <a:gd name="connsiteY81" fmla="*/ 1528115 h 1603753"/>
              <a:gd name="connsiteX82" fmla="*/ 2994200 w 9662615"/>
              <a:gd name="connsiteY82" fmla="*/ 1537857 h 1603753"/>
              <a:gd name="connsiteX83" fmla="*/ 2862301 w 9662615"/>
              <a:gd name="connsiteY83" fmla="*/ 1544250 h 1603753"/>
              <a:gd name="connsiteX84" fmla="*/ 2766335 w 9662615"/>
              <a:gd name="connsiteY84" fmla="*/ 1527662 h 1603753"/>
              <a:gd name="connsiteX85" fmla="*/ 2757836 w 9662615"/>
              <a:gd name="connsiteY85" fmla="*/ 1531371 h 1603753"/>
              <a:gd name="connsiteX86" fmla="*/ 2691555 w 9662615"/>
              <a:gd name="connsiteY86" fmla="*/ 1530283 h 1603753"/>
              <a:gd name="connsiteX87" fmla="*/ 2491676 w 9662615"/>
              <a:gd name="connsiteY87" fmla="*/ 1500859 h 1603753"/>
              <a:gd name="connsiteX88" fmla="*/ 2378036 w 9662615"/>
              <a:gd name="connsiteY88" fmla="*/ 1520645 h 1603753"/>
              <a:gd name="connsiteX89" fmla="*/ 2284269 w 9662615"/>
              <a:gd name="connsiteY89" fmla="*/ 1503068 h 1603753"/>
              <a:gd name="connsiteX90" fmla="*/ 2207104 w 9662615"/>
              <a:gd name="connsiteY90" fmla="*/ 1508888 h 1603753"/>
              <a:gd name="connsiteX91" fmla="*/ 2149226 w 9662615"/>
              <a:gd name="connsiteY91" fmla="*/ 1523409 h 1603753"/>
              <a:gd name="connsiteX92" fmla="*/ 2084783 w 9662615"/>
              <a:gd name="connsiteY92" fmla="*/ 1524245 h 1603753"/>
              <a:gd name="connsiteX93" fmla="*/ 2070075 w 9662615"/>
              <a:gd name="connsiteY93" fmla="*/ 1511285 h 1603753"/>
              <a:gd name="connsiteX94" fmla="*/ 2001057 w 9662615"/>
              <a:gd name="connsiteY94" fmla="*/ 1516449 h 1603753"/>
              <a:gd name="connsiteX95" fmla="*/ 1896330 w 9662615"/>
              <a:gd name="connsiteY95" fmla="*/ 1525725 h 1603753"/>
              <a:gd name="connsiteX96" fmla="*/ 1835994 w 9662615"/>
              <a:gd name="connsiteY96" fmla="*/ 1527678 h 1603753"/>
              <a:gd name="connsiteX97" fmla="*/ 1671119 w 9662615"/>
              <a:gd name="connsiteY97" fmla="*/ 1536701 h 1603753"/>
              <a:gd name="connsiteX98" fmla="*/ 1601337 w 9662615"/>
              <a:gd name="connsiteY98" fmla="*/ 1548552 h 1603753"/>
              <a:gd name="connsiteX99" fmla="*/ 1407755 w 9662615"/>
              <a:gd name="connsiteY99" fmla="*/ 1571444 h 1603753"/>
              <a:gd name="connsiteX100" fmla="*/ 1271994 w 9662615"/>
              <a:gd name="connsiteY100" fmla="*/ 1579471 h 1603753"/>
              <a:gd name="connsiteX101" fmla="*/ 1249226 w 9662615"/>
              <a:gd name="connsiteY101" fmla="*/ 1583140 h 1603753"/>
              <a:gd name="connsiteX102" fmla="*/ 1217719 w 9662615"/>
              <a:gd name="connsiteY102" fmla="*/ 1580863 h 1603753"/>
              <a:gd name="connsiteX103" fmla="*/ 1091432 w 9662615"/>
              <a:gd name="connsiteY103" fmla="*/ 1571003 h 1603753"/>
              <a:gd name="connsiteX104" fmla="*/ 992039 w 9662615"/>
              <a:gd name="connsiteY104" fmla="*/ 1556662 h 1603753"/>
              <a:gd name="connsiteX105" fmla="*/ 868264 w 9662615"/>
              <a:gd name="connsiteY105" fmla="*/ 1566392 h 1603753"/>
              <a:gd name="connsiteX106" fmla="*/ 792765 w 9662615"/>
              <a:gd name="connsiteY106" fmla="*/ 1563102 h 1603753"/>
              <a:gd name="connsiteX107" fmla="*/ 669055 w 9662615"/>
              <a:gd name="connsiteY107" fmla="*/ 1543638 h 1603753"/>
              <a:gd name="connsiteX108" fmla="*/ 506152 w 9662615"/>
              <a:gd name="connsiteY108" fmla="*/ 1549124 h 1603753"/>
              <a:gd name="connsiteX109" fmla="*/ 472797 w 9662615"/>
              <a:gd name="connsiteY109" fmla="*/ 1568904 h 1603753"/>
              <a:gd name="connsiteX110" fmla="*/ 427864 w 9662615"/>
              <a:gd name="connsiteY110" fmla="*/ 1580848 h 1603753"/>
              <a:gd name="connsiteX111" fmla="*/ 408381 w 9662615"/>
              <a:gd name="connsiteY111" fmla="*/ 1552940 h 1603753"/>
              <a:gd name="connsiteX112" fmla="*/ 267163 w 9662615"/>
              <a:gd name="connsiteY112" fmla="*/ 1531913 h 1603753"/>
              <a:gd name="connsiteX113" fmla="*/ 196644 w 9662615"/>
              <a:gd name="connsiteY113" fmla="*/ 1524565 h 1603753"/>
              <a:gd name="connsiteX114" fmla="*/ 86819 w 9662615"/>
              <a:gd name="connsiteY114" fmla="*/ 1519517 h 1603753"/>
              <a:gd name="connsiteX115" fmla="*/ 53369 w 9662615"/>
              <a:gd name="connsiteY115" fmla="*/ 1516853 h 1603753"/>
              <a:gd name="connsiteX116" fmla="*/ 2359 w 9662615"/>
              <a:gd name="connsiteY116" fmla="*/ 1515247 h 1603753"/>
              <a:gd name="connsiteX117" fmla="*/ 0 w 9662615"/>
              <a:gd name="connsiteY117" fmla="*/ 1514932 h 1603753"/>
              <a:gd name="connsiteX118" fmla="*/ 0 w 9662615"/>
              <a:gd name="connsiteY118" fmla="*/ 0 h 1603753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603028 w 9662615"/>
              <a:gd name="connsiteY63" fmla="*/ 1568821 h 1583140"/>
              <a:gd name="connsiteX64" fmla="*/ 4541612 w 9662615"/>
              <a:gd name="connsiteY64" fmla="*/ 1545262 h 1583140"/>
              <a:gd name="connsiteX65" fmla="*/ 4422155 w 9662615"/>
              <a:gd name="connsiteY65" fmla="*/ 1542059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603028 w 9662615"/>
              <a:gd name="connsiteY63" fmla="*/ 1568821 h 1583140"/>
              <a:gd name="connsiteX64" fmla="*/ 4541612 w 9662615"/>
              <a:gd name="connsiteY64" fmla="*/ 1545262 h 1583140"/>
              <a:gd name="connsiteX65" fmla="*/ 4382398 w 9662615"/>
              <a:gd name="connsiteY65" fmla="*/ 1534108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603028 w 9662615"/>
              <a:gd name="connsiteY63" fmla="*/ 1568821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603028 w 9662615"/>
              <a:gd name="connsiteY63" fmla="*/ 1568821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595077 w 9662615"/>
              <a:gd name="connsiteY63" fmla="*/ 1552918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595077 w 9662615"/>
              <a:gd name="connsiteY63" fmla="*/ 1552918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62664 w 9662615"/>
              <a:gd name="connsiteY62" fmla="*/ 1573162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8923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3970635 w 9662615"/>
              <a:gd name="connsiteY68" fmla="*/ 1544815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3966659 w 9662615"/>
              <a:gd name="connsiteY68" fmla="*/ 1528913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96499"/>
              <a:gd name="connsiteX1" fmla="*/ 9662615 w 9662615"/>
              <a:gd name="connsiteY1" fmla="*/ 0 h 1596499"/>
              <a:gd name="connsiteX2" fmla="*/ 9662615 w 9662615"/>
              <a:gd name="connsiteY2" fmla="*/ 1280346 h 1596499"/>
              <a:gd name="connsiteX3" fmla="*/ 9658420 w 9662615"/>
              <a:gd name="connsiteY3" fmla="*/ 1280106 h 1596499"/>
              <a:gd name="connsiteX4" fmla="*/ 9469546 w 9662615"/>
              <a:gd name="connsiteY4" fmla="*/ 1289837 h 1596499"/>
              <a:gd name="connsiteX5" fmla="*/ 9385895 w 9662615"/>
              <a:gd name="connsiteY5" fmla="*/ 1269203 h 1596499"/>
              <a:gd name="connsiteX6" fmla="*/ 9144767 w 9662615"/>
              <a:gd name="connsiteY6" fmla="*/ 1264120 h 1596499"/>
              <a:gd name="connsiteX7" fmla="*/ 8837252 w 9662615"/>
              <a:gd name="connsiteY7" fmla="*/ 1350515 h 1596499"/>
              <a:gd name="connsiteX8" fmla="*/ 8705466 w 9662615"/>
              <a:gd name="connsiteY8" fmla="*/ 1342419 h 1596499"/>
              <a:gd name="connsiteX9" fmla="*/ 8652221 w 9662615"/>
              <a:gd name="connsiteY9" fmla="*/ 1326906 h 1596499"/>
              <a:gd name="connsiteX10" fmla="*/ 8632312 w 9662615"/>
              <a:gd name="connsiteY10" fmla="*/ 1326025 h 1596499"/>
              <a:gd name="connsiteX11" fmla="*/ 8591582 w 9662615"/>
              <a:gd name="connsiteY11" fmla="*/ 1341666 h 1596499"/>
              <a:gd name="connsiteX12" fmla="*/ 8537336 w 9662615"/>
              <a:gd name="connsiteY12" fmla="*/ 1341684 h 1596499"/>
              <a:gd name="connsiteX13" fmla="*/ 8472508 w 9662615"/>
              <a:gd name="connsiteY13" fmla="*/ 1363109 h 1596499"/>
              <a:gd name="connsiteX14" fmla="*/ 8258477 w 9662615"/>
              <a:gd name="connsiteY14" fmla="*/ 1370666 h 1596499"/>
              <a:gd name="connsiteX15" fmla="*/ 8197961 w 9662615"/>
              <a:gd name="connsiteY15" fmla="*/ 1392804 h 1596499"/>
              <a:gd name="connsiteX16" fmla="*/ 8171196 w 9662615"/>
              <a:gd name="connsiteY16" fmla="*/ 1397216 h 1596499"/>
              <a:gd name="connsiteX17" fmla="*/ 8127667 w 9662615"/>
              <a:gd name="connsiteY17" fmla="*/ 1418254 h 1596499"/>
              <a:gd name="connsiteX18" fmla="*/ 7974579 w 9662615"/>
              <a:gd name="connsiteY18" fmla="*/ 1383439 h 1596499"/>
              <a:gd name="connsiteX19" fmla="*/ 7768351 w 9662615"/>
              <a:gd name="connsiteY19" fmla="*/ 1395051 h 1596499"/>
              <a:gd name="connsiteX20" fmla="*/ 7635985 w 9662615"/>
              <a:gd name="connsiteY20" fmla="*/ 1386363 h 1596499"/>
              <a:gd name="connsiteX21" fmla="*/ 7466069 w 9662615"/>
              <a:gd name="connsiteY21" fmla="*/ 1377654 h 1596499"/>
              <a:gd name="connsiteX22" fmla="*/ 7355642 w 9662615"/>
              <a:gd name="connsiteY22" fmla="*/ 1407761 h 1596499"/>
              <a:gd name="connsiteX23" fmla="*/ 7151610 w 9662615"/>
              <a:gd name="connsiteY23" fmla="*/ 1397856 h 1596499"/>
              <a:gd name="connsiteX24" fmla="*/ 7082147 w 9662615"/>
              <a:gd name="connsiteY24" fmla="*/ 1406113 h 1596499"/>
              <a:gd name="connsiteX25" fmla="*/ 7014958 w 9662615"/>
              <a:gd name="connsiteY25" fmla="*/ 1396883 h 1596499"/>
              <a:gd name="connsiteX26" fmla="*/ 6907567 w 9662615"/>
              <a:gd name="connsiteY26" fmla="*/ 1419149 h 1596499"/>
              <a:gd name="connsiteX27" fmla="*/ 6748428 w 9662615"/>
              <a:gd name="connsiteY27" fmla="*/ 1420308 h 1596499"/>
              <a:gd name="connsiteX28" fmla="*/ 6654257 w 9662615"/>
              <a:gd name="connsiteY28" fmla="*/ 1424143 h 1596499"/>
              <a:gd name="connsiteX29" fmla="*/ 6620123 w 9662615"/>
              <a:gd name="connsiteY29" fmla="*/ 1430535 h 1596499"/>
              <a:gd name="connsiteX30" fmla="*/ 6571355 w 9662615"/>
              <a:gd name="connsiteY30" fmla="*/ 1436144 h 1596499"/>
              <a:gd name="connsiteX31" fmla="*/ 6486557 w 9662615"/>
              <a:gd name="connsiteY31" fmla="*/ 1449861 h 1596499"/>
              <a:gd name="connsiteX32" fmla="*/ 6370419 w 9662615"/>
              <a:gd name="connsiteY32" fmla="*/ 1461649 h 1596499"/>
              <a:gd name="connsiteX33" fmla="*/ 6278839 w 9662615"/>
              <a:gd name="connsiteY33" fmla="*/ 1449160 h 1596499"/>
              <a:gd name="connsiteX34" fmla="*/ 6272455 w 9662615"/>
              <a:gd name="connsiteY34" fmla="*/ 1453191 h 1596499"/>
              <a:gd name="connsiteX35" fmla="*/ 6212659 w 9662615"/>
              <a:gd name="connsiteY35" fmla="*/ 1454850 h 1596499"/>
              <a:gd name="connsiteX36" fmla="*/ 6069317 w 9662615"/>
              <a:gd name="connsiteY36" fmla="*/ 1445838 h 1596499"/>
              <a:gd name="connsiteX37" fmla="*/ 5878477 w 9662615"/>
              <a:gd name="connsiteY37" fmla="*/ 1439180 h 1596499"/>
              <a:gd name="connsiteX38" fmla="*/ 5838387 w 9662615"/>
              <a:gd name="connsiteY38" fmla="*/ 1444679 h 1596499"/>
              <a:gd name="connsiteX39" fmla="*/ 5771136 w 9662615"/>
              <a:gd name="connsiteY39" fmla="*/ 1453639 h 1596499"/>
              <a:gd name="connsiteX40" fmla="*/ 5724081 w 9662615"/>
              <a:gd name="connsiteY40" fmla="*/ 1470431 h 1596499"/>
              <a:gd name="connsiteX41" fmla="*/ 5666577 w 9662615"/>
              <a:gd name="connsiteY41" fmla="*/ 1473921 h 1596499"/>
              <a:gd name="connsiteX42" fmla="*/ 5649068 w 9662615"/>
              <a:gd name="connsiteY42" fmla="*/ 1461676 h 1596499"/>
              <a:gd name="connsiteX43" fmla="*/ 5588902 w 9662615"/>
              <a:gd name="connsiteY43" fmla="*/ 1469647 h 1596499"/>
              <a:gd name="connsiteX44" fmla="*/ 5498090 w 9662615"/>
              <a:gd name="connsiteY44" fmla="*/ 1483173 h 1596499"/>
              <a:gd name="connsiteX45" fmla="*/ 5444641 w 9662615"/>
              <a:gd name="connsiteY45" fmla="*/ 1487602 h 1596499"/>
              <a:gd name="connsiteX46" fmla="*/ 5299812 w 9662615"/>
              <a:gd name="connsiteY46" fmla="*/ 1503362 h 1596499"/>
              <a:gd name="connsiteX47" fmla="*/ 5213947 w 9662615"/>
              <a:gd name="connsiteY47" fmla="*/ 1516637 h 1596499"/>
              <a:gd name="connsiteX48" fmla="*/ 5090342 w 9662615"/>
              <a:gd name="connsiteY48" fmla="*/ 1546680 h 1596499"/>
              <a:gd name="connsiteX49" fmla="*/ 5129812 w 9662615"/>
              <a:gd name="connsiteY49" fmla="*/ 1521277 h 1596499"/>
              <a:gd name="connsiteX50" fmla="*/ 5059484 w 9662615"/>
              <a:gd name="connsiteY50" fmla="*/ 1546802 h 1596499"/>
              <a:gd name="connsiteX51" fmla="*/ 5038524 w 9662615"/>
              <a:gd name="connsiteY51" fmla="*/ 1545675 h 1596499"/>
              <a:gd name="connsiteX52" fmla="*/ 5026564 w 9662615"/>
              <a:gd name="connsiteY52" fmla="*/ 1545376 h 1596499"/>
              <a:gd name="connsiteX53" fmla="*/ 4969433 w 9662615"/>
              <a:gd name="connsiteY53" fmla="*/ 1550865 h 1596499"/>
              <a:gd name="connsiteX54" fmla="*/ 4929254 w 9662615"/>
              <a:gd name="connsiteY54" fmla="*/ 1563452 h 1596499"/>
              <a:gd name="connsiteX55" fmla="*/ 4871726 w 9662615"/>
              <a:gd name="connsiteY55" fmla="*/ 1570584 h 1596499"/>
              <a:gd name="connsiteX56" fmla="*/ 4843267 w 9662615"/>
              <a:gd name="connsiteY56" fmla="*/ 1561459 h 1596499"/>
              <a:gd name="connsiteX57" fmla="*/ 4821058 w 9662615"/>
              <a:gd name="connsiteY57" fmla="*/ 1553078 h 1596499"/>
              <a:gd name="connsiteX58" fmla="*/ 4791466 w 9662615"/>
              <a:gd name="connsiteY58" fmla="*/ 1561324 h 1596499"/>
              <a:gd name="connsiteX59" fmla="*/ 4784247 w 9662615"/>
              <a:gd name="connsiteY59" fmla="*/ 1562342 h 1596499"/>
              <a:gd name="connsiteX60" fmla="*/ 4739309 w 9662615"/>
              <a:gd name="connsiteY60" fmla="*/ 1553948 h 1596499"/>
              <a:gd name="connsiteX61" fmla="*/ 4697562 w 9662615"/>
              <a:gd name="connsiteY61" fmla="*/ 1551206 h 1596499"/>
              <a:gd name="connsiteX62" fmla="*/ 4650737 w 9662615"/>
              <a:gd name="connsiteY62" fmla="*/ 1537381 h 1596499"/>
              <a:gd name="connsiteX63" fmla="*/ 4583150 w 9662615"/>
              <a:gd name="connsiteY63" fmla="*/ 1529064 h 1596499"/>
              <a:gd name="connsiteX64" fmla="*/ 4521734 w 9662615"/>
              <a:gd name="connsiteY64" fmla="*/ 1529359 h 1596499"/>
              <a:gd name="connsiteX65" fmla="*/ 4382398 w 9662615"/>
              <a:gd name="connsiteY65" fmla="*/ 1534108 h 1596499"/>
              <a:gd name="connsiteX66" fmla="*/ 4221826 w 9662615"/>
              <a:gd name="connsiteY66" fmla="*/ 1500972 h 1596499"/>
              <a:gd name="connsiteX67" fmla="*/ 4096601 w 9662615"/>
              <a:gd name="connsiteY67" fmla="*/ 1521563 h 1596499"/>
              <a:gd name="connsiteX68" fmla="*/ 3978586 w 9662615"/>
              <a:gd name="connsiteY68" fmla="*/ 1596499 h 1596499"/>
              <a:gd name="connsiteX69" fmla="*/ 3833906 w 9662615"/>
              <a:gd name="connsiteY69" fmla="*/ 1516637 h 1596499"/>
              <a:gd name="connsiteX70" fmla="*/ 3696258 w 9662615"/>
              <a:gd name="connsiteY70" fmla="*/ 1537563 h 1596499"/>
              <a:gd name="connsiteX71" fmla="*/ 3594070 w 9662615"/>
              <a:gd name="connsiteY71" fmla="*/ 1509422 h 1596499"/>
              <a:gd name="connsiteX72" fmla="*/ 3565233 w 9662615"/>
              <a:gd name="connsiteY72" fmla="*/ 1515122 h 1596499"/>
              <a:gd name="connsiteX73" fmla="*/ 3560267 w 9662615"/>
              <a:gd name="connsiteY73" fmla="*/ 1516288 h 1596499"/>
              <a:gd name="connsiteX74" fmla="*/ 3540258 w 9662615"/>
              <a:gd name="connsiteY74" fmla="*/ 1516976 h 1596499"/>
              <a:gd name="connsiteX75" fmla="*/ 3534780 w 9662615"/>
              <a:gd name="connsiteY75" fmla="*/ 1522141 h 1596499"/>
              <a:gd name="connsiteX76" fmla="*/ 3504783 w 9662615"/>
              <a:gd name="connsiteY76" fmla="*/ 1526739 h 1596499"/>
              <a:gd name="connsiteX77" fmla="*/ 3430805 w 9662615"/>
              <a:gd name="connsiteY77" fmla="*/ 1542521 h 1596499"/>
              <a:gd name="connsiteX78" fmla="*/ 3292707 w 9662615"/>
              <a:gd name="connsiteY78" fmla="*/ 1520490 h 1596499"/>
              <a:gd name="connsiteX79" fmla="*/ 3187872 w 9662615"/>
              <a:gd name="connsiteY79" fmla="*/ 1519991 h 1596499"/>
              <a:gd name="connsiteX80" fmla="*/ 3148026 w 9662615"/>
              <a:gd name="connsiteY80" fmla="*/ 1524777 h 1596499"/>
              <a:gd name="connsiteX81" fmla="*/ 3092394 w 9662615"/>
              <a:gd name="connsiteY81" fmla="*/ 1528115 h 1596499"/>
              <a:gd name="connsiteX82" fmla="*/ 2994200 w 9662615"/>
              <a:gd name="connsiteY82" fmla="*/ 1537857 h 1596499"/>
              <a:gd name="connsiteX83" fmla="*/ 2862301 w 9662615"/>
              <a:gd name="connsiteY83" fmla="*/ 1544250 h 1596499"/>
              <a:gd name="connsiteX84" fmla="*/ 2766335 w 9662615"/>
              <a:gd name="connsiteY84" fmla="*/ 1527662 h 1596499"/>
              <a:gd name="connsiteX85" fmla="*/ 2757836 w 9662615"/>
              <a:gd name="connsiteY85" fmla="*/ 1531371 h 1596499"/>
              <a:gd name="connsiteX86" fmla="*/ 2691555 w 9662615"/>
              <a:gd name="connsiteY86" fmla="*/ 1530283 h 1596499"/>
              <a:gd name="connsiteX87" fmla="*/ 2491676 w 9662615"/>
              <a:gd name="connsiteY87" fmla="*/ 1500859 h 1596499"/>
              <a:gd name="connsiteX88" fmla="*/ 2378036 w 9662615"/>
              <a:gd name="connsiteY88" fmla="*/ 1520645 h 1596499"/>
              <a:gd name="connsiteX89" fmla="*/ 2284269 w 9662615"/>
              <a:gd name="connsiteY89" fmla="*/ 1503068 h 1596499"/>
              <a:gd name="connsiteX90" fmla="*/ 2207104 w 9662615"/>
              <a:gd name="connsiteY90" fmla="*/ 1508888 h 1596499"/>
              <a:gd name="connsiteX91" fmla="*/ 2149226 w 9662615"/>
              <a:gd name="connsiteY91" fmla="*/ 1523409 h 1596499"/>
              <a:gd name="connsiteX92" fmla="*/ 2084783 w 9662615"/>
              <a:gd name="connsiteY92" fmla="*/ 1524245 h 1596499"/>
              <a:gd name="connsiteX93" fmla="*/ 2070075 w 9662615"/>
              <a:gd name="connsiteY93" fmla="*/ 1511285 h 1596499"/>
              <a:gd name="connsiteX94" fmla="*/ 2001057 w 9662615"/>
              <a:gd name="connsiteY94" fmla="*/ 1516449 h 1596499"/>
              <a:gd name="connsiteX95" fmla="*/ 1896330 w 9662615"/>
              <a:gd name="connsiteY95" fmla="*/ 1525725 h 1596499"/>
              <a:gd name="connsiteX96" fmla="*/ 1835994 w 9662615"/>
              <a:gd name="connsiteY96" fmla="*/ 1527678 h 1596499"/>
              <a:gd name="connsiteX97" fmla="*/ 1671119 w 9662615"/>
              <a:gd name="connsiteY97" fmla="*/ 1536701 h 1596499"/>
              <a:gd name="connsiteX98" fmla="*/ 1601337 w 9662615"/>
              <a:gd name="connsiteY98" fmla="*/ 1548552 h 1596499"/>
              <a:gd name="connsiteX99" fmla="*/ 1407755 w 9662615"/>
              <a:gd name="connsiteY99" fmla="*/ 1571444 h 1596499"/>
              <a:gd name="connsiteX100" fmla="*/ 1271994 w 9662615"/>
              <a:gd name="connsiteY100" fmla="*/ 1579471 h 1596499"/>
              <a:gd name="connsiteX101" fmla="*/ 1249226 w 9662615"/>
              <a:gd name="connsiteY101" fmla="*/ 1583140 h 1596499"/>
              <a:gd name="connsiteX102" fmla="*/ 1217719 w 9662615"/>
              <a:gd name="connsiteY102" fmla="*/ 1580863 h 1596499"/>
              <a:gd name="connsiteX103" fmla="*/ 1091432 w 9662615"/>
              <a:gd name="connsiteY103" fmla="*/ 1571003 h 1596499"/>
              <a:gd name="connsiteX104" fmla="*/ 992039 w 9662615"/>
              <a:gd name="connsiteY104" fmla="*/ 1556662 h 1596499"/>
              <a:gd name="connsiteX105" fmla="*/ 868264 w 9662615"/>
              <a:gd name="connsiteY105" fmla="*/ 1566392 h 1596499"/>
              <a:gd name="connsiteX106" fmla="*/ 792765 w 9662615"/>
              <a:gd name="connsiteY106" fmla="*/ 1563102 h 1596499"/>
              <a:gd name="connsiteX107" fmla="*/ 669055 w 9662615"/>
              <a:gd name="connsiteY107" fmla="*/ 1543638 h 1596499"/>
              <a:gd name="connsiteX108" fmla="*/ 506152 w 9662615"/>
              <a:gd name="connsiteY108" fmla="*/ 1549124 h 1596499"/>
              <a:gd name="connsiteX109" fmla="*/ 472797 w 9662615"/>
              <a:gd name="connsiteY109" fmla="*/ 1568904 h 1596499"/>
              <a:gd name="connsiteX110" fmla="*/ 427864 w 9662615"/>
              <a:gd name="connsiteY110" fmla="*/ 1580848 h 1596499"/>
              <a:gd name="connsiteX111" fmla="*/ 408381 w 9662615"/>
              <a:gd name="connsiteY111" fmla="*/ 1552940 h 1596499"/>
              <a:gd name="connsiteX112" fmla="*/ 267163 w 9662615"/>
              <a:gd name="connsiteY112" fmla="*/ 1531913 h 1596499"/>
              <a:gd name="connsiteX113" fmla="*/ 196644 w 9662615"/>
              <a:gd name="connsiteY113" fmla="*/ 1524565 h 1596499"/>
              <a:gd name="connsiteX114" fmla="*/ 86819 w 9662615"/>
              <a:gd name="connsiteY114" fmla="*/ 1519517 h 1596499"/>
              <a:gd name="connsiteX115" fmla="*/ 53369 w 9662615"/>
              <a:gd name="connsiteY115" fmla="*/ 1516853 h 1596499"/>
              <a:gd name="connsiteX116" fmla="*/ 2359 w 9662615"/>
              <a:gd name="connsiteY116" fmla="*/ 1515247 h 1596499"/>
              <a:gd name="connsiteX117" fmla="*/ 0 w 9662615"/>
              <a:gd name="connsiteY117" fmla="*/ 1514932 h 1596499"/>
              <a:gd name="connsiteX118" fmla="*/ 0 w 9662615"/>
              <a:gd name="connsiteY118" fmla="*/ 0 h 1596499"/>
              <a:gd name="connsiteX0" fmla="*/ 0 w 9662615"/>
              <a:gd name="connsiteY0" fmla="*/ 0 h 1600474"/>
              <a:gd name="connsiteX1" fmla="*/ 9662615 w 9662615"/>
              <a:gd name="connsiteY1" fmla="*/ 0 h 1600474"/>
              <a:gd name="connsiteX2" fmla="*/ 9662615 w 9662615"/>
              <a:gd name="connsiteY2" fmla="*/ 1280346 h 1600474"/>
              <a:gd name="connsiteX3" fmla="*/ 9658420 w 9662615"/>
              <a:gd name="connsiteY3" fmla="*/ 1280106 h 1600474"/>
              <a:gd name="connsiteX4" fmla="*/ 9469546 w 9662615"/>
              <a:gd name="connsiteY4" fmla="*/ 1289837 h 1600474"/>
              <a:gd name="connsiteX5" fmla="*/ 9385895 w 9662615"/>
              <a:gd name="connsiteY5" fmla="*/ 1269203 h 1600474"/>
              <a:gd name="connsiteX6" fmla="*/ 9144767 w 9662615"/>
              <a:gd name="connsiteY6" fmla="*/ 1264120 h 1600474"/>
              <a:gd name="connsiteX7" fmla="*/ 8837252 w 9662615"/>
              <a:gd name="connsiteY7" fmla="*/ 1350515 h 1600474"/>
              <a:gd name="connsiteX8" fmla="*/ 8705466 w 9662615"/>
              <a:gd name="connsiteY8" fmla="*/ 1342419 h 1600474"/>
              <a:gd name="connsiteX9" fmla="*/ 8652221 w 9662615"/>
              <a:gd name="connsiteY9" fmla="*/ 1326906 h 1600474"/>
              <a:gd name="connsiteX10" fmla="*/ 8632312 w 9662615"/>
              <a:gd name="connsiteY10" fmla="*/ 1326025 h 1600474"/>
              <a:gd name="connsiteX11" fmla="*/ 8591582 w 9662615"/>
              <a:gd name="connsiteY11" fmla="*/ 1341666 h 1600474"/>
              <a:gd name="connsiteX12" fmla="*/ 8537336 w 9662615"/>
              <a:gd name="connsiteY12" fmla="*/ 1341684 h 1600474"/>
              <a:gd name="connsiteX13" fmla="*/ 8472508 w 9662615"/>
              <a:gd name="connsiteY13" fmla="*/ 1363109 h 1600474"/>
              <a:gd name="connsiteX14" fmla="*/ 8258477 w 9662615"/>
              <a:gd name="connsiteY14" fmla="*/ 1370666 h 1600474"/>
              <a:gd name="connsiteX15" fmla="*/ 8197961 w 9662615"/>
              <a:gd name="connsiteY15" fmla="*/ 1392804 h 1600474"/>
              <a:gd name="connsiteX16" fmla="*/ 8171196 w 9662615"/>
              <a:gd name="connsiteY16" fmla="*/ 1397216 h 1600474"/>
              <a:gd name="connsiteX17" fmla="*/ 8127667 w 9662615"/>
              <a:gd name="connsiteY17" fmla="*/ 1418254 h 1600474"/>
              <a:gd name="connsiteX18" fmla="*/ 7974579 w 9662615"/>
              <a:gd name="connsiteY18" fmla="*/ 1383439 h 1600474"/>
              <a:gd name="connsiteX19" fmla="*/ 7768351 w 9662615"/>
              <a:gd name="connsiteY19" fmla="*/ 1395051 h 1600474"/>
              <a:gd name="connsiteX20" fmla="*/ 7635985 w 9662615"/>
              <a:gd name="connsiteY20" fmla="*/ 1386363 h 1600474"/>
              <a:gd name="connsiteX21" fmla="*/ 7466069 w 9662615"/>
              <a:gd name="connsiteY21" fmla="*/ 1377654 h 1600474"/>
              <a:gd name="connsiteX22" fmla="*/ 7355642 w 9662615"/>
              <a:gd name="connsiteY22" fmla="*/ 1407761 h 1600474"/>
              <a:gd name="connsiteX23" fmla="*/ 7151610 w 9662615"/>
              <a:gd name="connsiteY23" fmla="*/ 1397856 h 1600474"/>
              <a:gd name="connsiteX24" fmla="*/ 7082147 w 9662615"/>
              <a:gd name="connsiteY24" fmla="*/ 1406113 h 1600474"/>
              <a:gd name="connsiteX25" fmla="*/ 7014958 w 9662615"/>
              <a:gd name="connsiteY25" fmla="*/ 1396883 h 1600474"/>
              <a:gd name="connsiteX26" fmla="*/ 6907567 w 9662615"/>
              <a:gd name="connsiteY26" fmla="*/ 1419149 h 1600474"/>
              <a:gd name="connsiteX27" fmla="*/ 6748428 w 9662615"/>
              <a:gd name="connsiteY27" fmla="*/ 1420308 h 1600474"/>
              <a:gd name="connsiteX28" fmla="*/ 6654257 w 9662615"/>
              <a:gd name="connsiteY28" fmla="*/ 1424143 h 1600474"/>
              <a:gd name="connsiteX29" fmla="*/ 6620123 w 9662615"/>
              <a:gd name="connsiteY29" fmla="*/ 1430535 h 1600474"/>
              <a:gd name="connsiteX30" fmla="*/ 6571355 w 9662615"/>
              <a:gd name="connsiteY30" fmla="*/ 1436144 h 1600474"/>
              <a:gd name="connsiteX31" fmla="*/ 6486557 w 9662615"/>
              <a:gd name="connsiteY31" fmla="*/ 1449861 h 1600474"/>
              <a:gd name="connsiteX32" fmla="*/ 6370419 w 9662615"/>
              <a:gd name="connsiteY32" fmla="*/ 1461649 h 1600474"/>
              <a:gd name="connsiteX33" fmla="*/ 6278839 w 9662615"/>
              <a:gd name="connsiteY33" fmla="*/ 1449160 h 1600474"/>
              <a:gd name="connsiteX34" fmla="*/ 6272455 w 9662615"/>
              <a:gd name="connsiteY34" fmla="*/ 1453191 h 1600474"/>
              <a:gd name="connsiteX35" fmla="*/ 6212659 w 9662615"/>
              <a:gd name="connsiteY35" fmla="*/ 1454850 h 1600474"/>
              <a:gd name="connsiteX36" fmla="*/ 6069317 w 9662615"/>
              <a:gd name="connsiteY36" fmla="*/ 1445838 h 1600474"/>
              <a:gd name="connsiteX37" fmla="*/ 5878477 w 9662615"/>
              <a:gd name="connsiteY37" fmla="*/ 1439180 h 1600474"/>
              <a:gd name="connsiteX38" fmla="*/ 5838387 w 9662615"/>
              <a:gd name="connsiteY38" fmla="*/ 1444679 h 1600474"/>
              <a:gd name="connsiteX39" fmla="*/ 5771136 w 9662615"/>
              <a:gd name="connsiteY39" fmla="*/ 1453639 h 1600474"/>
              <a:gd name="connsiteX40" fmla="*/ 5724081 w 9662615"/>
              <a:gd name="connsiteY40" fmla="*/ 1470431 h 1600474"/>
              <a:gd name="connsiteX41" fmla="*/ 5666577 w 9662615"/>
              <a:gd name="connsiteY41" fmla="*/ 1473921 h 1600474"/>
              <a:gd name="connsiteX42" fmla="*/ 5649068 w 9662615"/>
              <a:gd name="connsiteY42" fmla="*/ 1461676 h 1600474"/>
              <a:gd name="connsiteX43" fmla="*/ 5588902 w 9662615"/>
              <a:gd name="connsiteY43" fmla="*/ 1469647 h 1600474"/>
              <a:gd name="connsiteX44" fmla="*/ 5498090 w 9662615"/>
              <a:gd name="connsiteY44" fmla="*/ 1483173 h 1600474"/>
              <a:gd name="connsiteX45" fmla="*/ 5444641 w 9662615"/>
              <a:gd name="connsiteY45" fmla="*/ 1487602 h 1600474"/>
              <a:gd name="connsiteX46" fmla="*/ 5299812 w 9662615"/>
              <a:gd name="connsiteY46" fmla="*/ 1503362 h 1600474"/>
              <a:gd name="connsiteX47" fmla="*/ 5213947 w 9662615"/>
              <a:gd name="connsiteY47" fmla="*/ 1516637 h 1600474"/>
              <a:gd name="connsiteX48" fmla="*/ 5090342 w 9662615"/>
              <a:gd name="connsiteY48" fmla="*/ 1546680 h 1600474"/>
              <a:gd name="connsiteX49" fmla="*/ 5129812 w 9662615"/>
              <a:gd name="connsiteY49" fmla="*/ 1521277 h 1600474"/>
              <a:gd name="connsiteX50" fmla="*/ 5059484 w 9662615"/>
              <a:gd name="connsiteY50" fmla="*/ 1546802 h 1600474"/>
              <a:gd name="connsiteX51" fmla="*/ 5038524 w 9662615"/>
              <a:gd name="connsiteY51" fmla="*/ 1545675 h 1600474"/>
              <a:gd name="connsiteX52" fmla="*/ 5026564 w 9662615"/>
              <a:gd name="connsiteY52" fmla="*/ 1545376 h 1600474"/>
              <a:gd name="connsiteX53" fmla="*/ 4969433 w 9662615"/>
              <a:gd name="connsiteY53" fmla="*/ 1550865 h 1600474"/>
              <a:gd name="connsiteX54" fmla="*/ 4929254 w 9662615"/>
              <a:gd name="connsiteY54" fmla="*/ 1563452 h 1600474"/>
              <a:gd name="connsiteX55" fmla="*/ 4871726 w 9662615"/>
              <a:gd name="connsiteY55" fmla="*/ 1570584 h 1600474"/>
              <a:gd name="connsiteX56" fmla="*/ 4843267 w 9662615"/>
              <a:gd name="connsiteY56" fmla="*/ 1561459 h 1600474"/>
              <a:gd name="connsiteX57" fmla="*/ 4821058 w 9662615"/>
              <a:gd name="connsiteY57" fmla="*/ 1553078 h 1600474"/>
              <a:gd name="connsiteX58" fmla="*/ 4791466 w 9662615"/>
              <a:gd name="connsiteY58" fmla="*/ 1561324 h 1600474"/>
              <a:gd name="connsiteX59" fmla="*/ 4784247 w 9662615"/>
              <a:gd name="connsiteY59" fmla="*/ 1562342 h 1600474"/>
              <a:gd name="connsiteX60" fmla="*/ 4739309 w 9662615"/>
              <a:gd name="connsiteY60" fmla="*/ 1553948 h 1600474"/>
              <a:gd name="connsiteX61" fmla="*/ 4697562 w 9662615"/>
              <a:gd name="connsiteY61" fmla="*/ 1551206 h 1600474"/>
              <a:gd name="connsiteX62" fmla="*/ 4650737 w 9662615"/>
              <a:gd name="connsiteY62" fmla="*/ 1537381 h 1600474"/>
              <a:gd name="connsiteX63" fmla="*/ 4583150 w 9662615"/>
              <a:gd name="connsiteY63" fmla="*/ 1529064 h 1600474"/>
              <a:gd name="connsiteX64" fmla="*/ 4521734 w 9662615"/>
              <a:gd name="connsiteY64" fmla="*/ 1529359 h 1600474"/>
              <a:gd name="connsiteX65" fmla="*/ 4382398 w 9662615"/>
              <a:gd name="connsiteY65" fmla="*/ 1534108 h 1600474"/>
              <a:gd name="connsiteX66" fmla="*/ 4221826 w 9662615"/>
              <a:gd name="connsiteY66" fmla="*/ 1500972 h 1600474"/>
              <a:gd name="connsiteX67" fmla="*/ 4096601 w 9662615"/>
              <a:gd name="connsiteY67" fmla="*/ 1521563 h 1600474"/>
              <a:gd name="connsiteX68" fmla="*/ 4046172 w 9662615"/>
              <a:gd name="connsiteY68" fmla="*/ 1600474 h 1600474"/>
              <a:gd name="connsiteX69" fmla="*/ 3833906 w 9662615"/>
              <a:gd name="connsiteY69" fmla="*/ 1516637 h 1600474"/>
              <a:gd name="connsiteX70" fmla="*/ 3696258 w 9662615"/>
              <a:gd name="connsiteY70" fmla="*/ 1537563 h 1600474"/>
              <a:gd name="connsiteX71" fmla="*/ 3594070 w 9662615"/>
              <a:gd name="connsiteY71" fmla="*/ 1509422 h 1600474"/>
              <a:gd name="connsiteX72" fmla="*/ 3565233 w 9662615"/>
              <a:gd name="connsiteY72" fmla="*/ 1515122 h 1600474"/>
              <a:gd name="connsiteX73" fmla="*/ 3560267 w 9662615"/>
              <a:gd name="connsiteY73" fmla="*/ 1516288 h 1600474"/>
              <a:gd name="connsiteX74" fmla="*/ 3540258 w 9662615"/>
              <a:gd name="connsiteY74" fmla="*/ 1516976 h 1600474"/>
              <a:gd name="connsiteX75" fmla="*/ 3534780 w 9662615"/>
              <a:gd name="connsiteY75" fmla="*/ 1522141 h 1600474"/>
              <a:gd name="connsiteX76" fmla="*/ 3504783 w 9662615"/>
              <a:gd name="connsiteY76" fmla="*/ 1526739 h 1600474"/>
              <a:gd name="connsiteX77" fmla="*/ 3430805 w 9662615"/>
              <a:gd name="connsiteY77" fmla="*/ 1542521 h 1600474"/>
              <a:gd name="connsiteX78" fmla="*/ 3292707 w 9662615"/>
              <a:gd name="connsiteY78" fmla="*/ 1520490 h 1600474"/>
              <a:gd name="connsiteX79" fmla="*/ 3187872 w 9662615"/>
              <a:gd name="connsiteY79" fmla="*/ 1519991 h 1600474"/>
              <a:gd name="connsiteX80" fmla="*/ 3148026 w 9662615"/>
              <a:gd name="connsiteY80" fmla="*/ 1524777 h 1600474"/>
              <a:gd name="connsiteX81" fmla="*/ 3092394 w 9662615"/>
              <a:gd name="connsiteY81" fmla="*/ 1528115 h 1600474"/>
              <a:gd name="connsiteX82" fmla="*/ 2994200 w 9662615"/>
              <a:gd name="connsiteY82" fmla="*/ 1537857 h 1600474"/>
              <a:gd name="connsiteX83" fmla="*/ 2862301 w 9662615"/>
              <a:gd name="connsiteY83" fmla="*/ 1544250 h 1600474"/>
              <a:gd name="connsiteX84" fmla="*/ 2766335 w 9662615"/>
              <a:gd name="connsiteY84" fmla="*/ 1527662 h 1600474"/>
              <a:gd name="connsiteX85" fmla="*/ 2757836 w 9662615"/>
              <a:gd name="connsiteY85" fmla="*/ 1531371 h 1600474"/>
              <a:gd name="connsiteX86" fmla="*/ 2691555 w 9662615"/>
              <a:gd name="connsiteY86" fmla="*/ 1530283 h 1600474"/>
              <a:gd name="connsiteX87" fmla="*/ 2491676 w 9662615"/>
              <a:gd name="connsiteY87" fmla="*/ 1500859 h 1600474"/>
              <a:gd name="connsiteX88" fmla="*/ 2378036 w 9662615"/>
              <a:gd name="connsiteY88" fmla="*/ 1520645 h 1600474"/>
              <a:gd name="connsiteX89" fmla="*/ 2284269 w 9662615"/>
              <a:gd name="connsiteY89" fmla="*/ 1503068 h 1600474"/>
              <a:gd name="connsiteX90" fmla="*/ 2207104 w 9662615"/>
              <a:gd name="connsiteY90" fmla="*/ 1508888 h 1600474"/>
              <a:gd name="connsiteX91" fmla="*/ 2149226 w 9662615"/>
              <a:gd name="connsiteY91" fmla="*/ 1523409 h 1600474"/>
              <a:gd name="connsiteX92" fmla="*/ 2084783 w 9662615"/>
              <a:gd name="connsiteY92" fmla="*/ 1524245 h 1600474"/>
              <a:gd name="connsiteX93" fmla="*/ 2070075 w 9662615"/>
              <a:gd name="connsiteY93" fmla="*/ 1511285 h 1600474"/>
              <a:gd name="connsiteX94" fmla="*/ 2001057 w 9662615"/>
              <a:gd name="connsiteY94" fmla="*/ 1516449 h 1600474"/>
              <a:gd name="connsiteX95" fmla="*/ 1896330 w 9662615"/>
              <a:gd name="connsiteY95" fmla="*/ 1525725 h 1600474"/>
              <a:gd name="connsiteX96" fmla="*/ 1835994 w 9662615"/>
              <a:gd name="connsiteY96" fmla="*/ 1527678 h 1600474"/>
              <a:gd name="connsiteX97" fmla="*/ 1671119 w 9662615"/>
              <a:gd name="connsiteY97" fmla="*/ 1536701 h 1600474"/>
              <a:gd name="connsiteX98" fmla="*/ 1601337 w 9662615"/>
              <a:gd name="connsiteY98" fmla="*/ 1548552 h 1600474"/>
              <a:gd name="connsiteX99" fmla="*/ 1407755 w 9662615"/>
              <a:gd name="connsiteY99" fmla="*/ 1571444 h 1600474"/>
              <a:gd name="connsiteX100" fmla="*/ 1271994 w 9662615"/>
              <a:gd name="connsiteY100" fmla="*/ 1579471 h 1600474"/>
              <a:gd name="connsiteX101" fmla="*/ 1249226 w 9662615"/>
              <a:gd name="connsiteY101" fmla="*/ 1583140 h 1600474"/>
              <a:gd name="connsiteX102" fmla="*/ 1217719 w 9662615"/>
              <a:gd name="connsiteY102" fmla="*/ 1580863 h 1600474"/>
              <a:gd name="connsiteX103" fmla="*/ 1091432 w 9662615"/>
              <a:gd name="connsiteY103" fmla="*/ 1571003 h 1600474"/>
              <a:gd name="connsiteX104" fmla="*/ 992039 w 9662615"/>
              <a:gd name="connsiteY104" fmla="*/ 1556662 h 1600474"/>
              <a:gd name="connsiteX105" fmla="*/ 868264 w 9662615"/>
              <a:gd name="connsiteY105" fmla="*/ 1566392 h 1600474"/>
              <a:gd name="connsiteX106" fmla="*/ 792765 w 9662615"/>
              <a:gd name="connsiteY106" fmla="*/ 1563102 h 1600474"/>
              <a:gd name="connsiteX107" fmla="*/ 669055 w 9662615"/>
              <a:gd name="connsiteY107" fmla="*/ 1543638 h 1600474"/>
              <a:gd name="connsiteX108" fmla="*/ 506152 w 9662615"/>
              <a:gd name="connsiteY108" fmla="*/ 1549124 h 1600474"/>
              <a:gd name="connsiteX109" fmla="*/ 472797 w 9662615"/>
              <a:gd name="connsiteY109" fmla="*/ 1568904 h 1600474"/>
              <a:gd name="connsiteX110" fmla="*/ 427864 w 9662615"/>
              <a:gd name="connsiteY110" fmla="*/ 1580848 h 1600474"/>
              <a:gd name="connsiteX111" fmla="*/ 408381 w 9662615"/>
              <a:gd name="connsiteY111" fmla="*/ 1552940 h 1600474"/>
              <a:gd name="connsiteX112" fmla="*/ 267163 w 9662615"/>
              <a:gd name="connsiteY112" fmla="*/ 1531913 h 1600474"/>
              <a:gd name="connsiteX113" fmla="*/ 196644 w 9662615"/>
              <a:gd name="connsiteY113" fmla="*/ 1524565 h 1600474"/>
              <a:gd name="connsiteX114" fmla="*/ 86819 w 9662615"/>
              <a:gd name="connsiteY114" fmla="*/ 1519517 h 1600474"/>
              <a:gd name="connsiteX115" fmla="*/ 53369 w 9662615"/>
              <a:gd name="connsiteY115" fmla="*/ 1516853 h 1600474"/>
              <a:gd name="connsiteX116" fmla="*/ 2359 w 9662615"/>
              <a:gd name="connsiteY116" fmla="*/ 1515247 h 1600474"/>
              <a:gd name="connsiteX117" fmla="*/ 0 w 9662615"/>
              <a:gd name="connsiteY117" fmla="*/ 1514932 h 1600474"/>
              <a:gd name="connsiteX118" fmla="*/ 0 w 9662615"/>
              <a:gd name="connsiteY118" fmla="*/ 0 h 1600474"/>
              <a:gd name="connsiteX0" fmla="*/ 0 w 9662615"/>
              <a:gd name="connsiteY0" fmla="*/ 0 h 1679987"/>
              <a:gd name="connsiteX1" fmla="*/ 9662615 w 9662615"/>
              <a:gd name="connsiteY1" fmla="*/ 0 h 1679987"/>
              <a:gd name="connsiteX2" fmla="*/ 9662615 w 9662615"/>
              <a:gd name="connsiteY2" fmla="*/ 1280346 h 1679987"/>
              <a:gd name="connsiteX3" fmla="*/ 9658420 w 9662615"/>
              <a:gd name="connsiteY3" fmla="*/ 1280106 h 1679987"/>
              <a:gd name="connsiteX4" fmla="*/ 9469546 w 9662615"/>
              <a:gd name="connsiteY4" fmla="*/ 1289837 h 1679987"/>
              <a:gd name="connsiteX5" fmla="*/ 9385895 w 9662615"/>
              <a:gd name="connsiteY5" fmla="*/ 1269203 h 1679987"/>
              <a:gd name="connsiteX6" fmla="*/ 9144767 w 9662615"/>
              <a:gd name="connsiteY6" fmla="*/ 1264120 h 1679987"/>
              <a:gd name="connsiteX7" fmla="*/ 8837252 w 9662615"/>
              <a:gd name="connsiteY7" fmla="*/ 1350515 h 1679987"/>
              <a:gd name="connsiteX8" fmla="*/ 8705466 w 9662615"/>
              <a:gd name="connsiteY8" fmla="*/ 1342419 h 1679987"/>
              <a:gd name="connsiteX9" fmla="*/ 8652221 w 9662615"/>
              <a:gd name="connsiteY9" fmla="*/ 1326906 h 1679987"/>
              <a:gd name="connsiteX10" fmla="*/ 8632312 w 9662615"/>
              <a:gd name="connsiteY10" fmla="*/ 1326025 h 1679987"/>
              <a:gd name="connsiteX11" fmla="*/ 8591582 w 9662615"/>
              <a:gd name="connsiteY11" fmla="*/ 1341666 h 1679987"/>
              <a:gd name="connsiteX12" fmla="*/ 8537336 w 9662615"/>
              <a:gd name="connsiteY12" fmla="*/ 1341684 h 1679987"/>
              <a:gd name="connsiteX13" fmla="*/ 8472508 w 9662615"/>
              <a:gd name="connsiteY13" fmla="*/ 1363109 h 1679987"/>
              <a:gd name="connsiteX14" fmla="*/ 8258477 w 9662615"/>
              <a:gd name="connsiteY14" fmla="*/ 1370666 h 1679987"/>
              <a:gd name="connsiteX15" fmla="*/ 8197961 w 9662615"/>
              <a:gd name="connsiteY15" fmla="*/ 1392804 h 1679987"/>
              <a:gd name="connsiteX16" fmla="*/ 8171196 w 9662615"/>
              <a:gd name="connsiteY16" fmla="*/ 1397216 h 1679987"/>
              <a:gd name="connsiteX17" fmla="*/ 8127667 w 9662615"/>
              <a:gd name="connsiteY17" fmla="*/ 1418254 h 1679987"/>
              <a:gd name="connsiteX18" fmla="*/ 7974579 w 9662615"/>
              <a:gd name="connsiteY18" fmla="*/ 1383439 h 1679987"/>
              <a:gd name="connsiteX19" fmla="*/ 7768351 w 9662615"/>
              <a:gd name="connsiteY19" fmla="*/ 1395051 h 1679987"/>
              <a:gd name="connsiteX20" fmla="*/ 7635985 w 9662615"/>
              <a:gd name="connsiteY20" fmla="*/ 1386363 h 1679987"/>
              <a:gd name="connsiteX21" fmla="*/ 7466069 w 9662615"/>
              <a:gd name="connsiteY21" fmla="*/ 1377654 h 1679987"/>
              <a:gd name="connsiteX22" fmla="*/ 7355642 w 9662615"/>
              <a:gd name="connsiteY22" fmla="*/ 1407761 h 1679987"/>
              <a:gd name="connsiteX23" fmla="*/ 7151610 w 9662615"/>
              <a:gd name="connsiteY23" fmla="*/ 1397856 h 1679987"/>
              <a:gd name="connsiteX24" fmla="*/ 7082147 w 9662615"/>
              <a:gd name="connsiteY24" fmla="*/ 1406113 h 1679987"/>
              <a:gd name="connsiteX25" fmla="*/ 7014958 w 9662615"/>
              <a:gd name="connsiteY25" fmla="*/ 1396883 h 1679987"/>
              <a:gd name="connsiteX26" fmla="*/ 6907567 w 9662615"/>
              <a:gd name="connsiteY26" fmla="*/ 1419149 h 1679987"/>
              <a:gd name="connsiteX27" fmla="*/ 6748428 w 9662615"/>
              <a:gd name="connsiteY27" fmla="*/ 1420308 h 1679987"/>
              <a:gd name="connsiteX28" fmla="*/ 6654257 w 9662615"/>
              <a:gd name="connsiteY28" fmla="*/ 1424143 h 1679987"/>
              <a:gd name="connsiteX29" fmla="*/ 6620123 w 9662615"/>
              <a:gd name="connsiteY29" fmla="*/ 1430535 h 1679987"/>
              <a:gd name="connsiteX30" fmla="*/ 6571355 w 9662615"/>
              <a:gd name="connsiteY30" fmla="*/ 1436144 h 1679987"/>
              <a:gd name="connsiteX31" fmla="*/ 6486557 w 9662615"/>
              <a:gd name="connsiteY31" fmla="*/ 1449861 h 1679987"/>
              <a:gd name="connsiteX32" fmla="*/ 6370419 w 9662615"/>
              <a:gd name="connsiteY32" fmla="*/ 1461649 h 1679987"/>
              <a:gd name="connsiteX33" fmla="*/ 6278839 w 9662615"/>
              <a:gd name="connsiteY33" fmla="*/ 1449160 h 1679987"/>
              <a:gd name="connsiteX34" fmla="*/ 6272455 w 9662615"/>
              <a:gd name="connsiteY34" fmla="*/ 1453191 h 1679987"/>
              <a:gd name="connsiteX35" fmla="*/ 6212659 w 9662615"/>
              <a:gd name="connsiteY35" fmla="*/ 1454850 h 1679987"/>
              <a:gd name="connsiteX36" fmla="*/ 6069317 w 9662615"/>
              <a:gd name="connsiteY36" fmla="*/ 1445838 h 1679987"/>
              <a:gd name="connsiteX37" fmla="*/ 5878477 w 9662615"/>
              <a:gd name="connsiteY37" fmla="*/ 1439180 h 1679987"/>
              <a:gd name="connsiteX38" fmla="*/ 5838387 w 9662615"/>
              <a:gd name="connsiteY38" fmla="*/ 1444679 h 1679987"/>
              <a:gd name="connsiteX39" fmla="*/ 5771136 w 9662615"/>
              <a:gd name="connsiteY39" fmla="*/ 1453639 h 1679987"/>
              <a:gd name="connsiteX40" fmla="*/ 5724081 w 9662615"/>
              <a:gd name="connsiteY40" fmla="*/ 1470431 h 1679987"/>
              <a:gd name="connsiteX41" fmla="*/ 5666577 w 9662615"/>
              <a:gd name="connsiteY41" fmla="*/ 1473921 h 1679987"/>
              <a:gd name="connsiteX42" fmla="*/ 5649068 w 9662615"/>
              <a:gd name="connsiteY42" fmla="*/ 1461676 h 1679987"/>
              <a:gd name="connsiteX43" fmla="*/ 5588902 w 9662615"/>
              <a:gd name="connsiteY43" fmla="*/ 1469647 h 1679987"/>
              <a:gd name="connsiteX44" fmla="*/ 5498090 w 9662615"/>
              <a:gd name="connsiteY44" fmla="*/ 1483173 h 1679987"/>
              <a:gd name="connsiteX45" fmla="*/ 5444641 w 9662615"/>
              <a:gd name="connsiteY45" fmla="*/ 1487602 h 1679987"/>
              <a:gd name="connsiteX46" fmla="*/ 5299812 w 9662615"/>
              <a:gd name="connsiteY46" fmla="*/ 1503362 h 1679987"/>
              <a:gd name="connsiteX47" fmla="*/ 5213947 w 9662615"/>
              <a:gd name="connsiteY47" fmla="*/ 1516637 h 1679987"/>
              <a:gd name="connsiteX48" fmla="*/ 5090342 w 9662615"/>
              <a:gd name="connsiteY48" fmla="*/ 1546680 h 1679987"/>
              <a:gd name="connsiteX49" fmla="*/ 5129812 w 9662615"/>
              <a:gd name="connsiteY49" fmla="*/ 1521277 h 1679987"/>
              <a:gd name="connsiteX50" fmla="*/ 5059484 w 9662615"/>
              <a:gd name="connsiteY50" fmla="*/ 1546802 h 1679987"/>
              <a:gd name="connsiteX51" fmla="*/ 5038524 w 9662615"/>
              <a:gd name="connsiteY51" fmla="*/ 1545675 h 1679987"/>
              <a:gd name="connsiteX52" fmla="*/ 5026564 w 9662615"/>
              <a:gd name="connsiteY52" fmla="*/ 1545376 h 1679987"/>
              <a:gd name="connsiteX53" fmla="*/ 4969433 w 9662615"/>
              <a:gd name="connsiteY53" fmla="*/ 1550865 h 1679987"/>
              <a:gd name="connsiteX54" fmla="*/ 4929254 w 9662615"/>
              <a:gd name="connsiteY54" fmla="*/ 1563452 h 1679987"/>
              <a:gd name="connsiteX55" fmla="*/ 4871726 w 9662615"/>
              <a:gd name="connsiteY55" fmla="*/ 1570584 h 1679987"/>
              <a:gd name="connsiteX56" fmla="*/ 4843267 w 9662615"/>
              <a:gd name="connsiteY56" fmla="*/ 1561459 h 1679987"/>
              <a:gd name="connsiteX57" fmla="*/ 4821058 w 9662615"/>
              <a:gd name="connsiteY57" fmla="*/ 1553078 h 1679987"/>
              <a:gd name="connsiteX58" fmla="*/ 4791466 w 9662615"/>
              <a:gd name="connsiteY58" fmla="*/ 1561324 h 1679987"/>
              <a:gd name="connsiteX59" fmla="*/ 4784247 w 9662615"/>
              <a:gd name="connsiteY59" fmla="*/ 1562342 h 1679987"/>
              <a:gd name="connsiteX60" fmla="*/ 4739309 w 9662615"/>
              <a:gd name="connsiteY60" fmla="*/ 1553948 h 1679987"/>
              <a:gd name="connsiteX61" fmla="*/ 4697562 w 9662615"/>
              <a:gd name="connsiteY61" fmla="*/ 1551206 h 1679987"/>
              <a:gd name="connsiteX62" fmla="*/ 4650737 w 9662615"/>
              <a:gd name="connsiteY62" fmla="*/ 1537381 h 1679987"/>
              <a:gd name="connsiteX63" fmla="*/ 4583150 w 9662615"/>
              <a:gd name="connsiteY63" fmla="*/ 1529064 h 1679987"/>
              <a:gd name="connsiteX64" fmla="*/ 4521734 w 9662615"/>
              <a:gd name="connsiteY64" fmla="*/ 1529359 h 1679987"/>
              <a:gd name="connsiteX65" fmla="*/ 4382398 w 9662615"/>
              <a:gd name="connsiteY65" fmla="*/ 1534108 h 1679987"/>
              <a:gd name="connsiteX66" fmla="*/ 4221826 w 9662615"/>
              <a:gd name="connsiteY66" fmla="*/ 1500972 h 1679987"/>
              <a:gd name="connsiteX67" fmla="*/ 4096601 w 9662615"/>
              <a:gd name="connsiteY67" fmla="*/ 1521563 h 1679987"/>
              <a:gd name="connsiteX68" fmla="*/ 3879195 w 9662615"/>
              <a:gd name="connsiteY68" fmla="*/ 1679987 h 1679987"/>
              <a:gd name="connsiteX69" fmla="*/ 3833906 w 9662615"/>
              <a:gd name="connsiteY69" fmla="*/ 1516637 h 1679987"/>
              <a:gd name="connsiteX70" fmla="*/ 3696258 w 9662615"/>
              <a:gd name="connsiteY70" fmla="*/ 1537563 h 1679987"/>
              <a:gd name="connsiteX71" fmla="*/ 3594070 w 9662615"/>
              <a:gd name="connsiteY71" fmla="*/ 1509422 h 1679987"/>
              <a:gd name="connsiteX72" fmla="*/ 3565233 w 9662615"/>
              <a:gd name="connsiteY72" fmla="*/ 1515122 h 1679987"/>
              <a:gd name="connsiteX73" fmla="*/ 3560267 w 9662615"/>
              <a:gd name="connsiteY73" fmla="*/ 1516288 h 1679987"/>
              <a:gd name="connsiteX74" fmla="*/ 3540258 w 9662615"/>
              <a:gd name="connsiteY74" fmla="*/ 1516976 h 1679987"/>
              <a:gd name="connsiteX75" fmla="*/ 3534780 w 9662615"/>
              <a:gd name="connsiteY75" fmla="*/ 1522141 h 1679987"/>
              <a:gd name="connsiteX76" fmla="*/ 3504783 w 9662615"/>
              <a:gd name="connsiteY76" fmla="*/ 1526739 h 1679987"/>
              <a:gd name="connsiteX77" fmla="*/ 3430805 w 9662615"/>
              <a:gd name="connsiteY77" fmla="*/ 1542521 h 1679987"/>
              <a:gd name="connsiteX78" fmla="*/ 3292707 w 9662615"/>
              <a:gd name="connsiteY78" fmla="*/ 1520490 h 1679987"/>
              <a:gd name="connsiteX79" fmla="*/ 3187872 w 9662615"/>
              <a:gd name="connsiteY79" fmla="*/ 1519991 h 1679987"/>
              <a:gd name="connsiteX80" fmla="*/ 3148026 w 9662615"/>
              <a:gd name="connsiteY80" fmla="*/ 1524777 h 1679987"/>
              <a:gd name="connsiteX81" fmla="*/ 3092394 w 9662615"/>
              <a:gd name="connsiteY81" fmla="*/ 1528115 h 1679987"/>
              <a:gd name="connsiteX82" fmla="*/ 2994200 w 9662615"/>
              <a:gd name="connsiteY82" fmla="*/ 1537857 h 1679987"/>
              <a:gd name="connsiteX83" fmla="*/ 2862301 w 9662615"/>
              <a:gd name="connsiteY83" fmla="*/ 1544250 h 1679987"/>
              <a:gd name="connsiteX84" fmla="*/ 2766335 w 9662615"/>
              <a:gd name="connsiteY84" fmla="*/ 1527662 h 1679987"/>
              <a:gd name="connsiteX85" fmla="*/ 2757836 w 9662615"/>
              <a:gd name="connsiteY85" fmla="*/ 1531371 h 1679987"/>
              <a:gd name="connsiteX86" fmla="*/ 2691555 w 9662615"/>
              <a:gd name="connsiteY86" fmla="*/ 1530283 h 1679987"/>
              <a:gd name="connsiteX87" fmla="*/ 2491676 w 9662615"/>
              <a:gd name="connsiteY87" fmla="*/ 1500859 h 1679987"/>
              <a:gd name="connsiteX88" fmla="*/ 2378036 w 9662615"/>
              <a:gd name="connsiteY88" fmla="*/ 1520645 h 1679987"/>
              <a:gd name="connsiteX89" fmla="*/ 2284269 w 9662615"/>
              <a:gd name="connsiteY89" fmla="*/ 1503068 h 1679987"/>
              <a:gd name="connsiteX90" fmla="*/ 2207104 w 9662615"/>
              <a:gd name="connsiteY90" fmla="*/ 1508888 h 1679987"/>
              <a:gd name="connsiteX91" fmla="*/ 2149226 w 9662615"/>
              <a:gd name="connsiteY91" fmla="*/ 1523409 h 1679987"/>
              <a:gd name="connsiteX92" fmla="*/ 2084783 w 9662615"/>
              <a:gd name="connsiteY92" fmla="*/ 1524245 h 1679987"/>
              <a:gd name="connsiteX93" fmla="*/ 2070075 w 9662615"/>
              <a:gd name="connsiteY93" fmla="*/ 1511285 h 1679987"/>
              <a:gd name="connsiteX94" fmla="*/ 2001057 w 9662615"/>
              <a:gd name="connsiteY94" fmla="*/ 1516449 h 1679987"/>
              <a:gd name="connsiteX95" fmla="*/ 1896330 w 9662615"/>
              <a:gd name="connsiteY95" fmla="*/ 1525725 h 1679987"/>
              <a:gd name="connsiteX96" fmla="*/ 1835994 w 9662615"/>
              <a:gd name="connsiteY96" fmla="*/ 1527678 h 1679987"/>
              <a:gd name="connsiteX97" fmla="*/ 1671119 w 9662615"/>
              <a:gd name="connsiteY97" fmla="*/ 1536701 h 1679987"/>
              <a:gd name="connsiteX98" fmla="*/ 1601337 w 9662615"/>
              <a:gd name="connsiteY98" fmla="*/ 1548552 h 1679987"/>
              <a:gd name="connsiteX99" fmla="*/ 1407755 w 9662615"/>
              <a:gd name="connsiteY99" fmla="*/ 1571444 h 1679987"/>
              <a:gd name="connsiteX100" fmla="*/ 1271994 w 9662615"/>
              <a:gd name="connsiteY100" fmla="*/ 1579471 h 1679987"/>
              <a:gd name="connsiteX101" fmla="*/ 1249226 w 9662615"/>
              <a:gd name="connsiteY101" fmla="*/ 1583140 h 1679987"/>
              <a:gd name="connsiteX102" fmla="*/ 1217719 w 9662615"/>
              <a:gd name="connsiteY102" fmla="*/ 1580863 h 1679987"/>
              <a:gd name="connsiteX103" fmla="*/ 1091432 w 9662615"/>
              <a:gd name="connsiteY103" fmla="*/ 1571003 h 1679987"/>
              <a:gd name="connsiteX104" fmla="*/ 992039 w 9662615"/>
              <a:gd name="connsiteY104" fmla="*/ 1556662 h 1679987"/>
              <a:gd name="connsiteX105" fmla="*/ 868264 w 9662615"/>
              <a:gd name="connsiteY105" fmla="*/ 1566392 h 1679987"/>
              <a:gd name="connsiteX106" fmla="*/ 792765 w 9662615"/>
              <a:gd name="connsiteY106" fmla="*/ 1563102 h 1679987"/>
              <a:gd name="connsiteX107" fmla="*/ 669055 w 9662615"/>
              <a:gd name="connsiteY107" fmla="*/ 1543638 h 1679987"/>
              <a:gd name="connsiteX108" fmla="*/ 506152 w 9662615"/>
              <a:gd name="connsiteY108" fmla="*/ 1549124 h 1679987"/>
              <a:gd name="connsiteX109" fmla="*/ 472797 w 9662615"/>
              <a:gd name="connsiteY109" fmla="*/ 1568904 h 1679987"/>
              <a:gd name="connsiteX110" fmla="*/ 427864 w 9662615"/>
              <a:gd name="connsiteY110" fmla="*/ 1580848 h 1679987"/>
              <a:gd name="connsiteX111" fmla="*/ 408381 w 9662615"/>
              <a:gd name="connsiteY111" fmla="*/ 1552940 h 1679987"/>
              <a:gd name="connsiteX112" fmla="*/ 267163 w 9662615"/>
              <a:gd name="connsiteY112" fmla="*/ 1531913 h 1679987"/>
              <a:gd name="connsiteX113" fmla="*/ 196644 w 9662615"/>
              <a:gd name="connsiteY113" fmla="*/ 1524565 h 1679987"/>
              <a:gd name="connsiteX114" fmla="*/ 86819 w 9662615"/>
              <a:gd name="connsiteY114" fmla="*/ 1519517 h 1679987"/>
              <a:gd name="connsiteX115" fmla="*/ 53369 w 9662615"/>
              <a:gd name="connsiteY115" fmla="*/ 1516853 h 1679987"/>
              <a:gd name="connsiteX116" fmla="*/ 2359 w 9662615"/>
              <a:gd name="connsiteY116" fmla="*/ 1515247 h 1679987"/>
              <a:gd name="connsiteX117" fmla="*/ 0 w 9662615"/>
              <a:gd name="connsiteY117" fmla="*/ 1514932 h 1679987"/>
              <a:gd name="connsiteX118" fmla="*/ 0 w 9662615"/>
              <a:gd name="connsiteY118" fmla="*/ 0 h 1679987"/>
              <a:gd name="connsiteX0" fmla="*/ 0 w 9662615"/>
              <a:gd name="connsiteY0" fmla="*/ 0 h 1648182"/>
              <a:gd name="connsiteX1" fmla="*/ 9662615 w 9662615"/>
              <a:gd name="connsiteY1" fmla="*/ 0 h 1648182"/>
              <a:gd name="connsiteX2" fmla="*/ 9662615 w 9662615"/>
              <a:gd name="connsiteY2" fmla="*/ 1280346 h 1648182"/>
              <a:gd name="connsiteX3" fmla="*/ 9658420 w 9662615"/>
              <a:gd name="connsiteY3" fmla="*/ 1280106 h 1648182"/>
              <a:gd name="connsiteX4" fmla="*/ 9469546 w 9662615"/>
              <a:gd name="connsiteY4" fmla="*/ 1289837 h 1648182"/>
              <a:gd name="connsiteX5" fmla="*/ 9385895 w 9662615"/>
              <a:gd name="connsiteY5" fmla="*/ 1269203 h 1648182"/>
              <a:gd name="connsiteX6" fmla="*/ 9144767 w 9662615"/>
              <a:gd name="connsiteY6" fmla="*/ 1264120 h 1648182"/>
              <a:gd name="connsiteX7" fmla="*/ 8837252 w 9662615"/>
              <a:gd name="connsiteY7" fmla="*/ 1350515 h 1648182"/>
              <a:gd name="connsiteX8" fmla="*/ 8705466 w 9662615"/>
              <a:gd name="connsiteY8" fmla="*/ 1342419 h 1648182"/>
              <a:gd name="connsiteX9" fmla="*/ 8652221 w 9662615"/>
              <a:gd name="connsiteY9" fmla="*/ 1326906 h 1648182"/>
              <a:gd name="connsiteX10" fmla="*/ 8632312 w 9662615"/>
              <a:gd name="connsiteY10" fmla="*/ 1326025 h 1648182"/>
              <a:gd name="connsiteX11" fmla="*/ 8591582 w 9662615"/>
              <a:gd name="connsiteY11" fmla="*/ 1341666 h 1648182"/>
              <a:gd name="connsiteX12" fmla="*/ 8537336 w 9662615"/>
              <a:gd name="connsiteY12" fmla="*/ 1341684 h 1648182"/>
              <a:gd name="connsiteX13" fmla="*/ 8472508 w 9662615"/>
              <a:gd name="connsiteY13" fmla="*/ 1363109 h 1648182"/>
              <a:gd name="connsiteX14" fmla="*/ 8258477 w 9662615"/>
              <a:gd name="connsiteY14" fmla="*/ 1370666 h 1648182"/>
              <a:gd name="connsiteX15" fmla="*/ 8197961 w 9662615"/>
              <a:gd name="connsiteY15" fmla="*/ 1392804 h 1648182"/>
              <a:gd name="connsiteX16" fmla="*/ 8171196 w 9662615"/>
              <a:gd name="connsiteY16" fmla="*/ 1397216 h 1648182"/>
              <a:gd name="connsiteX17" fmla="*/ 8127667 w 9662615"/>
              <a:gd name="connsiteY17" fmla="*/ 1418254 h 1648182"/>
              <a:gd name="connsiteX18" fmla="*/ 7974579 w 9662615"/>
              <a:gd name="connsiteY18" fmla="*/ 1383439 h 1648182"/>
              <a:gd name="connsiteX19" fmla="*/ 7768351 w 9662615"/>
              <a:gd name="connsiteY19" fmla="*/ 1395051 h 1648182"/>
              <a:gd name="connsiteX20" fmla="*/ 7635985 w 9662615"/>
              <a:gd name="connsiteY20" fmla="*/ 1386363 h 1648182"/>
              <a:gd name="connsiteX21" fmla="*/ 7466069 w 9662615"/>
              <a:gd name="connsiteY21" fmla="*/ 1377654 h 1648182"/>
              <a:gd name="connsiteX22" fmla="*/ 7355642 w 9662615"/>
              <a:gd name="connsiteY22" fmla="*/ 1407761 h 1648182"/>
              <a:gd name="connsiteX23" fmla="*/ 7151610 w 9662615"/>
              <a:gd name="connsiteY23" fmla="*/ 1397856 h 1648182"/>
              <a:gd name="connsiteX24" fmla="*/ 7082147 w 9662615"/>
              <a:gd name="connsiteY24" fmla="*/ 1406113 h 1648182"/>
              <a:gd name="connsiteX25" fmla="*/ 7014958 w 9662615"/>
              <a:gd name="connsiteY25" fmla="*/ 1396883 h 1648182"/>
              <a:gd name="connsiteX26" fmla="*/ 6907567 w 9662615"/>
              <a:gd name="connsiteY26" fmla="*/ 1419149 h 1648182"/>
              <a:gd name="connsiteX27" fmla="*/ 6748428 w 9662615"/>
              <a:gd name="connsiteY27" fmla="*/ 1420308 h 1648182"/>
              <a:gd name="connsiteX28" fmla="*/ 6654257 w 9662615"/>
              <a:gd name="connsiteY28" fmla="*/ 1424143 h 1648182"/>
              <a:gd name="connsiteX29" fmla="*/ 6620123 w 9662615"/>
              <a:gd name="connsiteY29" fmla="*/ 1430535 h 1648182"/>
              <a:gd name="connsiteX30" fmla="*/ 6571355 w 9662615"/>
              <a:gd name="connsiteY30" fmla="*/ 1436144 h 1648182"/>
              <a:gd name="connsiteX31" fmla="*/ 6486557 w 9662615"/>
              <a:gd name="connsiteY31" fmla="*/ 1449861 h 1648182"/>
              <a:gd name="connsiteX32" fmla="*/ 6370419 w 9662615"/>
              <a:gd name="connsiteY32" fmla="*/ 1461649 h 1648182"/>
              <a:gd name="connsiteX33" fmla="*/ 6278839 w 9662615"/>
              <a:gd name="connsiteY33" fmla="*/ 1449160 h 1648182"/>
              <a:gd name="connsiteX34" fmla="*/ 6272455 w 9662615"/>
              <a:gd name="connsiteY34" fmla="*/ 1453191 h 1648182"/>
              <a:gd name="connsiteX35" fmla="*/ 6212659 w 9662615"/>
              <a:gd name="connsiteY35" fmla="*/ 1454850 h 1648182"/>
              <a:gd name="connsiteX36" fmla="*/ 6069317 w 9662615"/>
              <a:gd name="connsiteY36" fmla="*/ 1445838 h 1648182"/>
              <a:gd name="connsiteX37" fmla="*/ 5878477 w 9662615"/>
              <a:gd name="connsiteY37" fmla="*/ 1439180 h 1648182"/>
              <a:gd name="connsiteX38" fmla="*/ 5838387 w 9662615"/>
              <a:gd name="connsiteY38" fmla="*/ 1444679 h 1648182"/>
              <a:gd name="connsiteX39" fmla="*/ 5771136 w 9662615"/>
              <a:gd name="connsiteY39" fmla="*/ 1453639 h 1648182"/>
              <a:gd name="connsiteX40" fmla="*/ 5724081 w 9662615"/>
              <a:gd name="connsiteY40" fmla="*/ 1470431 h 1648182"/>
              <a:gd name="connsiteX41" fmla="*/ 5666577 w 9662615"/>
              <a:gd name="connsiteY41" fmla="*/ 1473921 h 1648182"/>
              <a:gd name="connsiteX42" fmla="*/ 5649068 w 9662615"/>
              <a:gd name="connsiteY42" fmla="*/ 1461676 h 1648182"/>
              <a:gd name="connsiteX43" fmla="*/ 5588902 w 9662615"/>
              <a:gd name="connsiteY43" fmla="*/ 1469647 h 1648182"/>
              <a:gd name="connsiteX44" fmla="*/ 5498090 w 9662615"/>
              <a:gd name="connsiteY44" fmla="*/ 1483173 h 1648182"/>
              <a:gd name="connsiteX45" fmla="*/ 5444641 w 9662615"/>
              <a:gd name="connsiteY45" fmla="*/ 1487602 h 1648182"/>
              <a:gd name="connsiteX46" fmla="*/ 5299812 w 9662615"/>
              <a:gd name="connsiteY46" fmla="*/ 1503362 h 1648182"/>
              <a:gd name="connsiteX47" fmla="*/ 5213947 w 9662615"/>
              <a:gd name="connsiteY47" fmla="*/ 1516637 h 1648182"/>
              <a:gd name="connsiteX48" fmla="*/ 5090342 w 9662615"/>
              <a:gd name="connsiteY48" fmla="*/ 1546680 h 1648182"/>
              <a:gd name="connsiteX49" fmla="*/ 5129812 w 9662615"/>
              <a:gd name="connsiteY49" fmla="*/ 1521277 h 1648182"/>
              <a:gd name="connsiteX50" fmla="*/ 5059484 w 9662615"/>
              <a:gd name="connsiteY50" fmla="*/ 1546802 h 1648182"/>
              <a:gd name="connsiteX51" fmla="*/ 5038524 w 9662615"/>
              <a:gd name="connsiteY51" fmla="*/ 1545675 h 1648182"/>
              <a:gd name="connsiteX52" fmla="*/ 5026564 w 9662615"/>
              <a:gd name="connsiteY52" fmla="*/ 1545376 h 1648182"/>
              <a:gd name="connsiteX53" fmla="*/ 4969433 w 9662615"/>
              <a:gd name="connsiteY53" fmla="*/ 1550865 h 1648182"/>
              <a:gd name="connsiteX54" fmla="*/ 4929254 w 9662615"/>
              <a:gd name="connsiteY54" fmla="*/ 1563452 h 1648182"/>
              <a:gd name="connsiteX55" fmla="*/ 4871726 w 9662615"/>
              <a:gd name="connsiteY55" fmla="*/ 1570584 h 1648182"/>
              <a:gd name="connsiteX56" fmla="*/ 4843267 w 9662615"/>
              <a:gd name="connsiteY56" fmla="*/ 1561459 h 1648182"/>
              <a:gd name="connsiteX57" fmla="*/ 4821058 w 9662615"/>
              <a:gd name="connsiteY57" fmla="*/ 1553078 h 1648182"/>
              <a:gd name="connsiteX58" fmla="*/ 4791466 w 9662615"/>
              <a:gd name="connsiteY58" fmla="*/ 1561324 h 1648182"/>
              <a:gd name="connsiteX59" fmla="*/ 4784247 w 9662615"/>
              <a:gd name="connsiteY59" fmla="*/ 1562342 h 1648182"/>
              <a:gd name="connsiteX60" fmla="*/ 4739309 w 9662615"/>
              <a:gd name="connsiteY60" fmla="*/ 1553948 h 1648182"/>
              <a:gd name="connsiteX61" fmla="*/ 4697562 w 9662615"/>
              <a:gd name="connsiteY61" fmla="*/ 1551206 h 1648182"/>
              <a:gd name="connsiteX62" fmla="*/ 4650737 w 9662615"/>
              <a:gd name="connsiteY62" fmla="*/ 1537381 h 1648182"/>
              <a:gd name="connsiteX63" fmla="*/ 4583150 w 9662615"/>
              <a:gd name="connsiteY63" fmla="*/ 1529064 h 1648182"/>
              <a:gd name="connsiteX64" fmla="*/ 4521734 w 9662615"/>
              <a:gd name="connsiteY64" fmla="*/ 1529359 h 1648182"/>
              <a:gd name="connsiteX65" fmla="*/ 4382398 w 9662615"/>
              <a:gd name="connsiteY65" fmla="*/ 1534108 h 1648182"/>
              <a:gd name="connsiteX66" fmla="*/ 4221826 w 9662615"/>
              <a:gd name="connsiteY66" fmla="*/ 1500972 h 1648182"/>
              <a:gd name="connsiteX67" fmla="*/ 4096601 w 9662615"/>
              <a:gd name="connsiteY67" fmla="*/ 1521563 h 1648182"/>
              <a:gd name="connsiteX68" fmla="*/ 4058099 w 9662615"/>
              <a:gd name="connsiteY68" fmla="*/ 1648182 h 1648182"/>
              <a:gd name="connsiteX69" fmla="*/ 3833906 w 9662615"/>
              <a:gd name="connsiteY69" fmla="*/ 1516637 h 1648182"/>
              <a:gd name="connsiteX70" fmla="*/ 3696258 w 9662615"/>
              <a:gd name="connsiteY70" fmla="*/ 1537563 h 1648182"/>
              <a:gd name="connsiteX71" fmla="*/ 3594070 w 9662615"/>
              <a:gd name="connsiteY71" fmla="*/ 1509422 h 1648182"/>
              <a:gd name="connsiteX72" fmla="*/ 3565233 w 9662615"/>
              <a:gd name="connsiteY72" fmla="*/ 1515122 h 1648182"/>
              <a:gd name="connsiteX73" fmla="*/ 3560267 w 9662615"/>
              <a:gd name="connsiteY73" fmla="*/ 1516288 h 1648182"/>
              <a:gd name="connsiteX74" fmla="*/ 3540258 w 9662615"/>
              <a:gd name="connsiteY74" fmla="*/ 1516976 h 1648182"/>
              <a:gd name="connsiteX75" fmla="*/ 3534780 w 9662615"/>
              <a:gd name="connsiteY75" fmla="*/ 1522141 h 1648182"/>
              <a:gd name="connsiteX76" fmla="*/ 3504783 w 9662615"/>
              <a:gd name="connsiteY76" fmla="*/ 1526739 h 1648182"/>
              <a:gd name="connsiteX77" fmla="*/ 3430805 w 9662615"/>
              <a:gd name="connsiteY77" fmla="*/ 1542521 h 1648182"/>
              <a:gd name="connsiteX78" fmla="*/ 3292707 w 9662615"/>
              <a:gd name="connsiteY78" fmla="*/ 1520490 h 1648182"/>
              <a:gd name="connsiteX79" fmla="*/ 3187872 w 9662615"/>
              <a:gd name="connsiteY79" fmla="*/ 1519991 h 1648182"/>
              <a:gd name="connsiteX80" fmla="*/ 3148026 w 9662615"/>
              <a:gd name="connsiteY80" fmla="*/ 1524777 h 1648182"/>
              <a:gd name="connsiteX81" fmla="*/ 3092394 w 9662615"/>
              <a:gd name="connsiteY81" fmla="*/ 1528115 h 1648182"/>
              <a:gd name="connsiteX82" fmla="*/ 2994200 w 9662615"/>
              <a:gd name="connsiteY82" fmla="*/ 1537857 h 1648182"/>
              <a:gd name="connsiteX83" fmla="*/ 2862301 w 9662615"/>
              <a:gd name="connsiteY83" fmla="*/ 1544250 h 1648182"/>
              <a:gd name="connsiteX84" fmla="*/ 2766335 w 9662615"/>
              <a:gd name="connsiteY84" fmla="*/ 1527662 h 1648182"/>
              <a:gd name="connsiteX85" fmla="*/ 2757836 w 9662615"/>
              <a:gd name="connsiteY85" fmla="*/ 1531371 h 1648182"/>
              <a:gd name="connsiteX86" fmla="*/ 2691555 w 9662615"/>
              <a:gd name="connsiteY86" fmla="*/ 1530283 h 1648182"/>
              <a:gd name="connsiteX87" fmla="*/ 2491676 w 9662615"/>
              <a:gd name="connsiteY87" fmla="*/ 1500859 h 1648182"/>
              <a:gd name="connsiteX88" fmla="*/ 2378036 w 9662615"/>
              <a:gd name="connsiteY88" fmla="*/ 1520645 h 1648182"/>
              <a:gd name="connsiteX89" fmla="*/ 2284269 w 9662615"/>
              <a:gd name="connsiteY89" fmla="*/ 1503068 h 1648182"/>
              <a:gd name="connsiteX90" fmla="*/ 2207104 w 9662615"/>
              <a:gd name="connsiteY90" fmla="*/ 1508888 h 1648182"/>
              <a:gd name="connsiteX91" fmla="*/ 2149226 w 9662615"/>
              <a:gd name="connsiteY91" fmla="*/ 1523409 h 1648182"/>
              <a:gd name="connsiteX92" fmla="*/ 2084783 w 9662615"/>
              <a:gd name="connsiteY92" fmla="*/ 1524245 h 1648182"/>
              <a:gd name="connsiteX93" fmla="*/ 2070075 w 9662615"/>
              <a:gd name="connsiteY93" fmla="*/ 1511285 h 1648182"/>
              <a:gd name="connsiteX94" fmla="*/ 2001057 w 9662615"/>
              <a:gd name="connsiteY94" fmla="*/ 1516449 h 1648182"/>
              <a:gd name="connsiteX95" fmla="*/ 1896330 w 9662615"/>
              <a:gd name="connsiteY95" fmla="*/ 1525725 h 1648182"/>
              <a:gd name="connsiteX96" fmla="*/ 1835994 w 9662615"/>
              <a:gd name="connsiteY96" fmla="*/ 1527678 h 1648182"/>
              <a:gd name="connsiteX97" fmla="*/ 1671119 w 9662615"/>
              <a:gd name="connsiteY97" fmla="*/ 1536701 h 1648182"/>
              <a:gd name="connsiteX98" fmla="*/ 1601337 w 9662615"/>
              <a:gd name="connsiteY98" fmla="*/ 1548552 h 1648182"/>
              <a:gd name="connsiteX99" fmla="*/ 1407755 w 9662615"/>
              <a:gd name="connsiteY99" fmla="*/ 1571444 h 1648182"/>
              <a:gd name="connsiteX100" fmla="*/ 1271994 w 9662615"/>
              <a:gd name="connsiteY100" fmla="*/ 1579471 h 1648182"/>
              <a:gd name="connsiteX101" fmla="*/ 1249226 w 9662615"/>
              <a:gd name="connsiteY101" fmla="*/ 1583140 h 1648182"/>
              <a:gd name="connsiteX102" fmla="*/ 1217719 w 9662615"/>
              <a:gd name="connsiteY102" fmla="*/ 1580863 h 1648182"/>
              <a:gd name="connsiteX103" fmla="*/ 1091432 w 9662615"/>
              <a:gd name="connsiteY103" fmla="*/ 1571003 h 1648182"/>
              <a:gd name="connsiteX104" fmla="*/ 992039 w 9662615"/>
              <a:gd name="connsiteY104" fmla="*/ 1556662 h 1648182"/>
              <a:gd name="connsiteX105" fmla="*/ 868264 w 9662615"/>
              <a:gd name="connsiteY105" fmla="*/ 1566392 h 1648182"/>
              <a:gd name="connsiteX106" fmla="*/ 792765 w 9662615"/>
              <a:gd name="connsiteY106" fmla="*/ 1563102 h 1648182"/>
              <a:gd name="connsiteX107" fmla="*/ 669055 w 9662615"/>
              <a:gd name="connsiteY107" fmla="*/ 1543638 h 1648182"/>
              <a:gd name="connsiteX108" fmla="*/ 506152 w 9662615"/>
              <a:gd name="connsiteY108" fmla="*/ 1549124 h 1648182"/>
              <a:gd name="connsiteX109" fmla="*/ 472797 w 9662615"/>
              <a:gd name="connsiteY109" fmla="*/ 1568904 h 1648182"/>
              <a:gd name="connsiteX110" fmla="*/ 427864 w 9662615"/>
              <a:gd name="connsiteY110" fmla="*/ 1580848 h 1648182"/>
              <a:gd name="connsiteX111" fmla="*/ 408381 w 9662615"/>
              <a:gd name="connsiteY111" fmla="*/ 1552940 h 1648182"/>
              <a:gd name="connsiteX112" fmla="*/ 267163 w 9662615"/>
              <a:gd name="connsiteY112" fmla="*/ 1531913 h 1648182"/>
              <a:gd name="connsiteX113" fmla="*/ 196644 w 9662615"/>
              <a:gd name="connsiteY113" fmla="*/ 1524565 h 1648182"/>
              <a:gd name="connsiteX114" fmla="*/ 86819 w 9662615"/>
              <a:gd name="connsiteY114" fmla="*/ 1519517 h 1648182"/>
              <a:gd name="connsiteX115" fmla="*/ 53369 w 9662615"/>
              <a:gd name="connsiteY115" fmla="*/ 1516853 h 1648182"/>
              <a:gd name="connsiteX116" fmla="*/ 2359 w 9662615"/>
              <a:gd name="connsiteY116" fmla="*/ 1515247 h 1648182"/>
              <a:gd name="connsiteX117" fmla="*/ 0 w 9662615"/>
              <a:gd name="connsiteY117" fmla="*/ 1514932 h 1648182"/>
              <a:gd name="connsiteX118" fmla="*/ 0 w 9662615"/>
              <a:gd name="connsiteY118" fmla="*/ 0 h 1648182"/>
              <a:gd name="connsiteX0" fmla="*/ 0 w 9662615"/>
              <a:gd name="connsiteY0" fmla="*/ 0 h 1648182"/>
              <a:gd name="connsiteX1" fmla="*/ 9662615 w 9662615"/>
              <a:gd name="connsiteY1" fmla="*/ 0 h 1648182"/>
              <a:gd name="connsiteX2" fmla="*/ 9662615 w 9662615"/>
              <a:gd name="connsiteY2" fmla="*/ 1280346 h 1648182"/>
              <a:gd name="connsiteX3" fmla="*/ 9658420 w 9662615"/>
              <a:gd name="connsiteY3" fmla="*/ 1280106 h 1648182"/>
              <a:gd name="connsiteX4" fmla="*/ 9469546 w 9662615"/>
              <a:gd name="connsiteY4" fmla="*/ 1289837 h 1648182"/>
              <a:gd name="connsiteX5" fmla="*/ 9385895 w 9662615"/>
              <a:gd name="connsiteY5" fmla="*/ 1269203 h 1648182"/>
              <a:gd name="connsiteX6" fmla="*/ 9144767 w 9662615"/>
              <a:gd name="connsiteY6" fmla="*/ 1264120 h 1648182"/>
              <a:gd name="connsiteX7" fmla="*/ 8837252 w 9662615"/>
              <a:gd name="connsiteY7" fmla="*/ 1350515 h 1648182"/>
              <a:gd name="connsiteX8" fmla="*/ 8705466 w 9662615"/>
              <a:gd name="connsiteY8" fmla="*/ 1342419 h 1648182"/>
              <a:gd name="connsiteX9" fmla="*/ 8652221 w 9662615"/>
              <a:gd name="connsiteY9" fmla="*/ 1326906 h 1648182"/>
              <a:gd name="connsiteX10" fmla="*/ 8632312 w 9662615"/>
              <a:gd name="connsiteY10" fmla="*/ 1326025 h 1648182"/>
              <a:gd name="connsiteX11" fmla="*/ 8591582 w 9662615"/>
              <a:gd name="connsiteY11" fmla="*/ 1341666 h 1648182"/>
              <a:gd name="connsiteX12" fmla="*/ 8537336 w 9662615"/>
              <a:gd name="connsiteY12" fmla="*/ 1341684 h 1648182"/>
              <a:gd name="connsiteX13" fmla="*/ 8472508 w 9662615"/>
              <a:gd name="connsiteY13" fmla="*/ 1363109 h 1648182"/>
              <a:gd name="connsiteX14" fmla="*/ 8258477 w 9662615"/>
              <a:gd name="connsiteY14" fmla="*/ 1370666 h 1648182"/>
              <a:gd name="connsiteX15" fmla="*/ 8197961 w 9662615"/>
              <a:gd name="connsiteY15" fmla="*/ 1392804 h 1648182"/>
              <a:gd name="connsiteX16" fmla="*/ 8171196 w 9662615"/>
              <a:gd name="connsiteY16" fmla="*/ 1397216 h 1648182"/>
              <a:gd name="connsiteX17" fmla="*/ 8127667 w 9662615"/>
              <a:gd name="connsiteY17" fmla="*/ 1418254 h 1648182"/>
              <a:gd name="connsiteX18" fmla="*/ 7974579 w 9662615"/>
              <a:gd name="connsiteY18" fmla="*/ 1383439 h 1648182"/>
              <a:gd name="connsiteX19" fmla="*/ 7768351 w 9662615"/>
              <a:gd name="connsiteY19" fmla="*/ 1395051 h 1648182"/>
              <a:gd name="connsiteX20" fmla="*/ 7635985 w 9662615"/>
              <a:gd name="connsiteY20" fmla="*/ 1386363 h 1648182"/>
              <a:gd name="connsiteX21" fmla="*/ 7466069 w 9662615"/>
              <a:gd name="connsiteY21" fmla="*/ 1377654 h 1648182"/>
              <a:gd name="connsiteX22" fmla="*/ 7355642 w 9662615"/>
              <a:gd name="connsiteY22" fmla="*/ 1407761 h 1648182"/>
              <a:gd name="connsiteX23" fmla="*/ 7151610 w 9662615"/>
              <a:gd name="connsiteY23" fmla="*/ 1397856 h 1648182"/>
              <a:gd name="connsiteX24" fmla="*/ 7082147 w 9662615"/>
              <a:gd name="connsiteY24" fmla="*/ 1406113 h 1648182"/>
              <a:gd name="connsiteX25" fmla="*/ 7014958 w 9662615"/>
              <a:gd name="connsiteY25" fmla="*/ 1396883 h 1648182"/>
              <a:gd name="connsiteX26" fmla="*/ 6907567 w 9662615"/>
              <a:gd name="connsiteY26" fmla="*/ 1419149 h 1648182"/>
              <a:gd name="connsiteX27" fmla="*/ 6748428 w 9662615"/>
              <a:gd name="connsiteY27" fmla="*/ 1420308 h 1648182"/>
              <a:gd name="connsiteX28" fmla="*/ 6654257 w 9662615"/>
              <a:gd name="connsiteY28" fmla="*/ 1424143 h 1648182"/>
              <a:gd name="connsiteX29" fmla="*/ 6620123 w 9662615"/>
              <a:gd name="connsiteY29" fmla="*/ 1430535 h 1648182"/>
              <a:gd name="connsiteX30" fmla="*/ 6571355 w 9662615"/>
              <a:gd name="connsiteY30" fmla="*/ 1436144 h 1648182"/>
              <a:gd name="connsiteX31" fmla="*/ 6486557 w 9662615"/>
              <a:gd name="connsiteY31" fmla="*/ 1449861 h 1648182"/>
              <a:gd name="connsiteX32" fmla="*/ 6370419 w 9662615"/>
              <a:gd name="connsiteY32" fmla="*/ 1461649 h 1648182"/>
              <a:gd name="connsiteX33" fmla="*/ 6278839 w 9662615"/>
              <a:gd name="connsiteY33" fmla="*/ 1449160 h 1648182"/>
              <a:gd name="connsiteX34" fmla="*/ 6272455 w 9662615"/>
              <a:gd name="connsiteY34" fmla="*/ 1453191 h 1648182"/>
              <a:gd name="connsiteX35" fmla="*/ 6212659 w 9662615"/>
              <a:gd name="connsiteY35" fmla="*/ 1454850 h 1648182"/>
              <a:gd name="connsiteX36" fmla="*/ 6069317 w 9662615"/>
              <a:gd name="connsiteY36" fmla="*/ 1445838 h 1648182"/>
              <a:gd name="connsiteX37" fmla="*/ 5878477 w 9662615"/>
              <a:gd name="connsiteY37" fmla="*/ 1439180 h 1648182"/>
              <a:gd name="connsiteX38" fmla="*/ 5838387 w 9662615"/>
              <a:gd name="connsiteY38" fmla="*/ 1444679 h 1648182"/>
              <a:gd name="connsiteX39" fmla="*/ 5771136 w 9662615"/>
              <a:gd name="connsiteY39" fmla="*/ 1453639 h 1648182"/>
              <a:gd name="connsiteX40" fmla="*/ 5724081 w 9662615"/>
              <a:gd name="connsiteY40" fmla="*/ 1470431 h 1648182"/>
              <a:gd name="connsiteX41" fmla="*/ 5666577 w 9662615"/>
              <a:gd name="connsiteY41" fmla="*/ 1473921 h 1648182"/>
              <a:gd name="connsiteX42" fmla="*/ 5649068 w 9662615"/>
              <a:gd name="connsiteY42" fmla="*/ 1461676 h 1648182"/>
              <a:gd name="connsiteX43" fmla="*/ 5588902 w 9662615"/>
              <a:gd name="connsiteY43" fmla="*/ 1469647 h 1648182"/>
              <a:gd name="connsiteX44" fmla="*/ 5498090 w 9662615"/>
              <a:gd name="connsiteY44" fmla="*/ 1483173 h 1648182"/>
              <a:gd name="connsiteX45" fmla="*/ 5444641 w 9662615"/>
              <a:gd name="connsiteY45" fmla="*/ 1487602 h 1648182"/>
              <a:gd name="connsiteX46" fmla="*/ 5299812 w 9662615"/>
              <a:gd name="connsiteY46" fmla="*/ 1503362 h 1648182"/>
              <a:gd name="connsiteX47" fmla="*/ 5213947 w 9662615"/>
              <a:gd name="connsiteY47" fmla="*/ 1516637 h 1648182"/>
              <a:gd name="connsiteX48" fmla="*/ 5090342 w 9662615"/>
              <a:gd name="connsiteY48" fmla="*/ 1546680 h 1648182"/>
              <a:gd name="connsiteX49" fmla="*/ 5129812 w 9662615"/>
              <a:gd name="connsiteY49" fmla="*/ 1521277 h 1648182"/>
              <a:gd name="connsiteX50" fmla="*/ 5059484 w 9662615"/>
              <a:gd name="connsiteY50" fmla="*/ 1546802 h 1648182"/>
              <a:gd name="connsiteX51" fmla="*/ 5038524 w 9662615"/>
              <a:gd name="connsiteY51" fmla="*/ 1545675 h 1648182"/>
              <a:gd name="connsiteX52" fmla="*/ 5026564 w 9662615"/>
              <a:gd name="connsiteY52" fmla="*/ 1545376 h 1648182"/>
              <a:gd name="connsiteX53" fmla="*/ 4969433 w 9662615"/>
              <a:gd name="connsiteY53" fmla="*/ 1550865 h 1648182"/>
              <a:gd name="connsiteX54" fmla="*/ 4929254 w 9662615"/>
              <a:gd name="connsiteY54" fmla="*/ 1563452 h 1648182"/>
              <a:gd name="connsiteX55" fmla="*/ 4871726 w 9662615"/>
              <a:gd name="connsiteY55" fmla="*/ 1570584 h 1648182"/>
              <a:gd name="connsiteX56" fmla="*/ 4843267 w 9662615"/>
              <a:gd name="connsiteY56" fmla="*/ 1561459 h 1648182"/>
              <a:gd name="connsiteX57" fmla="*/ 4821058 w 9662615"/>
              <a:gd name="connsiteY57" fmla="*/ 1553078 h 1648182"/>
              <a:gd name="connsiteX58" fmla="*/ 4791466 w 9662615"/>
              <a:gd name="connsiteY58" fmla="*/ 1561324 h 1648182"/>
              <a:gd name="connsiteX59" fmla="*/ 4784247 w 9662615"/>
              <a:gd name="connsiteY59" fmla="*/ 1562342 h 1648182"/>
              <a:gd name="connsiteX60" fmla="*/ 4739309 w 9662615"/>
              <a:gd name="connsiteY60" fmla="*/ 1553948 h 1648182"/>
              <a:gd name="connsiteX61" fmla="*/ 4697562 w 9662615"/>
              <a:gd name="connsiteY61" fmla="*/ 1551206 h 1648182"/>
              <a:gd name="connsiteX62" fmla="*/ 4650737 w 9662615"/>
              <a:gd name="connsiteY62" fmla="*/ 1537381 h 1648182"/>
              <a:gd name="connsiteX63" fmla="*/ 4583150 w 9662615"/>
              <a:gd name="connsiteY63" fmla="*/ 1529064 h 1648182"/>
              <a:gd name="connsiteX64" fmla="*/ 4521734 w 9662615"/>
              <a:gd name="connsiteY64" fmla="*/ 1529359 h 1648182"/>
              <a:gd name="connsiteX65" fmla="*/ 4382398 w 9662615"/>
              <a:gd name="connsiteY65" fmla="*/ 1534108 h 1648182"/>
              <a:gd name="connsiteX66" fmla="*/ 4221826 w 9662615"/>
              <a:gd name="connsiteY66" fmla="*/ 1500972 h 1648182"/>
              <a:gd name="connsiteX67" fmla="*/ 4096601 w 9662615"/>
              <a:gd name="connsiteY67" fmla="*/ 1521563 h 1648182"/>
              <a:gd name="connsiteX68" fmla="*/ 4058099 w 9662615"/>
              <a:gd name="connsiteY68" fmla="*/ 1648182 h 1648182"/>
              <a:gd name="connsiteX69" fmla="*/ 3833906 w 9662615"/>
              <a:gd name="connsiteY69" fmla="*/ 1516637 h 1648182"/>
              <a:gd name="connsiteX70" fmla="*/ 3696258 w 9662615"/>
              <a:gd name="connsiteY70" fmla="*/ 1537563 h 1648182"/>
              <a:gd name="connsiteX71" fmla="*/ 3594070 w 9662615"/>
              <a:gd name="connsiteY71" fmla="*/ 1509422 h 1648182"/>
              <a:gd name="connsiteX72" fmla="*/ 3565233 w 9662615"/>
              <a:gd name="connsiteY72" fmla="*/ 1515122 h 1648182"/>
              <a:gd name="connsiteX73" fmla="*/ 3560267 w 9662615"/>
              <a:gd name="connsiteY73" fmla="*/ 1516288 h 1648182"/>
              <a:gd name="connsiteX74" fmla="*/ 3540258 w 9662615"/>
              <a:gd name="connsiteY74" fmla="*/ 1516976 h 1648182"/>
              <a:gd name="connsiteX75" fmla="*/ 3534780 w 9662615"/>
              <a:gd name="connsiteY75" fmla="*/ 1522141 h 1648182"/>
              <a:gd name="connsiteX76" fmla="*/ 3504783 w 9662615"/>
              <a:gd name="connsiteY76" fmla="*/ 1526739 h 1648182"/>
              <a:gd name="connsiteX77" fmla="*/ 3430805 w 9662615"/>
              <a:gd name="connsiteY77" fmla="*/ 1542521 h 1648182"/>
              <a:gd name="connsiteX78" fmla="*/ 3292707 w 9662615"/>
              <a:gd name="connsiteY78" fmla="*/ 1520490 h 1648182"/>
              <a:gd name="connsiteX79" fmla="*/ 3187872 w 9662615"/>
              <a:gd name="connsiteY79" fmla="*/ 1519991 h 1648182"/>
              <a:gd name="connsiteX80" fmla="*/ 3148026 w 9662615"/>
              <a:gd name="connsiteY80" fmla="*/ 1524777 h 1648182"/>
              <a:gd name="connsiteX81" fmla="*/ 3092394 w 9662615"/>
              <a:gd name="connsiteY81" fmla="*/ 1528115 h 1648182"/>
              <a:gd name="connsiteX82" fmla="*/ 2994200 w 9662615"/>
              <a:gd name="connsiteY82" fmla="*/ 1537857 h 1648182"/>
              <a:gd name="connsiteX83" fmla="*/ 2862301 w 9662615"/>
              <a:gd name="connsiteY83" fmla="*/ 1544250 h 1648182"/>
              <a:gd name="connsiteX84" fmla="*/ 2766335 w 9662615"/>
              <a:gd name="connsiteY84" fmla="*/ 1527662 h 1648182"/>
              <a:gd name="connsiteX85" fmla="*/ 2757836 w 9662615"/>
              <a:gd name="connsiteY85" fmla="*/ 1531371 h 1648182"/>
              <a:gd name="connsiteX86" fmla="*/ 2691555 w 9662615"/>
              <a:gd name="connsiteY86" fmla="*/ 1530283 h 1648182"/>
              <a:gd name="connsiteX87" fmla="*/ 2491676 w 9662615"/>
              <a:gd name="connsiteY87" fmla="*/ 1500859 h 1648182"/>
              <a:gd name="connsiteX88" fmla="*/ 2378036 w 9662615"/>
              <a:gd name="connsiteY88" fmla="*/ 1520645 h 1648182"/>
              <a:gd name="connsiteX89" fmla="*/ 2284269 w 9662615"/>
              <a:gd name="connsiteY89" fmla="*/ 1503068 h 1648182"/>
              <a:gd name="connsiteX90" fmla="*/ 2207104 w 9662615"/>
              <a:gd name="connsiteY90" fmla="*/ 1508888 h 1648182"/>
              <a:gd name="connsiteX91" fmla="*/ 2149226 w 9662615"/>
              <a:gd name="connsiteY91" fmla="*/ 1523409 h 1648182"/>
              <a:gd name="connsiteX92" fmla="*/ 2084783 w 9662615"/>
              <a:gd name="connsiteY92" fmla="*/ 1524245 h 1648182"/>
              <a:gd name="connsiteX93" fmla="*/ 2070075 w 9662615"/>
              <a:gd name="connsiteY93" fmla="*/ 1511285 h 1648182"/>
              <a:gd name="connsiteX94" fmla="*/ 2001057 w 9662615"/>
              <a:gd name="connsiteY94" fmla="*/ 1516449 h 1648182"/>
              <a:gd name="connsiteX95" fmla="*/ 1896330 w 9662615"/>
              <a:gd name="connsiteY95" fmla="*/ 1525725 h 1648182"/>
              <a:gd name="connsiteX96" fmla="*/ 1835994 w 9662615"/>
              <a:gd name="connsiteY96" fmla="*/ 1527678 h 1648182"/>
              <a:gd name="connsiteX97" fmla="*/ 1671119 w 9662615"/>
              <a:gd name="connsiteY97" fmla="*/ 1536701 h 1648182"/>
              <a:gd name="connsiteX98" fmla="*/ 1601337 w 9662615"/>
              <a:gd name="connsiteY98" fmla="*/ 1548552 h 1648182"/>
              <a:gd name="connsiteX99" fmla="*/ 1407755 w 9662615"/>
              <a:gd name="connsiteY99" fmla="*/ 1571444 h 1648182"/>
              <a:gd name="connsiteX100" fmla="*/ 1271994 w 9662615"/>
              <a:gd name="connsiteY100" fmla="*/ 1579471 h 1648182"/>
              <a:gd name="connsiteX101" fmla="*/ 1249226 w 9662615"/>
              <a:gd name="connsiteY101" fmla="*/ 1583140 h 1648182"/>
              <a:gd name="connsiteX102" fmla="*/ 1217719 w 9662615"/>
              <a:gd name="connsiteY102" fmla="*/ 1580863 h 1648182"/>
              <a:gd name="connsiteX103" fmla="*/ 1091432 w 9662615"/>
              <a:gd name="connsiteY103" fmla="*/ 1571003 h 1648182"/>
              <a:gd name="connsiteX104" fmla="*/ 992039 w 9662615"/>
              <a:gd name="connsiteY104" fmla="*/ 1556662 h 1648182"/>
              <a:gd name="connsiteX105" fmla="*/ 868264 w 9662615"/>
              <a:gd name="connsiteY105" fmla="*/ 1566392 h 1648182"/>
              <a:gd name="connsiteX106" fmla="*/ 792765 w 9662615"/>
              <a:gd name="connsiteY106" fmla="*/ 1563102 h 1648182"/>
              <a:gd name="connsiteX107" fmla="*/ 669055 w 9662615"/>
              <a:gd name="connsiteY107" fmla="*/ 1543638 h 1648182"/>
              <a:gd name="connsiteX108" fmla="*/ 506152 w 9662615"/>
              <a:gd name="connsiteY108" fmla="*/ 1549124 h 1648182"/>
              <a:gd name="connsiteX109" fmla="*/ 472797 w 9662615"/>
              <a:gd name="connsiteY109" fmla="*/ 1568904 h 1648182"/>
              <a:gd name="connsiteX110" fmla="*/ 427864 w 9662615"/>
              <a:gd name="connsiteY110" fmla="*/ 1580848 h 1648182"/>
              <a:gd name="connsiteX111" fmla="*/ 408381 w 9662615"/>
              <a:gd name="connsiteY111" fmla="*/ 1552940 h 1648182"/>
              <a:gd name="connsiteX112" fmla="*/ 267163 w 9662615"/>
              <a:gd name="connsiteY112" fmla="*/ 1531913 h 1648182"/>
              <a:gd name="connsiteX113" fmla="*/ 196644 w 9662615"/>
              <a:gd name="connsiteY113" fmla="*/ 1524565 h 1648182"/>
              <a:gd name="connsiteX114" fmla="*/ 86819 w 9662615"/>
              <a:gd name="connsiteY114" fmla="*/ 1519517 h 1648182"/>
              <a:gd name="connsiteX115" fmla="*/ 53369 w 9662615"/>
              <a:gd name="connsiteY115" fmla="*/ 1516853 h 1648182"/>
              <a:gd name="connsiteX116" fmla="*/ 2359 w 9662615"/>
              <a:gd name="connsiteY116" fmla="*/ 1515247 h 1648182"/>
              <a:gd name="connsiteX117" fmla="*/ 0 w 9662615"/>
              <a:gd name="connsiteY117" fmla="*/ 1514932 h 1648182"/>
              <a:gd name="connsiteX118" fmla="*/ 0 w 9662615"/>
              <a:gd name="connsiteY118" fmla="*/ 0 h 1648182"/>
              <a:gd name="connsiteX0" fmla="*/ 0 w 9662615"/>
              <a:gd name="connsiteY0" fmla="*/ 0 h 1723719"/>
              <a:gd name="connsiteX1" fmla="*/ 9662615 w 9662615"/>
              <a:gd name="connsiteY1" fmla="*/ 0 h 1723719"/>
              <a:gd name="connsiteX2" fmla="*/ 9662615 w 9662615"/>
              <a:gd name="connsiteY2" fmla="*/ 1280346 h 1723719"/>
              <a:gd name="connsiteX3" fmla="*/ 9658420 w 9662615"/>
              <a:gd name="connsiteY3" fmla="*/ 1280106 h 1723719"/>
              <a:gd name="connsiteX4" fmla="*/ 9469546 w 9662615"/>
              <a:gd name="connsiteY4" fmla="*/ 1289837 h 1723719"/>
              <a:gd name="connsiteX5" fmla="*/ 9385895 w 9662615"/>
              <a:gd name="connsiteY5" fmla="*/ 1269203 h 1723719"/>
              <a:gd name="connsiteX6" fmla="*/ 9144767 w 9662615"/>
              <a:gd name="connsiteY6" fmla="*/ 1264120 h 1723719"/>
              <a:gd name="connsiteX7" fmla="*/ 8837252 w 9662615"/>
              <a:gd name="connsiteY7" fmla="*/ 1350515 h 1723719"/>
              <a:gd name="connsiteX8" fmla="*/ 8705466 w 9662615"/>
              <a:gd name="connsiteY8" fmla="*/ 1342419 h 1723719"/>
              <a:gd name="connsiteX9" fmla="*/ 8652221 w 9662615"/>
              <a:gd name="connsiteY9" fmla="*/ 1326906 h 1723719"/>
              <a:gd name="connsiteX10" fmla="*/ 8632312 w 9662615"/>
              <a:gd name="connsiteY10" fmla="*/ 1326025 h 1723719"/>
              <a:gd name="connsiteX11" fmla="*/ 8591582 w 9662615"/>
              <a:gd name="connsiteY11" fmla="*/ 1341666 h 1723719"/>
              <a:gd name="connsiteX12" fmla="*/ 8537336 w 9662615"/>
              <a:gd name="connsiteY12" fmla="*/ 1341684 h 1723719"/>
              <a:gd name="connsiteX13" fmla="*/ 8472508 w 9662615"/>
              <a:gd name="connsiteY13" fmla="*/ 1363109 h 1723719"/>
              <a:gd name="connsiteX14" fmla="*/ 8258477 w 9662615"/>
              <a:gd name="connsiteY14" fmla="*/ 1370666 h 1723719"/>
              <a:gd name="connsiteX15" fmla="*/ 8197961 w 9662615"/>
              <a:gd name="connsiteY15" fmla="*/ 1392804 h 1723719"/>
              <a:gd name="connsiteX16" fmla="*/ 8171196 w 9662615"/>
              <a:gd name="connsiteY16" fmla="*/ 1397216 h 1723719"/>
              <a:gd name="connsiteX17" fmla="*/ 8127667 w 9662615"/>
              <a:gd name="connsiteY17" fmla="*/ 1418254 h 1723719"/>
              <a:gd name="connsiteX18" fmla="*/ 7974579 w 9662615"/>
              <a:gd name="connsiteY18" fmla="*/ 1383439 h 1723719"/>
              <a:gd name="connsiteX19" fmla="*/ 7768351 w 9662615"/>
              <a:gd name="connsiteY19" fmla="*/ 1395051 h 1723719"/>
              <a:gd name="connsiteX20" fmla="*/ 7635985 w 9662615"/>
              <a:gd name="connsiteY20" fmla="*/ 1386363 h 1723719"/>
              <a:gd name="connsiteX21" fmla="*/ 7466069 w 9662615"/>
              <a:gd name="connsiteY21" fmla="*/ 1377654 h 1723719"/>
              <a:gd name="connsiteX22" fmla="*/ 7355642 w 9662615"/>
              <a:gd name="connsiteY22" fmla="*/ 1407761 h 1723719"/>
              <a:gd name="connsiteX23" fmla="*/ 7151610 w 9662615"/>
              <a:gd name="connsiteY23" fmla="*/ 1397856 h 1723719"/>
              <a:gd name="connsiteX24" fmla="*/ 7082147 w 9662615"/>
              <a:gd name="connsiteY24" fmla="*/ 1406113 h 1723719"/>
              <a:gd name="connsiteX25" fmla="*/ 7014958 w 9662615"/>
              <a:gd name="connsiteY25" fmla="*/ 1396883 h 1723719"/>
              <a:gd name="connsiteX26" fmla="*/ 6907567 w 9662615"/>
              <a:gd name="connsiteY26" fmla="*/ 1419149 h 1723719"/>
              <a:gd name="connsiteX27" fmla="*/ 6748428 w 9662615"/>
              <a:gd name="connsiteY27" fmla="*/ 1420308 h 1723719"/>
              <a:gd name="connsiteX28" fmla="*/ 6654257 w 9662615"/>
              <a:gd name="connsiteY28" fmla="*/ 1424143 h 1723719"/>
              <a:gd name="connsiteX29" fmla="*/ 6620123 w 9662615"/>
              <a:gd name="connsiteY29" fmla="*/ 1430535 h 1723719"/>
              <a:gd name="connsiteX30" fmla="*/ 6571355 w 9662615"/>
              <a:gd name="connsiteY30" fmla="*/ 1436144 h 1723719"/>
              <a:gd name="connsiteX31" fmla="*/ 6486557 w 9662615"/>
              <a:gd name="connsiteY31" fmla="*/ 1449861 h 1723719"/>
              <a:gd name="connsiteX32" fmla="*/ 6370419 w 9662615"/>
              <a:gd name="connsiteY32" fmla="*/ 1461649 h 1723719"/>
              <a:gd name="connsiteX33" fmla="*/ 6278839 w 9662615"/>
              <a:gd name="connsiteY33" fmla="*/ 1449160 h 1723719"/>
              <a:gd name="connsiteX34" fmla="*/ 6272455 w 9662615"/>
              <a:gd name="connsiteY34" fmla="*/ 1453191 h 1723719"/>
              <a:gd name="connsiteX35" fmla="*/ 6212659 w 9662615"/>
              <a:gd name="connsiteY35" fmla="*/ 1454850 h 1723719"/>
              <a:gd name="connsiteX36" fmla="*/ 6069317 w 9662615"/>
              <a:gd name="connsiteY36" fmla="*/ 1445838 h 1723719"/>
              <a:gd name="connsiteX37" fmla="*/ 5878477 w 9662615"/>
              <a:gd name="connsiteY37" fmla="*/ 1439180 h 1723719"/>
              <a:gd name="connsiteX38" fmla="*/ 5838387 w 9662615"/>
              <a:gd name="connsiteY38" fmla="*/ 1444679 h 1723719"/>
              <a:gd name="connsiteX39" fmla="*/ 5771136 w 9662615"/>
              <a:gd name="connsiteY39" fmla="*/ 1453639 h 1723719"/>
              <a:gd name="connsiteX40" fmla="*/ 5724081 w 9662615"/>
              <a:gd name="connsiteY40" fmla="*/ 1470431 h 1723719"/>
              <a:gd name="connsiteX41" fmla="*/ 5666577 w 9662615"/>
              <a:gd name="connsiteY41" fmla="*/ 1473921 h 1723719"/>
              <a:gd name="connsiteX42" fmla="*/ 5649068 w 9662615"/>
              <a:gd name="connsiteY42" fmla="*/ 1461676 h 1723719"/>
              <a:gd name="connsiteX43" fmla="*/ 5588902 w 9662615"/>
              <a:gd name="connsiteY43" fmla="*/ 1469647 h 1723719"/>
              <a:gd name="connsiteX44" fmla="*/ 5498090 w 9662615"/>
              <a:gd name="connsiteY44" fmla="*/ 1483173 h 1723719"/>
              <a:gd name="connsiteX45" fmla="*/ 5444641 w 9662615"/>
              <a:gd name="connsiteY45" fmla="*/ 1487602 h 1723719"/>
              <a:gd name="connsiteX46" fmla="*/ 5299812 w 9662615"/>
              <a:gd name="connsiteY46" fmla="*/ 1503362 h 1723719"/>
              <a:gd name="connsiteX47" fmla="*/ 5213947 w 9662615"/>
              <a:gd name="connsiteY47" fmla="*/ 1516637 h 1723719"/>
              <a:gd name="connsiteX48" fmla="*/ 5090342 w 9662615"/>
              <a:gd name="connsiteY48" fmla="*/ 1546680 h 1723719"/>
              <a:gd name="connsiteX49" fmla="*/ 5129812 w 9662615"/>
              <a:gd name="connsiteY49" fmla="*/ 1521277 h 1723719"/>
              <a:gd name="connsiteX50" fmla="*/ 5059484 w 9662615"/>
              <a:gd name="connsiteY50" fmla="*/ 1546802 h 1723719"/>
              <a:gd name="connsiteX51" fmla="*/ 5038524 w 9662615"/>
              <a:gd name="connsiteY51" fmla="*/ 1545675 h 1723719"/>
              <a:gd name="connsiteX52" fmla="*/ 5026564 w 9662615"/>
              <a:gd name="connsiteY52" fmla="*/ 1545376 h 1723719"/>
              <a:gd name="connsiteX53" fmla="*/ 4969433 w 9662615"/>
              <a:gd name="connsiteY53" fmla="*/ 1550865 h 1723719"/>
              <a:gd name="connsiteX54" fmla="*/ 4929254 w 9662615"/>
              <a:gd name="connsiteY54" fmla="*/ 1563452 h 1723719"/>
              <a:gd name="connsiteX55" fmla="*/ 4871726 w 9662615"/>
              <a:gd name="connsiteY55" fmla="*/ 1570584 h 1723719"/>
              <a:gd name="connsiteX56" fmla="*/ 4843267 w 9662615"/>
              <a:gd name="connsiteY56" fmla="*/ 1561459 h 1723719"/>
              <a:gd name="connsiteX57" fmla="*/ 4821058 w 9662615"/>
              <a:gd name="connsiteY57" fmla="*/ 1553078 h 1723719"/>
              <a:gd name="connsiteX58" fmla="*/ 4791466 w 9662615"/>
              <a:gd name="connsiteY58" fmla="*/ 1561324 h 1723719"/>
              <a:gd name="connsiteX59" fmla="*/ 4784247 w 9662615"/>
              <a:gd name="connsiteY59" fmla="*/ 1562342 h 1723719"/>
              <a:gd name="connsiteX60" fmla="*/ 4739309 w 9662615"/>
              <a:gd name="connsiteY60" fmla="*/ 1553948 h 1723719"/>
              <a:gd name="connsiteX61" fmla="*/ 4697562 w 9662615"/>
              <a:gd name="connsiteY61" fmla="*/ 1551206 h 1723719"/>
              <a:gd name="connsiteX62" fmla="*/ 4650737 w 9662615"/>
              <a:gd name="connsiteY62" fmla="*/ 1537381 h 1723719"/>
              <a:gd name="connsiteX63" fmla="*/ 4583150 w 9662615"/>
              <a:gd name="connsiteY63" fmla="*/ 1529064 h 1723719"/>
              <a:gd name="connsiteX64" fmla="*/ 4521734 w 9662615"/>
              <a:gd name="connsiteY64" fmla="*/ 1529359 h 1723719"/>
              <a:gd name="connsiteX65" fmla="*/ 4382398 w 9662615"/>
              <a:gd name="connsiteY65" fmla="*/ 1534108 h 1723719"/>
              <a:gd name="connsiteX66" fmla="*/ 4221826 w 9662615"/>
              <a:gd name="connsiteY66" fmla="*/ 1500972 h 1723719"/>
              <a:gd name="connsiteX67" fmla="*/ 4096601 w 9662615"/>
              <a:gd name="connsiteY67" fmla="*/ 1521563 h 1723719"/>
              <a:gd name="connsiteX68" fmla="*/ 3970635 w 9662615"/>
              <a:gd name="connsiteY68" fmla="*/ 1723719 h 1723719"/>
              <a:gd name="connsiteX69" fmla="*/ 3833906 w 9662615"/>
              <a:gd name="connsiteY69" fmla="*/ 1516637 h 1723719"/>
              <a:gd name="connsiteX70" fmla="*/ 3696258 w 9662615"/>
              <a:gd name="connsiteY70" fmla="*/ 1537563 h 1723719"/>
              <a:gd name="connsiteX71" fmla="*/ 3594070 w 9662615"/>
              <a:gd name="connsiteY71" fmla="*/ 1509422 h 1723719"/>
              <a:gd name="connsiteX72" fmla="*/ 3565233 w 9662615"/>
              <a:gd name="connsiteY72" fmla="*/ 1515122 h 1723719"/>
              <a:gd name="connsiteX73" fmla="*/ 3560267 w 9662615"/>
              <a:gd name="connsiteY73" fmla="*/ 1516288 h 1723719"/>
              <a:gd name="connsiteX74" fmla="*/ 3540258 w 9662615"/>
              <a:gd name="connsiteY74" fmla="*/ 1516976 h 1723719"/>
              <a:gd name="connsiteX75" fmla="*/ 3534780 w 9662615"/>
              <a:gd name="connsiteY75" fmla="*/ 1522141 h 1723719"/>
              <a:gd name="connsiteX76" fmla="*/ 3504783 w 9662615"/>
              <a:gd name="connsiteY76" fmla="*/ 1526739 h 1723719"/>
              <a:gd name="connsiteX77" fmla="*/ 3430805 w 9662615"/>
              <a:gd name="connsiteY77" fmla="*/ 1542521 h 1723719"/>
              <a:gd name="connsiteX78" fmla="*/ 3292707 w 9662615"/>
              <a:gd name="connsiteY78" fmla="*/ 1520490 h 1723719"/>
              <a:gd name="connsiteX79" fmla="*/ 3187872 w 9662615"/>
              <a:gd name="connsiteY79" fmla="*/ 1519991 h 1723719"/>
              <a:gd name="connsiteX80" fmla="*/ 3148026 w 9662615"/>
              <a:gd name="connsiteY80" fmla="*/ 1524777 h 1723719"/>
              <a:gd name="connsiteX81" fmla="*/ 3092394 w 9662615"/>
              <a:gd name="connsiteY81" fmla="*/ 1528115 h 1723719"/>
              <a:gd name="connsiteX82" fmla="*/ 2994200 w 9662615"/>
              <a:gd name="connsiteY82" fmla="*/ 1537857 h 1723719"/>
              <a:gd name="connsiteX83" fmla="*/ 2862301 w 9662615"/>
              <a:gd name="connsiteY83" fmla="*/ 1544250 h 1723719"/>
              <a:gd name="connsiteX84" fmla="*/ 2766335 w 9662615"/>
              <a:gd name="connsiteY84" fmla="*/ 1527662 h 1723719"/>
              <a:gd name="connsiteX85" fmla="*/ 2757836 w 9662615"/>
              <a:gd name="connsiteY85" fmla="*/ 1531371 h 1723719"/>
              <a:gd name="connsiteX86" fmla="*/ 2691555 w 9662615"/>
              <a:gd name="connsiteY86" fmla="*/ 1530283 h 1723719"/>
              <a:gd name="connsiteX87" fmla="*/ 2491676 w 9662615"/>
              <a:gd name="connsiteY87" fmla="*/ 1500859 h 1723719"/>
              <a:gd name="connsiteX88" fmla="*/ 2378036 w 9662615"/>
              <a:gd name="connsiteY88" fmla="*/ 1520645 h 1723719"/>
              <a:gd name="connsiteX89" fmla="*/ 2284269 w 9662615"/>
              <a:gd name="connsiteY89" fmla="*/ 1503068 h 1723719"/>
              <a:gd name="connsiteX90" fmla="*/ 2207104 w 9662615"/>
              <a:gd name="connsiteY90" fmla="*/ 1508888 h 1723719"/>
              <a:gd name="connsiteX91" fmla="*/ 2149226 w 9662615"/>
              <a:gd name="connsiteY91" fmla="*/ 1523409 h 1723719"/>
              <a:gd name="connsiteX92" fmla="*/ 2084783 w 9662615"/>
              <a:gd name="connsiteY92" fmla="*/ 1524245 h 1723719"/>
              <a:gd name="connsiteX93" fmla="*/ 2070075 w 9662615"/>
              <a:gd name="connsiteY93" fmla="*/ 1511285 h 1723719"/>
              <a:gd name="connsiteX94" fmla="*/ 2001057 w 9662615"/>
              <a:gd name="connsiteY94" fmla="*/ 1516449 h 1723719"/>
              <a:gd name="connsiteX95" fmla="*/ 1896330 w 9662615"/>
              <a:gd name="connsiteY95" fmla="*/ 1525725 h 1723719"/>
              <a:gd name="connsiteX96" fmla="*/ 1835994 w 9662615"/>
              <a:gd name="connsiteY96" fmla="*/ 1527678 h 1723719"/>
              <a:gd name="connsiteX97" fmla="*/ 1671119 w 9662615"/>
              <a:gd name="connsiteY97" fmla="*/ 1536701 h 1723719"/>
              <a:gd name="connsiteX98" fmla="*/ 1601337 w 9662615"/>
              <a:gd name="connsiteY98" fmla="*/ 1548552 h 1723719"/>
              <a:gd name="connsiteX99" fmla="*/ 1407755 w 9662615"/>
              <a:gd name="connsiteY99" fmla="*/ 1571444 h 1723719"/>
              <a:gd name="connsiteX100" fmla="*/ 1271994 w 9662615"/>
              <a:gd name="connsiteY100" fmla="*/ 1579471 h 1723719"/>
              <a:gd name="connsiteX101" fmla="*/ 1249226 w 9662615"/>
              <a:gd name="connsiteY101" fmla="*/ 1583140 h 1723719"/>
              <a:gd name="connsiteX102" fmla="*/ 1217719 w 9662615"/>
              <a:gd name="connsiteY102" fmla="*/ 1580863 h 1723719"/>
              <a:gd name="connsiteX103" fmla="*/ 1091432 w 9662615"/>
              <a:gd name="connsiteY103" fmla="*/ 1571003 h 1723719"/>
              <a:gd name="connsiteX104" fmla="*/ 992039 w 9662615"/>
              <a:gd name="connsiteY104" fmla="*/ 1556662 h 1723719"/>
              <a:gd name="connsiteX105" fmla="*/ 868264 w 9662615"/>
              <a:gd name="connsiteY105" fmla="*/ 1566392 h 1723719"/>
              <a:gd name="connsiteX106" fmla="*/ 792765 w 9662615"/>
              <a:gd name="connsiteY106" fmla="*/ 1563102 h 1723719"/>
              <a:gd name="connsiteX107" fmla="*/ 669055 w 9662615"/>
              <a:gd name="connsiteY107" fmla="*/ 1543638 h 1723719"/>
              <a:gd name="connsiteX108" fmla="*/ 506152 w 9662615"/>
              <a:gd name="connsiteY108" fmla="*/ 1549124 h 1723719"/>
              <a:gd name="connsiteX109" fmla="*/ 472797 w 9662615"/>
              <a:gd name="connsiteY109" fmla="*/ 1568904 h 1723719"/>
              <a:gd name="connsiteX110" fmla="*/ 427864 w 9662615"/>
              <a:gd name="connsiteY110" fmla="*/ 1580848 h 1723719"/>
              <a:gd name="connsiteX111" fmla="*/ 408381 w 9662615"/>
              <a:gd name="connsiteY111" fmla="*/ 1552940 h 1723719"/>
              <a:gd name="connsiteX112" fmla="*/ 267163 w 9662615"/>
              <a:gd name="connsiteY112" fmla="*/ 1531913 h 1723719"/>
              <a:gd name="connsiteX113" fmla="*/ 196644 w 9662615"/>
              <a:gd name="connsiteY113" fmla="*/ 1524565 h 1723719"/>
              <a:gd name="connsiteX114" fmla="*/ 86819 w 9662615"/>
              <a:gd name="connsiteY114" fmla="*/ 1519517 h 1723719"/>
              <a:gd name="connsiteX115" fmla="*/ 53369 w 9662615"/>
              <a:gd name="connsiteY115" fmla="*/ 1516853 h 1723719"/>
              <a:gd name="connsiteX116" fmla="*/ 2359 w 9662615"/>
              <a:gd name="connsiteY116" fmla="*/ 1515247 h 1723719"/>
              <a:gd name="connsiteX117" fmla="*/ 0 w 9662615"/>
              <a:gd name="connsiteY117" fmla="*/ 1514932 h 1723719"/>
              <a:gd name="connsiteX118" fmla="*/ 0 w 9662615"/>
              <a:gd name="connsiteY118" fmla="*/ 0 h 1723719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696258 w 9662615"/>
              <a:gd name="connsiteY70" fmla="*/ 1537563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594070 w 9662615"/>
              <a:gd name="connsiteY71" fmla="*/ 1509422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29812 w 9662615"/>
              <a:gd name="connsiteY49" fmla="*/ 1521277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090342 w 9662615"/>
              <a:gd name="connsiteY48" fmla="*/ 1546680 h 1583140"/>
              <a:gd name="connsiteX49" fmla="*/ 5137764 w 9662615"/>
              <a:gd name="connsiteY49" fmla="*/ 1481521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177807 w 9662615"/>
              <a:gd name="connsiteY48" fmla="*/ 1526802 h 1583140"/>
              <a:gd name="connsiteX49" fmla="*/ 5137764 w 9662615"/>
              <a:gd name="connsiteY49" fmla="*/ 1481521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13947 w 9662615"/>
              <a:gd name="connsiteY47" fmla="*/ 1516637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15161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7014958 w 9662615"/>
              <a:gd name="connsiteY25" fmla="*/ 1396883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127667 w 9662615"/>
              <a:gd name="connsiteY17" fmla="*/ 1418254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58477 w 9662615"/>
              <a:gd name="connsiteY14" fmla="*/ 1370666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837252 w 9662615"/>
              <a:gd name="connsiteY7" fmla="*/ 1350515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705466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784979 w 9662615"/>
              <a:gd name="connsiteY8" fmla="*/ 1342419 h 1583140"/>
              <a:gd name="connsiteX9" fmla="*/ 8652221 w 9662615"/>
              <a:gd name="connsiteY9" fmla="*/ 1326906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784979 w 9662615"/>
              <a:gd name="connsiteY8" fmla="*/ 1342419 h 1583140"/>
              <a:gd name="connsiteX9" fmla="*/ 8695953 w 9662615"/>
              <a:gd name="connsiteY9" fmla="*/ 1346784 h 1583140"/>
              <a:gd name="connsiteX10" fmla="*/ 8632312 w 9662615"/>
              <a:gd name="connsiteY10" fmla="*/ 1326025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784979 w 9662615"/>
              <a:gd name="connsiteY8" fmla="*/ 1342419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72508 w 9662615"/>
              <a:gd name="connsiteY13" fmla="*/ 1363109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784979 w 9662615"/>
              <a:gd name="connsiteY8" fmla="*/ 1342419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85895 w 9662615"/>
              <a:gd name="connsiteY5" fmla="*/ 1269203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784979 w 9662615"/>
              <a:gd name="connsiteY8" fmla="*/ 1342419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784979 w 9662615"/>
              <a:gd name="connsiteY8" fmla="*/ 1342419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58420 w 9662615"/>
              <a:gd name="connsiteY3" fmla="*/ 1280106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618664 w 9662615"/>
              <a:gd name="connsiteY3" fmla="*/ 1331789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551077 w 9662615"/>
              <a:gd name="connsiteY3" fmla="*/ 1292033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929254 w 9662615"/>
              <a:gd name="connsiteY54" fmla="*/ 1563452 h 1583140"/>
              <a:gd name="connsiteX55" fmla="*/ 4871726 w 9662615"/>
              <a:gd name="connsiteY55" fmla="*/ 1570584 h 1583140"/>
              <a:gd name="connsiteX56" fmla="*/ 4843267 w 9662615"/>
              <a:gd name="connsiteY56" fmla="*/ 1561459 h 1583140"/>
              <a:gd name="connsiteX57" fmla="*/ 4821058 w 9662615"/>
              <a:gd name="connsiteY57" fmla="*/ 1553078 h 1583140"/>
              <a:gd name="connsiteX58" fmla="*/ 4791466 w 9662615"/>
              <a:gd name="connsiteY58" fmla="*/ 1561324 h 1583140"/>
              <a:gd name="connsiteX59" fmla="*/ 4784247 w 9662615"/>
              <a:gd name="connsiteY59" fmla="*/ 1562342 h 1583140"/>
              <a:gd name="connsiteX60" fmla="*/ 4739309 w 9662615"/>
              <a:gd name="connsiteY60" fmla="*/ 1553948 h 1583140"/>
              <a:gd name="connsiteX61" fmla="*/ 4697562 w 9662615"/>
              <a:gd name="connsiteY61" fmla="*/ 1551206 h 1583140"/>
              <a:gd name="connsiteX62" fmla="*/ 4650737 w 9662615"/>
              <a:gd name="connsiteY62" fmla="*/ 1537381 h 1583140"/>
              <a:gd name="connsiteX63" fmla="*/ 4583150 w 9662615"/>
              <a:gd name="connsiteY63" fmla="*/ 1529064 h 1583140"/>
              <a:gd name="connsiteX64" fmla="*/ 4521734 w 9662615"/>
              <a:gd name="connsiteY64" fmla="*/ 1529359 h 1583140"/>
              <a:gd name="connsiteX65" fmla="*/ 4382398 w 9662615"/>
              <a:gd name="connsiteY65" fmla="*/ 1534108 h 1583140"/>
              <a:gd name="connsiteX66" fmla="*/ 4221826 w 9662615"/>
              <a:gd name="connsiteY66" fmla="*/ 1500972 h 1583140"/>
              <a:gd name="connsiteX67" fmla="*/ 4096601 w 9662615"/>
              <a:gd name="connsiteY67" fmla="*/ 1521563 h 1583140"/>
              <a:gd name="connsiteX68" fmla="*/ 4002441 w 9662615"/>
              <a:gd name="connsiteY68" fmla="*/ 1528912 h 1583140"/>
              <a:gd name="connsiteX69" fmla="*/ 3833906 w 9662615"/>
              <a:gd name="connsiteY69" fmla="*/ 1516637 h 1583140"/>
              <a:gd name="connsiteX70" fmla="*/ 3763845 w 9662615"/>
              <a:gd name="connsiteY70" fmla="*/ 1501782 h 1583140"/>
              <a:gd name="connsiteX71" fmla="*/ 3641778 w 9662615"/>
              <a:gd name="connsiteY71" fmla="*/ 1505446 h 1583140"/>
              <a:gd name="connsiteX72" fmla="*/ 3565233 w 9662615"/>
              <a:gd name="connsiteY72" fmla="*/ 1515122 h 1583140"/>
              <a:gd name="connsiteX73" fmla="*/ 3560267 w 9662615"/>
              <a:gd name="connsiteY73" fmla="*/ 1516288 h 1583140"/>
              <a:gd name="connsiteX74" fmla="*/ 3540258 w 9662615"/>
              <a:gd name="connsiteY74" fmla="*/ 1516976 h 1583140"/>
              <a:gd name="connsiteX75" fmla="*/ 3534780 w 9662615"/>
              <a:gd name="connsiteY75" fmla="*/ 1522141 h 1583140"/>
              <a:gd name="connsiteX76" fmla="*/ 3504783 w 9662615"/>
              <a:gd name="connsiteY76" fmla="*/ 1526739 h 1583140"/>
              <a:gd name="connsiteX77" fmla="*/ 3430805 w 9662615"/>
              <a:gd name="connsiteY77" fmla="*/ 1542521 h 1583140"/>
              <a:gd name="connsiteX78" fmla="*/ 3292707 w 9662615"/>
              <a:gd name="connsiteY78" fmla="*/ 1520490 h 1583140"/>
              <a:gd name="connsiteX79" fmla="*/ 3187872 w 9662615"/>
              <a:gd name="connsiteY79" fmla="*/ 1519991 h 1583140"/>
              <a:gd name="connsiteX80" fmla="*/ 3148026 w 9662615"/>
              <a:gd name="connsiteY80" fmla="*/ 1524777 h 1583140"/>
              <a:gd name="connsiteX81" fmla="*/ 3092394 w 9662615"/>
              <a:gd name="connsiteY81" fmla="*/ 1528115 h 1583140"/>
              <a:gd name="connsiteX82" fmla="*/ 2994200 w 9662615"/>
              <a:gd name="connsiteY82" fmla="*/ 1537857 h 1583140"/>
              <a:gd name="connsiteX83" fmla="*/ 2862301 w 9662615"/>
              <a:gd name="connsiteY83" fmla="*/ 1544250 h 1583140"/>
              <a:gd name="connsiteX84" fmla="*/ 2766335 w 9662615"/>
              <a:gd name="connsiteY84" fmla="*/ 1527662 h 1583140"/>
              <a:gd name="connsiteX85" fmla="*/ 2757836 w 9662615"/>
              <a:gd name="connsiteY85" fmla="*/ 1531371 h 1583140"/>
              <a:gd name="connsiteX86" fmla="*/ 2691555 w 9662615"/>
              <a:gd name="connsiteY86" fmla="*/ 1530283 h 1583140"/>
              <a:gd name="connsiteX87" fmla="*/ 2491676 w 9662615"/>
              <a:gd name="connsiteY87" fmla="*/ 1500859 h 1583140"/>
              <a:gd name="connsiteX88" fmla="*/ 2378036 w 9662615"/>
              <a:gd name="connsiteY88" fmla="*/ 1520645 h 1583140"/>
              <a:gd name="connsiteX89" fmla="*/ 2284269 w 9662615"/>
              <a:gd name="connsiteY89" fmla="*/ 1503068 h 1583140"/>
              <a:gd name="connsiteX90" fmla="*/ 2207104 w 9662615"/>
              <a:gd name="connsiteY90" fmla="*/ 1508888 h 1583140"/>
              <a:gd name="connsiteX91" fmla="*/ 2149226 w 9662615"/>
              <a:gd name="connsiteY91" fmla="*/ 1523409 h 1583140"/>
              <a:gd name="connsiteX92" fmla="*/ 2084783 w 9662615"/>
              <a:gd name="connsiteY92" fmla="*/ 1524245 h 1583140"/>
              <a:gd name="connsiteX93" fmla="*/ 2070075 w 9662615"/>
              <a:gd name="connsiteY93" fmla="*/ 1511285 h 1583140"/>
              <a:gd name="connsiteX94" fmla="*/ 2001057 w 9662615"/>
              <a:gd name="connsiteY94" fmla="*/ 1516449 h 1583140"/>
              <a:gd name="connsiteX95" fmla="*/ 1896330 w 9662615"/>
              <a:gd name="connsiteY95" fmla="*/ 1525725 h 1583140"/>
              <a:gd name="connsiteX96" fmla="*/ 1835994 w 9662615"/>
              <a:gd name="connsiteY96" fmla="*/ 1527678 h 1583140"/>
              <a:gd name="connsiteX97" fmla="*/ 1671119 w 9662615"/>
              <a:gd name="connsiteY97" fmla="*/ 1536701 h 1583140"/>
              <a:gd name="connsiteX98" fmla="*/ 1601337 w 9662615"/>
              <a:gd name="connsiteY98" fmla="*/ 1548552 h 1583140"/>
              <a:gd name="connsiteX99" fmla="*/ 1407755 w 9662615"/>
              <a:gd name="connsiteY99" fmla="*/ 1571444 h 1583140"/>
              <a:gd name="connsiteX100" fmla="*/ 1271994 w 9662615"/>
              <a:gd name="connsiteY100" fmla="*/ 1579471 h 1583140"/>
              <a:gd name="connsiteX101" fmla="*/ 1249226 w 9662615"/>
              <a:gd name="connsiteY101" fmla="*/ 1583140 h 1583140"/>
              <a:gd name="connsiteX102" fmla="*/ 1217719 w 9662615"/>
              <a:gd name="connsiteY102" fmla="*/ 1580863 h 1583140"/>
              <a:gd name="connsiteX103" fmla="*/ 1091432 w 9662615"/>
              <a:gd name="connsiteY103" fmla="*/ 1571003 h 1583140"/>
              <a:gd name="connsiteX104" fmla="*/ 992039 w 9662615"/>
              <a:gd name="connsiteY104" fmla="*/ 1556662 h 1583140"/>
              <a:gd name="connsiteX105" fmla="*/ 868264 w 9662615"/>
              <a:gd name="connsiteY105" fmla="*/ 1566392 h 1583140"/>
              <a:gd name="connsiteX106" fmla="*/ 792765 w 9662615"/>
              <a:gd name="connsiteY106" fmla="*/ 1563102 h 1583140"/>
              <a:gd name="connsiteX107" fmla="*/ 669055 w 9662615"/>
              <a:gd name="connsiteY107" fmla="*/ 1543638 h 1583140"/>
              <a:gd name="connsiteX108" fmla="*/ 506152 w 9662615"/>
              <a:gd name="connsiteY108" fmla="*/ 1549124 h 1583140"/>
              <a:gd name="connsiteX109" fmla="*/ 472797 w 9662615"/>
              <a:gd name="connsiteY109" fmla="*/ 1568904 h 1583140"/>
              <a:gd name="connsiteX110" fmla="*/ 427864 w 9662615"/>
              <a:gd name="connsiteY110" fmla="*/ 1580848 h 1583140"/>
              <a:gd name="connsiteX111" fmla="*/ 408381 w 9662615"/>
              <a:gd name="connsiteY111" fmla="*/ 1552940 h 1583140"/>
              <a:gd name="connsiteX112" fmla="*/ 267163 w 9662615"/>
              <a:gd name="connsiteY112" fmla="*/ 1531913 h 1583140"/>
              <a:gd name="connsiteX113" fmla="*/ 196644 w 9662615"/>
              <a:gd name="connsiteY113" fmla="*/ 1524565 h 1583140"/>
              <a:gd name="connsiteX114" fmla="*/ 86819 w 9662615"/>
              <a:gd name="connsiteY114" fmla="*/ 1519517 h 1583140"/>
              <a:gd name="connsiteX115" fmla="*/ 53369 w 9662615"/>
              <a:gd name="connsiteY115" fmla="*/ 1516853 h 1583140"/>
              <a:gd name="connsiteX116" fmla="*/ 2359 w 9662615"/>
              <a:gd name="connsiteY116" fmla="*/ 1515247 h 1583140"/>
              <a:gd name="connsiteX117" fmla="*/ 0 w 9662615"/>
              <a:gd name="connsiteY117" fmla="*/ 1514932 h 1583140"/>
              <a:gd name="connsiteX118" fmla="*/ 0 w 9662615"/>
              <a:gd name="connsiteY118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551077 w 9662615"/>
              <a:gd name="connsiteY3" fmla="*/ 1292033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871726 w 9662615"/>
              <a:gd name="connsiteY54" fmla="*/ 1570584 h 1583140"/>
              <a:gd name="connsiteX55" fmla="*/ 4843267 w 9662615"/>
              <a:gd name="connsiteY55" fmla="*/ 1561459 h 1583140"/>
              <a:gd name="connsiteX56" fmla="*/ 4821058 w 9662615"/>
              <a:gd name="connsiteY56" fmla="*/ 1553078 h 1583140"/>
              <a:gd name="connsiteX57" fmla="*/ 4791466 w 9662615"/>
              <a:gd name="connsiteY57" fmla="*/ 1561324 h 1583140"/>
              <a:gd name="connsiteX58" fmla="*/ 4784247 w 9662615"/>
              <a:gd name="connsiteY58" fmla="*/ 1562342 h 1583140"/>
              <a:gd name="connsiteX59" fmla="*/ 4739309 w 9662615"/>
              <a:gd name="connsiteY59" fmla="*/ 1553948 h 1583140"/>
              <a:gd name="connsiteX60" fmla="*/ 4697562 w 9662615"/>
              <a:gd name="connsiteY60" fmla="*/ 1551206 h 1583140"/>
              <a:gd name="connsiteX61" fmla="*/ 4650737 w 9662615"/>
              <a:gd name="connsiteY61" fmla="*/ 1537381 h 1583140"/>
              <a:gd name="connsiteX62" fmla="*/ 4583150 w 9662615"/>
              <a:gd name="connsiteY62" fmla="*/ 1529064 h 1583140"/>
              <a:gd name="connsiteX63" fmla="*/ 4521734 w 9662615"/>
              <a:gd name="connsiteY63" fmla="*/ 1529359 h 1583140"/>
              <a:gd name="connsiteX64" fmla="*/ 4382398 w 9662615"/>
              <a:gd name="connsiteY64" fmla="*/ 1534108 h 1583140"/>
              <a:gd name="connsiteX65" fmla="*/ 4221826 w 9662615"/>
              <a:gd name="connsiteY65" fmla="*/ 1500972 h 1583140"/>
              <a:gd name="connsiteX66" fmla="*/ 4096601 w 9662615"/>
              <a:gd name="connsiteY66" fmla="*/ 1521563 h 1583140"/>
              <a:gd name="connsiteX67" fmla="*/ 4002441 w 9662615"/>
              <a:gd name="connsiteY67" fmla="*/ 1528912 h 1583140"/>
              <a:gd name="connsiteX68" fmla="*/ 3833906 w 9662615"/>
              <a:gd name="connsiteY68" fmla="*/ 1516637 h 1583140"/>
              <a:gd name="connsiteX69" fmla="*/ 3763845 w 9662615"/>
              <a:gd name="connsiteY69" fmla="*/ 1501782 h 1583140"/>
              <a:gd name="connsiteX70" fmla="*/ 3641778 w 9662615"/>
              <a:gd name="connsiteY70" fmla="*/ 1505446 h 1583140"/>
              <a:gd name="connsiteX71" fmla="*/ 3565233 w 9662615"/>
              <a:gd name="connsiteY71" fmla="*/ 1515122 h 1583140"/>
              <a:gd name="connsiteX72" fmla="*/ 3560267 w 9662615"/>
              <a:gd name="connsiteY72" fmla="*/ 1516288 h 1583140"/>
              <a:gd name="connsiteX73" fmla="*/ 3540258 w 9662615"/>
              <a:gd name="connsiteY73" fmla="*/ 1516976 h 1583140"/>
              <a:gd name="connsiteX74" fmla="*/ 3534780 w 9662615"/>
              <a:gd name="connsiteY74" fmla="*/ 1522141 h 1583140"/>
              <a:gd name="connsiteX75" fmla="*/ 3504783 w 9662615"/>
              <a:gd name="connsiteY75" fmla="*/ 1526739 h 1583140"/>
              <a:gd name="connsiteX76" fmla="*/ 3430805 w 9662615"/>
              <a:gd name="connsiteY76" fmla="*/ 1542521 h 1583140"/>
              <a:gd name="connsiteX77" fmla="*/ 3292707 w 9662615"/>
              <a:gd name="connsiteY77" fmla="*/ 1520490 h 1583140"/>
              <a:gd name="connsiteX78" fmla="*/ 3187872 w 9662615"/>
              <a:gd name="connsiteY78" fmla="*/ 1519991 h 1583140"/>
              <a:gd name="connsiteX79" fmla="*/ 3148026 w 9662615"/>
              <a:gd name="connsiteY79" fmla="*/ 1524777 h 1583140"/>
              <a:gd name="connsiteX80" fmla="*/ 3092394 w 9662615"/>
              <a:gd name="connsiteY80" fmla="*/ 1528115 h 1583140"/>
              <a:gd name="connsiteX81" fmla="*/ 2994200 w 9662615"/>
              <a:gd name="connsiteY81" fmla="*/ 1537857 h 1583140"/>
              <a:gd name="connsiteX82" fmla="*/ 2862301 w 9662615"/>
              <a:gd name="connsiteY82" fmla="*/ 1544250 h 1583140"/>
              <a:gd name="connsiteX83" fmla="*/ 2766335 w 9662615"/>
              <a:gd name="connsiteY83" fmla="*/ 1527662 h 1583140"/>
              <a:gd name="connsiteX84" fmla="*/ 2757836 w 9662615"/>
              <a:gd name="connsiteY84" fmla="*/ 1531371 h 1583140"/>
              <a:gd name="connsiteX85" fmla="*/ 2691555 w 9662615"/>
              <a:gd name="connsiteY85" fmla="*/ 1530283 h 1583140"/>
              <a:gd name="connsiteX86" fmla="*/ 2491676 w 9662615"/>
              <a:gd name="connsiteY86" fmla="*/ 1500859 h 1583140"/>
              <a:gd name="connsiteX87" fmla="*/ 2378036 w 9662615"/>
              <a:gd name="connsiteY87" fmla="*/ 1520645 h 1583140"/>
              <a:gd name="connsiteX88" fmla="*/ 2284269 w 9662615"/>
              <a:gd name="connsiteY88" fmla="*/ 1503068 h 1583140"/>
              <a:gd name="connsiteX89" fmla="*/ 2207104 w 9662615"/>
              <a:gd name="connsiteY89" fmla="*/ 1508888 h 1583140"/>
              <a:gd name="connsiteX90" fmla="*/ 2149226 w 9662615"/>
              <a:gd name="connsiteY90" fmla="*/ 1523409 h 1583140"/>
              <a:gd name="connsiteX91" fmla="*/ 2084783 w 9662615"/>
              <a:gd name="connsiteY91" fmla="*/ 1524245 h 1583140"/>
              <a:gd name="connsiteX92" fmla="*/ 2070075 w 9662615"/>
              <a:gd name="connsiteY92" fmla="*/ 1511285 h 1583140"/>
              <a:gd name="connsiteX93" fmla="*/ 2001057 w 9662615"/>
              <a:gd name="connsiteY93" fmla="*/ 1516449 h 1583140"/>
              <a:gd name="connsiteX94" fmla="*/ 1896330 w 9662615"/>
              <a:gd name="connsiteY94" fmla="*/ 1525725 h 1583140"/>
              <a:gd name="connsiteX95" fmla="*/ 1835994 w 9662615"/>
              <a:gd name="connsiteY95" fmla="*/ 1527678 h 1583140"/>
              <a:gd name="connsiteX96" fmla="*/ 1671119 w 9662615"/>
              <a:gd name="connsiteY96" fmla="*/ 1536701 h 1583140"/>
              <a:gd name="connsiteX97" fmla="*/ 1601337 w 9662615"/>
              <a:gd name="connsiteY97" fmla="*/ 1548552 h 1583140"/>
              <a:gd name="connsiteX98" fmla="*/ 1407755 w 9662615"/>
              <a:gd name="connsiteY98" fmla="*/ 1571444 h 1583140"/>
              <a:gd name="connsiteX99" fmla="*/ 1271994 w 9662615"/>
              <a:gd name="connsiteY99" fmla="*/ 1579471 h 1583140"/>
              <a:gd name="connsiteX100" fmla="*/ 1249226 w 9662615"/>
              <a:gd name="connsiteY100" fmla="*/ 1583140 h 1583140"/>
              <a:gd name="connsiteX101" fmla="*/ 1217719 w 9662615"/>
              <a:gd name="connsiteY101" fmla="*/ 1580863 h 1583140"/>
              <a:gd name="connsiteX102" fmla="*/ 1091432 w 9662615"/>
              <a:gd name="connsiteY102" fmla="*/ 1571003 h 1583140"/>
              <a:gd name="connsiteX103" fmla="*/ 992039 w 9662615"/>
              <a:gd name="connsiteY103" fmla="*/ 1556662 h 1583140"/>
              <a:gd name="connsiteX104" fmla="*/ 868264 w 9662615"/>
              <a:gd name="connsiteY104" fmla="*/ 1566392 h 1583140"/>
              <a:gd name="connsiteX105" fmla="*/ 792765 w 9662615"/>
              <a:gd name="connsiteY105" fmla="*/ 1563102 h 1583140"/>
              <a:gd name="connsiteX106" fmla="*/ 669055 w 9662615"/>
              <a:gd name="connsiteY106" fmla="*/ 1543638 h 1583140"/>
              <a:gd name="connsiteX107" fmla="*/ 506152 w 9662615"/>
              <a:gd name="connsiteY107" fmla="*/ 1549124 h 1583140"/>
              <a:gd name="connsiteX108" fmla="*/ 472797 w 9662615"/>
              <a:gd name="connsiteY108" fmla="*/ 1568904 h 1583140"/>
              <a:gd name="connsiteX109" fmla="*/ 427864 w 9662615"/>
              <a:gd name="connsiteY109" fmla="*/ 1580848 h 1583140"/>
              <a:gd name="connsiteX110" fmla="*/ 408381 w 9662615"/>
              <a:gd name="connsiteY110" fmla="*/ 1552940 h 1583140"/>
              <a:gd name="connsiteX111" fmla="*/ 267163 w 9662615"/>
              <a:gd name="connsiteY111" fmla="*/ 1531913 h 1583140"/>
              <a:gd name="connsiteX112" fmla="*/ 196644 w 9662615"/>
              <a:gd name="connsiteY112" fmla="*/ 1524565 h 1583140"/>
              <a:gd name="connsiteX113" fmla="*/ 86819 w 9662615"/>
              <a:gd name="connsiteY113" fmla="*/ 1519517 h 1583140"/>
              <a:gd name="connsiteX114" fmla="*/ 53369 w 9662615"/>
              <a:gd name="connsiteY114" fmla="*/ 1516853 h 1583140"/>
              <a:gd name="connsiteX115" fmla="*/ 2359 w 9662615"/>
              <a:gd name="connsiteY115" fmla="*/ 1515247 h 1583140"/>
              <a:gd name="connsiteX116" fmla="*/ 0 w 9662615"/>
              <a:gd name="connsiteY116" fmla="*/ 1514932 h 1583140"/>
              <a:gd name="connsiteX117" fmla="*/ 0 w 9662615"/>
              <a:gd name="connsiteY117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551077 w 9662615"/>
              <a:gd name="connsiteY3" fmla="*/ 1292033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871726 w 9662615"/>
              <a:gd name="connsiteY54" fmla="*/ 1570584 h 1583140"/>
              <a:gd name="connsiteX55" fmla="*/ 4843267 w 9662615"/>
              <a:gd name="connsiteY55" fmla="*/ 1561459 h 1583140"/>
              <a:gd name="connsiteX56" fmla="*/ 4821058 w 9662615"/>
              <a:gd name="connsiteY56" fmla="*/ 1553078 h 1583140"/>
              <a:gd name="connsiteX57" fmla="*/ 4791466 w 9662615"/>
              <a:gd name="connsiteY57" fmla="*/ 1561324 h 1583140"/>
              <a:gd name="connsiteX58" fmla="*/ 4784247 w 9662615"/>
              <a:gd name="connsiteY58" fmla="*/ 1562342 h 1583140"/>
              <a:gd name="connsiteX59" fmla="*/ 4739309 w 9662615"/>
              <a:gd name="connsiteY59" fmla="*/ 1553948 h 1583140"/>
              <a:gd name="connsiteX60" fmla="*/ 4697562 w 9662615"/>
              <a:gd name="connsiteY60" fmla="*/ 1551206 h 1583140"/>
              <a:gd name="connsiteX61" fmla="*/ 4650737 w 9662615"/>
              <a:gd name="connsiteY61" fmla="*/ 1537381 h 1583140"/>
              <a:gd name="connsiteX62" fmla="*/ 4583150 w 9662615"/>
              <a:gd name="connsiteY62" fmla="*/ 1529064 h 1583140"/>
              <a:gd name="connsiteX63" fmla="*/ 4521734 w 9662615"/>
              <a:gd name="connsiteY63" fmla="*/ 1529359 h 1583140"/>
              <a:gd name="connsiteX64" fmla="*/ 4382398 w 9662615"/>
              <a:gd name="connsiteY64" fmla="*/ 1534108 h 1583140"/>
              <a:gd name="connsiteX65" fmla="*/ 4221826 w 9662615"/>
              <a:gd name="connsiteY65" fmla="*/ 1500972 h 1583140"/>
              <a:gd name="connsiteX66" fmla="*/ 4096601 w 9662615"/>
              <a:gd name="connsiteY66" fmla="*/ 1521563 h 1583140"/>
              <a:gd name="connsiteX67" fmla="*/ 4002441 w 9662615"/>
              <a:gd name="connsiteY67" fmla="*/ 1528912 h 1583140"/>
              <a:gd name="connsiteX68" fmla="*/ 3833906 w 9662615"/>
              <a:gd name="connsiteY68" fmla="*/ 1516637 h 1583140"/>
              <a:gd name="connsiteX69" fmla="*/ 3763845 w 9662615"/>
              <a:gd name="connsiteY69" fmla="*/ 1501782 h 1583140"/>
              <a:gd name="connsiteX70" fmla="*/ 3641778 w 9662615"/>
              <a:gd name="connsiteY70" fmla="*/ 1505446 h 1583140"/>
              <a:gd name="connsiteX71" fmla="*/ 3565233 w 9662615"/>
              <a:gd name="connsiteY71" fmla="*/ 1515122 h 1583140"/>
              <a:gd name="connsiteX72" fmla="*/ 3560267 w 9662615"/>
              <a:gd name="connsiteY72" fmla="*/ 1516288 h 1583140"/>
              <a:gd name="connsiteX73" fmla="*/ 3540258 w 9662615"/>
              <a:gd name="connsiteY73" fmla="*/ 1516976 h 1583140"/>
              <a:gd name="connsiteX74" fmla="*/ 3534780 w 9662615"/>
              <a:gd name="connsiteY74" fmla="*/ 1522141 h 1583140"/>
              <a:gd name="connsiteX75" fmla="*/ 3504783 w 9662615"/>
              <a:gd name="connsiteY75" fmla="*/ 1526739 h 1583140"/>
              <a:gd name="connsiteX76" fmla="*/ 3430805 w 9662615"/>
              <a:gd name="connsiteY76" fmla="*/ 1542521 h 1583140"/>
              <a:gd name="connsiteX77" fmla="*/ 3292707 w 9662615"/>
              <a:gd name="connsiteY77" fmla="*/ 1520490 h 1583140"/>
              <a:gd name="connsiteX78" fmla="*/ 3187872 w 9662615"/>
              <a:gd name="connsiteY78" fmla="*/ 1519991 h 1583140"/>
              <a:gd name="connsiteX79" fmla="*/ 3148026 w 9662615"/>
              <a:gd name="connsiteY79" fmla="*/ 1524777 h 1583140"/>
              <a:gd name="connsiteX80" fmla="*/ 3092394 w 9662615"/>
              <a:gd name="connsiteY80" fmla="*/ 1528115 h 1583140"/>
              <a:gd name="connsiteX81" fmla="*/ 2994200 w 9662615"/>
              <a:gd name="connsiteY81" fmla="*/ 1537857 h 1583140"/>
              <a:gd name="connsiteX82" fmla="*/ 2862301 w 9662615"/>
              <a:gd name="connsiteY82" fmla="*/ 1544250 h 1583140"/>
              <a:gd name="connsiteX83" fmla="*/ 2766335 w 9662615"/>
              <a:gd name="connsiteY83" fmla="*/ 1527662 h 1583140"/>
              <a:gd name="connsiteX84" fmla="*/ 2757836 w 9662615"/>
              <a:gd name="connsiteY84" fmla="*/ 1531371 h 1583140"/>
              <a:gd name="connsiteX85" fmla="*/ 2691555 w 9662615"/>
              <a:gd name="connsiteY85" fmla="*/ 1530283 h 1583140"/>
              <a:gd name="connsiteX86" fmla="*/ 2491676 w 9662615"/>
              <a:gd name="connsiteY86" fmla="*/ 1500859 h 1583140"/>
              <a:gd name="connsiteX87" fmla="*/ 2378036 w 9662615"/>
              <a:gd name="connsiteY87" fmla="*/ 1520645 h 1583140"/>
              <a:gd name="connsiteX88" fmla="*/ 2284269 w 9662615"/>
              <a:gd name="connsiteY88" fmla="*/ 1503068 h 1583140"/>
              <a:gd name="connsiteX89" fmla="*/ 2207104 w 9662615"/>
              <a:gd name="connsiteY89" fmla="*/ 1508888 h 1583140"/>
              <a:gd name="connsiteX90" fmla="*/ 2149226 w 9662615"/>
              <a:gd name="connsiteY90" fmla="*/ 1523409 h 1583140"/>
              <a:gd name="connsiteX91" fmla="*/ 2084783 w 9662615"/>
              <a:gd name="connsiteY91" fmla="*/ 1524245 h 1583140"/>
              <a:gd name="connsiteX92" fmla="*/ 2070075 w 9662615"/>
              <a:gd name="connsiteY92" fmla="*/ 1511285 h 1583140"/>
              <a:gd name="connsiteX93" fmla="*/ 2001057 w 9662615"/>
              <a:gd name="connsiteY93" fmla="*/ 1516449 h 1583140"/>
              <a:gd name="connsiteX94" fmla="*/ 1896330 w 9662615"/>
              <a:gd name="connsiteY94" fmla="*/ 1525725 h 1583140"/>
              <a:gd name="connsiteX95" fmla="*/ 1835994 w 9662615"/>
              <a:gd name="connsiteY95" fmla="*/ 1527678 h 1583140"/>
              <a:gd name="connsiteX96" fmla="*/ 1671119 w 9662615"/>
              <a:gd name="connsiteY96" fmla="*/ 1536701 h 1583140"/>
              <a:gd name="connsiteX97" fmla="*/ 1601337 w 9662615"/>
              <a:gd name="connsiteY97" fmla="*/ 1548552 h 1583140"/>
              <a:gd name="connsiteX98" fmla="*/ 1407755 w 9662615"/>
              <a:gd name="connsiteY98" fmla="*/ 1571444 h 1583140"/>
              <a:gd name="connsiteX99" fmla="*/ 1271994 w 9662615"/>
              <a:gd name="connsiteY99" fmla="*/ 1579471 h 1583140"/>
              <a:gd name="connsiteX100" fmla="*/ 1249226 w 9662615"/>
              <a:gd name="connsiteY100" fmla="*/ 1583140 h 1583140"/>
              <a:gd name="connsiteX101" fmla="*/ 1217719 w 9662615"/>
              <a:gd name="connsiteY101" fmla="*/ 1580863 h 1583140"/>
              <a:gd name="connsiteX102" fmla="*/ 1091432 w 9662615"/>
              <a:gd name="connsiteY102" fmla="*/ 1571003 h 1583140"/>
              <a:gd name="connsiteX103" fmla="*/ 992039 w 9662615"/>
              <a:gd name="connsiteY103" fmla="*/ 1556662 h 1583140"/>
              <a:gd name="connsiteX104" fmla="*/ 868264 w 9662615"/>
              <a:gd name="connsiteY104" fmla="*/ 1566392 h 1583140"/>
              <a:gd name="connsiteX105" fmla="*/ 792765 w 9662615"/>
              <a:gd name="connsiteY105" fmla="*/ 1563102 h 1583140"/>
              <a:gd name="connsiteX106" fmla="*/ 669055 w 9662615"/>
              <a:gd name="connsiteY106" fmla="*/ 1543638 h 1583140"/>
              <a:gd name="connsiteX107" fmla="*/ 506152 w 9662615"/>
              <a:gd name="connsiteY107" fmla="*/ 1549124 h 1583140"/>
              <a:gd name="connsiteX108" fmla="*/ 472797 w 9662615"/>
              <a:gd name="connsiteY108" fmla="*/ 1568904 h 1583140"/>
              <a:gd name="connsiteX109" fmla="*/ 427864 w 9662615"/>
              <a:gd name="connsiteY109" fmla="*/ 1580848 h 1583140"/>
              <a:gd name="connsiteX110" fmla="*/ 336819 w 9662615"/>
              <a:gd name="connsiteY110" fmla="*/ 1560892 h 1583140"/>
              <a:gd name="connsiteX111" fmla="*/ 267163 w 9662615"/>
              <a:gd name="connsiteY111" fmla="*/ 1531913 h 1583140"/>
              <a:gd name="connsiteX112" fmla="*/ 196644 w 9662615"/>
              <a:gd name="connsiteY112" fmla="*/ 1524565 h 1583140"/>
              <a:gd name="connsiteX113" fmla="*/ 86819 w 9662615"/>
              <a:gd name="connsiteY113" fmla="*/ 1519517 h 1583140"/>
              <a:gd name="connsiteX114" fmla="*/ 53369 w 9662615"/>
              <a:gd name="connsiteY114" fmla="*/ 1516853 h 1583140"/>
              <a:gd name="connsiteX115" fmla="*/ 2359 w 9662615"/>
              <a:gd name="connsiteY115" fmla="*/ 1515247 h 1583140"/>
              <a:gd name="connsiteX116" fmla="*/ 0 w 9662615"/>
              <a:gd name="connsiteY116" fmla="*/ 1514932 h 1583140"/>
              <a:gd name="connsiteX117" fmla="*/ 0 w 9662615"/>
              <a:gd name="connsiteY117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551077 w 9662615"/>
              <a:gd name="connsiteY3" fmla="*/ 1292033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871726 w 9662615"/>
              <a:gd name="connsiteY54" fmla="*/ 1570584 h 1583140"/>
              <a:gd name="connsiteX55" fmla="*/ 4843267 w 9662615"/>
              <a:gd name="connsiteY55" fmla="*/ 1561459 h 1583140"/>
              <a:gd name="connsiteX56" fmla="*/ 4821058 w 9662615"/>
              <a:gd name="connsiteY56" fmla="*/ 1553078 h 1583140"/>
              <a:gd name="connsiteX57" fmla="*/ 4791466 w 9662615"/>
              <a:gd name="connsiteY57" fmla="*/ 1561324 h 1583140"/>
              <a:gd name="connsiteX58" fmla="*/ 4784247 w 9662615"/>
              <a:gd name="connsiteY58" fmla="*/ 1562342 h 1583140"/>
              <a:gd name="connsiteX59" fmla="*/ 4739309 w 9662615"/>
              <a:gd name="connsiteY59" fmla="*/ 1553948 h 1583140"/>
              <a:gd name="connsiteX60" fmla="*/ 4697562 w 9662615"/>
              <a:gd name="connsiteY60" fmla="*/ 1551206 h 1583140"/>
              <a:gd name="connsiteX61" fmla="*/ 4650737 w 9662615"/>
              <a:gd name="connsiteY61" fmla="*/ 1537381 h 1583140"/>
              <a:gd name="connsiteX62" fmla="*/ 4583150 w 9662615"/>
              <a:gd name="connsiteY62" fmla="*/ 1529064 h 1583140"/>
              <a:gd name="connsiteX63" fmla="*/ 4521734 w 9662615"/>
              <a:gd name="connsiteY63" fmla="*/ 1529359 h 1583140"/>
              <a:gd name="connsiteX64" fmla="*/ 4382398 w 9662615"/>
              <a:gd name="connsiteY64" fmla="*/ 1534108 h 1583140"/>
              <a:gd name="connsiteX65" fmla="*/ 4221826 w 9662615"/>
              <a:gd name="connsiteY65" fmla="*/ 1500972 h 1583140"/>
              <a:gd name="connsiteX66" fmla="*/ 4096601 w 9662615"/>
              <a:gd name="connsiteY66" fmla="*/ 1521563 h 1583140"/>
              <a:gd name="connsiteX67" fmla="*/ 4002441 w 9662615"/>
              <a:gd name="connsiteY67" fmla="*/ 1528912 h 1583140"/>
              <a:gd name="connsiteX68" fmla="*/ 3833906 w 9662615"/>
              <a:gd name="connsiteY68" fmla="*/ 1516637 h 1583140"/>
              <a:gd name="connsiteX69" fmla="*/ 3763845 w 9662615"/>
              <a:gd name="connsiteY69" fmla="*/ 1501782 h 1583140"/>
              <a:gd name="connsiteX70" fmla="*/ 3641778 w 9662615"/>
              <a:gd name="connsiteY70" fmla="*/ 1505446 h 1583140"/>
              <a:gd name="connsiteX71" fmla="*/ 3565233 w 9662615"/>
              <a:gd name="connsiteY71" fmla="*/ 1515122 h 1583140"/>
              <a:gd name="connsiteX72" fmla="*/ 3560267 w 9662615"/>
              <a:gd name="connsiteY72" fmla="*/ 1516288 h 1583140"/>
              <a:gd name="connsiteX73" fmla="*/ 3540258 w 9662615"/>
              <a:gd name="connsiteY73" fmla="*/ 1516976 h 1583140"/>
              <a:gd name="connsiteX74" fmla="*/ 3534780 w 9662615"/>
              <a:gd name="connsiteY74" fmla="*/ 1522141 h 1583140"/>
              <a:gd name="connsiteX75" fmla="*/ 3504783 w 9662615"/>
              <a:gd name="connsiteY75" fmla="*/ 1526739 h 1583140"/>
              <a:gd name="connsiteX76" fmla="*/ 3430805 w 9662615"/>
              <a:gd name="connsiteY76" fmla="*/ 1542521 h 1583140"/>
              <a:gd name="connsiteX77" fmla="*/ 3292707 w 9662615"/>
              <a:gd name="connsiteY77" fmla="*/ 1520490 h 1583140"/>
              <a:gd name="connsiteX78" fmla="*/ 3187872 w 9662615"/>
              <a:gd name="connsiteY78" fmla="*/ 1519991 h 1583140"/>
              <a:gd name="connsiteX79" fmla="*/ 3148026 w 9662615"/>
              <a:gd name="connsiteY79" fmla="*/ 1524777 h 1583140"/>
              <a:gd name="connsiteX80" fmla="*/ 3092394 w 9662615"/>
              <a:gd name="connsiteY80" fmla="*/ 1528115 h 1583140"/>
              <a:gd name="connsiteX81" fmla="*/ 2994200 w 9662615"/>
              <a:gd name="connsiteY81" fmla="*/ 1537857 h 1583140"/>
              <a:gd name="connsiteX82" fmla="*/ 2862301 w 9662615"/>
              <a:gd name="connsiteY82" fmla="*/ 1544250 h 1583140"/>
              <a:gd name="connsiteX83" fmla="*/ 2766335 w 9662615"/>
              <a:gd name="connsiteY83" fmla="*/ 1527662 h 1583140"/>
              <a:gd name="connsiteX84" fmla="*/ 2757836 w 9662615"/>
              <a:gd name="connsiteY84" fmla="*/ 1531371 h 1583140"/>
              <a:gd name="connsiteX85" fmla="*/ 2691555 w 9662615"/>
              <a:gd name="connsiteY85" fmla="*/ 1530283 h 1583140"/>
              <a:gd name="connsiteX86" fmla="*/ 2491676 w 9662615"/>
              <a:gd name="connsiteY86" fmla="*/ 1500859 h 1583140"/>
              <a:gd name="connsiteX87" fmla="*/ 2378036 w 9662615"/>
              <a:gd name="connsiteY87" fmla="*/ 1520645 h 1583140"/>
              <a:gd name="connsiteX88" fmla="*/ 2284269 w 9662615"/>
              <a:gd name="connsiteY88" fmla="*/ 1503068 h 1583140"/>
              <a:gd name="connsiteX89" fmla="*/ 2207104 w 9662615"/>
              <a:gd name="connsiteY89" fmla="*/ 1508888 h 1583140"/>
              <a:gd name="connsiteX90" fmla="*/ 2149226 w 9662615"/>
              <a:gd name="connsiteY90" fmla="*/ 1523409 h 1583140"/>
              <a:gd name="connsiteX91" fmla="*/ 2084783 w 9662615"/>
              <a:gd name="connsiteY91" fmla="*/ 1524245 h 1583140"/>
              <a:gd name="connsiteX92" fmla="*/ 2070075 w 9662615"/>
              <a:gd name="connsiteY92" fmla="*/ 1511285 h 1583140"/>
              <a:gd name="connsiteX93" fmla="*/ 2001057 w 9662615"/>
              <a:gd name="connsiteY93" fmla="*/ 1516449 h 1583140"/>
              <a:gd name="connsiteX94" fmla="*/ 1896330 w 9662615"/>
              <a:gd name="connsiteY94" fmla="*/ 1525725 h 1583140"/>
              <a:gd name="connsiteX95" fmla="*/ 1835994 w 9662615"/>
              <a:gd name="connsiteY95" fmla="*/ 1527678 h 1583140"/>
              <a:gd name="connsiteX96" fmla="*/ 1671119 w 9662615"/>
              <a:gd name="connsiteY96" fmla="*/ 1536701 h 1583140"/>
              <a:gd name="connsiteX97" fmla="*/ 1601337 w 9662615"/>
              <a:gd name="connsiteY97" fmla="*/ 1548552 h 1583140"/>
              <a:gd name="connsiteX98" fmla="*/ 1407755 w 9662615"/>
              <a:gd name="connsiteY98" fmla="*/ 1571444 h 1583140"/>
              <a:gd name="connsiteX99" fmla="*/ 1271994 w 9662615"/>
              <a:gd name="connsiteY99" fmla="*/ 1579471 h 1583140"/>
              <a:gd name="connsiteX100" fmla="*/ 1249226 w 9662615"/>
              <a:gd name="connsiteY100" fmla="*/ 1583140 h 1583140"/>
              <a:gd name="connsiteX101" fmla="*/ 1217719 w 9662615"/>
              <a:gd name="connsiteY101" fmla="*/ 1580863 h 1583140"/>
              <a:gd name="connsiteX102" fmla="*/ 1091432 w 9662615"/>
              <a:gd name="connsiteY102" fmla="*/ 1571003 h 1583140"/>
              <a:gd name="connsiteX103" fmla="*/ 992039 w 9662615"/>
              <a:gd name="connsiteY103" fmla="*/ 1556662 h 1583140"/>
              <a:gd name="connsiteX104" fmla="*/ 868264 w 9662615"/>
              <a:gd name="connsiteY104" fmla="*/ 1566392 h 1583140"/>
              <a:gd name="connsiteX105" fmla="*/ 792765 w 9662615"/>
              <a:gd name="connsiteY105" fmla="*/ 1563102 h 1583140"/>
              <a:gd name="connsiteX106" fmla="*/ 669055 w 9662615"/>
              <a:gd name="connsiteY106" fmla="*/ 1543638 h 1583140"/>
              <a:gd name="connsiteX107" fmla="*/ 506152 w 9662615"/>
              <a:gd name="connsiteY107" fmla="*/ 1549124 h 1583140"/>
              <a:gd name="connsiteX108" fmla="*/ 472797 w 9662615"/>
              <a:gd name="connsiteY108" fmla="*/ 1568904 h 1583140"/>
              <a:gd name="connsiteX109" fmla="*/ 396059 w 9662615"/>
              <a:gd name="connsiteY109" fmla="*/ 1560970 h 1583140"/>
              <a:gd name="connsiteX110" fmla="*/ 336819 w 9662615"/>
              <a:gd name="connsiteY110" fmla="*/ 1560892 h 1583140"/>
              <a:gd name="connsiteX111" fmla="*/ 267163 w 9662615"/>
              <a:gd name="connsiteY111" fmla="*/ 1531913 h 1583140"/>
              <a:gd name="connsiteX112" fmla="*/ 196644 w 9662615"/>
              <a:gd name="connsiteY112" fmla="*/ 1524565 h 1583140"/>
              <a:gd name="connsiteX113" fmla="*/ 86819 w 9662615"/>
              <a:gd name="connsiteY113" fmla="*/ 1519517 h 1583140"/>
              <a:gd name="connsiteX114" fmla="*/ 53369 w 9662615"/>
              <a:gd name="connsiteY114" fmla="*/ 1516853 h 1583140"/>
              <a:gd name="connsiteX115" fmla="*/ 2359 w 9662615"/>
              <a:gd name="connsiteY115" fmla="*/ 1515247 h 1583140"/>
              <a:gd name="connsiteX116" fmla="*/ 0 w 9662615"/>
              <a:gd name="connsiteY116" fmla="*/ 1514932 h 1583140"/>
              <a:gd name="connsiteX117" fmla="*/ 0 w 9662615"/>
              <a:gd name="connsiteY117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551077 w 9662615"/>
              <a:gd name="connsiteY3" fmla="*/ 1292033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871726 w 9662615"/>
              <a:gd name="connsiteY54" fmla="*/ 1570584 h 1583140"/>
              <a:gd name="connsiteX55" fmla="*/ 4843267 w 9662615"/>
              <a:gd name="connsiteY55" fmla="*/ 1561459 h 1583140"/>
              <a:gd name="connsiteX56" fmla="*/ 4821058 w 9662615"/>
              <a:gd name="connsiteY56" fmla="*/ 1553078 h 1583140"/>
              <a:gd name="connsiteX57" fmla="*/ 4791466 w 9662615"/>
              <a:gd name="connsiteY57" fmla="*/ 1561324 h 1583140"/>
              <a:gd name="connsiteX58" fmla="*/ 4784247 w 9662615"/>
              <a:gd name="connsiteY58" fmla="*/ 1562342 h 1583140"/>
              <a:gd name="connsiteX59" fmla="*/ 4739309 w 9662615"/>
              <a:gd name="connsiteY59" fmla="*/ 1553948 h 1583140"/>
              <a:gd name="connsiteX60" fmla="*/ 4697562 w 9662615"/>
              <a:gd name="connsiteY60" fmla="*/ 1551206 h 1583140"/>
              <a:gd name="connsiteX61" fmla="*/ 4650737 w 9662615"/>
              <a:gd name="connsiteY61" fmla="*/ 1537381 h 1583140"/>
              <a:gd name="connsiteX62" fmla="*/ 4583150 w 9662615"/>
              <a:gd name="connsiteY62" fmla="*/ 1529064 h 1583140"/>
              <a:gd name="connsiteX63" fmla="*/ 4521734 w 9662615"/>
              <a:gd name="connsiteY63" fmla="*/ 1529359 h 1583140"/>
              <a:gd name="connsiteX64" fmla="*/ 4382398 w 9662615"/>
              <a:gd name="connsiteY64" fmla="*/ 1534108 h 1583140"/>
              <a:gd name="connsiteX65" fmla="*/ 4221826 w 9662615"/>
              <a:gd name="connsiteY65" fmla="*/ 1500972 h 1583140"/>
              <a:gd name="connsiteX66" fmla="*/ 4096601 w 9662615"/>
              <a:gd name="connsiteY66" fmla="*/ 1521563 h 1583140"/>
              <a:gd name="connsiteX67" fmla="*/ 4002441 w 9662615"/>
              <a:gd name="connsiteY67" fmla="*/ 1528912 h 1583140"/>
              <a:gd name="connsiteX68" fmla="*/ 3833906 w 9662615"/>
              <a:gd name="connsiteY68" fmla="*/ 1516637 h 1583140"/>
              <a:gd name="connsiteX69" fmla="*/ 3763845 w 9662615"/>
              <a:gd name="connsiteY69" fmla="*/ 1501782 h 1583140"/>
              <a:gd name="connsiteX70" fmla="*/ 3641778 w 9662615"/>
              <a:gd name="connsiteY70" fmla="*/ 1505446 h 1583140"/>
              <a:gd name="connsiteX71" fmla="*/ 3565233 w 9662615"/>
              <a:gd name="connsiteY71" fmla="*/ 1515122 h 1583140"/>
              <a:gd name="connsiteX72" fmla="*/ 3560267 w 9662615"/>
              <a:gd name="connsiteY72" fmla="*/ 1516288 h 1583140"/>
              <a:gd name="connsiteX73" fmla="*/ 3540258 w 9662615"/>
              <a:gd name="connsiteY73" fmla="*/ 1516976 h 1583140"/>
              <a:gd name="connsiteX74" fmla="*/ 3534780 w 9662615"/>
              <a:gd name="connsiteY74" fmla="*/ 1522141 h 1583140"/>
              <a:gd name="connsiteX75" fmla="*/ 3504783 w 9662615"/>
              <a:gd name="connsiteY75" fmla="*/ 1526739 h 1583140"/>
              <a:gd name="connsiteX76" fmla="*/ 3430805 w 9662615"/>
              <a:gd name="connsiteY76" fmla="*/ 1542521 h 1583140"/>
              <a:gd name="connsiteX77" fmla="*/ 3292707 w 9662615"/>
              <a:gd name="connsiteY77" fmla="*/ 1520490 h 1583140"/>
              <a:gd name="connsiteX78" fmla="*/ 3187872 w 9662615"/>
              <a:gd name="connsiteY78" fmla="*/ 1519991 h 1583140"/>
              <a:gd name="connsiteX79" fmla="*/ 3148026 w 9662615"/>
              <a:gd name="connsiteY79" fmla="*/ 1524777 h 1583140"/>
              <a:gd name="connsiteX80" fmla="*/ 3092394 w 9662615"/>
              <a:gd name="connsiteY80" fmla="*/ 1528115 h 1583140"/>
              <a:gd name="connsiteX81" fmla="*/ 2994200 w 9662615"/>
              <a:gd name="connsiteY81" fmla="*/ 1537857 h 1583140"/>
              <a:gd name="connsiteX82" fmla="*/ 2862301 w 9662615"/>
              <a:gd name="connsiteY82" fmla="*/ 1544250 h 1583140"/>
              <a:gd name="connsiteX83" fmla="*/ 2766335 w 9662615"/>
              <a:gd name="connsiteY83" fmla="*/ 1527662 h 1583140"/>
              <a:gd name="connsiteX84" fmla="*/ 2757836 w 9662615"/>
              <a:gd name="connsiteY84" fmla="*/ 1531371 h 1583140"/>
              <a:gd name="connsiteX85" fmla="*/ 2691555 w 9662615"/>
              <a:gd name="connsiteY85" fmla="*/ 1530283 h 1583140"/>
              <a:gd name="connsiteX86" fmla="*/ 2491676 w 9662615"/>
              <a:gd name="connsiteY86" fmla="*/ 1500859 h 1583140"/>
              <a:gd name="connsiteX87" fmla="*/ 2378036 w 9662615"/>
              <a:gd name="connsiteY87" fmla="*/ 1520645 h 1583140"/>
              <a:gd name="connsiteX88" fmla="*/ 2284269 w 9662615"/>
              <a:gd name="connsiteY88" fmla="*/ 1503068 h 1583140"/>
              <a:gd name="connsiteX89" fmla="*/ 2207104 w 9662615"/>
              <a:gd name="connsiteY89" fmla="*/ 1508888 h 1583140"/>
              <a:gd name="connsiteX90" fmla="*/ 2149226 w 9662615"/>
              <a:gd name="connsiteY90" fmla="*/ 1523409 h 1583140"/>
              <a:gd name="connsiteX91" fmla="*/ 2084783 w 9662615"/>
              <a:gd name="connsiteY91" fmla="*/ 1524245 h 1583140"/>
              <a:gd name="connsiteX92" fmla="*/ 2070075 w 9662615"/>
              <a:gd name="connsiteY92" fmla="*/ 1511285 h 1583140"/>
              <a:gd name="connsiteX93" fmla="*/ 2001057 w 9662615"/>
              <a:gd name="connsiteY93" fmla="*/ 1516449 h 1583140"/>
              <a:gd name="connsiteX94" fmla="*/ 1896330 w 9662615"/>
              <a:gd name="connsiteY94" fmla="*/ 1525725 h 1583140"/>
              <a:gd name="connsiteX95" fmla="*/ 1835994 w 9662615"/>
              <a:gd name="connsiteY95" fmla="*/ 1527678 h 1583140"/>
              <a:gd name="connsiteX96" fmla="*/ 1671119 w 9662615"/>
              <a:gd name="connsiteY96" fmla="*/ 1536701 h 1583140"/>
              <a:gd name="connsiteX97" fmla="*/ 1601337 w 9662615"/>
              <a:gd name="connsiteY97" fmla="*/ 1548552 h 1583140"/>
              <a:gd name="connsiteX98" fmla="*/ 1407755 w 9662615"/>
              <a:gd name="connsiteY98" fmla="*/ 1571444 h 1583140"/>
              <a:gd name="connsiteX99" fmla="*/ 1271994 w 9662615"/>
              <a:gd name="connsiteY99" fmla="*/ 1579471 h 1583140"/>
              <a:gd name="connsiteX100" fmla="*/ 1249226 w 9662615"/>
              <a:gd name="connsiteY100" fmla="*/ 1583140 h 1583140"/>
              <a:gd name="connsiteX101" fmla="*/ 1217719 w 9662615"/>
              <a:gd name="connsiteY101" fmla="*/ 1580863 h 1583140"/>
              <a:gd name="connsiteX102" fmla="*/ 1091432 w 9662615"/>
              <a:gd name="connsiteY102" fmla="*/ 1571003 h 1583140"/>
              <a:gd name="connsiteX103" fmla="*/ 992039 w 9662615"/>
              <a:gd name="connsiteY103" fmla="*/ 1556662 h 1583140"/>
              <a:gd name="connsiteX104" fmla="*/ 868264 w 9662615"/>
              <a:gd name="connsiteY104" fmla="*/ 1566392 h 1583140"/>
              <a:gd name="connsiteX105" fmla="*/ 792765 w 9662615"/>
              <a:gd name="connsiteY105" fmla="*/ 1563102 h 1583140"/>
              <a:gd name="connsiteX106" fmla="*/ 669055 w 9662615"/>
              <a:gd name="connsiteY106" fmla="*/ 1543638 h 1583140"/>
              <a:gd name="connsiteX107" fmla="*/ 541933 w 9662615"/>
              <a:gd name="connsiteY107" fmla="*/ 1561051 h 1583140"/>
              <a:gd name="connsiteX108" fmla="*/ 472797 w 9662615"/>
              <a:gd name="connsiteY108" fmla="*/ 1568904 h 1583140"/>
              <a:gd name="connsiteX109" fmla="*/ 396059 w 9662615"/>
              <a:gd name="connsiteY109" fmla="*/ 1560970 h 1583140"/>
              <a:gd name="connsiteX110" fmla="*/ 336819 w 9662615"/>
              <a:gd name="connsiteY110" fmla="*/ 1560892 h 1583140"/>
              <a:gd name="connsiteX111" fmla="*/ 267163 w 9662615"/>
              <a:gd name="connsiteY111" fmla="*/ 1531913 h 1583140"/>
              <a:gd name="connsiteX112" fmla="*/ 196644 w 9662615"/>
              <a:gd name="connsiteY112" fmla="*/ 1524565 h 1583140"/>
              <a:gd name="connsiteX113" fmla="*/ 86819 w 9662615"/>
              <a:gd name="connsiteY113" fmla="*/ 1519517 h 1583140"/>
              <a:gd name="connsiteX114" fmla="*/ 53369 w 9662615"/>
              <a:gd name="connsiteY114" fmla="*/ 1516853 h 1583140"/>
              <a:gd name="connsiteX115" fmla="*/ 2359 w 9662615"/>
              <a:gd name="connsiteY115" fmla="*/ 1515247 h 1583140"/>
              <a:gd name="connsiteX116" fmla="*/ 0 w 9662615"/>
              <a:gd name="connsiteY116" fmla="*/ 1514932 h 1583140"/>
              <a:gd name="connsiteX117" fmla="*/ 0 w 9662615"/>
              <a:gd name="connsiteY117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551077 w 9662615"/>
              <a:gd name="connsiteY3" fmla="*/ 1292033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871726 w 9662615"/>
              <a:gd name="connsiteY54" fmla="*/ 1570584 h 1583140"/>
              <a:gd name="connsiteX55" fmla="*/ 4843267 w 9662615"/>
              <a:gd name="connsiteY55" fmla="*/ 1561459 h 1583140"/>
              <a:gd name="connsiteX56" fmla="*/ 4821058 w 9662615"/>
              <a:gd name="connsiteY56" fmla="*/ 1553078 h 1583140"/>
              <a:gd name="connsiteX57" fmla="*/ 4791466 w 9662615"/>
              <a:gd name="connsiteY57" fmla="*/ 1561324 h 1583140"/>
              <a:gd name="connsiteX58" fmla="*/ 4784247 w 9662615"/>
              <a:gd name="connsiteY58" fmla="*/ 1562342 h 1583140"/>
              <a:gd name="connsiteX59" fmla="*/ 4739309 w 9662615"/>
              <a:gd name="connsiteY59" fmla="*/ 1553948 h 1583140"/>
              <a:gd name="connsiteX60" fmla="*/ 4697562 w 9662615"/>
              <a:gd name="connsiteY60" fmla="*/ 1551206 h 1583140"/>
              <a:gd name="connsiteX61" fmla="*/ 4650737 w 9662615"/>
              <a:gd name="connsiteY61" fmla="*/ 1537381 h 1583140"/>
              <a:gd name="connsiteX62" fmla="*/ 4583150 w 9662615"/>
              <a:gd name="connsiteY62" fmla="*/ 1529064 h 1583140"/>
              <a:gd name="connsiteX63" fmla="*/ 4521734 w 9662615"/>
              <a:gd name="connsiteY63" fmla="*/ 1529359 h 1583140"/>
              <a:gd name="connsiteX64" fmla="*/ 4382398 w 9662615"/>
              <a:gd name="connsiteY64" fmla="*/ 1534108 h 1583140"/>
              <a:gd name="connsiteX65" fmla="*/ 4221826 w 9662615"/>
              <a:gd name="connsiteY65" fmla="*/ 1500972 h 1583140"/>
              <a:gd name="connsiteX66" fmla="*/ 4096601 w 9662615"/>
              <a:gd name="connsiteY66" fmla="*/ 1521563 h 1583140"/>
              <a:gd name="connsiteX67" fmla="*/ 4002441 w 9662615"/>
              <a:gd name="connsiteY67" fmla="*/ 1528912 h 1583140"/>
              <a:gd name="connsiteX68" fmla="*/ 3833906 w 9662615"/>
              <a:gd name="connsiteY68" fmla="*/ 1516637 h 1583140"/>
              <a:gd name="connsiteX69" fmla="*/ 3763845 w 9662615"/>
              <a:gd name="connsiteY69" fmla="*/ 1501782 h 1583140"/>
              <a:gd name="connsiteX70" fmla="*/ 3641778 w 9662615"/>
              <a:gd name="connsiteY70" fmla="*/ 1505446 h 1583140"/>
              <a:gd name="connsiteX71" fmla="*/ 3565233 w 9662615"/>
              <a:gd name="connsiteY71" fmla="*/ 1515122 h 1583140"/>
              <a:gd name="connsiteX72" fmla="*/ 3560267 w 9662615"/>
              <a:gd name="connsiteY72" fmla="*/ 1516288 h 1583140"/>
              <a:gd name="connsiteX73" fmla="*/ 3540258 w 9662615"/>
              <a:gd name="connsiteY73" fmla="*/ 1516976 h 1583140"/>
              <a:gd name="connsiteX74" fmla="*/ 3534780 w 9662615"/>
              <a:gd name="connsiteY74" fmla="*/ 1522141 h 1583140"/>
              <a:gd name="connsiteX75" fmla="*/ 3504783 w 9662615"/>
              <a:gd name="connsiteY75" fmla="*/ 1526739 h 1583140"/>
              <a:gd name="connsiteX76" fmla="*/ 3430805 w 9662615"/>
              <a:gd name="connsiteY76" fmla="*/ 1542521 h 1583140"/>
              <a:gd name="connsiteX77" fmla="*/ 3292707 w 9662615"/>
              <a:gd name="connsiteY77" fmla="*/ 1520490 h 1583140"/>
              <a:gd name="connsiteX78" fmla="*/ 3187872 w 9662615"/>
              <a:gd name="connsiteY78" fmla="*/ 1519991 h 1583140"/>
              <a:gd name="connsiteX79" fmla="*/ 3148026 w 9662615"/>
              <a:gd name="connsiteY79" fmla="*/ 1524777 h 1583140"/>
              <a:gd name="connsiteX80" fmla="*/ 3092394 w 9662615"/>
              <a:gd name="connsiteY80" fmla="*/ 1528115 h 1583140"/>
              <a:gd name="connsiteX81" fmla="*/ 2994200 w 9662615"/>
              <a:gd name="connsiteY81" fmla="*/ 1537857 h 1583140"/>
              <a:gd name="connsiteX82" fmla="*/ 2862301 w 9662615"/>
              <a:gd name="connsiteY82" fmla="*/ 1544250 h 1583140"/>
              <a:gd name="connsiteX83" fmla="*/ 2766335 w 9662615"/>
              <a:gd name="connsiteY83" fmla="*/ 1527662 h 1583140"/>
              <a:gd name="connsiteX84" fmla="*/ 2757836 w 9662615"/>
              <a:gd name="connsiteY84" fmla="*/ 1531371 h 1583140"/>
              <a:gd name="connsiteX85" fmla="*/ 2691555 w 9662615"/>
              <a:gd name="connsiteY85" fmla="*/ 1530283 h 1583140"/>
              <a:gd name="connsiteX86" fmla="*/ 2491676 w 9662615"/>
              <a:gd name="connsiteY86" fmla="*/ 1500859 h 1583140"/>
              <a:gd name="connsiteX87" fmla="*/ 2378036 w 9662615"/>
              <a:gd name="connsiteY87" fmla="*/ 1520645 h 1583140"/>
              <a:gd name="connsiteX88" fmla="*/ 2284269 w 9662615"/>
              <a:gd name="connsiteY88" fmla="*/ 1503068 h 1583140"/>
              <a:gd name="connsiteX89" fmla="*/ 2207104 w 9662615"/>
              <a:gd name="connsiteY89" fmla="*/ 1508888 h 1583140"/>
              <a:gd name="connsiteX90" fmla="*/ 2149226 w 9662615"/>
              <a:gd name="connsiteY90" fmla="*/ 1523409 h 1583140"/>
              <a:gd name="connsiteX91" fmla="*/ 2084783 w 9662615"/>
              <a:gd name="connsiteY91" fmla="*/ 1524245 h 1583140"/>
              <a:gd name="connsiteX92" fmla="*/ 2070075 w 9662615"/>
              <a:gd name="connsiteY92" fmla="*/ 1511285 h 1583140"/>
              <a:gd name="connsiteX93" fmla="*/ 2001057 w 9662615"/>
              <a:gd name="connsiteY93" fmla="*/ 1516449 h 1583140"/>
              <a:gd name="connsiteX94" fmla="*/ 1896330 w 9662615"/>
              <a:gd name="connsiteY94" fmla="*/ 1525725 h 1583140"/>
              <a:gd name="connsiteX95" fmla="*/ 1835994 w 9662615"/>
              <a:gd name="connsiteY95" fmla="*/ 1527678 h 1583140"/>
              <a:gd name="connsiteX96" fmla="*/ 1671119 w 9662615"/>
              <a:gd name="connsiteY96" fmla="*/ 1536701 h 1583140"/>
              <a:gd name="connsiteX97" fmla="*/ 1601337 w 9662615"/>
              <a:gd name="connsiteY97" fmla="*/ 1548552 h 1583140"/>
              <a:gd name="connsiteX98" fmla="*/ 1407755 w 9662615"/>
              <a:gd name="connsiteY98" fmla="*/ 1571444 h 1583140"/>
              <a:gd name="connsiteX99" fmla="*/ 1271994 w 9662615"/>
              <a:gd name="connsiteY99" fmla="*/ 1579471 h 1583140"/>
              <a:gd name="connsiteX100" fmla="*/ 1249226 w 9662615"/>
              <a:gd name="connsiteY100" fmla="*/ 1583140 h 1583140"/>
              <a:gd name="connsiteX101" fmla="*/ 1217719 w 9662615"/>
              <a:gd name="connsiteY101" fmla="*/ 1580863 h 1583140"/>
              <a:gd name="connsiteX102" fmla="*/ 1091432 w 9662615"/>
              <a:gd name="connsiteY102" fmla="*/ 1571003 h 1583140"/>
              <a:gd name="connsiteX103" fmla="*/ 992039 w 9662615"/>
              <a:gd name="connsiteY103" fmla="*/ 1556662 h 1583140"/>
              <a:gd name="connsiteX104" fmla="*/ 868264 w 9662615"/>
              <a:gd name="connsiteY104" fmla="*/ 1566392 h 1583140"/>
              <a:gd name="connsiteX105" fmla="*/ 792765 w 9662615"/>
              <a:gd name="connsiteY105" fmla="*/ 1563102 h 1583140"/>
              <a:gd name="connsiteX106" fmla="*/ 653153 w 9662615"/>
              <a:gd name="connsiteY106" fmla="*/ 1563516 h 1583140"/>
              <a:gd name="connsiteX107" fmla="*/ 541933 w 9662615"/>
              <a:gd name="connsiteY107" fmla="*/ 1561051 h 1583140"/>
              <a:gd name="connsiteX108" fmla="*/ 472797 w 9662615"/>
              <a:gd name="connsiteY108" fmla="*/ 1568904 h 1583140"/>
              <a:gd name="connsiteX109" fmla="*/ 396059 w 9662615"/>
              <a:gd name="connsiteY109" fmla="*/ 1560970 h 1583140"/>
              <a:gd name="connsiteX110" fmla="*/ 336819 w 9662615"/>
              <a:gd name="connsiteY110" fmla="*/ 1560892 h 1583140"/>
              <a:gd name="connsiteX111" fmla="*/ 267163 w 9662615"/>
              <a:gd name="connsiteY111" fmla="*/ 1531913 h 1583140"/>
              <a:gd name="connsiteX112" fmla="*/ 196644 w 9662615"/>
              <a:gd name="connsiteY112" fmla="*/ 1524565 h 1583140"/>
              <a:gd name="connsiteX113" fmla="*/ 86819 w 9662615"/>
              <a:gd name="connsiteY113" fmla="*/ 1519517 h 1583140"/>
              <a:gd name="connsiteX114" fmla="*/ 53369 w 9662615"/>
              <a:gd name="connsiteY114" fmla="*/ 1516853 h 1583140"/>
              <a:gd name="connsiteX115" fmla="*/ 2359 w 9662615"/>
              <a:gd name="connsiteY115" fmla="*/ 1515247 h 1583140"/>
              <a:gd name="connsiteX116" fmla="*/ 0 w 9662615"/>
              <a:gd name="connsiteY116" fmla="*/ 1514932 h 1583140"/>
              <a:gd name="connsiteX117" fmla="*/ 0 w 9662615"/>
              <a:gd name="connsiteY117" fmla="*/ 0 h 1583140"/>
              <a:gd name="connsiteX0" fmla="*/ 0 w 9662615"/>
              <a:gd name="connsiteY0" fmla="*/ 0 h 1583140"/>
              <a:gd name="connsiteX1" fmla="*/ 9662615 w 9662615"/>
              <a:gd name="connsiteY1" fmla="*/ 0 h 1583140"/>
              <a:gd name="connsiteX2" fmla="*/ 9662615 w 9662615"/>
              <a:gd name="connsiteY2" fmla="*/ 1280346 h 1583140"/>
              <a:gd name="connsiteX3" fmla="*/ 9551077 w 9662615"/>
              <a:gd name="connsiteY3" fmla="*/ 1292033 h 1583140"/>
              <a:gd name="connsiteX4" fmla="*/ 9469546 w 9662615"/>
              <a:gd name="connsiteY4" fmla="*/ 1289837 h 1583140"/>
              <a:gd name="connsiteX5" fmla="*/ 9326260 w 9662615"/>
              <a:gd name="connsiteY5" fmla="*/ 1277155 h 1583140"/>
              <a:gd name="connsiteX6" fmla="*/ 9144767 w 9662615"/>
              <a:gd name="connsiteY6" fmla="*/ 1264120 h 1583140"/>
              <a:gd name="connsiteX7" fmla="*/ 8976400 w 9662615"/>
              <a:gd name="connsiteY7" fmla="*/ 1326661 h 1583140"/>
              <a:gd name="connsiteX8" fmla="*/ 8828711 w 9662615"/>
              <a:gd name="connsiteY8" fmla="*/ 1346394 h 1583140"/>
              <a:gd name="connsiteX9" fmla="*/ 8695953 w 9662615"/>
              <a:gd name="connsiteY9" fmla="*/ 1346784 h 1583140"/>
              <a:gd name="connsiteX10" fmla="*/ 8652191 w 9662615"/>
              <a:gd name="connsiteY10" fmla="*/ 1345903 h 1583140"/>
              <a:gd name="connsiteX11" fmla="*/ 8591582 w 9662615"/>
              <a:gd name="connsiteY11" fmla="*/ 1341666 h 1583140"/>
              <a:gd name="connsiteX12" fmla="*/ 8537336 w 9662615"/>
              <a:gd name="connsiteY12" fmla="*/ 1341684 h 1583140"/>
              <a:gd name="connsiteX13" fmla="*/ 8416849 w 9662615"/>
              <a:gd name="connsiteY13" fmla="*/ 1367085 h 1583140"/>
              <a:gd name="connsiteX14" fmla="*/ 8278355 w 9662615"/>
              <a:gd name="connsiteY14" fmla="*/ 1386569 h 1583140"/>
              <a:gd name="connsiteX15" fmla="*/ 8197961 w 9662615"/>
              <a:gd name="connsiteY15" fmla="*/ 1392804 h 1583140"/>
              <a:gd name="connsiteX16" fmla="*/ 8171196 w 9662615"/>
              <a:gd name="connsiteY16" fmla="*/ 1397216 h 1583140"/>
              <a:gd name="connsiteX17" fmla="*/ 8087910 w 9662615"/>
              <a:gd name="connsiteY17" fmla="*/ 1386449 h 1583140"/>
              <a:gd name="connsiteX18" fmla="*/ 7974579 w 9662615"/>
              <a:gd name="connsiteY18" fmla="*/ 1383439 h 1583140"/>
              <a:gd name="connsiteX19" fmla="*/ 7768351 w 9662615"/>
              <a:gd name="connsiteY19" fmla="*/ 1395051 h 1583140"/>
              <a:gd name="connsiteX20" fmla="*/ 7635985 w 9662615"/>
              <a:gd name="connsiteY20" fmla="*/ 1386363 h 1583140"/>
              <a:gd name="connsiteX21" fmla="*/ 7466069 w 9662615"/>
              <a:gd name="connsiteY21" fmla="*/ 1377654 h 1583140"/>
              <a:gd name="connsiteX22" fmla="*/ 7355642 w 9662615"/>
              <a:gd name="connsiteY22" fmla="*/ 1407761 h 1583140"/>
              <a:gd name="connsiteX23" fmla="*/ 7215220 w 9662615"/>
              <a:gd name="connsiteY23" fmla="*/ 1397856 h 1583140"/>
              <a:gd name="connsiteX24" fmla="*/ 7082147 w 9662615"/>
              <a:gd name="connsiteY24" fmla="*/ 1406113 h 1583140"/>
              <a:gd name="connsiteX25" fmla="*/ 6987129 w 9662615"/>
              <a:gd name="connsiteY25" fmla="*/ 1404834 h 1583140"/>
              <a:gd name="connsiteX26" fmla="*/ 6907567 w 9662615"/>
              <a:gd name="connsiteY26" fmla="*/ 1419149 h 1583140"/>
              <a:gd name="connsiteX27" fmla="*/ 6748428 w 9662615"/>
              <a:gd name="connsiteY27" fmla="*/ 1420308 h 1583140"/>
              <a:gd name="connsiteX28" fmla="*/ 6654257 w 9662615"/>
              <a:gd name="connsiteY28" fmla="*/ 1424143 h 1583140"/>
              <a:gd name="connsiteX29" fmla="*/ 6620123 w 9662615"/>
              <a:gd name="connsiteY29" fmla="*/ 1430535 h 1583140"/>
              <a:gd name="connsiteX30" fmla="*/ 6571355 w 9662615"/>
              <a:gd name="connsiteY30" fmla="*/ 1436144 h 1583140"/>
              <a:gd name="connsiteX31" fmla="*/ 6486557 w 9662615"/>
              <a:gd name="connsiteY31" fmla="*/ 1449861 h 1583140"/>
              <a:gd name="connsiteX32" fmla="*/ 6370419 w 9662615"/>
              <a:gd name="connsiteY32" fmla="*/ 1461649 h 1583140"/>
              <a:gd name="connsiteX33" fmla="*/ 6278839 w 9662615"/>
              <a:gd name="connsiteY33" fmla="*/ 1449160 h 1583140"/>
              <a:gd name="connsiteX34" fmla="*/ 6272455 w 9662615"/>
              <a:gd name="connsiteY34" fmla="*/ 1453191 h 1583140"/>
              <a:gd name="connsiteX35" fmla="*/ 6212659 w 9662615"/>
              <a:gd name="connsiteY35" fmla="*/ 1454850 h 1583140"/>
              <a:gd name="connsiteX36" fmla="*/ 6069317 w 9662615"/>
              <a:gd name="connsiteY36" fmla="*/ 1445838 h 1583140"/>
              <a:gd name="connsiteX37" fmla="*/ 5878477 w 9662615"/>
              <a:gd name="connsiteY37" fmla="*/ 1439180 h 1583140"/>
              <a:gd name="connsiteX38" fmla="*/ 5838387 w 9662615"/>
              <a:gd name="connsiteY38" fmla="*/ 1444679 h 1583140"/>
              <a:gd name="connsiteX39" fmla="*/ 5771136 w 9662615"/>
              <a:gd name="connsiteY39" fmla="*/ 1453639 h 1583140"/>
              <a:gd name="connsiteX40" fmla="*/ 5724081 w 9662615"/>
              <a:gd name="connsiteY40" fmla="*/ 1470431 h 1583140"/>
              <a:gd name="connsiteX41" fmla="*/ 5666577 w 9662615"/>
              <a:gd name="connsiteY41" fmla="*/ 1473921 h 1583140"/>
              <a:gd name="connsiteX42" fmla="*/ 5649068 w 9662615"/>
              <a:gd name="connsiteY42" fmla="*/ 1461676 h 1583140"/>
              <a:gd name="connsiteX43" fmla="*/ 5588902 w 9662615"/>
              <a:gd name="connsiteY43" fmla="*/ 1469647 h 1583140"/>
              <a:gd name="connsiteX44" fmla="*/ 5498090 w 9662615"/>
              <a:gd name="connsiteY44" fmla="*/ 1483173 h 1583140"/>
              <a:gd name="connsiteX45" fmla="*/ 5444641 w 9662615"/>
              <a:gd name="connsiteY45" fmla="*/ 1487602 h 1583140"/>
              <a:gd name="connsiteX46" fmla="*/ 5299812 w 9662615"/>
              <a:gd name="connsiteY46" fmla="*/ 1503362 h 1583140"/>
              <a:gd name="connsiteX47" fmla="*/ 5245752 w 9662615"/>
              <a:gd name="connsiteY47" fmla="*/ 1520612 h 1583140"/>
              <a:gd name="connsiteX48" fmla="*/ 5177807 w 9662615"/>
              <a:gd name="connsiteY48" fmla="*/ 1526802 h 1583140"/>
              <a:gd name="connsiteX49" fmla="*/ 5113910 w 9662615"/>
              <a:gd name="connsiteY49" fmla="*/ 1533205 h 1583140"/>
              <a:gd name="connsiteX50" fmla="*/ 5059484 w 9662615"/>
              <a:gd name="connsiteY50" fmla="*/ 1546802 h 1583140"/>
              <a:gd name="connsiteX51" fmla="*/ 5038524 w 9662615"/>
              <a:gd name="connsiteY51" fmla="*/ 1545675 h 1583140"/>
              <a:gd name="connsiteX52" fmla="*/ 5026564 w 9662615"/>
              <a:gd name="connsiteY52" fmla="*/ 1545376 h 1583140"/>
              <a:gd name="connsiteX53" fmla="*/ 4969433 w 9662615"/>
              <a:gd name="connsiteY53" fmla="*/ 1550865 h 1583140"/>
              <a:gd name="connsiteX54" fmla="*/ 4871726 w 9662615"/>
              <a:gd name="connsiteY54" fmla="*/ 1570584 h 1583140"/>
              <a:gd name="connsiteX55" fmla="*/ 4843267 w 9662615"/>
              <a:gd name="connsiteY55" fmla="*/ 1561459 h 1583140"/>
              <a:gd name="connsiteX56" fmla="*/ 4821058 w 9662615"/>
              <a:gd name="connsiteY56" fmla="*/ 1553078 h 1583140"/>
              <a:gd name="connsiteX57" fmla="*/ 4791466 w 9662615"/>
              <a:gd name="connsiteY57" fmla="*/ 1561324 h 1583140"/>
              <a:gd name="connsiteX58" fmla="*/ 4784247 w 9662615"/>
              <a:gd name="connsiteY58" fmla="*/ 1562342 h 1583140"/>
              <a:gd name="connsiteX59" fmla="*/ 4739309 w 9662615"/>
              <a:gd name="connsiteY59" fmla="*/ 1553948 h 1583140"/>
              <a:gd name="connsiteX60" fmla="*/ 4697562 w 9662615"/>
              <a:gd name="connsiteY60" fmla="*/ 1551206 h 1583140"/>
              <a:gd name="connsiteX61" fmla="*/ 4650737 w 9662615"/>
              <a:gd name="connsiteY61" fmla="*/ 1537381 h 1583140"/>
              <a:gd name="connsiteX62" fmla="*/ 4583150 w 9662615"/>
              <a:gd name="connsiteY62" fmla="*/ 1529064 h 1583140"/>
              <a:gd name="connsiteX63" fmla="*/ 4521734 w 9662615"/>
              <a:gd name="connsiteY63" fmla="*/ 1529359 h 1583140"/>
              <a:gd name="connsiteX64" fmla="*/ 4382398 w 9662615"/>
              <a:gd name="connsiteY64" fmla="*/ 1534108 h 1583140"/>
              <a:gd name="connsiteX65" fmla="*/ 4221826 w 9662615"/>
              <a:gd name="connsiteY65" fmla="*/ 1500972 h 1583140"/>
              <a:gd name="connsiteX66" fmla="*/ 4096601 w 9662615"/>
              <a:gd name="connsiteY66" fmla="*/ 1521563 h 1583140"/>
              <a:gd name="connsiteX67" fmla="*/ 4002441 w 9662615"/>
              <a:gd name="connsiteY67" fmla="*/ 1528912 h 1583140"/>
              <a:gd name="connsiteX68" fmla="*/ 3833906 w 9662615"/>
              <a:gd name="connsiteY68" fmla="*/ 1516637 h 1583140"/>
              <a:gd name="connsiteX69" fmla="*/ 3763845 w 9662615"/>
              <a:gd name="connsiteY69" fmla="*/ 1501782 h 1583140"/>
              <a:gd name="connsiteX70" fmla="*/ 3641778 w 9662615"/>
              <a:gd name="connsiteY70" fmla="*/ 1505446 h 1583140"/>
              <a:gd name="connsiteX71" fmla="*/ 3565233 w 9662615"/>
              <a:gd name="connsiteY71" fmla="*/ 1515122 h 1583140"/>
              <a:gd name="connsiteX72" fmla="*/ 3560267 w 9662615"/>
              <a:gd name="connsiteY72" fmla="*/ 1516288 h 1583140"/>
              <a:gd name="connsiteX73" fmla="*/ 3540258 w 9662615"/>
              <a:gd name="connsiteY73" fmla="*/ 1516976 h 1583140"/>
              <a:gd name="connsiteX74" fmla="*/ 3534780 w 9662615"/>
              <a:gd name="connsiteY74" fmla="*/ 1522141 h 1583140"/>
              <a:gd name="connsiteX75" fmla="*/ 3504783 w 9662615"/>
              <a:gd name="connsiteY75" fmla="*/ 1526739 h 1583140"/>
              <a:gd name="connsiteX76" fmla="*/ 3430805 w 9662615"/>
              <a:gd name="connsiteY76" fmla="*/ 1542521 h 1583140"/>
              <a:gd name="connsiteX77" fmla="*/ 3292707 w 9662615"/>
              <a:gd name="connsiteY77" fmla="*/ 1520490 h 1583140"/>
              <a:gd name="connsiteX78" fmla="*/ 3187872 w 9662615"/>
              <a:gd name="connsiteY78" fmla="*/ 1519991 h 1583140"/>
              <a:gd name="connsiteX79" fmla="*/ 3148026 w 9662615"/>
              <a:gd name="connsiteY79" fmla="*/ 1524777 h 1583140"/>
              <a:gd name="connsiteX80" fmla="*/ 3092394 w 9662615"/>
              <a:gd name="connsiteY80" fmla="*/ 1528115 h 1583140"/>
              <a:gd name="connsiteX81" fmla="*/ 2994200 w 9662615"/>
              <a:gd name="connsiteY81" fmla="*/ 1537857 h 1583140"/>
              <a:gd name="connsiteX82" fmla="*/ 2862301 w 9662615"/>
              <a:gd name="connsiteY82" fmla="*/ 1544250 h 1583140"/>
              <a:gd name="connsiteX83" fmla="*/ 2766335 w 9662615"/>
              <a:gd name="connsiteY83" fmla="*/ 1527662 h 1583140"/>
              <a:gd name="connsiteX84" fmla="*/ 2757836 w 9662615"/>
              <a:gd name="connsiteY84" fmla="*/ 1531371 h 1583140"/>
              <a:gd name="connsiteX85" fmla="*/ 2691555 w 9662615"/>
              <a:gd name="connsiteY85" fmla="*/ 1530283 h 1583140"/>
              <a:gd name="connsiteX86" fmla="*/ 2491676 w 9662615"/>
              <a:gd name="connsiteY86" fmla="*/ 1500859 h 1583140"/>
              <a:gd name="connsiteX87" fmla="*/ 2378036 w 9662615"/>
              <a:gd name="connsiteY87" fmla="*/ 1520645 h 1583140"/>
              <a:gd name="connsiteX88" fmla="*/ 2284269 w 9662615"/>
              <a:gd name="connsiteY88" fmla="*/ 1503068 h 1583140"/>
              <a:gd name="connsiteX89" fmla="*/ 2207104 w 9662615"/>
              <a:gd name="connsiteY89" fmla="*/ 1508888 h 1583140"/>
              <a:gd name="connsiteX90" fmla="*/ 2149226 w 9662615"/>
              <a:gd name="connsiteY90" fmla="*/ 1523409 h 1583140"/>
              <a:gd name="connsiteX91" fmla="*/ 2084783 w 9662615"/>
              <a:gd name="connsiteY91" fmla="*/ 1524245 h 1583140"/>
              <a:gd name="connsiteX92" fmla="*/ 2070075 w 9662615"/>
              <a:gd name="connsiteY92" fmla="*/ 1511285 h 1583140"/>
              <a:gd name="connsiteX93" fmla="*/ 2001057 w 9662615"/>
              <a:gd name="connsiteY93" fmla="*/ 1516449 h 1583140"/>
              <a:gd name="connsiteX94" fmla="*/ 1896330 w 9662615"/>
              <a:gd name="connsiteY94" fmla="*/ 1525725 h 1583140"/>
              <a:gd name="connsiteX95" fmla="*/ 1835994 w 9662615"/>
              <a:gd name="connsiteY95" fmla="*/ 1527678 h 1583140"/>
              <a:gd name="connsiteX96" fmla="*/ 1671119 w 9662615"/>
              <a:gd name="connsiteY96" fmla="*/ 1536701 h 1583140"/>
              <a:gd name="connsiteX97" fmla="*/ 1601337 w 9662615"/>
              <a:gd name="connsiteY97" fmla="*/ 1548552 h 1583140"/>
              <a:gd name="connsiteX98" fmla="*/ 1407755 w 9662615"/>
              <a:gd name="connsiteY98" fmla="*/ 1571444 h 1583140"/>
              <a:gd name="connsiteX99" fmla="*/ 1271994 w 9662615"/>
              <a:gd name="connsiteY99" fmla="*/ 1579471 h 1583140"/>
              <a:gd name="connsiteX100" fmla="*/ 1249226 w 9662615"/>
              <a:gd name="connsiteY100" fmla="*/ 1583140 h 1583140"/>
              <a:gd name="connsiteX101" fmla="*/ 1217719 w 9662615"/>
              <a:gd name="connsiteY101" fmla="*/ 1580863 h 1583140"/>
              <a:gd name="connsiteX102" fmla="*/ 1091432 w 9662615"/>
              <a:gd name="connsiteY102" fmla="*/ 1571003 h 1583140"/>
              <a:gd name="connsiteX103" fmla="*/ 940355 w 9662615"/>
              <a:gd name="connsiteY103" fmla="*/ 1560638 h 1583140"/>
              <a:gd name="connsiteX104" fmla="*/ 868264 w 9662615"/>
              <a:gd name="connsiteY104" fmla="*/ 1566392 h 1583140"/>
              <a:gd name="connsiteX105" fmla="*/ 792765 w 9662615"/>
              <a:gd name="connsiteY105" fmla="*/ 1563102 h 1583140"/>
              <a:gd name="connsiteX106" fmla="*/ 653153 w 9662615"/>
              <a:gd name="connsiteY106" fmla="*/ 1563516 h 1583140"/>
              <a:gd name="connsiteX107" fmla="*/ 541933 w 9662615"/>
              <a:gd name="connsiteY107" fmla="*/ 1561051 h 1583140"/>
              <a:gd name="connsiteX108" fmla="*/ 472797 w 9662615"/>
              <a:gd name="connsiteY108" fmla="*/ 1568904 h 1583140"/>
              <a:gd name="connsiteX109" fmla="*/ 396059 w 9662615"/>
              <a:gd name="connsiteY109" fmla="*/ 1560970 h 1583140"/>
              <a:gd name="connsiteX110" fmla="*/ 336819 w 9662615"/>
              <a:gd name="connsiteY110" fmla="*/ 1560892 h 1583140"/>
              <a:gd name="connsiteX111" fmla="*/ 267163 w 9662615"/>
              <a:gd name="connsiteY111" fmla="*/ 1531913 h 1583140"/>
              <a:gd name="connsiteX112" fmla="*/ 196644 w 9662615"/>
              <a:gd name="connsiteY112" fmla="*/ 1524565 h 1583140"/>
              <a:gd name="connsiteX113" fmla="*/ 86819 w 9662615"/>
              <a:gd name="connsiteY113" fmla="*/ 1519517 h 1583140"/>
              <a:gd name="connsiteX114" fmla="*/ 53369 w 9662615"/>
              <a:gd name="connsiteY114" fmla="*/ 1516853 h 1583140"/>
              <a:gd name="connsiteX115" fmla="*/ 2359 w 9662615"/>
              <a:gd name="connsiteY115" fmla="*/ 1515247 h 1583140"/>
              <a:gd name="connsiteX116" fmla="*/ 0 w 9662615"/>
              <a:gd name="connsiteY116" fmla="*/ 1514932 h 1583140"/>
              <a:gd name="connsiteX117" fmla="*/ 0 w 9662615"/>
              <a:gd name="connsiteY117" fmla="*/ 0 h 1583140"/>
              <a:gd name="connsiteX0" fmla="*/ 0 w 9662615"/>
              <a:gd name="connsiteY0" fmla="*/ 0 h 1592811"/>
              <a:gd name="connsiteX1" fmla="*/ 9662615 w 9662615"/>
              <a:gd name="connsiteY1" fmla="*/ 0 h 1592811"/>
              <a:gd name="connsiteX2" fmla="*/ 9662615 w 9662615"/>
              <a:gd name="connsiteY2" fmla="*/ 1280346 h 1592811"/>
              <a:gd name="connsiteX3" fmla="*/ 9551077 w 9662615"/>
              <a:gd name="connsiteY3" fmla="*/ 1292033 h 1592811"/>
              <a:gd name="connsiteX4" fmla="*/ 9469546 w 9662615"/>
              <a:gd name="connsiteY4" fmla="*/ 1289837 h 1592811"/>
              <a:gd name="connsiteX5" fmla="*/ 9326260 w 9662615"/>
              <a:gd name="connsiteY5" fmla="*/ 1277155 h 1592811"/>
              <a:gd name="connsiteX6" fmla="*/ 9144767 w 9662615"/>
              <a:gd name="connsiteY6" fmla="*/ 1264120 h 1592811"/>
              <a:gd name="connsiteX7" fmla="*/ 8976400 w 9662615"/>
              <a:gd name="connsiteY7" fmla="*/ 1326661 h 1592811"/>
              <a:gd name="connsiteX8" fmla="*/ 8828711 w 9662615"/>
              <a:gd name="connsiteY8" fmla="*/ 1346394 h 1592811"/>
              <a:gd name="connsiteX9" fmla="*/ 8695953 w 9662615"/>
              <a:gd name="connsiteY9" fmla="*/ 1346784 h 1592811"/>
              <a:gd name="connsiteX10" fmla="*/ 8652191 w 9662615"/>
              <a:gd name="connsiteY10" fmla="*/ 1345903 h 1592811"/>
              <a:gd name="connsiteX11" fmla="*/ 8591582 w 9662615"/>
              <a:gd name="connsiteY11" fmla="*/ 1341666 h 1592811"/>
              <a:gd name="connsiteX12" fmla="*/ 8537336 w 9662615"/>
              <a:gd name="connsiteY12" fmla="*/ 1341684 h 1592811"/>
              <a:gd name="connsiteX13" fmla="*/ 8416849 w 9662615"/>
              <a:gd name="connsiteY13" fmla="*/ 1367085 h 1592811"/>
              <a:gd name="connsiteX14" fmla="*/ 8278355 w 9662615"/>
              <a:gd name="connsiteY14" fmla="*/ 1386569 h 1592811"/>
              <a:gd name="connsiteX15" fmla="*/ 8197961 w 9662615"/>
              <a:gd name="connsiteY15" fmla="*/ 1392804 h 1592811"/>
              <a:gd name="connsiteX16" fmla="*/ 8171196 w 9662615"/>
              <a:gd name="connsiteY16" fmla="*/ 1397216 h 1592811"/>
              <a:gd name="connsiteX17" fmla="*/ 8087910 w 9662615"/>
              <a:gd name="connsiteY17" fmla="*/ 1386449 h 1592811"/>
              <a:gd name="connsiteX18" fmla="*/ 7974579 w 9662615"/>
              <a:gd name="connsiteY18" fmla="*/ 1383439 h 1592811"/>
              <a:gd name="connsiteX19" fmla="*/ 7768351 w 9662615"/>
              <a:gd name="connsiteY19" fmla="*/ 1395051 h 1592811"/>
              <a:gd name="connsiteX20" fmla="*/ 7635985 w 9662615"/>
              <a:gd name="connsiteY20" fmla="*/ 1386363 h 1592811"/>
              <a:gd name="connsiteX21" fmla="*/ 7466069 w 9662615"/>
              <a:gd name="connsiteY21" fmla="*/ 1377654 h 1592811"/>
              <a:gd name="connsiteX22" fmla="*/ 7355642 w 9662615"/>
              <a:gd name="connsiteY22" fmla="*/ 1407761 h 1592811"/>
              <a:gd name="connsiteX23" fmla="*/ 7215220 w 9662615"/>
              <a:gd name="connsiteY23" fmla="*/ 1397856 h 1592811"/>
              <a:gd name="connsiteX24" fmla="*/ 7082147 w 9662615"/>
              <a:gd name="connsiteY24" fmla="*/ 1406113 h 1592811"/>
              <a:gd name="connsiteX25" fmla="*/ 6987129 w 9662615"/>
              <a:gd name="connsiteY25" fmla="*/ 1404834 h 1592811"/>
              <a:gd name="connsiteX26" fmla="*/ 6907567 w 9662615"/>
              <a:gd name="connsiteY26" fmla="*/ 1419149 h 1592811"/>
              <a:gd name="connsiteX27" fmla="*/ 6748428 w 9662615"/>
              <a:gd name="connsiteY27" fmla="*/ 1420308 h 1592811"/>
              <a:gd name="connsiteX28" fmla="*/ 6654257 w 9662615"/>
              <a:gd name="connsiteY28" fmla="*/ 1424143 h 1592811"/>
              <a:gd name="connsiteX29" fmla="*/ 6620123 w 9662615"/>
              <a:gd name="connsiteY29" fmla="*/ 1430535 h 1592811"/>
              <a:gd name="connsiteX30" fmla="*/ 6571355 w 9662615"/>
              <a:gd name="connsiteY30" fmla="*/ 1436144 h 1592811"/>
              <a:gd name="connsiteX31" fmla="*/ 6486557 w 9662615"/>
              <a:gd name="connsiteY31" fmla="*/ 1449861 h 1592811"/>
              <a:gd name="connsiteX32" fmla="*/ 6370419 w 9662615"/>
              <a:gd name="connsiteY32" fmla="*/ 1461649 h 1592811"/>
              <a:gd name="connsiteX33" fmla="*/ 6278839 w 9662615"/>
              <a:gd name="connsiteY33" fmla="*/ 1449160 h 1592811"/>
              <a:gd name="connsiteX34" fmla="*/ 6272455 w 9662615"/>
              <a:gd name="connsiteY34" fmla="*/ 1453191 h 1592811"/>
              <a:gd name="connsiteX35" fmla="*/ 6212659 w 9662615"/>
              <a:gd name="connsiteY35" fmla="*/ 1454850 h 1592811"/>
              <a:gd name="connsiteX36" fmla="*/ 6069317 w 9662615"/>
              <a:gd name="connsiteY36" fmla="*/ 1445838 h 1592811"/>
              <a:gd name="connsiteX37" fmla="*/ 5878477 w 9662615"/>
              <a:gd name="connsiteY37" fmla="*/ 1439180 h 1592811"/>
              <a:gd name="connsiteX38" fmla="*/ 5838387 w 9662615"/>
              <a:gd name="connsiteY38" fmla="*/ 1444679 h 1592811"/>
              <a:gd name="connsiteX39" fmla="*/ 5771136 w 9662615"/>
              <a:gd name="connsiteY39" fmla="*/ 1453639 h 1592811"/>
              <a:gd name="connsiteX40" fmla="*/ 5724081 w 9662615"/>
              <a:gd name="connsiteY40" fmla="*/ 1470431 h 1592811"/>
              <a:gd name="connsiteX41" fmla="*/ 5666577 w 9662615"/>
              <a:gd name="connsiteY41" fmla="*/ 1473921 h 1592811"/>
              <a:gd name="connsiteX42" fmla="*/ 5649068 w 9662615"/>
              <a:gd name="connsiteY42" fmla="*/ 1461676 h 1592811"/>
              <a:gd name="connsiteX43" fmla="*/ 5588902 w 9662615"/>
              <a:gd name="connsiteY43" fmla="*/ 1469647 h 1592811"/>
              <a:gd name="connsiteX44" fmla="*/ 5498090 w 9662615"/>
              <a:gd name="connsiteY44" fmla="*/ 1483173 h 1592811"/>
              <a:gd name="connsiteX45" fmla="*/ 5444641 w 9662615"/>
              <a:gd name="connsiteY45" fmla="*/ 1487602 h 1592811"/>
              <a:gd name="connsiteX46" fmla="*/ 5299812 w 9662615"/>
              <a:gd name="connsiteY46" fmla="*/ 1503362 h 1592811"/>
              <a:gd name="connsiteX47" fmla="*/ 5245752 w 9662615"/>
              <a:gd name="connsiteY47" fmla="*/ 1520612 h 1592811"/>
              <a:gd name="connsiteX48" fmla="*/ 5177807 w 9662615"/>
              <a:gd name="connsiteY48" fmla="*/ 1526802 h 1592811"/>
              <a:gd name="connsiteX49" fmla="*/ 5113910 w 9662615"/>
              <a:gd name="connsiteY49" fmla="*/ 1533205 h 1592811"/>
              <a:gd name="connsiteX50" fmla="*/ 5059484 w 9662615"/>
              <a:gd name="connsiteY50" fmla="*/ 1546802 h 1592811"/>
              <a:gd name="connsiteX51" fmla="*/ 5038524 w 9662615"/>
              <a:gd name="connsiteY51" fmla="*/ 1545675 h 1592811"/>
              <a:gd name="connsiteX52" fmla="*/ 5026564 w 9662615"/>
              <a:gd name="connsiteY52" fmla="*/ 1545376 h 1592811"/>
              <a:gd name="connsiteX53" fmla="*/ 4969433 w 9662615"/>
              <a:gd name="connsiteY53" fmla="*/ 1550865 h 1592811"/>
              <a:gd name="connsiteX54" fmla="*/ 4871726 w 9662615"/>
              <a:gd name="connsiteY54" fmla="*/ 1570584 h 1592811"/>
              <a:gd name="connsiteX55" fmla="*/ 4843267 w 9662615"/>
              <a:gd name="connsiteY55" fmla="*/ 1561459 h 1592811"/>
              <a:gd name="connsiteX56" fmla="*/ 4821058 w 9662615"/>
              <a:gd name="connsiteY56" fmla="*/ 1553078 h 1592811"/>
              <a:gd name="connsiteX57" fmla="*/ 4791466 w 9662615"/>
              <a:gd name="connsiteY57" fmla="*/ 1561324 h 1592811"/>
              <a:gd name="connsiteX58" fmla="*/ 4784247 w 9662615"/>
              <a:gd name="connsiteY58" fmla="*/ 1562342 h 1592811"/>
              <a:gd name="connsiteX59" fmla="*/ 4739309 w 9662615"/>
              <a:gd name="connsiteY59" fmla="*/ 1553948 h 1592811"/>
              <a:gd name="connsiteX60" fmla="*/ 4697562 w 9662615"/>
              <a:gd name="connsiteY60" fmla="*/ 1551206 h 1592811"/>
              <a:gd name="connsiteX61" fmla="*/ 4650737 w 9662615"/>
              <a:gd name="connsiteY61" fmla="*/ 1537381 h 1592811"/>
              <a:gd name="connsiteX62" fmla="*/ 4583150 w 9662615"/>
              <a:gd name="connsiteY62" fmla="*/ 1529064 h 1592811"/>
              <a:gd name="connsiteX63" fmla="*/ 4521734 w 9662615"/>
              <a:gd name="connsiteY63" fmla="*/ 1529359 h 1592811"/>
              <a:gd name="connsiteX64" fmla="*/ 4382398 w 9662615"/>
              <a:gd name="connsiteY64" fmla="*/ 1534108 h 1592811"/>
              <a:gd name="connsiteX65" fmla="*/ 4221826 w 9662615"/>
              <a:gd name="connsiteY65" fmla="*/ 1500972 h 1592811"/>
              <a:gd name="connsiteX66" fmla="*/ 4096601 w 9662615"/>
              <a:gd name="connsiteY66" fmla="*/ 1521563 h 1592811"/>
              <a:gd name="connsiteX67" fmla="*/ 4002441 w 9662615"/>
              <a:gd name="connsiteY67" fmla="*/ 1528912 h 1592811"/>
              <a:gd name="connsiteX68" fmla="*/ 3833906 w 9662615"/>
              <a:gd name="connsiteY68" fmla="*/ 1516637 h 1592811"/>
              <a:gd name="connsiteX69" fmla="*/ 3763845 w 9662615"/>
              <a:gd name="connsiteY69" fmla="*/ 1501782 h 1592811"/>
              <a:gd name="connsiteX70" fmla="*/ 3641778 w 9662615"/>
              <a:gd name="connsiteY70" fmla="*/ 1505446 h 1592811"/>
              <a:gd name="connsiteX71" fmla="*/ 3565233 w 9662615"/>
              <a:gd name="connsiteY71" fmla="*/ 1515122 h 1592811"/>
              <a:gd name="connsiteX72" fmla="*/ 3560267 w 9662615"/>
              <a:gd name="connsiteY72" fmla="*/ 1516288 h 1592811"/>
              <a:gd name="connsiteX73" fmla="*/ 3540258 w 9662615"/>
              <a:gd name="connsiteY73" fmla="*/ 1516976 h 1592811"/>
              <a:gd name="connsiteX74" fmla="*/ 3534780 w 9662615"/>
              <a:gd name="connsiteY74" fmla="*/ 1522141 h 1592811"/>
              <a:gd name="connsiteX75" fmla="*/ 3504783 w 9662615"/>
              <a:gd name="connsiteY75" fmla="*/ 1526739 h 1592811"/>
              <a:gd name="connsiteX76" fmla="*/ 3430805 w 9662615"/>
              <a:gd name="connsiteY76" fmla="*/ 1542521 h 1592811"/>
              <a:gd name="connsiteX77" fmla="*/ 3292707 w 9662615"/>
              <a:gd name="connsiteY77" fmla="*/ 1520490 h 1592811"/>
              <a:gd name="connsiteX78" fmla="*/ 3187872 w 9662615"/>
              <a:gd name="connsiteY78" fmla="*/ 1519991 h 1592811"/>
              <a:gd name="connsiteX79" fmla="*/ 3148026 w 9662615"/>
              <a:gd name="connsiteY79" fmla="*/ 1524777 h 1592811"/>
              <a:gd name="connsiteX80" fmla="*/ 3092394 w 9662615"/>
              <a:gd name="connsiteY80" fmla="*/ 1528115 h 1592811"/>
              <a:gd name="connsiteX81" fmla="*/ 2994200 w 9662615"/>
              <a:gd name="connsiteY81" fmla="*/ 1537857 h 1592811"/>
              <a:gd name="connsiteX82" fmla="*/ 2862301 w 9662615"/>
              <a:gd name="connsiteY82" fmla="*/ 1544250 h 1592811"/>
              <a:gd name="connsiteX83" fmla="*/ 2766335 w 9662615"/>
              <a:gd name="connsiteY83" fmla="*/ 1527662 h 1592811"/>
              <a:gd name="connsiteX84" fmla="*/ 2757836 w 9662615"/>
              <a:gd name="connsiteY84" fmla="*/ 1531371 h 1592811"/>
              <a:gd name="connsiteX85" fmla="*/ 2691555 w 9662615"/>
              <a:gd name="connsiteY85" fmla="*/ 1530283 h 1592811"/>
              <a:gd name="connsiteX86" fmla="*/ 2491676 w 9662615"/>
              <a:gd name="connsiteY86" fmla="*/ 1500859 h 1592811"/>
              <a:gd name="connsiteX87" fmla="*/ 2378036 w 9662615"/>
              <a:gd name="connsiteY87" fmla="*/ 1520645 h 1592811"/>
              <a:gd name="connsiteX88" fmla="*/ 2284269 w 9662615"/>
              <a:gd name="connsiteY88" fmla="*/ 1503068 h 1592811"/>
              <a:gd name="connsiteX89" fmla="*/ 2207104 w 9662615"/>
              <a:gd name="connsiteY89" fmla="*/ 1508888 h 1592811"/>
              <a:gd name="connsiteX90" fmla="*/ 2149226 w 9662615"/>
              <a:gd name="connsiteY90" fmla="*/ 1523409 h 1592811"/>
              <a:gd name="connsiteX91" fmla="*/ 2084783 w 9662615"/>
              <a:gd name="connsiteY91" fmla="*/ 1524245 h 1592811"/>
              <a:gd name="connsiteX92" fmla="*/ 2070075 w 9662615"/>
              <a:gd name="connsiteY92" fmla="*/ 1511285 h 1592811"/>
              <a:gd name="connsiteX93" fmla="*/ 2001057 w 9662615"/>
              <a:gd name="connsiteY93" fmla="*/ 1516449 h 1592811"/>
              <a:gd name="connsiteX94" fmla="*/ 1896330 w 9662615"/>
              <a:gd name="connsiteY94" fmla="*/ 1525725 h 1592811"/>
              <a:gd name="connsiteX95" fmla="*/ 1835994 w 9662615"/>
              <a:gd name="connsiteY95" fmla="*/ 1527678 h 1592811"/>
              <a:gd name="connsiteX96" fmla="*/ 1671119 w 9662615"/>
              <a:gd name="connsiteY96" fmla="*/ 1536701 h 1592811"/>
              <a:gd name="connsiteX97" fmla="*/ 1601337 w 9662615"/>
              <a:gd name="connsiteY97" fmla="*/ 1548552 h 1592811"/>
              <a:gd name="connsiteX98" fmla="*/ 1407755 w 9662615"/>
              <a:gd name="connsiteY98" fmla="*/ 1571444 h 1592811"/>
              <a:gd name="connsiteX99" fmla="*/ 1271994 w 9662615"/>
              <a:gd name="connsiteY99" fmla="*/ 1579471 h 1592811"/>
              <a:gd name="connsiteX100" fmla="*/ 1249226 w 9662615"/>
              <a:gd name="connsiteY100" fmla="*/ 1583140 h 1592811"/>
              <a:gd name="connsiteX101" fmla="*/ 1181938 w 9662615"/>
              <a:gd name="connsiteY101" fmla="*/ 1592789 h 1592811"/>
              <a:gd name="connsiteX102" fmla="*/ 1091432 w 9662615"/>
              <a:gd name="connsiteY102" fmla="*/ 1571003 h 1592811"/>
              <a:gd name="connsiteX103" fmla="*/ 940355 w 9662615"/>
              <a:gd name="connsiteY103" fmla="*/ 1560638 h 1592811"/>
              <a:gd name="connsiteX104" fmla="*/ 868264 w 9662615"/>
              <a:gd name="connsiteY104" fmla="*/ 1566392 h 1592811"/>
              <a:gd name="connsiteX105" fmla="*/ 792765 w 9662615"/>
              <a:gd name="connsiteY105" fmla="*/ 1563102 h 1592811"/>
              <a:gd name="connsiteX106" fmla="*/ 653153 w 9662615"/>
              <a:gd name="connsiteY106" fmla="*/ 1563516 h 1592811"/>
              <a:gd name="connsiteX107" fmla="*/ 541933 w 9662615"/>
              <a:gd name="connsiteY107" fmla="*/ 1561051 h 1592811"/>
              <a:gd name="connsiteX108" fmla="*/ 472797 w 9662615"/>
              <a:gd name="connsiteY108" fmla="*/ 1568904 h 1592811"/>
              <a:gd name="connsiteX109" fmla="*/ 396059 w 9662615"/>
              <a:gd name="connsiteY109" fmla="*/ 1560970 h 1592811"/>
              <a:gd name="connsiteX110" fmla="*/ 336819 w 9662615"/>
              <a:gd name="connsiteY110" fmla="*/ 1560892 h 1592811"/>
              <a:gd name="connsiteX111" fmla="*/ 267163 w 9662615"/>
              <a:gd name="connsiteY111" fmla="*/ 1531913 h 1592811"/>
              <a:gd name="connsiteX112" fmla="*/ 196644 w 9662615"/>
              <a:gd name="connsiteY112" fmla="*/ 1524565 h 1592811"/>
              <a:gd name="connsiteX113" fmla="*/ 86819 w 9662615"/>
              <a:gd name="connsiteY113" fmla="*/ 1519517 h 1592811"/>
              <a:gd name="connsiteX114" fmla="*/ 53369 w 9662615"/>
              <a:gd name="connsiteY114" fmla="*/ 1516853 h 1592811"/>
              <a:gd name="connsiteX115" fmla="*/ 2359 w 9662615"/>
              <a:gd name="connsiteY115" fmla="*/ 1515247 h 1592811"/>
              <a:gd name="connsiteX116" fmla="*/ 0 w 9662615"/>
              <a:gd name="connsiteY116" fmla="*/ 1514932 h 1592811"/>
              <a:gd name="connsiteX117" fmla="*/ 0 w 9662615"/>
              <a:gd name="connsiteY117" fmla="*/ 0 h 1592811"/>
              <a:gd name="connsiteX0" fmla="*/ 0 w 9662615"/>
              <a:gd name="connsiteY0" fmla="*/ 0 h 1592811"/>
              <a:gd name="connsiteX1" fmla="*/ 9662615 w 9662615"/>
              <a:gd name="connsiteY1" fmla="*/ 0 h 1592811"/>
              <a:gd name="connsiteX2" fmla="*/ 9662615 w 9662615"/>
              <a:gd name="connsiteY2" fmla="*/ 1280346 h 1592811"/>
              <a:gd name="connsiteX3" fmla="*/ 9551077 w 9662615"/>
              <a:gd name="connsiteY3" fmla="*/ 1292033 h 1592811"/>
              <a:gd name="connsiteX4" fmla="*/ 9469546 w 9662615"/>
              <a:gd name="connsiteY4" fmla="*/ 1289837 h 1592811"/>
              <a:gd name="connsiteX5" fmla="*/ 9326260 w 9662615"/>
              <a:gd name="connsiteY5" fmla="*/ 1277155 h 1592811"/>
              <a:gd name="connsiteX6" fmla="*/ 9144767 w 9662615"/>
              <a:gd name="connsiteY6" fmla="*/ 1264120 h 1592811"/>
              <a:gd name="connsiteX7" fmla="*/ 8976400 w 9662615"/>
              <a:gd name="connsiteY7" fmla="*/ 1326661 h 1592811"/>
              <a:gd name="connsiteX8" fmla="*/ 8828711 w 9662615"/>
              <a:gd name="connsiteY8" fmla="*/ 1346394 h 1592811"/>
              <a:gd name="connsiteX9" fmla="*/ 8695953 w 9662615"/>
              <a:gd name="connsiteY9" fmla="*/ 1346784 h 1592811"/>
              <a:gd name="connsiteX10" fmla="*/ 8652191 w 9662615"/>
              <a:gd name="connsiteY10" fmla="*/ 1345903 h 1592811"/>
              <a:gd name="connsiteX11" fmla="*/ 8591582 w 9662615"/>
              <a:gd name="connsiteY11" fmla="*/ 1341666 h 1592811"/>
              <a:gd name="connsiteX12" fmla="*/ 8537336 w 9662615"/>
              <a:gd name="connsiteY12" fmla="*/ 1341684 h 1592811"/>
              <a:gd name="connsiteX13" fmla="*/ 8416849 w 9662615"/>
              <a:gd name="connsiteY13" fmla="*/ 1367085 h 1592811"/>
              <a:gd name="connsiteX14" fmla="*/ 8278355 w 9662615"/>
              <a:gd name="connsiteY14" fmla="*/ 1386569 h 1592811"/>
              <a:gd name="connsiteX15" fmla="*/ 8197961 w 9662615"/>
              <a:gd name="connsiteY15" fmla="*/ 1392804 h 1592811"/>
              <a:gd name="connsiteX16" fmla="*/ 8171196 w 9662615"/>
              <a:gd name="connsiteY16" fmla="*/ 1397216 h 1592811"/>
              <a:gd name="connsiteX17" fmla="*/ 8087910 w 9662615"/>
              <a:gd name="connsiteY17" fmla="*/ 1386449 h 1592811"/>
              <a:gd name="connsiteX18" fmla="*/ 7974579 w 9662615"/>
              <a:gd name="connsiteY18" fmla="*/ 1383439 h 1592811"/>
              <a:gd name="connsiteX19" fmla="*/ 7768351 w 9662615"/>
              <a:gd name="connsiteY19" fmla="*/ 1395051 h 1592811"/>
              <a:gd name="connsiteX20" fmla="*/ 7635985 w 9662615"/>
              <a:gd name="connsiteY20" fmla="*/ 1386363 h 1592811"/>
              <a:gd name="connsiteX21" fmla="*/ 7466069 w 9662615"/>
              <a:gd name="connsiteY21" fmla="*/ 1377654 h 1592811"/>
              <a:gd name="connsiteX22" fmla="*/ 7355642 w 9662615"/>
              <a:gd name="connsiteY22" fmla="*/ 1407761 h 1592811"/>
              <a:gd name="connsiteX23" fmla="*/ 7215220 w 9662615"/>
              <a:gd name="connsiteY23" fmla="*/ 1397856 h 1592811"/>
              <a:gd name="connsiteX24" fmla="*/ 7082147 w 9662615"/>
              <a:gd name="connsiteY24" fmla="*/ 1406113 h 1592811"/>
              <a:gd name="connsiteX25" fmla="*/ 6987129 w 9662615"/>
              <a:gd name="connsiteY25" fmla="*/ 1404834 h 1592811"/>
              <a:gd name="connsiteX26" fmla="*/ 6907567 w 9662615"/>
              <a:gd name="connsiteY26" fmla="*/ 1419149 h 1592811"/>
              <a:gd name="connsiteX27" fmla="*/ 6748428 w 9662615"/>
              <a:gd name="connsiteY27" fmla="*/ 1420308 h 1592811"/>
              <a:gd name="connsiteX28" fmla="*/ 6654257 w 9662615"/>
              <a:gd name="connsiteY28" fmla="*/ 1424143 h 1592811"/>
              <a:gd name="connsiteX29" fmla="*/ 6620123 w 9662615"/>
              <a:gd name="connsiteY29" fmla="*/ 1430535 h 1592811"/>
              <a:gd name="connsiteX30" fmla="*/ 6571355 w 9662615"/>
              <a:gd name="connsiteY30" fmla="*/ 1436144 h 1592811"/>
              <a:gd name="connsiteX31" fmla="*/ 6486557 w 9662615"/>
              <a:gd name="connsiteY31" fmla="*/ 1449861 h 1592811"/>
              <a:gd name="connsiteX32" fmla="*/ 6370419 w 9662615"/>
              <a:gd name="connsiteY32" fmla="*/ 1461649 h 1592811"/>
              <a:gd name="connsiteX33" fmla="*/ 6278839 w 9662615"/>
              <a:gd name="connsiteY33" fmla="*/ 1449160 h 1592811"/>
              <a:gd name="connsiteX34" fmla="*/ 6272455 w 9662615"/>
              <a:gd name="connsiteY34" fmla="*/ 1453191 h 1592811"/>
              <a:gd name="connsiteX35" fmla="*/ 6212659 w 9662615"/>
              <a:gd name="connsiteY35" fmla="*/ 1454850 h 1592811"/>
              <a:gd name="connsiteX36" fmla="*/ 6069317 w 9662615"/>
              <a:gd name="connsiteY36" fmla="*/ 1445838 h 1592811"/>
              <a:gd name="connsiteX37" fmla="*/ 5878477 w 9662615"/>
              <a:gd name="connsiteY37" fmla="*/ 1439180 h 1592811"/>
              <a:gd name="connsiteX38" fmla="*/ 5838387 w 9662615"/>
              <a:gd name="connsiteY38" fmla="*/ 1444679 h 1592811"/>
              <a:gd name="connsiteX39" fmla="*/ 5771136 w 9662615"/>
              <a:gd name="connsiteY39" fmla="*/ 1453639 h 1592811"/>
              <a:gd name="connsiteX40" fmla="*/ 5724081 w 9662615"/>
              <a:gd name="connsiteY40" fmla="*/ 1470431 h 1592811"/>
              <a:gd name="connsiteX41" fmla="*/ 5666577 w 9662615"/>
              <a:gd name="connsiteY41" fmla="*/ 1473921 h 1592811"/>
              <a:gd name="connsiteX42" fmla="*/ 5649068 w 9662615"/>
              <a:gd name="connsiteY42" fmla="*/ 1461676 h 1592811"/>
              <a:gd name="connsiteX43" fmla="*/ 5588902 w 9662615"/>
              <a:gd name="connsiteY43" fmla="*/ 1469647 h 1592811"/>
              <a:gd name="connsiteX44" fmla="*/ 5498090 w 9662615"/>
              <a:gd name="connsiteY44" fmla="*/ 1483173 h 1592811"/>
              <a:gd name="connsiteX45" fmla="*/ 5444641 w 9662615"/>
              <a:gd name="connsiteY45" fmla="*/ 1487602 h 1592811"/>
              <a:gd name="connsiteX46" fmla="*/ 5299812 w 9662615"/>
              <a:gd name="connsiteY46" fmla="*/ 1503362 h 1592811"/>
              <a:gd name="connsiteX47" fmla="*/ 5245752 w 9662615"/>
              <a:gd name="connsiteY47" fmla="*/ 1520612 h 1592811"/>
              <a:gd name="connsiteX48" fmla="*/ 5177807 w 9662615"/>
              <a:gd name="connsiteY48" fmla="*/ 1526802 h 1592811"/>
              <a:gd name="connsiteX49" fmla="*/ 5113910 w 9662615"/>
              <a:gd name="connsiteY49" fmla="*/ 1533205 h 1592811"/>
              <a:gd name="connsiteX50" fmla="*/ 5059484 w 9662615"/>
              <a:gd name="connsiteY50" fmla="*/ 1546802 h 1592811"/>
              <a:gd name="connsiteX51" fmla="*/ 5038524 w 9662615"/>
              <a:gd name="connsiteY51" fmla="*/ 1545675 h 1592811"/>
              <a:gd name="connsiteX52" fmla="*/ 5026564 w 9662615"/>
              <a:gd name="connsiteY52" fmla="*/ 1545376 h 1592811"/>
              <a:gd name="connsiteX53" fmla="*/ 4969433 w 9662615"/>
              <a:gd name="connsiteY53" fmla="*/ 1550865 h 1592811"/>
              <a:gd name="connsiteX54" fmla="*/ 4871726 w 9662615"/>
              <a:gd name="connsiteY54" fmla="*/ 1570584 h 1592811"/>
              <a:gd name="connsiteX55" fmla="*/ 4843267 w 9662615"/>
              <a:gd name="connsiteY55" fmla="*/ 1561459 h 1592811"/>
              <a:gd name="connsiteX56" fmla="*/ 4821058 w 9662615"/>
              <a:gd name="connsiteY56" fmla="*/ 1553078 h 1592811"/>
              <a:gd name="connsiteX57" fmla="*/ 4791466 w 9662615"/>
              <a:gd name="connsiteY57" fmla="*/ 1561324 h 1592811"/>
              <a:gd name="connsiteX58" fmla="*/ 4784247 w 9662615"/>
              <a:gd name="connsiteY58" fmla="*/ 1562342 h 1592811"/>
              <a:gd name="connsiteX59" fmla="*/ 4739309 w 9662615"/>
              <a:gd name="connsiteY59" fmla="*/ 1553948 h 1592811"/>
              <a:gd name="connsiteX60" fmla="*/ 4697562 w 9662615"/>
              <a:gd name="connsiteY60" fmla="*/ 1551206 h 1592811"/>
              <a:gd name="connsiteX61" fmla="*/ 4650737 w 9662615"/>
              <a:gd name="connsiteY61" fmla="*/ 1537381 h 1592811"/>
              <a:gd name="connsiteX62" fmla="*/ 4583150 w 9662615"/>
              <a:gd name="connsiteY62" fmla="*/ 1529064 h 1592811"/>
              <a:gd name="connsiteX63" fmla="*/ 4521734 w 9662615"/>
              <a:gd name="connsiteY63" fmla="*/ 1529359 h 1592811"/>
              <a:gd name="connsiteX64" fmla="*/ 4382398 w 9662615"/>
              <a:gd name="connsiteY64" fmla="*/ 1534108 h 1592811"/>
              <a:gd name="connsiteX65" fmla="*/ 4221826 w 9662615"/>
              <a:gd name="connsiteY65" fmla="*/ 1500972 h 1592811"/>
              <a:gd name="connsiteX66" fmla="*/ 4096601 w 9662615"/>
              <a:gd name="connsiteY66" fmla="*/ 1521563 h 1592811"/>
              <a:gd name="connsiteX67" fmla="*/ 4002441 w 9662615"/>
              <a:gd name="connsiteY67" fmla="*/ 1528912 h 1592811"/>
              <a:gd name="connsiteX68" fmla="*/ 3833906 w 9662615"/>
              <a:gd name="connsiteY68" fmla="*/ 1516637 h 1592811"/>
              <a:gd name="connsiteX69" fmla="*/ 3763845 w 9662615"/>
              <a:gd name="connsiteY69" fmla="*/ 1501782 h 1592811"/>
              <a:gd name="connsiteX70" fmla="*/ 3641778 w 9662615"/>
              <a:gd name="connsiteY70" fmla="*/ 1505446 h 1592811"/>
              <a:gd name="connsiteX71" fmla="*/ 3565233 w 9662615"/>
              <a:gd name="connsiteY71" fmla="*/ 1515122 h 1592811"/>
              <a:gd name="connsiteX72" fmla="*/ 3560267 w 9662615"/>
              <a:gd name="connsiteY72" fmla="*/ 1516288 h 1592811"/>
              <a:gd name="connsiteX73" fmla="*/ 3540258 w 9662615"/>
              <a:gd name="connsiteY73" fmla="*/ 1516976 h 1592811"/>
              <a:gd name="connsiteX74" fmla="*/ 3534780 w 9662615"/>
              <a:gd name="connsiteY74" fmla="*/ 1522141 h 1592811"/>
              <a:gd name="connsiteX75" fmla="*/ 3504783 w 9662615"/>
              <a:gd name="connsiteY75" fmla="*/ 1526739 h 1592811"/>
              <a:gd name="connsiteX76" fmla="*/ 3430805 w 9662615"/>
              <a:gd name="connsiteY76" fmla="*/ 1542521 h 1592811"/>
              <a:gd name="connsiteX77" fmla="*/ 3292707 w 9662615"/>
              <a:gd name="connsiteY77" fmla="*/ 1520490 h 1592811"/>
              <a:gd name="connsiteX78" fmla="*/ 3187872 w 9662615"/>
              <a:gd name="connsiteY78" fmla="*/ 1519991 h 1592811"/>
              <a:gd name="connsiteX79" fmla="*/ 3148026 w 9662615"/>
              <a:gd name="connsiteY79" fmla="*/ 1524777 h 1592811"/>
              <a:gd name="connsiteX80" fmla="*/ 3092394 w 9662615"/>
              <a:gd name="connsiteY80" fmla="*/ 1528115 h 1592811"/>
              <a:gd name="connsiteX81" fmla="*/ 2994200 w 9662615"/>
              <a:gd name="connsiteY81" fmla="*/ 1537857 h 1592811"/>
              <a:gd name="connsiteX82" fmla="*/ 2862301 w 9662615"/>
              <a:gd name="connsiteY82" fmla="*/ 1544250 h 1592811"/>
              <a:gd name="connsiteX83" fmla="*/ 2766335 w 9662615"/>
              <a:gd name="connsiteY83" fmla="*/ 1527662 h 1592811"/>
              <a:gd name="connsiteX84" fmla="*/ 2757836 w 9662615"/>
              <a:gd name="connsiteY84" fmla="*/ 1531371 h 1592811"/>
              <a:gd name="connsiteX85" fmla="*/ 2691555 w 9662615"/>
              <a:gd name="connsiteY85" fmla="*/ 1530283 h 1592811"/>
              <a:gd name="connsiteX86" fmla="*/ 2491676 w 9662615"/>
              <a:gd name="connsiteY86" fmla="*/ 1500859 h 1592811"/>
              <a:gd name="connsiteX87" fmla="*/ 2378036 w 9662615"/>
              <a:gd name="connsiteY87" fmla="*/ 1520645 h 1592811"/>
              <a:gd name="connsiteX88" fmla="*/ 2284269 w 9662615"/>
              <a:gd name="connsiteY88" fmla="*/ 1503068 h 1592811"/>
              <a:gd name="connsiteX89" fmla="*/ 2207104 w 9662615"/>
              <a:gd name="connsiteY89" fmla="*/ 1508888 h 1592811"/>
              <a:gd name="connsiteX90" fmla="*/ 2149226 w 9662615"/>
              <a:gd name="connsiteY90" fmla="*/ 1523409 h 1592811"/>
              <a:gd name="connsiteX91" fmla="*/ 2084783 w 9662615"/>
              <a:gd name="connsiteY91" fmla="*/ 1524245 h 1592811"/>
              <a:gd name="connsiteX92" fmla="*/ 2070075 w 9662615"/>
              <a:gd name="connsiteY92" fmla="*/ 1511285 h 1592811"/>
              <a:gd name="connsiteX93" fmla="*/ 2001057 w 9662615"/>
              <a:gd name="connsiteY93" fmla="*/ 1516449 h 1592811"/>
              <a:gd name="connsiteX94" fmla="*/ 1896330 w 9662615"/>
              <a:gd name="connsiteY94" fmla="*/ 1525725 h 1592811"/>
              <a:gd name="connsiteX95" fmla="*/ 1835994 w 9662615"/>
              <a:gd name="connsiteY95" fmla="*/ 1527678 h 1592811"/>
              <a:gd name="connsiteX96" fmla="*/ 1671119 w 9662615"/>
              <a:gd name="connsiteY96" fmla="*/ 1536701 h 1592811"/>
              <a:gd name="connsiteX97" fmla="*/ 1601337 w 9662615"/>
              <a:gd name="connsiteY97" fmla="*/ 1548552 h 1592811"/>
              <a:gd name="connsiteX98" fmla="*/ 1407755 w 9662615"/>
              <a:gd name="connsiteY98" fmla="*/ 1571444 h 1592811"/>
              <a:gd name="connsiteX99" fmla="*/ 1291872 w 9662615"/>
              <a:gd name="connsiteY99" fmla="*/ 1579471 h 1592811"/>
              <a:gd name="connsiteX100" fmla="*/ 1249226 w 9662615"/>
              <a:gd name="connsiteY100" fmla="*/ 1583140 h 1592811"/>
              <a:gd name="connsiteX101" fmla="*/ 1181938 w 9662615"/>
              <a:gd name="connsiteY101" fmla="*/ 1592789 h 1592811"/>
              <a:gd name="connsiteX102" fmla="*/ 1091432 w 9662615"/>
              <a:gd name="connsiteY102" fmla="*/ 1571003 h 1592811"/>
              <a:gd name="connsiteX103" fmla="*/ 940355 w 9662615"/>
              <a:gd name="connsiteY103" fmla="*/ 1560638 h 1592811"/>
              <a:gd name="connsiteX104" fmla="*/ 868264 w 9662615"/>
              <a:gd name="connsiteY104" fmla="*/ 1566392 h 1592811"/>
              <a:gd name="connsiteX105" fmla="*/ 792765 w 9662615"/>
              <a:gd name="connsiteY105" fmla="*/ 1563102 h 1592811"/>
              <a:gd name="connsiteX106" fmla="*/ 653153 w 9662615"/>
              <a:gd name="connsiteY106" fmla="*/ 1563516 h 1592811"/>
              <a:gd name="connsiteX107" fmla="*/ 541933 w 9662615"/>
              <a:gd name="connsiteY107" fmla="*/ 1561051 h 1592811"/>
              <a:gd name="connsiteX108" fmla="*/ 472797 w 9662615"/>
              <a:gd name="connsiteY108" fmla="*/ 1568904 h 1592811"/>
              <a:gd name="connsiteX109" fmla="*/ 396059 w 9662615"/>
              <a:gd name="connsiteY109" fmla="*/ 1560970 h 1592811"/>
              <a:gd name="connsiteX110" fmla="*/ 336819 w 9662615"/>
              <a:gd name="connsiteY110" fmla="*/ 1560892 h 1592811"/>
              <a:gd name="connsiteX111" fmla="*/ 267163 w 9662615"/>
              <a:gd name="connsiteY111" fmla="*/ 1531913 h 1592811"/>
              <a:gd name="connsiteX112" fmla="*/ 196644 w 9662615"/>
              <a:gd name="connsiteY112" fmla="*/ 1524565 h 1592811"/>
              <a:gd name="connsiteX113" fmla="*/ 86819 w 9662615"/>
              <a:gd name="connsiteY113" fmla="*/ 1519517 h 1592811"/>
              <a:gd name="connsiteX114" fmla="*/ 53369 w 9662615"/>
              <a:gd name="connsiteY114" fmla="*/ 1516853 h 1592811"/>
              <a:gd name="connsiteX115" fmla="*/ 2359 w 9662615"/>
              <a:gd name="connsiteY115" fmla="*/ 1515247 h 1592811"/>
              <a:gd name="connsiteX116" fmla="*/ 0 w 9662615"/>
              <a:gd name="connsiteY116" fmla="*/ 1514932 h 1592811"/>
              <a:gd name="connsiteX117" fmla="*/ 0 w 9662615"/>
              <a:gd name="connsiteY117" fmla="*/ 0 h 1592811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41778 w 9662615"/>
              <a:gd name="connsiteY70" fmla="*/ 1505446 h 1603018"/>
              <a:gd name="connsiteX71" fmla="*/ 3565233 w 9662615"/>
              <a:gd name="connsiteY71" fmla="*/ 1515122 h 1603018"/>
              <a:gd name="connsiteX72" fmla="*/ 3560267 w 9662615"/>
              <a:gd name="connsiteY72" fmla="*/ 1516288 h 1603018"/>
              <a:gd name="connsiteX73" fmla="*/ 3540258 w 9662615"/>
              <a:gd name="connsiteY73" fmla="*/ 1516976 h 1603018"/>
              <a:gd name="connsiteX74" fmla="*/ 3534780 w 9662615"/>
              <a:gd name="connsiteY74" fmla="*/ 1522141 h 1603018"/>
              <a:gd name="connsiteX75" fmla="*/ 3504783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491676 w 9662615"/>
              <a:gd name="connsiteY86" fmla="*/ 1500859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601337 w 9662615"/>
              <a:gd name="connsiteY97" fmla="*/ 1548552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41778 w 9662615"/>
              <a:gd name="connsiteY70" fmla="*/ 1505446 h 1603018"/>
              <a:gd name="connsiteX71" fmla="*/ 3565233 w 9662615"/>
              <a:gd name="connsiteY71" fmla="*/ 1515122 h 1603018"/>
              <a:gd name="connsiteX72" fmla="*/ 3560267 w 9662615"/>
              <a:gd name="connsiteY72" fmla="*/ 1516288 h 1603018"/>
              <a:gd name="connsiteX73" fmla="*/ 3540258 w 9662615"/>
              <a:gd name="connsiteY73" fmla="*/ 1516976 h 1603018"/>
              <a:gd name="connsiteX74" fmla="*/ 3534780 w 9662615"/>
              <a:gd name="connsiteY74" fmla="*/ 1522141 h 1603018"/>
              <a:gd name="connsiteX75" fmla="*/ 3504783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491676 w 9662615"/>
              <a:gd name="connsiteY86" fmla="*/ 1500859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41778 w 9662615"/>
              <a:gd name="connsiteY70" fmla="*/ 1505446 h 1603018"/>
              <a:gd name="connsiteX71" fmla="*/ 3565233 w 9662615"/>
              <a:gd name="connsiteY71" fmla="*/ 1515122 h 1603018"/>
              <a:gd name="connsiteX72" fmla="*/ 3560267 w 9662615"/>
              <a:gd name="connsiteY72" fmla="*/ 1516288 h 1603018"/>
              <a:gd name="connsiteX73" fmla="*/ 3540258 w 9662615"/>
              <a:gd name="connsiteY73" fmla="*/ 1516976 h 1603018"/>
              <a:gd name="connsiteX74" fmla="*/ 3534780 w 9662615"/>
              <a:gd name="connsiteY74" fmla="*/ 1522141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491676 w 9662615"/>
              <a:gd name="connsiteY86" fmla="*/ 1500859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41778 w 9662615"/>
              <a:gd name="connsiteY70" fmla="*/ 1505446 h 1603018"/>
              <a:gd name="connsiteX71" fmla="*/ 3565233 w 9662615"/>
              <a:gd name="connsiteY71" fmla="*/ 1515122 h 1603018"/>
              <a:gd name="connsiteX72" fmla="*/ 3560267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491676 w 9662615"/>
              <a:gd name="connsiteY86" fmla="*/ 1500859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41778 w 9662615"/>
              <a:gd name="connsiteY70" fmla="*/ 1505446 h 1603018"/>
              <a:gd name="connsiteX71" fmla="*/ 3612941 w 9662615"/>
              <a:gd name="connsiteY71" fmla="*/ 1411755 h 1603018"/>
              <a:gd name="connsiteX72" fmla="*/ 3560267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491676 w 9662615"/>
              <a:gd name="connsiteY86" fmla="*/ 1500859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41778 w 9662615"/>
              <a:gd name="connsiteY70" fmla="*/ 1505446 h 1603018"/>
              <a:gd name="connsiteX71" fmla="*/ 3612941 w 9662615"/>
              <a:gd name="connsiteY71" fmla="*/ 141175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491676 w 9662615"/>
              <a:gd name="connsiteY86" fmla="*/ 1500859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12941 w 9662615"/>
              <a:gd name="connsiteY71" fmla="*/ 141175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491676 w 9662615"/>
              <a:gd name="connsiteY86" fmla="*/ 1500859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40771 w 9662615"/>
              <a:gd name="connsiteY71" fmla="*/ 153102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491676 w 9662615"/>
              <a:gd name="connsiteY86" fmla="*/ 1500859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40771 w 9662615"/>
              <a:gd name="connsiteY71" fmla="*/ 153102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539383 w 9662615"/>
              <a:gd name="connsiteY86" fmla="*/ 1504835 h 1603018"/>
              <a:gd name="connsiteX87" fmla="*/ 2378036 w 9662615"/>
              <a:gd name="connsiteY87" fmla="*/ 1520645 h 1603018"/>
              <a:gd name="connsiteX88" fmla="*/ 2284269 w 9662615"/>
              <a:gd name="connsiteY88" fmla="*/ 1503068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40771 w 9662615"/>
              <a:gd name="connsiteY71" fmla="*/ 153102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539383 w 9662615"/>
              <a:gd name="connsiteY86" fmla="*/ 1504835 h 1603018"/>
              <a:gd name="connsiteX87" fmla="*/ 2378036 w 9662615"/>
              <a:gd name="connsiteY87" fmla="*/ 1520645 h 1603018"/>
              <a:gd name="connsiteX88" fmla="*/ 2320049 w 9662615"/>
              <a:gd name="connsiteY88" fmla="*/ 1511019 h 1603018"/>
              <a:gd name="connsiteX89" fmla="*/ 2207104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40771 w 9662615"/>
              <a:gd name="connsiteY71" fmla="*/ 153102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539383 w 9662615"/>
              <a:gd name="connsiteY86" fmla="*/ 1504835 h 1603018"/>
              <a:gd name="connsiteX87" fmla="*/ 2378036 w 9662615"/>
              <a:gd name="connsiteY87" fmla="*/ 1520645 h 1603018"/>
              <a:gd name="connsiteX88" fmla="*/ 2320049 w 9662615"/>
              <a:gd name="connsiteY88" fmla="*/ 1511019 h 1603018"/>
              <a:gd name="connsiteX89" fmla="*/ 2238909 w 9662615"/>
              <a:gd name="connsiteY89" fmla="*/ 1508888 h 1603018"/>
              <a:gd name="connsiteX90" fmla="*/ 2149226 w 9662615"/>
              <a:gd name="connsiteY90" fmla="*/ 1523409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40771 w 9662615"/>
              <a:gd name="connsiteY71" fmla="*/ 153102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539383 w 9662615"/>
              <a:gd name="connsiteY86" fmla="*/ 1504835 h 1603018"/>
              <a:gd name="connsiteX87" fmla="*/ 2378036 w 9662615"/>
              <a:gd name="connsiteY87" fmla="*/ 1520645 h 1603018"/>
              <a:gd name="connsiteX88" fmla="*/ 2320049 w 9662615"/>
              <a:gd name="connsiteY88" fmla="*/ 1511019 h 1603018"/>
              <a:gd name="connsiteX89" fmla="*/ 2238909 w 9662615"/>
              <a:gd name="connsiteY89" fmla="*/ 1508888 h 1603018"/>
              <a:gd name="connsiteX90" fmla="*/ 2181031 w 9662615"/>
              <a:gd name="connsiteY90" fmla="*/ 1531361 h 1603018"/>
              <a:gd name="connsiteX91" fmla="*/ 208478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40771 w 9662615"/>
              <a:gd name="connsiteY71" fmla="*/ 153102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539383 w 9662615"/>
              <a:gd name="connsiteY86" fmla="*/ 1504835 h 1603018"/>
              <a:gd name="connsiteX87" fmla="*/ 2378036 w 9662615"/>
              <a:gd name="connsiteY87" fmla="*/ 1520645 h 1603018"/>
              <a:gd name="connsiteX88" fmla="*/ 2320049 w 9662615"/>
              <a:gd name="connsiteY88" fmla="*/ 1511019 h 1603018"/>
              <a:gd name="connsiteX89" fmla="*/ 2238909 w 9662615"/>
              <a:gd name="connsiteY89" fmla="*/ 1508888 h 1603018"/>
              <a:gd name="connsiteX90" fmla="*/ 2181031 w 9662615"/>
              <a:gd name="connsiteY90" fmla="*/ 1531361 h 1603018"/>
              <a:gd name="connsiteX91" fmla="*/ 2112613 w 9662615"/>
              <a:gd name="connsiteY91" fmla="*/ 1524245 h 1603018"/>
              <a:gd name="connsiteX92" fmla="*/ 2070075 w 9662615"/>
              <a:gd name="connsiteY92" fmla="*/ 1511285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40771 w 9662615"/>
              <a:gd name="connsiteY71" fmla="*/ 153102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539383 w 9662615"/>
              <a:gd name="connsiteY86" fmla="*/ 1504835 h 1603018"/>
              <a:gd name="connsiteX87" fmla="*/ 2378036 w 9662615"/>
              <a:gd name="connsiteY87" fmla="*/ 1520645 h 1603018"/>
              <a:gd name="connsiteX88" fmla="*/ 2320049 w 9662615"/>
              <a:gd name="connsiteY88" fmla="*/ 1511019 h 1603018"/>
              <a:gd name="connsiteX89" fmla="*/ 2238909 w 9662615"/>
              <a:gd name="connsiteY89" fmla="*/ 1508888 h 1603018"/>
              <a:gd name="connsiteX90" fmla="*/ 2181031 w 9662615"/>
              <a:gd name="connsiteY90" fmla="*/ 1531361 h 1603018"/>
              <a:gd name="connsiteX91" fmla="*/ 2112613 w 9662615"/>
              <a:gd name="connsiteY91" fmla="*/ 1524245 h 1603018"/>
              <a:gd name="connsiteX92" fmla="*/ 2046221 w 9662615"/>
              <a:gd name="connsiteY92" fmla="*/ 1523212 h 1603018"/>
              <a:gd name="connsiteX93" fmla="*/ 2001057 w 9662615"/>
              <a:gd name="connsiteY93" fmla="*/ 1516449 h 1603018"/>
              <a:gd name="connsiteX94" fmla="*/ 1896330 w 9662615"/>
              <a:gd name="connsiteY94" fmla="*/ 1525725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  <a:gd name="connsiteX0" fmla="*/ 0 w 9662615"/>
              <a:gd name="connsiteY0" fmla="*/ 0 h 1603018"/>
              <a:gd name="connsiteX1" fmla="*/ 9662615 w 9662615"/>
              <a:gd name="connsiteY1" fmla="*/ 0 h 1603018"/>
              <a:gd name="connsiteX2" fmla="*/ 9662615 w 9662615"/>
              <a:gd name="connsiteY2" fmla="*/ 1280346 h 1603018"/>
              <a:gd name="connsiteX3" fmla="*/ 9551077 w 9662615"/>
              <a:gd name="connsiteY3" fmla="*/ 1292033 h 1603018"/>
              <a:gd name="connsiteX4" fmla="*/ 9469546 w 9662615"/>
              <a:gd name="connsiteY4" fmla="*/ 1289837 h 1603018"/>
              <a:gd name="connsiteX5" fmla="*/ 9326260 w 9662615"/>
              <a:gd name="connsiteY5" fmla="*/ 1277155 h 1603018"/>
              <a:gd name="connsiteX6" fmla="*/ 9144767 w 9662615"/>
              <a:gd name="connsiteY6" fmla="*/ 1264120 h 1603018"/>
              <a:gd name="connsiteX7" fmla="*/ 8976400 w 9662615"/>
              <a:gd name="connsiteY7" fmla="*/ 1326661 h 1603018"/>
              <a:gd name="connsiteX8" fmla="*/ 8828711 w 9662615"/>
              <a:gd name="connsiteY8" fmla="*/ 1346394 h 1603018"/>
              <a:gd name="connsiteX9" fmla="*/ 8695953 w 9662615"/>
              <a:gd name="connsiteY9" fmla="*/ 1346784 h 1603018"/>
              <a:gd name="connsiteX10" fmla="*/ 8652191 w 9662615"/>
              <a:gd name="connsiteY10" fmla="*/ 1345903 h 1603018"/>
              <a:gd name="connsiteX11" fmla="*/ 8591582 w 9662615"/>
              <a:gd name="connsiteY11" fmla="*/ 1341666 h 1603018"/>
              <a:gd name="connsiteX12" fmla="*/ 8537336 w 9662615"/>
              <a:gd name="connsiteY12" fmla="*/ 1341684 h 1603018"/>
              <a:gd name="connsiteX13" fmla="*/ 8416849 w 9662615"/>
              <a:gd name="connsiteY13" fmla="*/ 1367085 h 1603018"/>
              <a:gd name="connsiteX14" fmla="*/ 8278355 w 9662615"/>
              <a:gd name="connsiteY14" fmla="*/ 1386569 h 1603018"/>
              <a:gd name="connsiteX15" fmla="*/ 8197961 w 9662615"/>
              <a:gd name="connsiteY15" fmla="*/ 1392804 h 1603018"/>
              <a:gd name="connsiteX16" fmla="*/ 8171196 w 9662615"/>
              <a:gd name="connsiteY16" fmla="*/ 1397216 h 1603018"/>
              <a:gd name="connsiteX17" fmla="*/ 8087910 w 9662615"/>
              <a:gd name="connsiteY17" fmla="*/ 1386449 h 1603018"/>
              <a:gd name="connsiteX18" fmla="*/ 7974579 w 9662615"/>
              <a:gd name="connsiteY18" fmla="*/ 1383439 h 1603018"/>
              <a:gd name="connsiteX19" fmla="*/ 7768351 w 9662615"/>
              <a:gd name="connsiteY19" fmla="*/ 1395051 h 1603018"/>
              <a:gd name="connsiteX20" fmla="*/ 7635985 w 9662615"/>
              <a:gd name="connsiteY20" fmla="*/ 1386363 h 1603018"/>
              <a:gd name="connsiteX21" fmla="*/ 7466069 w 9662615"/>
              <a:gd name="connsiteY21" fmla="*/ 1377654 h 1603018"/>
              <a:gd name="connsiteX22" fmla="*/ 7355642 w 9662615"/>
              <a:gd name="connsiteY22" fmla="*/ 1407761 h 1603018"/>
              <a:gd name="connsiteX23" fmla="*/ 7215220 w 9662615"/>
              <a:gd name="connsiteY23" fmla="*/ 1397856 h 1603018"/>
              <a:gd name="connsiteX24" fmla="*/ 7082147 w 9662615"/>
              <a:gd name="connsiteY24" fmla="*/ 1406113 h 1603018"/>
              <a:gd name="connsiteX25" fmla="*/ 6987129 w 9662615"/>
              <a:gd name="connsiteY25" fmla="*/ 1404834 h 1603018"/>
              <a:gd name="connsiteX26" fmla="*/ 6907567 w 9662615"/>
              <a:gd name="connsiteY26" fmla="*/ 1419149 h 1603018"/>
              <a:gd name="connsiteX27" fmla="*/ 6748428 w 9662615"/>
              <a:gd name="connsiteY27" fmla="*/ 1420308 h 1603018"/>
              <a:gd name="connsiteX28" fmla="*/ 6654257 w 9662615"/>
              <a:gd name="connsiteY28" fmla="*/ 1424143 h 1603018"/>
              <a:gd name="connsiteX29" fmla="*/ 6620123 w 9662615"/>
              <a:gd name="connsiteY29" fmla="*/ 1430535 h 1603018"/>
              <a:gd name="connsiteX30" fmla="*/ 6571355 w 9662615"/>
              <a:gd name="connsiteY30" fmla="*/ 1436144 h 1603018"/>
              <a:gd name="connsiteX31" fmla="*/ 6486557 w 9662615"/>
              <a:gd name="connsiteY31" fmla="*/ 1449861 h 1603018"/>
              <a:gd name="connsiteX32" fmla="*/ 6370419 w 9662615"/>
              <a:gd name="connsiteY32" fmla="*/ 1461649 h 1603018"/>
              <a:gd name="connsiteX33" fmla="*/ 6278839 w 9662615"/>
              <a:gd name="connsiteY33" fmla="*/ 1449160 h 1603018"/>
              <a:gd name="connsiteX34" fmla="*/ 6272455 w 9662615"/>
              <a:gd name="connsiteY34" fmla="*/ 1453191 h 1603018"/>
              <a:gd name="connsiteX35" fmla="*/ 6212659 w 9662615"/>
              <a:gd name="connsiteY35" fmla="*/ 1454850 h 1603018"/>
              <a:gd name="connsiteX36" fmla="*/ 6069317 w 9662615"/>
              <a:gd name="connsiteY36" fmla="*/ 1445838 h 1603018"/>
              <a:gd name="connsiteX37" fmla="*/ 5878477 w 9662615"/>
              <a:gd name="connsiteY37" fmla="*/ 1439180 h 1603018"/>
              <a:gd name="connsiteX38" fmla="*/ 5838387 w 9662615"/>
              <a:gd name="connsiteY38" fmla="*/ 1444679 h 1603018"/>
              <a:gd name="connsiteX39" fmla="*/ 5771136 w 9662615"/>
              <a:gd name="connsiteY39" fmla="*/ 1453639 h 1603018"/>
              <a:gd name="connsiteX40" fmla="*/ 5724081 w 9662615"/>
              <a:gd name="connsiteY40" fmla="*/ 1470431 h 1603018"/>
              <a:gd name="connsiteX41" fmla="*/ 5666577 w 9662615"/>
              <a:gd name="connsiteY41" fmla="*/ 1473921 h 1603018"/>
              <a:gd name="connsiteX42" fmla="*/ 5649068 w 9662615"/>
              <a:gd name="connsiteY42" fmla="*/ 1461676 h 1603018"/>
              <a:gd name="connsiteX43" fmla="*/ 5588902 w 9662615"/>
              <a:gd name="connsiteY43" fmla="*/ 1469647 h 1603018"/>
              <a:gd name="connsiteX44" fmla="*/ 5498090 w 9662615"/>
              <a:gd name="connsiteY44" fmla="*/ 1483173 h 1603018"/>
              <a:gd name="connsiteX45" fmla="*/ 5444641 w 9662615"/>
              <a:gd name="connsiteY45" fmla="*/ 1487602 h 1603018"/>
              <a:gd name="connsiteX46" fmla="*/ 5299812 w 9662615"/>
              <a:gd name="connsiteY46" fmla="*/ 1503362 h 1603018"/>
              <a:gd name="connsiteX47" fmla="*/ 5245752 w 9662615"/>
              <a:gd name="connsiteY47" fmla="*/ 1520612 h 1603018"/>
              <a:gd name="connsiteX48" fmla="*/ 5177807 w 9662615"/>
              <a:gd name="connsiteY48" fmla="*/ 1526802 h 1603018"/>
              <a:gd name="connsiteX49" fmla="*/ 5113910 w 9662615"/>
              <a:gd name="connsiteY49" fmla="*/ 1533205 h 1603018"/>
              <a:gd name="connsiteX50" fmla="*/ 5059484 w 9662615"/>
              <a:gd name="connsiteY50" fmla="*/ 1546802 h 1603018"/>
              <a:gd name="connsiteX51" fmla="*/ 5038524 w 9662615"/>
              <a:gd name="connsiteY51" fmla="*/ 1545675 h 1603018"/>
              <a:gd name="connsiteX52" fmla="*/ 5026564 w 9662615"/>
              <a:gd name="connsiteY52" fmla="*/ 1545376 h 1603018"/>
              <a:gd name="connsiteX53" fmla="*/ 4969433 w 9662615"/>
              <a:gd name="connsiteY53" fmla="*/ 1550865 h 1603018"/>
              <a:gd name="connsiteX54" fmla="*/ 4871726 w 9662615"/>
              <a:gd name="connsiteY54" fmla="*/ 1570584 h 1603018"/>
              <a:gd name="connsiteX55" fmla="*/ 4843267 w 9662615"/>
              <a:gd name="connsiteY55" fmla="*/ 1561459 h 1603018"/>
              <a:gd name="connsiteX56" fmla="*/ 4821058 w 9662615"/>
              <a:gd name="connsiteY56" fmla="*/ 1553078 h 1603018"/>
              <a:gd name="connsiteX57" fmla="*/ 4791466 w 9662615"/>
              <a:gd name="connsiteY57" fmla="*/ 1561324 h 1603018"/>
              <a:gd name="connsiteX58" fmla="*/ 4784247 w 9662615"/>
              <a:gd name="connsiteY58" fmla="*/ 1562342 h 1603018"/>
              <a:gd name="connsiteX59" fmla="*/ 4739309 w 9662615"/>
              <a:gd name="connsiteY59" fmla="*/ 1553948 h 1603018"/>
              <a:gd name="connsiteX60" fmla="*/ 4697562 w 9662615"/>
              <a:gd name="connsiteY60" fmla="*/ 1551206 h 1603018"/>
              <a:gd name="connsiteX61" fmla="*/ 4650737 w 9662615"/>
              <a:gd name="connsiteY61" fmla="*/ 1537381 h 1603018"/>
              <a:gd name="connsiteX62" fmla="*/ 4583150 w 9662615"/>
              <a:gd name="connsiteY62" fmla="*/ 1529064 h 1603018"/>
              <a:gd name="connsiteX63" fmla="*/ 4521734 w 9662615"/>
              <a:gd name="connsiteY63" fmla="*/ 1529359 h 1603018"/>
              <a:gd name="connsiteX64" fmla="*/ 4382398 w 9662615"/>
              <a:gd name="connsiteY64" fmla="*/ 1534108 h 1603018"/>
              <a:gd name="connsiteX65" fmla="*/ 4221826 w 9662615"/>
              <a:gd name="connsiteY65" fmla="*/ 1500972 h 1603018"/>
              <a:gd name="connsiteX66" fmla="*/ 4096601 w 9662615"/>
              <a:gd name="connsiteY66" fmla="*/ 1521563 h 1603018"/>
              <a:gd name="connsiteX67" fmla="*/ 4002441 w 9662615"/>
              <a:gd name="connsiteY67" fmla="*/ 1528912 h 1603018"/>
              <a:gd name="connsiteX68" fmla="*/ 3833906 w 9662615"/>
              <a:gd name="connsiteY68" fmla="*/ 1516637 h 1603018"/>
              <a:gd name="connsiteX69" fmla="*/ 3763845 w 9662615"/>
              <a:gd name="connsiteY69" fmla="*/ 1501782 h 1603018"/>
              <a:gd name="connsiteX70" fmla="*/ 3673583 w 9662615"/>
              <a:gd name="connsiteY70" fmla="*/ 1501471 h 1603018"/>
              <a:gd name="connsiteX71" fmla="*/ 3640771 w 9662615"/>
              <a:gd name="connsiteY71" fmla="*/ 1531025 h 1603018"/>
              <a:gd name="connsiteX72" fmla="*/ 3576170 w 9662615"/>
              <a:gd name="connsiteY72" fmla="*/ 1516288 h 1603018"/>
              <a:gd name="connsiteX73" fmla="*/ 3540258 w 9662615"/>
              <a:gd name="connsiteY73" fmla="*/ 1516976 h 1603018"/>
              <a:gd name="connsiteX74" fmla="*/ 3522853 w 9662615"/>
              <a:gd name="connsiteY74" fmla="*/ 1538044 h 1603018"/>
              <a:gd name="connsiteX75" fmla="*/ 3480929 w 9662615"/>
              <a:gd name="connsiteY75" fmla="*/ 1526739 h 1603018"/>
              <a:gd name="connsiteX76" fmla="*/ 3430805 w 9662615"/>
              <a:gd name="connsiteY76" fmla="*/ 1542521 h 1603018"/>
              <a:gd name="connsiteX77" fmla="*/ 3292707 w 9662615"/>
              <a:gd name="connsiteY77" fmla="*/ 1520490 h 1603018"/>
              <a:gd name="connsiteX78" fmla="*/ 3187872 w 9662615"/>
              <a:gd name="connsiteY78" fmla="*/ 1519991 h 1603018"/>
              <a:gd name="connsiteX79" fmla="*/ 3148026 w 9662615"/>
              <a:gd name="connsiteY79" fmla="*/ 1524777 h 1603018"/>
              <a:gd name="connsiteX80" fmla="*/ 3092394 w 9662615"/>
              <a:gd name="connsiteY80" fmla="*/ 1528115 h 1603018"/>
              <a:gd name="connsiteX81" fmla="*/ 2994200 w 9662615"/>
              <a:gd name="connsiteY81" fmla="*/ 1537857 h 1603018"/>
              <a:gd name="connsiteX82" fmla="*/ 2862301 w 9662615"/>
              <a:gd name="connsiteY82" fmla="*/ 1544250 h 1603018"/>
              <a:gd name="connsiteX83" fmla="*/ 2766335 w 9662615"/>
              <a:gd name="connsiteY83" fmla="*/ 1527662 h 1603018"/>
              <a:gd name="connsiteX84" fmla="*/ 2757836 w 9662615"/>
              <a:gd name="connsiteY84" fmla="*/ 1531371 h 1603018"/>
              <a:gd name="connsiteX85" fmla="*/ 2691555 w 9662615"/>
              <a:gd name="connsiteY85" fmla="*/ 1530283 h 1603018"/>
              <a:gd name="connsiteX86" fmla="*/ 2539383 w 9662615"/>
              <a:gd name="connsiteY86" fmla="*/ 1504835 h 1603018"/>
              <a:gd name="connsiteX87" fmla="*/ 2378036 w 9662615"/>
              <a:gd name="connsiteY87" fmla="*/ 1520645 h 1603018"/>
              <a:gd name="connsiteX88" fmla="*/ 2320049 w 9662615"/>
              <a:gd name="connsiteY88" fmla="*/ 1511019 h 1603018"/>
              <a:gd name="connsiteX89" fmla="*/ 2238909 w 9662615"/>
              <a:gd name="connsiteY89" fmla="*/ 1508888 h 1603018"/>
              <a:gd name="connsiteX90" fmla="*/ 2181031 w 9662615"/>
              <a:gd name="connsiteY90" fmla="*/ 1531361 h 1603018"/>
              <a:gd name="connsiteX91" fmla="*/ 2112613 w 9662615"/>
              <a:gd name="connsiteY91" fmla="*/ 1524245 h 1603018"/>
              <a:gd name="connsiteX92" fmla="*/ 2046221 w 9662615"/>
              <a:gd name="connsiteY92" fmla="*/ 1523212 h 1603018"/>
              <a:gd name="connsiteX93" fmla="*/ 2001057 w 9662615"/>
              <a:gd name="connsiteY93" fmla="*/ 1516449 h 1603018"/>
              <a:gd name="connsiteX94" fmla="*/ 1920184 w 9662615"/>
              <a:gd name="connsiteY94" fmla="*/ 1533676 h 1603018"/>
              <a:gd name="connsiteX95" fmla="*/ 1835994 w 9662615"/>
              <a:gd name="connsiteY95" fmla="*/ 1527678 h 1603018"/>
              <a:gd name="connsiteX96" fmla="*/ 1671119 w 9662615"/>
              <a:gd name="connsiteY96" fmla="*/ 1536701 h 1603018"/>
              <a:gd name="connsiteX97" fmla="*/ 1565556 w 9662615"/>
              <a:gd name="connsiteY97" fmla="*/ 1556503 h 1603018"/>
              <a:gd name="connsiteX98" fmla="*/ 1407755 w 9662615"/>
              <a:gd name="connsiteY98" fmla="*/ 1571444 h 1603018"/>
              <a:gd name="connsiteX99" fmla="*/ 1291872 w 9662615"/>
              <a:gd name="connsiteY99" fmla="*/ 1579471 h 1603018"/>
              <a:gd name="connsiteX100" fmla="*/ 1245251 w 9662615"/>
              <a:gd name="connsiteY100" fmla="*/ 1603018 h 1603018"/>
              <a:gd name="connsiteX101" fmla="*/ 1181938 w 9662615"/>
              <a:gd name="connsiteY101" fmla="*/ 1592789 h 1603018"/>
              <a:gd name="connsiteX102" fmla="*/ 1091432 w 9662615"/>
              <a:gd name="connsiteY102" fmla="*/ 1571003 h 1603018"/>
              <a:gd name="connsiteX103" fmla="*/ 940355 w 9662615"/>
              <a:gd name="connsiteY103" fmla="*/ 1560638 h 1603018"/>
              <a:gd name="connsiteX104" fmla="*/ 868264 w 9662615"/>
              <a:gd name="connsiteY104" fmla="*/ 1566392 h 1603018"/>
              <a:gd name="connsiteX105" fmla="*/ 792765 w 9662615"/>
              <a:gd name="connsiteY105" fmla="*/ 1563102 h 1603018"/>
              <a:gd name="connsiteX106" fmla="*/ 653153 w 9662615"/>
              <a:gd name="connsiteY106" fmla="*/ 1563516 h 1603018"/>
              <a:gd name="connsiteX107" fmla="*/ 541933 w 9662615"/>
              <a:gd name="connsiteY107" fmla="*/ 1561051 h 1603018"/>
              <a:gd name="connsiteX108" fmla="*/ 472797 w 9662615"/>
              <a:gd name="connsiteY108" fmla="*/ 1568904 h 1603018"/>
              <a:gd name="connsiteX109" fmla="*/ 396059 w 9662615"/>
              <a:gd name="connsiteY109" fmla="*/ 1560970 h 1603018"/>
              <a:gd name="connsiteX110" fmla="*/ 336819 w 9662615"/>
              <a:gd name="connsiteY110" fmla="*/ 1560892 h 1603018"/>
              <a:gd name="connsiteX111" fmla="*/ 267163 w 9662615"/>
              <a:gd name="connsiteY111" fmla="*/ 1531913 h 1603018"/>
              <a:gd name="connsiteX112" fmla="*/ 196644 w 9662615"/>
              <a:gd name="connsiteY112" fmla="*/ 1524565 h 1603018"/>
              <a:gd name="connsiteX113" fmla="*/ 86819 w 9662615"/>
              <a:gd name="connsiteY113" fmla="*/ 1519517 h 1603018"/>
              <a:gd name="connsiteX114" fmla="*/ 53369 w 9662615"/>
              <a:gd name="connsiteY114" fmla="*/ 1516853 h 1603018"/>
              <a:gd name="connsiteX115" fmla="*/ 2359 w 9662615"/>
              <a:gd name="connsiteY115" fmla="*/ 1515247 h 1603018"/>
              <a:gd name="connsiteX116" fmla="*/ 0 w 9662615"/>
              <a:gd name="connsiteY116" fmla="*/ 1514932 h 1603018"/>
              <a:gd name="connsiteX117" fmla="*/ 0 w 9662615"/>
              <a:gd name="connsiteY117" fmla="*/ 0 h 1603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9662615" h="1603018">
                <a:moveTo>
                  <a:pt x="0" y="0"/>
                </a:moveTo>
                <a:lnTo>
                  <a:pt x="9662615" y="0"/>
                </a:lnTo>
                <a:lnTo>
                  <a:pt x="9662615" y="1280346"/>
                </a:lnTo>
                <a:lnTo>
                  <a:pt x="9551077" y="1292033"/>
                </a:lnTo>
                <a:cubicBezTo>
                  <a:pt x="9489925" y="1291588"/>
                  <a:pt x="9543615" y="1296257"/>
                  <a:pt x="9469546" y="1289837"/>
                </a:cubicBezTo>
                <a:cubicBezTo>
                  <a:pt x="9413040" y="1331485"/>
                  <a:pt x="9340031" y="1268376"/>
                  <a:pt x="9326260" y="1277155"/>
                </a:cubicBezTo>
                <a:cubicBezTo>
                  <a:pt x="9234251" y="1284900"/>
                  <a:pt x="9225377" y="1258935"/>
                  <a:pt x="9144767" y="1264120"/>
                </a:cubicBezTo>
                <a:cubicBezTo>
                  <a:pt x="9159115" y="1310075"/>
                  <a:pt x="9066692" y="1304806"/>
                  <a:pt x="8976400" y="1326661"/>
                </a:cubicBezTo>
                <a:cubicBezTo>
                  <a:pt x="8931920" y="1325947"/>
                  <a:pt x="8871807" y="1351060"/>
                  <a:pt x="8828711" y="1346394"/>
                </a:cubicBezTo>
                <a:cubicBezTo>
                  <a:pt x="8809650" y="1326213"/>
                  <a:pt x="8718313" y="1358527"/>
                  <a:pt x="8695953" y="1346784"/>
                </a:cubicBezTo>
                <a:cubicBezTo>
                  <a:pt x="8694290" y="1355317"/>
                  <a:pt x="8661526" y="1349865"/>
                  <a:pt x="8652191" y="1345903"/>
                </a:cubicBezTo>
                <a:cubicBezTo>
                  <a:pt x="8641363" y="1349626"/>
                  <a:pt x="8603292" y="1341304"/>
                  <a:pt x="8591582" y="1341666"/>
                </a:cubicBezTo>
                <a:cubicBezTo>
                  <a:pt x="8568421" y="1323004"/>
                  <a:pt x="8565847" y="1352287"/>
                  <a:pt x="8537336" y="1341684"/>
                </a:cubicBezTo>
                <a:cubicBezTo>
                  <a:pt x="8524809" y="1348019"/>
                  <a:pt x="8445703" y="1377667"/>
                  <a:pt x="8416849" y="1367085"/>
                </a:cubicBezTo>
                <a:cubicBezTo>
                  <a:pt x="8350736" y="1379599"/>
                  <a:pt x="8346589" y="1391624"/>
                  <a:pt x="8278355" y="1386569"/>
                </a:cubicBezTo>
                <a:cubicBezTo>
                  <a:pt x="8268756" y="1398649"/>
                  <a:pt x="8183331" y="1371185"/>
                  <a:pt x="8197961" y="1392804"/>
                </a:cubicBezTo>
                <a:cubicBezTo>
                  <a:pt x="8175189" y="1391748"/>
                  <a:pt x="8158503" y="1383145"/>
                  <a:pt x="8171196" y="1397216"/>
                </a:cubicBezTo>
                <a:cubicBezTo>
                  <a:pt x="8141821" y="1397466"/>
                  <a:pt x="8125626" y="1386947"/>
                  <a:pt x="8087910" y="1386449"/>
                </a:cubicBezTo>
                <a:cubicBezTo>
                  <a:pt x="8029319" y="1362701"/>
                  <a:pt x="8020916" y="1407035"/>
                  <a:pt x="7974579" y="1383439"/>
                </a:cubicBezTo>
                <a:cubicBezTo>
                  <a:pt x="7912074" y="1402493"/>
                  <a:pt x="7841761" y="1389550"/>
                  <a:pt x="7768351" y="1395051"/>
                </a:cubicBezTo>
                <a:cubicBezTo>
                  <a:pt x="7741665" y="1390266"/>
                  <a:pt x="7663663" y="1410813"/>
                  <a:pt x="7635985" y="1386363"/>
                </a:cubicBezTo>
                <a:cubicBezTo>
                  <a:pt x="7646173" y="1415707"/>
                  <a:pt x="7542198" y="1378410"/>
                  <a:pt x="7466069" y="1377654"/>
                </a:cubicBezTo>
                <a:cubicBezTo>
                  <a:pt x="7427626" y="1403818"/>
                  <a:pt x="7337822" y="1398948"/>
                  <a:pt x="7355642" y="1407761"/>
                </a:cubicBezTo>
                <a:cubicBezTo>
                  <a:pt x="7270634" y="1390553"/>
                  <a:pt x="7306340" y="1403822"/>
                  <a:pt x="7215220" y="1397856"/>
                </a:cubicBezTo>
                <a:cubicBezTo>
                  <a:pt x="7175381" y="1421457"/>
                  <a:pt x="7122339" y="1428094"/>
                  <a:pt x="7082147" y="1406113"/>
                </a:cubicBezTo>
                <a:cubicBezTo>
                  <a:pt x="7040624" y="1425217"/>
                  <a:pt x="7029993" y="1391726"/>
                  <a:pt x="6987129" y="1404834"/>
                </a:cubicBezTo>
                <a:cubicBezTo>
                  <a:pt x="6953477" y="1411964"/>
                  <a:pt x="6957479" y="1421694"/>
                  <a:pt x="6907567" y="1419149"/>
                </a:cubicBezTo>
                <a:cubicBezTo>
                  <a:pt x="6863513" y="1408514"/>
                  <a:pt x="6803088" y="1434619"/>
                  <a:pt x="6748428" y="1420308"/>
                </a:cubicBezTo>
                <a:cubicBezTo>
                  <a:pt x="6728317" y="1416860"/>
                  <a:pt x="6666046" y="1417296"/>
                  <a:pt x="6654257" y="1424143"/>
                </a:cubicBezTo>
                <a:cubicBezTo>
                  <a:pt x="6641271" y="1425628"/>
                  <a:pt x="6626125" y="1423202"/>
                  <a:pt x="6620123" y="1430535"/>
                </a:cubicBezTo>
                <a:cubicBezTo>
                  <a:pt x="6610208" y="1439359"/>
                  <a:pt x="6564906" y="1425734"/>
                  <a:pt x="6571355" y="1436144"/>
                </a:cubicBezTo>
                <a:cubicBezTo>
                  <a:pt x="6539188" y="1426808"/>
                  <a:pt x="6513602" y="1445293"/>
                  <a:pt x="6486557" y="1449861"/>
                </a:cubicBezTo>
                <a:cubicBezTo>
                  <a:pt x="6461221" y="1440598"/>
                  <a:pt x="6429457" y="1459319"/>
                  <a:pt x="6370419" y="1461649"/>
                </a:cubicBezTo>
                <a:cubicBezTo>
                  <a:pt x="6342558" y="1450937"/>
                  <a:pt x="6330664" y="1463365"/>
                  <a:pt x="6278839" y="1449160"/>
                </a:cubicBezTo>
                <a:cubicBezTo>
                  <a:pt x="6277206" y="1450621"/>
                  <a:pt x="6275057" y="1451978"/>
                  <a:pt x="6272455" y="1453191"/>
                </a:cubicBezTo>
                <a:cubicBezTo>
                  <a:pt x="6257338" y="1460236"/>
                  <a:pt x="6230567" y="1460979"/>
                  <a:pt x="6212659" y="1454850"/>
                </a:cubicBezTo>
                <a:cubicBezTo>
                  <a:pt x="6130994" y="1436046"/>
                  <a:pt x="6135790" y="1448771"/>
                  <a:pt x="6069317" y="1445838"/>
                </a:cubicBezTo>
                <a:cubicBezTo>
                  <a:pt x="5994738" y="1444791"/>
                  <a:pt x="5975991" y="1456673"/>
                  <a:pt x="5878477" y="1439180"/>
                </a:cubicBezTo>
                <a:cubicBezTo>
                  <a:pt x="5870803" y="1447519"/>
                  <a:pt x="5859206" y="1448153"/>
                  <a:pt x="5838387" y="1444679"/>
                </a:cubicBezTo>
                <a:cubicBezTo>
                  <a:pt x="5802317" y="1444778"/>
                  <a:pt x="5810848" y="1465165"/>
                  <a:pt x="5771136" y="1453639"/>
                </a:cubicBezTo>
                <a:cubicBezTo>
                  <a:pt x="5780732" y="1464484"/>
                  <a:pt x="5704275" y="1459369"/>
                  <a:pt x="5724081" y="1470431"/>
                </a:cubicBezTo>
                <a:cubicBezTo>
                  <a:pt x="5703536" y="1480946"/>
                  <a:pt x="5687323" y="1464719"/>
                  <a:pt x="5666577" y="1473921"/>
                </a:cubicBezTo>
                <a:cubicBezTo>
                  <a:pt x="5640974" y="1476520"/>
                  <a:pt x="5678275" y="1461854"/>
                  <a:pt x="5649068" y="1461676"/>
                </a:cubicBezTo>
                <a:cubicBezTo>
                  <a:pt x="5614218" y="1463443"/>
                  <a:pt x="5608578" y="1443299"/>
                  <a:pt x="5588902" y="1469647"/>
                </a:cubicBezTo>
                <a:cubicBezTo>
                  <a:pt x="5550386" y="1464321"/>
                  <a:pt x="5546573" y="1476049"/>
                  <a:pt x="5498090" y="1483173"/>
                </a:cubicBezTo>
                <a:cubicBezTo>
                  <a:pt x="5475226" y="1477314"/>
                  <a:pt x="5459293" y="1480930"/>
                  <a:pt x="5444641" y="1487602"/>
                </a:cubicBezTo>
                <a:cubicBezTo>
                  <a:pt x="5395328" y="1487320"/>
                  <a:pt x="5353572" y="1498007"/>
                  <a:pt x="5299812" y="1503362"/>
                </a:cubicBezTo>
                <a:cubicBezTo>
                  <a:pt x="5238326" y="1497756"/>
                  <a:pt x="5303225" y="1514963"/>
                  <a:pt x="5245752" y="1520612"/>
                </a:cubicBezTo>
                <a:cubicBezTo>
                  <a:pt x="5190753" y="1507732"/>
                  <a:pt x="5205712" y="1518627"/>
                  <a:pt x="5177807" y="1526802"/>
                </a:cubicBezTo>
                <a:lnTo>
                  <a:pt x="5113910" y="1533205"/>
                </a:lnTo>
                <a:lnTo>
                  <a:pt x="5059484" y="1546802"/>
                </a:lnTo>
                <a:lnTo>
                  <a:pt x="5038524" y="1545675"/>
                </a:lnTo>
                <a:lnTo>
                  <a:pt x="5026564" y="1545376"/>
                </a:lnTo>
                <a:cubicBezTo>
                  <a:pt x="5006873" y="1544046"/>
                  <a:pt x="4987701" y="1552900"/>
                  <a:pt x="4969433" y="1550865"/>
                </a:cubicBezTo>
                <a:cubicBezTo>
                  <a:pt x="4943627" y="1555066"/>
                  <a:pt x="4892754" y="1568818"/>
                  <a:pt x="4871726" y="1570584"/>
                </a:cubicBezTo>
                <a:cubicBezTo>
                  <a:pt x="4863638" y="1570310"/>
                  <a:pt x="4846771" y="1559566"/>
                  <a:pt x="4843267" y="1561459"/>
                </a:cubicBezTo>
                <a:lnTo>
                  <a:pt x="4821058" y="1553078"/>
                </a:lnTo>
                <a:lnTo>
                  <a:pt x="4791466" y="1561324"/>
                </a:lnTo>
                <a:lnTo>
                  <a:pt x="4784247" y="1562342"/>
                </a:lnTo>
                <a:cubicBezTo>
                  <a:pt x="4770593" y="1574121"/>
                  <a:pt x="4776816" y="1558072"/>
                  <a:pt x="4739309" y="1553948"/>
                </a:cubicBezTo>
                <a:cubicBezTo>
                  <a:pt x="4684311" y="1578213"/>
                  <a:pt x="4712803" y="1566697"/>
                  <a:pt x="4697562" y="1551206"/>
                </a:cubicBezTo>
                <a:lnTo>
                  <a:pt x="4650737" y="1537381"/>
                </a:lnTo>
                <a:cubicBezTo>
                  <a:pt x="4628208" y="1530633"/>
                  <a:pt x="4609654" y="1567617"/>
                  <a:pt x="4583150" y="1529064"/>
                </a:cubicBezTo>
                <a:cubicBezTo>
                  <a:pt x="4575879" y="1527088"/>
                  <a:pt x="4527005" y="1532552"/>
                  <a:pt x="4521734" y="1529359"/>
                </a:cubicBezTo>
                <a:cubicBezTo>
                  <a:pt x="4457980" y="1517590"/>
                  <a:pt x="4465052" y="1532003"/>
                  <a:pt x="4382398" y="1534108"/>
                </a:cubicBezTo>
                <a:cubicBezTo>
                  <a:pt x="4347480" y="1506889"/>
                  <a:pt x="4310783" y="1494709"/>
                  <a:pt x="4221826" y="1500972"/>
                </a:cubicBezTo>
                <a:cubicBezTo>
                  <a:pt x="4174471" y="1526598"/>
                  <a:pt x="4136675" y="1542031"/>
                  <a:pt x="4096601" y="1521563"/>
                </a:cubicBezTo>
                <a:cubicBezTo>
                  <a:pt x="4015086" y="1550501"/>
                  <a:pt x="3986123" y="1519347"/>
                  <a:pt x="4002441" y="1528912"/>
                </a:cubicBezTo>
                <a:cubicBezTo>
                  <a:pt x="3967120" y="1539744"/>
                  <a:pt x="3931774" y="1526729"/>
                  <a:pt x="3833906" y="1516637"/>
                </a:cubicBezTo>
                <a:cubicBezTo>
                  <a:pt x="3781438" y="1538249"/>
                  <a:pt x="3822855" y="1526006"/>
                  <a:pt x="3763845" y="1501782"/>
                </a:cubicBezTo>
                <a:cubicBezTo>
                  <a:pt x="3734533" y="1525292"/>
                  <a:pt x="3677359" y="1524487"/>
                  <a:pt x="3673583" y="1501471"/>
                </a:cubicBezTo>
                <a:cubicBezTo>
                  <a:pt x="3663687" y="1502855"/>
                  <a:pt x="3650245" y="1528777"/>
                  <a:pt x="3640771" y="1531025"/>
                </a:cubicBezTo>
                <a:lnTo>
                  <a:pt x="3576170" y="1516288"/>
                </a:lnTo>
                <a:lnTo>
                  <a:pt x="3540258" y="1516976"/>
                </a:lnTo>
                <a:lnTo>
                  <a:pt x="3522853" y="1538044"/>
                </a:lnTo>
                <a:lnTo>
                  <a:pt x="3480929" y="1526739"/>
                </a:lnTo>
                <a:cubicBezTo>
                  <a:pt x="3469671" y="1527693"/>
                  <a:pt x="3444273" y="1543724"/>
                  <a:pt x="3430805" y="1542521"/>
                </a:cubicBezTo>
                <a:cubicBezTo>
                  <a:pt x="3386352" y="1529947"/>
                  <a:pt x="3347457" y="1537200"/>
                  <a:pt x="3292707" y="1520490"/>
                </a:cubicBezTo>
                <a:cubicBezTo>
                  <a:pt x="3271897" y="1516147"/>
                  <a:pt x="3203347" y="1513732"/>
                  <a:pt x="3187872" y="1519991"/>
                </a:cubicBezTo>
                <a:cubicBezTo>
                  <a:pt x="3173062" y="1520872"/>
                  <a:pt x="3157325" y="1517771"/>
                  <a:pt x="3148026" y="1524777"/>
                </a:cubicBezTo>
                <a:cubicBezTo>
                  <a:pt x="3133878" y="1533085"/>
                  <a:pt x="3089156" y="1517485"/>
                  <a:pt x="3092394" y="1528115"/>
                </a:cubicBezTo>
                <a:cubicBezTo>
                  <a:pt x="3060512" y="1517374"/>
                  <a:pt x="3025593" y="1534558"/>
                  <a:pt x="2994200" y="1537857"/>
                </a:cubicBezTo>
                <a:cubicBezTo>
                  <a:pt x="2969798" y="1527501"/>
                  <a:pt x="2927999" y="1544636"/>
                  <a:pt x="2862301" y="1544250"/>
                </a:cubicBezTo>
                <a:cubicBezTo>
                  <a:pt x="2835658" y="1532340"/>
                  <a:pt x="2818008" y="1544135"/>
                  <a:pt x="2766335" y="1527662"/>
                </a:cubicBezTo>
                <a:cubicBezTo>
                  <a:pt x="2764004" y="1529036"/>
                  <a:pt x="2761142" y="1530285"/>
                  <a:pt x="2757836" y="1531371"/>
                </a:cubicBezTo>
                <a:cubicBezTo>
                  <a:pt x="2738633" y="1537675"/>
                  <a:pt x="2708957" y="1537188"/>
                  <a:pt x="2691555" y="1530283"/>
                </a:cubicBezTo>
                <a:cubicBezTo>
                  <a:pt x="2608810" y="1507878"/>
                  <a:pt x="2611304" y="1510787"/>
                  <a:pt x="2539383" y="1504835"/>
                </a:cubicBezTo>
                <a:cubicBezTo>
                  <a:pt x="2457862" y="1500384"/>
                  <a:pt x="2478670" y="1542474"/>
                  <a:pt x="2378036" y="1520645"/>
                </a:cubicBezTo>
                <a:cubicBezTo>
                  <a:pt x="2366529" y="1528574"/>
                  <a:pt x="2341629" y="1515421"/>
                  <a:pt x="2320049" y="1511019"/>
                </a:cubicBezTo>
                <a:cubicBezTo>
                  <a:pt x="2280399" y="1509467"/>
                  <a:pt x="2278267" y="1522148"/>
                  <a:pt x="2238909" y="1508888"/>
                </a:cubicBezTo>
                <a:cubicBezTo>
                  <a:pt x="2245444" y="1520095"/>
                  <a:pt x="2163364" y="1519472"/>
                  <a:pt x="2181031" y="1531361"/>
                </a:cubicBezTo>
                <a:cubicBezTo>
                  <a:pt x="2154585" y="1540861"/>
                  <a:pt x="2138796" y="1516056"/>
                  <a:pt x="2112613" y="1524245"/>
                </a:cubicBezTo>
                <a:cubicBezTo>
                  <a:pt x="2083537" y="1525655"/>
                  <a:pt x="2078233" y="1524725"/>
                  <a:pt x="2046221" y="1523212"/>
                </a:cubicBezTo>
                <a:cubicBezTo>
                  <a:pt x="2007296" y="1523373"/>
                  <a:pt x="2032394" y="1491187"/>
                  <a:pt x="2001057" y="1516449"/>
                </a:cubicBezTo>
                <a:cubicBezTo>
                  <a:pt x="1960724" y="1509398"/>
                  <a:pt x="1976058" y="1528820"/>
                  <a:pt x="1920184" y="1533676"/>
                </a:cubicBezTo>
                <a:cubicBezTo>
                  <a:pt x="1897238" y="1526813"/>
                  <a:pt x="1877505" y="1527174"/>
                  <a:pt x="1835994" y="1527678"/>
                </a:cubicBezTo>
                <a:cubicBezTo>
                  <a:pt x="1794483" y="1528182"/>
                  <a:pt x="1726077" y="1533693"/>
                  <a:pt x="1671119" y="1536701"/>
                </a:cubicBezTo>
                <a:cubicBezTo>
                  <a:pt x="1605663" y="1528324"/>
                  <a:pt x="1630763" y="1553523"/>
                  <a:pt x="1565556" y="1556503"/>
                </a:cubicBezTo>
                <a:cubicBezTo>
                  <a:pt x="1501959" y="1539013"/>
                  <a:pt x="1462468" y="1572800"/>
                  <a:pt x="1407755" y="1571444"/>
                </a:cubicBezTo>
                <a:cubicBezTo>
                  <a:pt x="1319286" y="1555448"/>
                  <a:pt x="1429251" y="1585263"/>
                  <a:pt x="1291872" y="1579471"/>
                </a:cubicBezTo>
                <a:cubicBezTo>
                  <a:pt x="1284192" y="1576816"/>
                  <a:pt x="1243590" y="1599390"/>
                  <a:pt x="1245251" y="1603018"/>
                </a:cubicBezTo>
                <a:cubicBezTo>
                  <a:pt x="1236562" y="1601891"/>
                  <a:pt x="1184091" y="1586977"/>
                  <a:pt x="1181938" y="1592789"/>
                </a:cubicBezTo>
                <a:cubicBezTo>
                  <a:pt x="1138153" y="1593474"/>
                  <a:pt x="1130439" y="1578153"/>
                  <a:pt x="1091432" y="1571003"/>
                </a:cubicBezTo>
                <a:cubicBezTo>
                  <a:pt x="1007000" y="1580980"/>
                  <a:pt x="1001377" y="1557850"/>
                  <a:pt x="940355" y="1560638"/>
                </a:cubicBezTo>
                <a:cubicBezTo>
                  <a:pt x="891367" y="1572083"/>
                  <a:pt x="924846" y="1558773"/>
                  <a:pt x="868264" y="1566392"/>
                </a:cubicBezTo>
                <a:cubicBezTo>
                  <a:pt x="848640" y="1547574"/>
                  <a:pt x="814997" y="1568391"/>
                  <a:pt x="792765" y="1563102"/>
                </a:cubicBezTo>
                <a:cubicBezTo>
                  <a:pt x="758082" y="1585102"/>
                  <a:pt x="689950" y="1563038"/>
                  <a:pt x="653153" y="1563516"/>
                </a:cubicBezTo>
                <a:cubicBezTo>
                  <a:pt x="591300" y="1567692"/>
                  <a:pt x="576686" y="1582565"/>
                  <a:pt x="541933" y="1561051"/>
                </a:cubicBezTo>
                <a:cubicBezTo>
                  <a:pt x="537775" y="1570056"/>
                  <a:pt x="508236" y="1570304"/>
                  <a:pt x="472797" y="1568904"/>
                </a:cubicBezTo>
                <a:cubicBezTo>
                  <a:pt x="458898" y="1573560"/>
                  <a:pt x="425270" y="1567476"/>
                  <a:pt x="396059" y="1560970"/>
                </a:cubicBezTo>
                <a:cubicBezTo>
                  <a:pt x="431016" y="1548467"/>
                  <a:pt x="332180" y="1575204"/>
                  <a:pt x="336819" y="1560892"/>
                </a:cubicBezTo>
                <a:cubicBezTo>
                  <a:pt x="292157" y="1552383"/>
                  <a:pt x="263346" y="1557575"/>
                  <a:pt x="267163" y="1531913"/>
                </a:cubicBezTo>
                <a:cubicBezTo>
                  <a:pt x="253228" y="1516946"/>
                  <a:pt x="198100" y="1540864"/>
                  <a:pt x="196644" y="1524565"/>
                </a:cubicBezTo>
                <a:cubicBezTo>
                  <a:pt x="172602" y="1535342"/>
                  <a:pt x="127394" y="1518578"/>
                  <a:pt x="86819" y="1519517"/>
                </a:cubicBezTo>
                <a:cubicBezTo>
                  <a:pt x="78537" y="1512257"/>
                  <a:pt x="69224" y="1512723"/>
                  <a:pt x="53369" y="1516853"/>
                </a:cubicBezTo>
                <a:cubicBezTo>
                  <a:pt x="37131" y="1517503"/>
                  <a:pt x="19976" y="1516838"/>
                  <a:pt x="2359" y="1515247"/>
                </a:cubicBezTo>
                <a:lnTo>
                  <a:pt x="0" y="151493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2313" y="1118473"/>
            <a:ext cx="6693294" cy="1037867"/>
          </a:xfrm>
        </p:spPr>
        <p:txBody>
          <a:bodyPr>
            <a:normAutofit fontScale="90000"/>
          </a:bodyPr>
          <a:lstStyle/>
          <a:p>
            <a:r>
              <a:rPr lang="fr-CA" dirty="0">
                <a:solidFill>
                  <a:schemeClr val="accent4">
                    <a:lumMod val="75000"/>
                  </a:schemeClr>
                </a:solidFill>
              </a:rPr>
              <a:t>L’AQ d’avant et ce que ce n’est </a:t>
            </a:r>
            <a:r>
              <a:rPr lang="fr-CA" dirty="0">
                <a:solidFill>
                  <a:srgbClr val="C00000"/>
                </a:solidFill>
              </a:rPr>
              <a:t>PLUS</a:t>
            </a:r>
            <a:r>
              <a:rPr lang="fr-CA" dirty="0">
                <a:solidFill>
                  <a:schemeClr val="accent4">
                    <a:lumMod val="75000"/>
                  </a:schemeClr>
                </a:solidFill>
              </a:rPr>
              <a:t>…</a:t>
            </a:r>
            <a:endParaRPr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B24A3A03-2C4E-45B5-B388-FAD638CDF0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2411" y="662268"/>
            <a:ext cx="1280813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6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8519" y="2591848"/>
            <a:ext cx="7246962" cy="4147587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Propriétaire des tests (écriture et exécution des tests)
Spécialiste de l’automatisation pour tout ce qui concerne les tests
Gardien / autorité d’approbation
Goulot d’étranglement dans la livraison
La seule responsable de la qualité
Validateur après développement
Un régleur de problèmes au lieu d’un préventeur</a:t>
            </a:r>
            <a:endParaRPr lang="en-US" sz="18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9144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777" y="548640"/>
            <a:ext cx="7157553" cy="1188720"/>
          </a:xfrm>
        </p:spPr>
        <p:txBody>
          <a:bodyPr>
            <a:normAutofit/>
          </a:bodyPr>
          <a:lstStyle/>
          <a:p>
            <a:pPr algn="l"/>
            <a:r>
              <a:rPr lang="fr-CA" dirty="0">
                <a:solidFill>
                  <a:schemeClr val="accent4"/>
                </a:solidFill>
              </a:rPr>
              <a:t>Bref, QA dans </a:t>
            </a:r>
            <a:r>
              <a:rPr lang="fr-CA" dirty="0" err="1">
                <a:solidFill>
                  <a:schemeClr val="accent4"/>
                </a:solidFill>
              </a:rPr>
              <a:t>ToTAL</a:t>
            </a:r>
            <a:endParaRPr lang="fr-CA" dirty="0">
              <a:solidFill>
                <a:schemeClr val="accent4"/>
              </a:solidFill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8490" y="2431765"/>
            <a:ext cx="6207019" cy="3320031"/>
          </a:xfrm>
        </p:spPr>
        <p:txBody>
          <a:bodyPr anchor="ctr">
            <a:normAutofit/>
          </a:bodyPr>
          <a:lstStyle/>
          <a:p>
            <a:r>
              <a:rPr lang="fr-CA" sz="3600" dirty="0">
                <a:solidFill>
                  <a:schemeClr val="accent4"/>
                </a:solidFill>
              </a:rPr>
              <a:t>Ne définit plus seul</a:t>
            </a:r>
          </a:p>
          <a:p>
            <a:r>
              <a:rPr lang="fr-CA" sz="3600" dirty="0">
                <a:solidFill>
                  <a:schemeClr val="accent4"/>
                </a:solidFill>
              </a:rPr>
              <a:t>Ne valide plus seul</a:t>
            </a:r>
          </a:p>
          <a:p>
            <a:r>
              <a:rPr lang="fr-CA" sz="3600" dirty="0">
                <a:solidFill>
                  <a:schemeClr val="accent4"/>
                </a:solidFill>
              </a:rPr>
              <a:t>N’analyse pas seul</a:t>
            </a:r>
          </a:p>
          <a:p>
            <a:r>
              <a:rPr lang="fr-CA" sz="3600" dirty="0">
                <a:solidFill>
                  <a:schemeClr val="accent4"/>
                </a:solidFill>
              </a:rPr>
              <a:t>Garantit cohérence globale</a:t>
            </a:r>
          </a:p>
          <a:p>
            <a:r>
              <a:rPr lang="fr-CA" sz="3600" dirty="0">
                <a:solidFill>
                  <a:schemeClr val="accent4"/>
                </a:solidFill>
              </a:rPr>
              <a:t>Garantit qualité du système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8439" y="5970896"/>
            <a:ext cx="7475562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US" sz="6300">
                <a:solidFill>
                  <a:schemeClr val="accent4"/>
                </a:solidFill>
              </a:rPr>
              <a:t>Les rôles qualité</a:t>
            </a:r>
            <a:endParaRPr lang="en-US" sz="6300">
              <a:solidFill>
                <a:schemeClr val="accent4"/>
              </a:solidFill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CA" sz="2100" b="1" dirty="0">
                <a:solidFill>
                  <a:schemeClr val="accent4"/>
                </a:solidFill>
              </a:rPr>
              <a:t>Manager</a:t>
            </a:r>
            <a:r>
              <a:rPr lang="fr-CA" sz="2100" dirty="0">
                <a:solidFill>
                  <a:schemeClr val="accent4"/>
                </a:solidFill>
              </a:rPr>
              <a:t> (QM) → supervise qualité globale (</a:t>
            </a:r>
            <a:r>
              <a:rPr lang="fr-CA" sz="2100" b="1" dirty="0" err="1">
                <a:solidFill>
                  <a:schemeClr val="accent4"/>
                </a:solidFill>
              </a:rPr>
              <a:t>ToTAL</a:t>
            </a:r>
            <a:r>
              <a:rPr lang="fr-CA" sz="2100" dirty="0">
                <a:solidFill>
                  <a:schemeClr val="accent4"/>
                </a:solidFill>
              </a:rPr>
              <a:t>)</a:t>
            </a:r>
          </a:p>
          <a:p>
            <a:r>
              <a:rPr lang="fr-CA" sz="2100" b="1" dirty="0">
                <a:solidFill>
                  <a:schemeClr val="accent4"/>
                </a:solidFill>
              </a:rPr>
              <a:t>Architecte/Analyste</a:t>
            </a:r>
            <a:r>
              <a:rPr lang="fr-CA" sz="2100" dirty="0">
                <a:solidFill>
                  <a:schemeClr val="accent4"/>
                </a:solidFill>
              </a:rPr>
              <a:t> (QA) → participe à la définition, </a:t>
            </a:r>
            <a:r>
              <a:rPr lang="fr-CA" sz="2100" dirty="0" err="1">
                <a:solidFill>
                  <a:schemeClr val="accent4"/>
                </a:solidFill>
              </a:rPr>
              <a:t>modèlisation</a:t>
            </a:r>
            <a:r>
              <a:rPr lang="fr-CA" sz="2100" dirty="0">
                <a:solidFill>
                  <a:schemeClr val="accent4"/>
                </a:solidFill>
              </a:rPr>
              <a:t> (</a:t>
            </a:r>
            <a:r>
              <a:rPr lang="fr-CA" sz="2100" b="1" dirty="0">
                <a:solidFill>
                  <a:schemeClr val="accent4"/>
                </a:solidFill>
              </a:rPr>
              <a:t>SENSe</a:t>
            </a:r>
            <a:r>
              <a:rPr lang="fr-CA" sz="2100" dirty="0">
                <a:solidFill>
                  <a:schemeClr val="accent4"/>
                </a:solidFill>
              </a:rPr>
              <a:t>)</a:t>
            </a:r>
            <a:endParaRPr lang="fr-CA" sz="2100" dirty="0">
              <a:solidFill>
                <a:schemeClr val="accent4"/>
              </a:solidFill>
              <a:ea typeface="Calibri"/>
              <a:cs typeface="Calibri"/>
            </a:endParaRPr>
          </a:p>
          <a:p>
            <a:r>
              <a:rPr lang="fr-CA" sz="2100" b="1" dirty="0">
                <a:solidFill>
                  <a:schemeClr val="accent4"/>
                </a:solidFill>
              </a:rPr>
              <a:t>Assistant/Coach</a:t>
            </a:r>
            <a:r>
              <a:rPr lang="fr-CA" sz="2100" dirty="0">
                <a:solidFill>
                  <a:schemeClr val="accent4"/>
                </a:solidFill>
              </a:rPr>
              <a:t> (QA) → participe à l'alignement, le respect des spécifications (</a:t>
            </a:r>
            <a:r>
              <a:rPr lang="fr-CA" sz="2100" b="1" dirty="0" err="1">
                <a:solidFill>
                  <a:schemeClr val="accent4"/>
                </a:solidFill>
              </a:rPr>
              <a:t>FORGe</a:t>
            </a:r>
            <a:r>
              <a:rPr lang="fr-CA" sz="2100" b="1" dirty="0">
                <a:solidFill>
                  <a:schemeClr val="accent4"/>
                </a:solidFill>
              </a:rPr>
              <a:t> </a:t>
            </a:r>
            <a:r>
              <a:rPr lang="fr-CA" sz="2100" dirty="0">
                <a:solidFill>
                  <a:schemeClr val="accent4"/>
                </a:solidFill>
              </a:rPr>
              <a:t>et </a:t>
            </a:r>
            <a:r>
              <a:rPr lang="fr-CA" sz="2100" b="1" dirty="0" err="1">
                <a:solidFill>
                  <a:schemeClr val="accent4"/>
                </a:solidFill>
              </a:rPr>
              <a:t>CARe</a:t>
            </a:r>
            <a:r>
              <a:rPr lang="fr-CA" sz="2100" dirty="0">
                <a:solidFill>
                  <a:schemeClr val="accent4"/>
                </a:solidFill>
              </a:rPr>
              <a:t>)</a:t>
            </a:r>
            <a:endParaRPr lang="fr-CA" sz="2100" dirty="0">
              <a:solidFill>
                <a:schemeClr val="accent4"/>
              </a:solidFill>
              <a:ea typeface="Calibri"/>
              <a:cs typeface="Calibri"/>
            </a:endParaRPr>
          </a:p>
          <a:p>
            <a:r>
              <a:rPr lang="fr-CA" sz="2100" b="1" dirty="0">
                <a:solidFill>
                  <a:schemeClr val="accent4"/>
                </a:solidFill>
              </a:rPr>
              <a:t>Acteur/Testeur</a:t>
            </a:r>
            <a:r>
              <a:rPr lang="fr-CA" sz="2100" dirty="0">
                <a:solidFill>
                  <a:schemeClr val="accent4"/>
                </a:solidFill>
              </a:rPr>
              <a:t> (QA) → vit le produit (</a:t>
            </a:r>
            <a:r>
              <a:rPr lang="fr-CA" sz="2100" b="1" dirty="0" err="1">
                <a:solidFill>
                  <a:schemeClr val="accent4"/>
                </a:solidFill>
              </a:rPr>
              <a:t>CARe</a:t>
            </a:r>
            <a:r>
              <a:rPr lang="fr-CA" sz="2100" dirty="0">
                <a:solidFill>
                  <a:schemeClr val="accent4"/>
                </a:solidFill>
              </a:rPr>
              <a:t>)</a:t>
            </a:r>
            <a:endParaRPr lang="fr-CA" sz="2100" dirty="0">
              <a:solidFill>
                <a:schemeClr val="accent4"/>
              </a:solidFill>
              <a:ea typeface="Calibri"/>
              <a:cs typeface="Calibri"/>
            </a:endParaRPr>
          </a:p>
          <a:p>
            <a:endParaRPr lang="fr-CA" sz="2100" dirty="0">
              <a:solidFill>
                <a:schemeClr val="accent4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141855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fr-CA" sz="4700">
                <a:solidFill>
                  <a:schemeClr val="accent4"/>
                </a:solidFill>
              </a:rPr>
              <a:t>Manager qualité (QM)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fr-CA" sz="2100" dirty="0">
                <a:solidFill>
                  <a:schemeClr val="accent4"/>
                </a:solidFill>
                <a:ea typeface="Calibri"/>
                <a:cs typeface="Calibri"/>
              </a:rPr>
              <a:t>Est dans </a:t>
            </a:r>
            <a:r>
              <a:rPr lang="fr-CA" sz="2100" b="1" dirty="0" err="1">
                <a:solidFill>
                  <a:schemeClr val="accent4"/>
                </a:solidFill>
                <a:ea typeface="Calibri"/>
                <a:cs typeface="Calibri"/>
              </a:rPr>
              <a:t>ToTAL</a:t>
            </a:r>
            <a:r>
              <a:rPr lang="fr-CA" sz="2100" dirty="0">
                <a:solidFill>
                  <a:schemeClr val="accent4"/>
                </a:solidFill>
                <a:ea typeface="Calibri"/>
                <a:cs typeface="Calibri"/>
              </a:rPr>
              <a:t>, l'ensemble</a:t>
            </a:r>
          </a:p>
          <a:p>
            <a:r>
              <a:rPr lang="fr-CA" sz="2100" dirty="0">
                <a:solidFill>
                  <a:schemeClr val="accent4"/>
                </a:solidFill>
              </a:rPr>
              <a:t>Responsable global de la qualité</a:t>
            </a:r>
            <a:endParaRPr lang="fr-CA" sz="2100" dirty="0">
              <a:solidFill>
                <a:schemeClr val="accent4"/>
              </a:solidFill>
              <a:ea typeface="Calibri"/>
              <a:cs typeface="Calibri"/>
            </a:endParaRPr>
          </a:p>
          <a:p>
            <a:r>
              <a:rPr lang="fr-CA" sz="2100" dirty="0">
                <a:solidFill>
                  <a:schemeClr val="accent4"/>
                </a:solidFill>
              </a:rPr>
              <a:t>Supervise </a:t>
            </a:r>
            <a:r>
              <a:rPr lang="fr-CA" sz="2100" b="1" dirty="0">
                <a:solidFill>
                  <a:schemeClr val="accent4"/>
                </a:solidFill>
              </a:rPr>
              <a:t>SENSe</a:t>
            </a:r>
            <a:r>
              <a:rPr lang="fr-CA" sz="2100" dirty="0">
                <a:solidFill>
                  <a:schemeClr val="accent4"/>
                </a:solidFill>
              </a:rPr>
              <a:t>, </a:t>
            </a:r>
            <a:r>
              <a:rPr lang="fr-CA" sz="2100" b="1" dirty="0" err="1">
                <a:solidFill>
                  <a:schemeClr val="accent4"/>
                </a:solidFill>
              </a:rPr>
              <a:t>FORGe</a:t>
            </a:r>
            <a:r>
              <a:rPr lang="fr-CA" sz="2100" b="1" dirty="0">
                <a:solidFill>
                  <a:schemeClr val="accent4"/>
                </a:solidFill>
              </a:rPr>
              <a:t> </a:t>
            </a:r>
            <a:r>
              <a:rPr lang="fr-CA" sz="2100" dirty="0">
                <a:solidFill>
                  <a:schemeClr val="accent4"/>
                </a:solidFill>
              </a:rPr>
              <a:t>et </a:t>
            </a:r>
            <a:r>
              <a:rPr lang="fr-CA" sz="2100" b="1" dirty="0" err="1">
                <a:solidFill>
                  <a:schemeClr val="accent4"/>
                </a:solidFill>
              </a:rPr>
              <a:t>CARe</a:t>
            </a:r>
            <a:endParaRPr lang="fr-CA" sz="2100" b="1" dirty="0">
              <a:solidFill>
                <a:schemeClr val="accent4"/>
              </a:solidFill>
              <a:ea typeface="Calibri"/>
              <a:cs typeface="Calibri"/>
            </a:endParaRPr>
          </a:p>
          <a:p>
            <a:r>
              <a:rPr lang="fr-CA" sz="2100" dirty="0">
                <a:solidFill>
                  <a:schemeClr val="accent4"/>
                </a:solidFill>
              </a:rPr>
              <a:t>Garantit cohérence et intégrité</a:t>
            </a:r>
            <a:endParaRPr lang="fr-CA" sz="2100" dirty="0">
              <a:solidFill>
                <a:schemeClr val="accent4"/>
              </a:solidFill>
              <a:ea typeface="Calibri"/>
              <a:cs typeface="Calibri"/>
            </a:endParaRPr>
          </a:p>
          <a:p>
            <a:r>
              <a:rPr lang="fr-CA" sz="2100" dirty="0">
                <a:solidFill>
                  <a:schemeClr val="accent4"/>
                </a:solidFill>
              </a:rPr>
              <a:t>Manager des rôles QA</a:t>
            </a:r>
            <a:endParaRPr lang="fr-CA" sz="2100" dirty="0">
              <a:solidFill>
                <a:schemeClr val="accent4"/>
              </a:solidFill>
              <a:ea typeface="Calibri"/>
              <a:cs typeface="Calibri"/>
            </a:endParaRPr>
          </a:p>
          <a:p>
            <a:r>
              <a:rPr lang="fr-CA" sz="2100" dirty="0">
                <a:solidFill>
                  <a:schemeClr val="accent4"/>
                </a:solidFill>
              </a:rPr>
              <a:t>Ne pilote pas </a:t>
            </a:r>
            <a:r>
              <a:rPr lang="fr-CA" sz="2100" b="1" dirty="0" err="1">
                <a:solidFill>
                  <a:schemeClr val="accent4"/>
                </a:solidFill>
              </a:rPr>
              <a:t>ToTAL</a:t>
            </a:r>
            <a:r>
              <a:rPr lang="fr-CA" sz="2100" dirty="0">
                <a:solidFill>
                  <a:schemeClr val="accent4"/>
                </a:solidFill>
              </a:rPr>
              <a:t>, mais garantit la gestion qualité global</a:t>
            </a:r>
            <a:endParaRPr lang="fr-CA" sz="2100" dirty="0">
              <a:solidFill>
                <a:schemeClr val="accent4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245252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US" sz="4700" dirty="0" err="1">
                <a:solidFill>
                  <a:schemeClr val="accent4"/>
                </a:solidFill>
              </a:rPr>
              <a:t>Architecte</a:t>
            </a:r>
            <a:r>
              <a:rPr lang="en-US" sz="4700" dirty="0">
                <a:solidFill>
                  <a:schemeClr val="accent4"/>
                </a:solidFill>
              </a:rPr>
              <a:t> </a:t>
            </a:r>
            <a:r>
              <a:rPr lang="en-US" sz="4700" dirty="0" err="1">
                <a:solidFill>
                  <a:schemeClr val="accent4"/>
                </a:solidFill>
              </a:rPr>
              <a:t>qualité</a:t>
            </a:r>
            <a:r>
              <a:rPr lang="en-US" sz="4700" dirty="0">
                <a:solidFill>
                  <a:schemeClr val="accent4"/>
                </a:solidFill>
              </a:rPr>
              <a:t> (QA)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fr-CA" sz="1300" dirty="0">
                <a:solidFill>
                  <a:schemeClr val="accent4"/>
                </a:solidFill>
                <a:ea typeface="Calibri"/>
                <a:cs typeface="Calibri"/>
              </a:rPr>
              <a:t>Est dans </a:t>
            </a:r>
            <a:r>
              <a:rPr lang="fr-CA" sz="1300" b="1" dirty="0">
                <a:solidFill>
                  <a:schemeClr val="accent4"/>
                </a:solidFill>
                <a:ea typeface="Calibri"/>
                <a:cs typeface="Calibri"/>
              </a:rPr>
              <a:t>SENSe</a:t>
            </a:r>
          </a:p>
          <a:p>
            <a:pPr>
              <a:lnSpc>
                <a:spcPct val="90000"/>
              </a:lnSpc>
            </a:pPr>
            <a:r>
              <a:rPr lang="fr-CA" sz="1300" dirty="0">
                <a:solidFill>
                  <a:schemeClr val="accent4"/>
                </a:solidFill>
              </a:rPr>
              <a:t>Définissent les spécifications</a:t>
            </a:r>
            <a:endParaRPr lang="fr-CA" sz="1300" dirty="0">
              <a:solidFill>
                <a:schemeClr val="accent4"/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fr-CA" sz="1300" dirty="0">
                <a:solidFill>
                  <a:schemeClr val="accent4"/>
                </a:solidFill>
              </a:rPr>
              <a:t>Définissent comportements attendus</a:t>
            </a:r>
            <a:endParaRPr lang="fr-CA" sz="1300" dirty="0">
              <a:solidFill>
                <a:schemeClr val="accent4"/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fr-CA" sz="1300" dirty="0">
                <a:solidFill>
                  <a:schemeClr val="accent4"/>
                </a:solidFill>
              </a:rPr>
              <a:t>Structurent la </a:t>
            </a:r>
            <a:r>
              <a:rPr lang="fr-CA" sz="1300" dirty="0" err="1">
                <a:solidFill>
                  <a:schemeClr val="accent4"/>
                </a:solidFill>
              </a:rPr>
              <a:t>qualimétrie</a:t>
            </a:r>
            <a:endParaRPr lang="fr-CA" sz="1300" dirty="0">
              <a:solidFill>
                <a:schemeClr val="accent4"/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fr-CA" sz="1300" dirty="0">
                <a:solidFill>
                  <a:schemeClr val="accent4"/>
                </a:solidFill>
              </a:rPr>
              <a:t>Contribuent au </a:t>
            </a:r>
            <a:r>
              <a:rPr lang="fr-CA" sz="1300" dirty="0" err="1">
                <a:solidFill>
                  <a:schemeClr val="accent4"/>
                </a:solidFill>
              </a:rPr>
              <a:t>DoR</a:t>
            </a:r>
            <a:r>
              <a:rPr lang="fr-CA" sz="1300" dirty="0">
                <a:solidFill>
                  <a:schemeClr val="accent4"/>
                </a:solidFill>
              </a:rPr>
              <a:t> EPIC</a:t>
            </a:r>
            <a:endParaRPr lang="fr-CA" sz="1300" dirty="0">
              <a:solidFill>
                <a:schemeClr val="accent4"/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fr-CA" sz="1300" dirty="0">
                <a:solidFill>
                  <a:schemeClr val="accent4"/>
                </a:solidFill>
              </a:rPr>
              <a:t>Créent le modèle de vérité</a:t>
            </a:r>
          </a:p>
          <a:p>
            <a:pPr>
              <a:lnSpc>
                <a:spcPct val="90000"/>
              </a:lnSpc>
            </a:pPr>
            <a:r>
              <a:rPr lang="fr-CA" sz="1300" dirty="0">
                <a:solidFill>
                  <a:schemeClr val="accent4"/>
                </a:solidFill>
                <a:ea typeface="Calibri"/>
                <a:cs typeface="Calibri"/>
              </a:rPr>
              <a:t>Données issues du réel</a:t>
            </a:r>
          </a:p>
          <a:p>
            <a:pPr>
              <a:lnSpc>
                <a:spcPct val="90000"/>
              </a:lnSpc>
            </a:pPr>
            <a:r>
              <a:rPr lang="fr-CA" sz="1300" dirty="0">
                <a:solidFill>
                  <a:schemeClr val="accent4"/>
                </a:solidFill>
                <a:ea typeface="Calibri"/>
                <a:cs typeface="Calibri"/>
              </a:rPr>
              <a:t>Captées en </a:t>
            </a:r>
            <a:r>
              <a:rPr lang="fr-CA" sz="1300" dirty="0" err="1">
                <a:solidFill>
                  <a:schemeClr val="accent4"/>
                </a:solidFill>
                <a:ea typeface="Calibri"/>
                <a:cs typeface="Calibri"/>
              </a:rPr>
              <a:t>CARe</a:t>
            </a:r>
            <a:endParaRPr lang="fr-CA" sz="1300" dirty="0">
              <a:solidFill>
                <a:schemeClr val="accent4"/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fr-CA" sz="1300" dirty="0">
                <a:solidFill>
                  <a:schemeClr val="accent4"/>
                </a:solidFill>
                <a:ea typeface="Calibri"/>
                <a:cs typeface="Calibri"/>
              </a:rPr>
              <a:t>Utilisées en SENSe</a:t>
            </a:r>
          </a:p>
          <a:p>
            <a:pPr>
              <a:lnSpc>
                <a:spcPct val="90000"/>
              </a:lnSpc>
            </a:pPr>
            <a:r>
              <a:rPr lang="fr-CA" sz="1300" dirty="0">
                <a:solidFill>
                  <a:schemeClr val="accent4"/>
                </a:solidFill>
                <a:ea typeface="Calibri"/>
                <a:cs typeface="Calibri"/>
              </a:rPr>
              <a:t>QA garantit leur qualité</a:t>
            </a:r>
          </a:p>
          <a:p>
            <a:pPr>
              <a:lnSpc>
                <a:spcPct val="90000"/>
              </a:lnSpc>
            </a:pPr>
            <a:r>
              <a:rPr lang="fr-CA" sz="1300" dirty="0">
                <a:solidFill>
                  <a:schemeClr val="accent4"/>
                </a:solidFill>
                <a:ea typeface="Calibri"/>
                <a:cs typeface="Calibri"/>
              </a:rPr>
              <a:t>Base de vérité produit</a:t>
            </a:r>
          </a:p>
          <a:p>
            <a:pPr>
              <a:lnSpc>
                <a:spcPct val="90000"/>
              </a:lnSpc>
            </a:pPr>
            <a:r>
              <a:rPr lang="fr-CA" sz="1300" dirty="0">
                <a:solidFill>
                  <a:schemeClr val="accent4"/>
                </a:solidFill>
                <a:ea typeface="Calibri"/>
                <a:cs typeface="Calibri"/>
              </a:rPr>
              <a:t>les signaux</a:t>
            </a:r>
          </a:p>
          <a:p>
            <a:pPr>
              <a:lnSpc>
                <a:spcPct val="90000"/>
              </a:lnSpc>
            </a:pPr>
            <a:r>
              <a:rPr lang="fr-CA" sz="1300" dirty="0">
                <a:solidFill>
                  <a:schemeClr val="accent4"/>
                </a:solidFill>
                <a:ea typeface="Calibri"/>
                <a:cs typeface="Calibri"/>
              </a:rPr>
              <a:t>les métriques</a:t>
            </a:r>
          </a:p>
          <a:p>
            <a:pPr>
              <a:lnSpc>
                <a:spcPct val="90000"/>
              </a:lnSpc>
            </a:pPr>
            <a:r>
              <a:rPr lang="fr-CA" sz="1300" dirty="0">
                <a:solidFill>
                  <a:schemeClr val="accent4"/>
                </a:solidFill>
                <a:ea typeface="Calibri"/>
                <a:cs typeface="Calibri"/>
              </a:rPr>
              <a:t>leur pertinence</a:t>
            </a:r>
            <a:endParaRPr lang="fr-CA" sz="13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2959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US" sz="4700" dirty="0">
                <a:solidFill>
                  <a:schemeClr val="accent4"/>
                </a:solidFill>
              </a:rPr>
              <a:t>Assistant </a:t>
            </a:r>
            <a:r>
              <a:rPr lang="en-US" sz="4700" dirty="0" err="1">
                <a:solidFill>
                  <a:schemeClr val="accent4"/>
                </a:solidFill>
              </a:rPr>
              <a:t>qualité</a:t>
            </a:r>
            <a:r>
              <a:rPr lang="en-US" sz="4700" dirty="0">
                <a:solidFill>
                  <a:schemeClr val="accent4"/>
                </a:solidFill>
              </a:rPr>
              <a:t> (QA)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fr-CA" sz="2100">
                <a:solidFill>
                  <a:schemeClr val="accent4"/>
                </a:solidFill>
                <a:ea typeface="Calibri"/>
                <a:cs typeface="Calibri"/>
              </a:rPr>
              <a:t>Est dans </a:t>
            </a:r>
            <a:r>
              <a:rPr lang="fr-CA" sz="2100" b="1">
                <a:solidFill>
                  <a:schemeClr val="accent4"/>
                </a:solidFill>
                <a:ea typeface="Calibri"/>
                <a:cs typeface="Calibri"/>
              </a:rPr>
              <a:t>FORGe </a:t>
            </a:r>
            <a:r>
              <a:rPr lang="fr-CA" sz="2100">
                <a:solidFill>
                  <a:schemeClr val="accent4"/>
                </a:solidFill>
                <a:ea typeface="Calibri"/>
                <a:cs typeface="Calibri"/>
              </a:rPr>
              <a:t>&amp; </a:t>
            </a:r>
            <a:r>
              <a:rPr lang="fr-CA" sz="2100" b="1">
                <a:solidFill>
                  <a:schemeClr val="accent4"/>
                </a:solidFill>
                <a:ea typeface="Calibri"/>
                <a:cs typeface="Calibri"/>
              </a:rPr>
              <a:t>CARe</a:t>
            </a:r>
            <a:endParaRPr lang="fr-CA" sz="2100">
              <a:solidFill>
                <a:schemeClr val="accent4"/>
              </a:solidFill>
            </a:endParaRPr>
          </a:p>
          <a:p>
            <a:r>
              <a:rPr lang="fr-CA" sz="2100">
                <a:solidFill>
                  <a:schemeClr val="accent4"/>
                </a:solidFill>
              </a:rPr>
              <a:t>Coaching des équipes</a:t>
            </a:r>
          </a:p>
          <a:p>
            <a:r>
              <a:rPr lang="fr-CA" sz="2100">
                <a:solidFill>
                  <a:schemeClr val="accent4"/>
                </a:solidFill>
              </a:rPr>
              <a:t>Aide à l’application des specs</a:t>
            </a:r>
            <a:endParaRPr lang="fr-CA" sz="2100">
              <a:solidFill>
                <a:schemeClr val="accent4"/>
              </a:solidFill>
              <a:ea typeface="Calibri"/>
              <a:cs typeface="Calibri"/>
            </a:endParaRPr>
          </a:p>
          <a:p>
            <a:r>
              <a:rPr lang="fr-CA" sz="2100">
                <a:solidFill>
                  <a:schemeClr val="accent4"/>
                </a:solidFill>
              </a:rPr>
              <a:t>Détection des dérives</a:t>
            </a:r>
            <a:endParaRPr lang="fr-CA" sz="2100">
              <a:solidFill>
                <a:schemeClr val="accent4"/>
              </a:solidFill>
              <a:ea typeface="Calibri"/>
              <a:cs typeface="Calibri"/>
            </a:endParaRPr>
          </a:p>
          <a:p>
            <a:r>
              <a:rPr lang="fr-CA" sz="2100">
                <a:solidFill>
                  <a:schemeClr val="accent4"/>
                </a:solidFill>
              </a:rPr>
              <a:t>Supervision du flux</a:t>
            </a:r>
          </a:p>
          <a:p>
            <a:r>
              <a:rPr lang="fr-CA" sz="2100">
                <a:solidFill>
                  <a:schemeClr val="accent4"/>
                </a:solidFill>
              </a:rPr>
              <a:t>Garantissent cohérence du système</a:t>
            </a:r>
            <a:endParaRPr lang="fr-CA" sz="2100">
              <a:solidFill>
                <a:schemeClr val="accent4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556882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fr-CA" sz="4700">
                <a:solidFill>
                  <a:schemeClr val="accent4"/>
                </a:solidFill>
              </a:rPr>
              <a:t>Acteurs qualité (QA)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fr-CA" sz="2100" dirty="0">
                <a:solidFill>
                  <a:schemeClr val="accent4"/>
                </a:solidFill>
                <a:ea typeface="Calibri"/>
                <a:cs typeface="Calibri"/>
              </a:rPr>
              <a:t>Est dans </a:t>
            </a:r>
            <a:r>
              <a:rPr lang="fr-CA" sz="2100" b="1" dirty="0" err="1">
                <a:solidFill>
                  <a:schemeClr val="accent4"/>
                </a:solidFill>
                <a:ea typeface="Calibri"/>
                <a:cs typeface="Calibri"/>
              </a:rPr>
              <a:t>CARe</a:t>
            </a:r>
            <a:r>
              <a:rPr lang="fr-CA" sz="2100" dirty="0">
                <a:solidFill>
                  <a:schemeClr val="accent4"/>
                </a:solidFill>
                <a:ea typeface="Calibri"/>
                <a:cs typeface="Calibri"/>
              </a:rPr>
              <a:t> et vie dans le même environnement que l’utilisateur final (</a:t>
            </a:r>
            <a:r>
              <a:rPr lang="fr-CA" sz="2100" dirty="0" err="1">
                <a:solidFill>
                  <a:schemeClr val="accent4"/>
                </a:solidFill>
                <a:ea typeface="Calibri"/>
                <a:cs typeface="Calibri"/>
              </a:rPr>
              <a:t>lab</a:t>
            </a:r>
            <a:r>
              <a:rPr lang="fr-CA" sz="2100" dirty="0">
                <a:solidFill>
                  <a:schemeClr val="accent4"/>
                </a:solidFill>
                <a:ea typeface="Calibri"/>
                <a:cs typeface="Calibri"/>
              </a:rPr>
              <a:t>/test drive)</a:t>
            </a:r>
          </a:p>
          <a:p>
            <a:r>
              <a:rPr lang="fr-CA" sz="2100" dirty="0">
                <a:solidFill>
                  <a:schemeClr val="accent4"/>
                </a:solidFill>
              </a:rPr>
              <a:t>Simulent utilisateurs réels</a:t>
            </a:r>
            <a:endParaRPr lang="fr-CA" sz="2100" dirty="0">
              <a:solidFill>
                <a:schemeClr val="accent4"/>
              </a:solidFill>
              <a:ea typeface="Calibri"/>
              <a:cs typeface="Calibri"/>
            </a:endParaRPr>
          </a:p>
          <a:p>
            <a:r>
              <a:rPr lang="fr-CA" sz="2100" dirty="0">
                <a:solidFill>
                  <a:schemeClr val="accent4"/>
                </a:solidFill>
              </a:rPr>
              <a:t>Exécutent scénarios réalistes</a:t>
            </a:r>
            <a:endParaRPr lang="fr-CA" sz="2100" dirty="0">
              <a:solidFill>
                <a:schemeClr val="accent4"/>
              </a:solidFill>
              <a:ea typeface="Calibri"/>
              <a:cs typeface="Calibri"/>
            </a:endParaRPr>
          </a:p>
          <a:p>
            <a:r>
              <a:rPr lang="fr-CA" sz="2100" dirty="0">
                <a:solidFill>
                  <a:schemeClr val="accent4"/>
                </a:solidFill>
              </a:rPr>
              <a:t>Produisent comportements usage</a:t>
            </a:r>
            <a:endParaRPr lang="fr-CA" sz="2100" dirty="0">
              <a:solidFill>
                <a:schemeClr val="accent4"/>
              </a:solidFill>
              <a:ea typeface="Calibri"/>
              <a:cs typeface="Calibri"/>
            </a:endParaRPr>
          </a:p>
          <a:p>
            <a:r>
              <a:rPr lang="fr-CA" sz="2100" dirty="0">
                <a:solidFill>
                  <a:schemeClr val="accent4"/>
                </a:solidFill>
              </a:rPr>
              <a:t>Opèrent en environnement réaliste</a:t>
            </a:r>
            <a:endParaRPr lang="fr-CA" sz="2100" dirty="0">
              <a:solidFill>
                <a:schemeClr val="accent4"/>
              </a:solidFill>
              <a:ea typeface="Calibri"/>
              <a:cs typeface="Calibri"/>
            </a:endParaRPr>
          </a:p>
          <a:p>
            <a:r>
              <a:rPr lang="fr-CA" sz="2100" dirty="0">
                <a:solidFill>
                  <a:schemeClr val="accent4"/>
                </a:solidFill>
              </a:rPr>
              <a:t>Génèrent données réelles</a:t>
            </a:r>
            <a:endParaRPr lang="fr-CA" sz="2100" dirty="0">
              <a:solidFill>
                <a:schemeClr val="accent4"/>
              </a:solidFill>
              <a:ea typeface="Calibri"/>
              <a:cs typeface="Calibri"/>
            </a:endParaRPr>
          </a:p>
          <a:p>
            <a:r>
              <a:rPr lang="fr-CA" sz="2100" dirty="0">
                <a:solidFill>
                  <a:schemeClr val="accent4"/>
                </a:solidFill>
                <a:ea typeface="Calibri"/>
                <a:cs typeface="Calibri"/>
              </a:rPr>
              <a:t>Est-ce supporté par </a:t>
            </a:r>
            <a:r>
              <a:rPr lang="fr-CA" sz="2100" dirty="0" err="1">
                <a:solidFill>
                  <a:schemeClr val="accent4"/>
                </a:solidFill>
                <a:ea typeface="Calibri"/>
                <a:cs typeface="Calibri"/>
              </a:rPr>
              <a:t>CARe</a:t>
            </a:r>
            <a:r>
              <a:rPr lang="fr-CA" sz="2100" dirty="0">
                <a:solidFill>
                  <a:schemeClr val="accent4"/>
                </a:solidFill>
                <a:ea typeface="Calibri"/>
                <a:cs typeface="Calibri"/>
              </a:rPr>
              <a:t> comme un utilisateur/client</a:t>
            </a:r>
          </a:p>
        </p:txBody>
      </p:sp>
    </p:spTree>
    <p:extLst>
      <p:ext uri="{BB962C8B-B14F-4D97-AF65-F5344CB8AC3E}">
        <p14:creationId xmlns:p14="http://schemas.microsoft.com/office/powerpoint/2010/main" val="10848384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A74D00E0-9551-9E77-0227-650319ED84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7601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b="1" dirty="0" err="1">
                <a:solidFill>
                  <a:schemeClr val="accent4"/>
                </a:solidFill>
              </a:rPr>
              <a:t>ToTAL</a:t>
            </a:r>
            <a:r>
              <a:rPr lang="en-US" dirty="0">
                <a:solidFill>
                  <a:schemeClr val="accent4"/>
                </a:solidFill>
              </a:rPr>
              <a:t> Trio </a:t>
            </a:r>
            <a:r>
              <a:rPr lang="fr-CA" noProof="0" dirty="0">
                <a:solidFill>
                  <a:schemeClr val="accent4"/>
                </a:solidFill>
              </a:rPr>
              <a:t>essentiel</a:t>
            </a:r>
            <a:br>
              <a:rPr lang="en-US" dirty="0">
                <a:solidFill>
                  <a:schemeClr val="accent4"/>
                </a:solidFill>
              </a:rPr>
            </a:br>
            <a:r>
              <a:rPr lang="en-US" dirty="0">
                <a:solidFill>
                  <a:schemeClr val="accent4"/>
                </a:solidFill>
              </a:rPr>
              <a:t>(Nouveaux 3 amigos)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DF6EC08-C0A9-CD6F-3C77-05D825F4ACA4}"/>
              </a:ext>
            </a:extLst>
          </p:cNvPr>
          <p:cNvSpPr txBox="1"/>
          <p:nvPr/>
        </p:nvSpPr>
        <p:spPr>
          <a:xfrm>
            <a:off x="5808074" y="365125"/>
            <a:ext cx="2950725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CA" dirty="0">
                <a:solidFill>
                  <a:schemeClr val="accent4"/>
                </a:solidFill>
              </a:rPr>
              <a:t>Trois perspectives alignées pour chaque décision
Aucune décision sans valeur, faisabilité et réalité</a:t>
            </a:r>
            <a:endParaRPr lang="en-US" dirty="0">
              <a:solidFill>
                <a:schemeClr val="accent4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319B876-56BC-40FF-4F03-F652CE7FF7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9580766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F6C2240-D024-3D86-46A4-6A1CD9DB8D93}"/>
              </a:ext>
            </a:extLst>
          </p:cNvPr>
          <p:cNvSpPr txBox="1"/>
          <p:nvPr/>
        </p:nvSpPr>
        <p:spPr>
          <a:xfrm>
            <a:off x="207271" y="5660311"/>
            <a:ext cx="881874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 algn="l" rtl="0"/>
            <a:r>
              <a:rPr lang="fr-CA" sz="1200" b="0" i="0" u="none" strike="noStrike" baseline="0" noProof="0" dirty="0">
                <a:solidFill>
                  <a:schemeClr val="accent4"/>
                </a:solidFill>
                <a:latin typeface="Calibri"/>
                <a:ea typeface="Arial"/>
                <a:cs typeface="Arial"/>
              </a:rPr>
              <a:t>Peut-</a:t>
            </a:r>
            <a:r>
              <a:rPr lang="fr-CA" sz="1200" noProof="0" dirty="0">
                <a:solidFill>
                  <a:schemeClr val="accent4"/>
                </a:solidFill>
                <a:latin typeface="Calibri"/>
                <a:ea typeface="Arial"/>
                <a:cs typeface="Arial"/>
              </a:rPr>
              <a:t>être grandement aider par : </a:t>
            </a:r>
            <a:br>
              <a:rPr lang="fr-CA" sz="1200" noProof="0" dirty="0">
                <a:solidFill>
                  <a:schemeClr val="accent4"/>
                </a:solidFill>
                <a:latin typeface="Calibri"/>
                <a:ea typeface="Arial"/>
                <a:cs typeface="Arial"/>
              </a:rPr>
            </a:br>
            <a:r>
              <a:rPr lang="fr-CA" sz="1200" b="0" i="0" u="none" strike="noStrike" baseline="0" noProof="0" dirty="0">
                <a:solidFill>
                  <a:schemeClr val="accent4"/>
                </a:solidFill>
                <a:latin typeface="Calibri"/>
                <a:ea typeface="Arial"/>
                <a:cs typeface="Arial"/>
              </a:rPr>
              <a:t>Architecte QA → structure</a:t>
            </a:r>
            <a:r>
              <a:rPr lang="fr-CA" sz="1200" b="0" i="0" noProof="0" dirty="0">
                <a:solidFill>
                  <a:schemeClr val="accent4"/>
                </a:solidFill>
                <a:latin typeface="Calibri"/>
                <a:ea typeface="Arial"/>
                <a:cs typeface="Arial"/>
              </a:rPr>
              <a:t>​, </a:t>
            </a:r>
            <a:r>
              <a:rPr lang="fr-CA" sz="1200" b="0" i="0" u="none" strike="noStrike" baseline="0" noProof="0" dirty="0">
                <a:solidFill>
                  <a:schemeClr val="accent4"/>
                </a:solidFill>
                <a:latin typeface="Calibri"/>
                <a:ea typeface="Arial"/>
                <a:cs typeface="Arial"/>
              </a:rPr>
              <a:t>Assistant QA → faisabilité, Acteur QA → usage réel</a:t>
            </a:r>
            <a:r>
              <a:rPr lang="fr-CA" sz="1200" b="0" i="0" noProof="0" dirty="0">
                <a:solidFill>
                  <a:schemeClr val="accent4"/>
                </a:solidFill>
                <a:latin typeface="Calibri"/>
                <a:ea typeface="Arial"/>
                <a:cs typeface="Arial"/>
              </a:rPr>
              <a:t>​, </a:t>
            </a:r>
            <a:r>
              <a:rPr lang="fr-CA" sz="1200" b="0" i="0" u="none" strike="noStrike" baseline="0" noProof="0" dirty="0">
                <a:solidFill>
                  <a:schemeClr val="accent4"/>
                </a:solidFill>
                <a:latin typeface="Calibri"/>
                <a:ea typeface="Arial"/>
                <a:cs typeface="Arial"/>
              </a:rPr>
              <a:t>Collaboration multi-rôles</a:t>
            </a:r>
            <a:r>
              <a:rPr lang="fr-CA" sz="1200" b="0" i="0" noProof="0" dirty="0">
                <a:solidFill>
                  <a:schemeClr val="accent4"/>
                </a:solidFill>
                <a:latin typeface="Calibri"/>
                <a:ea typeface="Arial"/>
                <a:cs typeface="Arial"/>
              </a:rPr>
              <a:t>​, </a:t>
            </a:r>
            <a:r>
              <a:rPr lang="fr-CA" sz="1200" b="0" i="0" u="none" strike="noStrike" baseline="0" noProof="0" dirty="0" err="1">
                <a:solidFill>
                  <a:schemeClr val="accent4"/>
                </a:solidFill>
                <a:latin typeface="Calibri"/>
                <a:ea typeface="Arial"/>
                <a:cs typeface="Arial"/>
              </a:rPr>
              <a:t>Specs</a:t>
            </a:r>
            <a:r>
              <a:rPr lang="fr-CA" sz="1200" b="0" i="0" u="none" strike="noStrike" baseline="0" noProof="0" dirty="0">
                <a:solidFill>
                  <a:schemeClr val="accent4"/>
                </a:solidFill>
                <a:latin typeface="Calibri"/>
                <a:ea typeface="Arial"/>
                <a:cs typeface="Arial"/>
              </a:rPr>
              <a:t> réalistes dès SENSe</a:t>
            </a:r>
          </a:p>
          <a:p>
            <a:pPr algn="ctr"/>
            <a:endParaRPr lang="en-US" sz="1200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97F3E4-6F07-DFC1-F40E-BBFF60C87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Ce qu’on réutilise de </a:t>
            </a:r>
            <a:r>
              <a:rPr lang="fr-CA" dirty="0" err="1"/>
              <a:t>SAFe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C28D21-C719-B17D-3AF8-00509A3D3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CA">
                <a:ea typeface="Calibri"/>
                <a:cs typeface="Calibri"/>
              </a:rPr>
              <a:t>Todo...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463290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DFA429-B71A-06EF-1699-E437BC2FE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Ce qui diverge de </a:t>
            </a:r>
            <a:r>
              <a:rPr lang="fr-CA" dirty="0" err="1"/>
              <a:t>SAFe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30A04A-BA05-89D4-6CEC-DE598CECF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CA">
                <a:ea typeface="Calibri"/>
                <a:cs typeface="Calibri"/>
              </a:rPr>
              <a:t>Todo...</a:t>
            </a:r>
            <a:endParaRPr lang="fr-CA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525860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222" y="1238080"/>
            <a:ext cx="7387313" cy="1349671"/>
          </a:xfrm>
        </p:spPr>
        <p:txBody>
          <a:bodyPr anchor="b">
            <a:normAutofit fontScale="90000"/>
          </a:bodyPr>
          <a:lstStyle/>
          <a:p>
            <a:r>
              <a:rPr lang="fr-CA" sz="4700" b="1" dirty="0" err="1">
                <a:solidFill>
                  <a:schemeClr val="accent4">
                    <a:lumMod val="75000"/>
                  </a:schemeClr>
                </a:solidFill>
              </a:rPr>
              <a:t>ToTAL</a:t>
            </a:r>
            <a:r>
              <a:rPr lang="fr-CA" sz="47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fr-CA" sz="4700" dirty="0" err="1">
                <a:solidFill>
                  <a:schemeClr val="accent4">
                    <a:lumMod val="75000"/>
                  </a:schemeClr>
                </a:solidFill>
              </a:rPr>
              <a:t>SAFe</a:t>
            </a:r>
            <a:br>
              <a:rPr lang="fr-CA" sz="47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fr-CA" sz="4700" dirty="0">
                <a:solidFill>
                  <a:schemeClr val="accent4">
                    <a:lumMod val="75000"/>
                  </a:schemeClr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2222" y="2668820"/>
            <a:ext cx="7645564" cy="3032168"/>
          </a:xfrm>
        </p:spPr>
        <p:txBody>
          <a:bodyPr anchor="ctr">
            <a:normAutofit/>
          </a:bodyPr>
          <a:lstStyle/>
          <a:p>
            <a:r>
              <a:rPr lang="fr-CA" sz="1800" b="1" dirty="0">
                <a:solidFill>
                  <a:schemeClr val="accent4">
                    <a:lumMod val="75000"/>
                  </a:schemeClr>
                </a:solidFill>
              </a:rPr>
              <a:t>SENSe</a:t>
            </a: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 définit, modélise et approuve l’idée</a:t>
            </a:r>
            <a:endParaRPr lang="en-US" dirty="0"/>
          </a:p>
          <a:p>
            <a:r>
              <a:rPr lang="fr-CA" sz="1800" b="1" dirty="0" err="1">
                <a:solidFill>
                  <a:schemeClr val="accent4">
                    <a:lumMod val="75000"/>
                  </a:schemeClr>
                </a:solidFill>
              </a:rPr>
              <a:t>FORGe</a:t>
            </a: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 construit et simule le rée.</a:t>
            </a:r>
            <a:endParaRPr lang="fr-CA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fr-CA" sz="1800" b="1" dirty="0" err="1">
                <a:solidFill>
                  <a:schemeClr val="accent4">
                    <a:lumMod val="75000"/>
                  </a:schemeClr>
                </a:solidFill>
              </a:rPr>
              <a:t>CARe</a:t>
            </a: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 livre de la satisfaction/confiance, prend soin et écoute les souhaits.</a:t>
            </a:r>
            <a:endParaRPr lang="fr-CA" dirty="0">
              <a:solidFill>
                <a:schemeClr val="accent4">
                  <a:lumMod val="75000"/>
                </a:schemeClr>
              </a:solidFill>
            </a:endParaRPr>
          </a:p>
          <a:p>
            <a:endParaRPr lang="fr-CA" sz="18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La capacité est le catalyseur</a:t>
            </a:r>
            <a:endParaRPr lang="fr-CA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  <a:p>
            <a:endParaRPr lang="fr-CA" sz="18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fr-CA" sz="1800" b="1" dirty="0" err="1">
                <a:solidFill>
                  <a:schemeClr val="accent4">
                    <a:lumMod val="75000"/>
                  </a:schemeClr>
                </a:solidFill>
              </a:rPr>
              <a:t>ToTAL</a:t>
            </a:r>
            <a:r>
              <a:rPr lang="fr-CA" sz="1800" dirty="0">
                <a:solidFill>
                  <a:schemeClr val="accent4">
                    <a:lumMod val="75000"/>
                  </a:schemeClr>
                </a:solidFill>
              </a:rPr>
              <a:t> relie tout cela à un cycle universel de culture/valeur et d’intégralité !</a:t>
            </a:r>
            <a:endParaRPr lang="fr-CA" dirty="0">
              <a:solidFill>
                <a:schemeClr val="accent4">
                  <a:lumMod val="75000"/>
                </a:schemeClr>
              </a:solidFill>
            </a:endParaRPr>
          </a:p>
          <a:p>
            <a:endParaRPr lang="fr-CA" sz="1800" dirty="0">
              <a:solidFill>
                <a:schemeClr val="accent4">
                  <a:lumMod val="75000"/>
                </a:schemeClr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E6E134-9919-3904-7C60-392CCF1BC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0025"/>
            <a:ext cx="8229600" cy="6472237"/>
          </a:xfrm>
        </p:spPr>
        <p:txBody>
          <a:bodyPr>
            <a:normAutofit lnSpcReduction="10000"/>
          </a:bodyPr>
          <a:lstStyle/>
          <a:p>
            <a:r>
              <a:rPr lang="fr-CA" dirty="0"/>
              <a:t>Là on a le haut niveau du " total" ok mais pas de détails (exemple)</a:t>
            </a:r>
          </a:p>
          <a:p>
            <a:r>
              <a:rPr lang="fr-CA" dirty="0"/>
              <a:t>(impression) </a:t>
            </a:r>
            <a:r>
              <a:rPr lang="fr-CA" dirty="0" err="1"/>
              <a:t>SAFe</a:t>
            </a:r>
            <a:r>
              <a:rPr lang="fr-CA" dirty="0"/>
              <a:t> c’est implémenter points moins souvent abordés</a:t>
            </a:r>
          </a:p>
          <a:p>
            <a:pPr lvl="1"/>
            <a:r>
              <a:rPr lang="fr-CA" dirty="0"/>
              <a:t>L’implémentation </a:t>
            </a:r>
            <a:r>
              <a:rPr lang="fr-CA" b="1" dirty="0" err="1"/>
              <a:t>SAFe</a:t>
            </a:r>
            <a:r>
              <a:rPr lang="fr-CA" dirty="0"/>
              <a:t> n’a pas été bien fait/</a:t>
            </a:r>
            <a:r>
              <a:rPr lang="fr-CA" b="1" dirty="0"/>
              <a:t>complet</a:t>
            </a:r>
            <a:r>
              <a:rPr lang="fr-CA" dirty="0"/>
              <a:t> (on voit souvent </a:t>
            </a:r>
            <a:r>
              <a:rPr lang="fr-CA" dirty="0" err="1"/>
              <a:t>SAFe</a:t>
            </a:r>
            <a:r>
              <a:rPr lang="fr-CA" dirty="0"/>
              <a:t> incomplet en entreprise)</a:t>
            </a:r>
          </a:p>
          <a:p>
            <a:r>
              <a:rPr lang="fr-CA" dirty="0"/>
              <a:t>Chialage sur Agile et </a:t>
            </a:r>
            <a:r>
              <a:rPr lang="fr-CA" dirty="0" err="1"/>
              <a:t>SAFe</a:t>
            </a:r>
            <a:endParaRPr lang="fr-CA" dirty="0"/>
          </a:p>
          <a:p>
            <a:r>
              <a:rPr lang="fr-CA" dirty="0"/>
              <a:t>Pas vraiment de blind spots dans </a:t>
            </a:r>
            <a:r>
              <a:rPr lang="fr-CA" dirty="0" err="1"/>
              <a:t>SAFe</a:t>
            </a:r>
            <a:endParaRPr lang="fr-CA" dirty="0"/>
          </a:p>
          <a:p>
            <a:pPr lvl="1"/>
            <a:r>
              <a:rPr lang="fr-CA" dirty="0"/>
              <a:t>Vanille ou générique -&gt; voir plutôt "notre" recette</a:t>
            </a:r>
          </a:p>
          <a:p>
            <a:pPr lvl="1"/>
            <a:r>
              <a:rPr lang="fr-CA" dirty="0"/>
              <a:t>Gestion d’incident, </a:t>
            </a:r>
            <a:r>
              <a:rPr lang="fr-CA" dirty="0" err="1"/>
              <a:t>DoR</a:t>
            </a:r>
            <a:r>
              <a:rPr lang="fr-CA" dirty="0"/>
              <a:t> format/</a:t>
            </a:r>
            <a:r>
              <a:rPr lang="fr-CA" dirty="0" err="1"/>
              <a:t>defini</a:t>
            </a:r>
            <a:r>
              <a:rPr lang="fr-CA" dirty="0"/>
              <a:t>, </a:t>
            </a:r>
          </a:p>
          <a:p>
            <a:pPr lvl="1"/>
            <a:r>
              <a:rPr lang="fr-CA" dirty="0"/>
              <a:t>Le comment manque </a:t>
            </a:r>
            <a:r>
              <a:rPr lang="fr-CA" dirty="0" err="1"/>
              <a:t>SAFe</a:t>
            </a:r>
            <a:r>
              <a:rPr lang="fr-CA" dirty="0"/>
              <a:t> est haut niveau</a:t>
            </a:r>
          </a:p>
          <a:p>
            <a:pPr lvl="1"/>
            <a:r>
              <a:rPr lang="fr-CA" dirty="0"/>
              <a:t>3 configurations (essential, …, porte folio)</a:t>
            </a:r>
          </a:p>
          <a:p>
            <a:endParaRPr lang="fr-CA" dirty="0"/>
          </a:p>
          <a:p>
            <a:endParaRPr lang="fr-CA" dirty="0"/>
          </a:p>
          <a:p>
            <a:pPr lvl="1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940130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9290083-bd2f-48a2-8ac5-09a524b17d15}" enabled="1" method="Standard" siteId="{b9fec68c-c92d-461e-9a97-3d03a0f18b8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4551</TotalTime>
  <Words>1859</Words>
  <Application>Microsoft Office PowerPoint</Application>
  <PresentationFormat>Affichage à l'écran (4:3)</PresentationFormat>
  <Paragraphs>287</Paragraphs>
  <Slides>34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34</vt:i4>
      </vt:variant>
    </vt:vector>
  </HeadingPairs>
  <TitlesOfParts>
    <vt:vector size="38" baseType="lpstr">
      <vt:lpstr>Aptos</vt:lpstr>
      <vt:lpstr>Arial</vt:lpstr>
      <vt:lpstr>Calibri</vt:lpstr>
      <vt:lpstr>Office Theme</vt:lpstr>
      <vt:lpstr>Présentation du modèle ToTAL Quality (base)</vt:lpstr>
      <vt:lpstr>Présentation PowerPoint</vt:lpstr>
      <vt:lpstr>Pourquoi "SAFe" dans  "ToTAL SAFe" ?</vt:lpstr>
      <vt:lpstr>Présentation PowerPoint</vt:lpstr>
      <vt:lpstr>L’amélioration continue</vt:lpstr>
      <vt:lpstr>Le principe SENSe</vt:lpstr>
      <vt:lpstr>Le moteur de définition (modélisation) </vt:lpstr>
      <vt:lpstr>Le principe FORGe</vt:lpstr>
      <vt:lpstr>Le moteur d’exécution (implémentation) </vt:lpstr>
      <vt:lpstr>Le principe CARe</vt:lpstr>
      <vt:lpstr>Le moteur de réalité (production)</vt:lpstr>
      <vt:lpstr>Le système du flot n’est pas suffisant dans ToTAL…</vt:lpstr>
      <vt:lpstr>C’est pourquoi, il y a les catalyseurs (capacité) du système ToTAL SAFe</vt:lpstr>
      <vt:lpstr>🧰 Technology</vt:lpstr>
      <vt:lpstr>⚖️ Orchestry</vt:lpstr>
      <vt:lpstr>🗺️ Topology</vt:lpstr>
      <vt:lpstr>🤝 Affinity</vt:lpstr>
      <vt:lpstr>🎢 Leverage Mastery</vt:lpstr>
      <vt:lpstr>ToTAL repose sur une symbiose</vt:lpstr>
      <vt:lpstr>Vision Qualité ToTAL</vt:lpstr>
      <vt:lpstr>"Shift" ToTAL de l’assurance qualité</vt:lpstr>
      <vt:lpstr>L’AQ du jour et ce que c’est…</vt:lpstr>
      <vt:lpstr>L’AQ d’avant et ce que ce n’est PLUS…</vt:lpstr>
      <vt:lpstr>Bref, QA dans ToTAL</vt:lpstr>
      <vt:lpstr>Les rôles qualité</vt:lpstr>
      <vt:lpstr>Manager qualité (QM)</vt:lpstr>
      <vt:lpstr>Architecte qualité (QA)</vt:lpstr>
      <vt:lpstr>Assistant qualité (QA)</vt:lpstr>
      <vt:lpstr>Acteurs qualité (QA)</vt:lpstr>
      <vt:lpstr>ToTAL Trio essentiel (Nouveaux 3 amigos)</vt:lpstr>
      <vt:lpstr>Ce qu’on réutilise de SAFe</vt:lpstr>
      <vt:lpstr>Ce qui diverge de SAFe</vt:lpstr>
      <vt:lpstr>ToTAL SAFe Conclusion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Belanger, Michel</cp:lastModifiedBy>
  <cp:revision>83</cp:revision>
  <dcterms:created xsi:type="dcterms:W3CDTF">2013-01-27T09:14:16Z</dcterms:created>
  <dcterms:modified xsi:type="dcterms:W3CDTF">2026-05-27T15:43:51Z</dcterms:modified>
  <cp:category/>
</cp:coreProperties>
</file>
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diagrams/data6.xml" ContentType="application/vnd.openxmlformats-officedocument.drawingml.diagramData+xml"/>
  <Override PartName="/ppt/diagrams/layout6.xml" ContentType="application/vnd.openxmlformats-officedocument.drawingml.diagramLayout+xml"/>
  <Override PartName="/ppt/diagrams/quickStyle6.xml" ContentType="application/vnd.openxmlformats-officedocument.drawingml.diagramStyle+xml"/>
  <Override PartName="/ppt/diagrams/colors6.xml" ContentType="application/vnd.openxmlformats-officedocument.drawingml.diagramColors+xml"/>
  <Override PartName="/ppt/diagrams/drawing6.xml" ContentType="application/vnd.ms-office.drawingml.diagramDrawing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259" r:id="rId3"/>
    <p:sldId id="285" r:id="rId4"/>
    <p:sldId id="258" r:id="rId5"/>
    <p:sldId id="260" r:id="rId6"/>
    <p:sldId id="275" r:id="rId7"/>
    <p:sldId id="261" r:id="rId8"/>
    <p:sldId id="266" r:id="rId9"/>
    <p:sldId id="264" r:id="rId10"/>
    <p:sldId id="276" r:id="rId11"/>
    <p:sldId id="267" r:id="rId12"/>
    <p:sldId id="292" r:id="rId13"/>
    <p:sldId id="293" r:id="rId14"/>
    <p:sldId id="298" r:id="rId15"/>
    <p:sldId id="299" r:id="rId16"/>
    <p:sldId id="300" r:id="rId17"/>
    <p:sldId id="301" r:id="rId18"/>
    <p:sldId id="302" r:id="rId19"/>
    <p:sldId id="296" r:id="rId20"/>
    <p:sldId id="286" r:id="rId21"/>
    <p:sldId id="284" r:id="rId22"/>
    <p:sldId id="281" r:id="rId23"/>
    <p:sldId id="282" r:id="rId24"/>
    <p:sldId id="263" r:id="rId25"/>
    <p:sldId id="291" r:id="rId26"/>
    <p:sldId id="287" r:id="rId27"/>
    <p:sldId id="288" r:id="rId28"/>
    <p:sldId id="289" r:id="rId29"/>
    <p:sldId id="290" r:id="rId30"/>
    <p:sldId id="278" r:id="rId31"/>
    <p:sldId id="304" r:id="rId32"/>
    <p:sldId id="305" r:id="rId33"/>
    <p:sldId id="271" r:id="rId34"/>
    <p:sldId id="306" r:id="rId3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B92488E5-08E9-4C20-AD79-B1CD56A97447}">
          <p14:sldIdLst>
            <p14:sldId id="256"/>
            <p14:sldId id="259"/>
            <p14:sldId id="285"/>
          </p14:sldIdLst>
        </p14:section>
        <p14:section name="Produit" id="{F9CDC3A3-FE8D-4691-816C-A5B563F113C0}">
          <p14:sldIdLst>
            <p14:sldId id="258"/>
            <p14:sldId id="260"/>
            <p14:sldId id="275"/>
            <p14:sldId id="261"/>
            <p14:sldId id="266"/>
            <p14:sldId id="264"/>
            <p14:sldId id="276"/>
            <p14:sldId id="267"/>
          </p14:sldIdLst>
        </p14:section>
        <p14:section name="Capacité" id="{1680872D-ECEA-4650-8283-26E48081351C}">
          <p14:sldIdLst>
            <p14:sldId id="292"/>
            <p14:sldId id="293"/>
            <p14:sldId id="298"/>
            <p14:sldId id="299"/>
            <p14:sldId id="300"/>
            <p14:sldId id="301"/>
            <p14:sldId id="302"/>
            <p14:sldId id="296"/>
          </p14:sldIdLst>
        </p14:section>
        <p14:section name="Position qualité" id="{0A398007-6BF6-4A62-9E48-CA873A2444E6}">
          <p14:sldIdLst>
            <p14:sldId id="286"/>
            <p14:sldId id="284"/>
            <p14:sldId id="281"/>
            <p14:sldId id="282"/>
            <p14:sldId id="263"/>
            <p14:sldId id="291"/>
            <p14:sldId id="287"/>
            <p14:sldId id="288"/>
            <p14:sldId id="289"/>
            <p14:sldId id="290"/>
            <p14:sldId id="278"/>
          </p14:sldIdLst>
        </p14:section>
        <p14:section name="back to the future" id="{4A390466-093F-4E0B-B89F-D2FF59A76EB4}">
          <p14:sldIdLst>
            <p14:sldId id="304"/>
            <p14:sldId id="305"/>
          </p14:sldIdLst>
        </p14:section>
        <p14:section name="outro" id="{1936FF43-06FF-4C97-8557-800DE9805956}">
          <p14:sldIdLst>
            <p14:sldId id="271"/>
            <p14:sldId id="30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6C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DF8F1A2-B059-4EAD-AEA6-A564D0126FFE}" v="950" dt="2026-05-26T17:44:23.434"/>
    <p1510:client id="{2B4D1B9E-5B89-6E51-DAC2-18A0EE7F9A99}" v="66" dt="2026-05-26T19:49:18.869"/>
    <p1510:client id="{4CB1E6CA-3921-48B1-81B5-B76AA0114E4E}" v="5" dt="2026-05-27T15:41:08.181"/>
    <p1510:client id="{5773D1DE-85F5-CD8F-A991-93469AC16B6C}" v="123" dt="2026-05-26T20:02:44.558"/>
    <p1510:client id="{ADA6DB9C-6BB8-224A-C16E-C94CEE96127E}" v="1" dt="2026-05-27T13:39:06.88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9D7B26C5-4107-4FEC-AEDC-1716B250A1EF}" styleName="Style clair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8799B23B-EC83-4686-B30A-512413B5E67A}" styleName="Style léger 3 - Accentuation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3B4B98B0-60AC-42C2-AFA5-B58CD77FA1E5}" styleName="Style léger 1 - Accentuation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8EC20E35-A176-4012-BC5E-935CFFF8708E}" styleName="Style moyen 3">
    <a:wholeTbl>
      <a:tcTxStyle>
        <a:fontRef idx="minor"/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130" autoAdjust="0"/>
    <p:restoredTop sz="96912" autoAdjust="0"/>
  </p:normalViewPr>
  <p:slideViewPr>
    <p:cSldViewPr snapToGrid="0">
      <p:cViewPr varScale="1">
        <p:scale>
          <a:sx n="82" d="100"/>
          <a:sy n="82" d="100"/>
        </p:scale>
        <p:origin x="1358" y="115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heme" Target="theme/theme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viewProps" Target="viewProps.xml"/></Relationships>
</file>

<file path=ppt/diagrams/_rels/data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image" Target="../media/image10.svg"/></Relationships>
</file>

<file path=ppt/diagrams/_rels/drawing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svg"/><Relationship Id="rId2" Type="http://schemas.openxmlformats.org/officeDocument/2006/relationships/image" Target="../media/image11.svg"/><Relationship Id="rId1" Type="http://schemas.openxmlformats.org/officeDocument/2006/relationships/image" Target="../media/image10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4_1#1">
  <dgm:title val=""/>
  <dgm:desc val=""/>
  <dgm:catLst>
    <dgm:cat type="accent4" pri="11100"/>
  </dgm:catLst>
  <dgm:styleLbl name="node0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lnNode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vennNode1">
    <dgm:fillClrLst meth="repeat">
      <a:schemeClr val="lt1">
        <a:alpha val="50000"/>
      </a:schemeClr>
    </dgm:fillClrLst>
    <dgm:linClrLst meth="repeat">
      <a:schemeClr val="accent4">
        <a:shade val="80000"/>
      </a:schemeClr>
    </dgm:linClrLst>
    <dgm:effectClrLst/>
    <dgm:txLinClrLst/>
    <dgm:txFillClrLst/>
    <dgm:txEffectClrLst/>
  </dgm:styleLbl>
  <dgm:styleLbl name="node2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3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node4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fgImgPlace1">
    <dgm:fillClrLst meth="repeat">
      <a:schemeClr val="accent4">
        <a:tint val="4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4">
        <a:tint val="4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4">
        <a:tint val="40000"/>
      </a:schemeClr>
    </dgm:fillClrLst>
    <dgm:linClrLst meth="repeat">
      <a:schemeClr val="accent4">
        <a:shade val="80000"/>
      </a:schemeClr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f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bgSib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 meth="repeat">
      <a:schemeClr val="dk1"/>
    </dgm:txFillClrLst>
    <dgm:txEffectClrLst/>
  </dgm:styleLbl>
  <dgm:styleLbl name="sibTrans1D1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1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2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3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asst4">
    <dgm:fillClrLst meth="repeat">
      <a:schemeClr val="lt1"/>
    </dgm:fillClrLst>
    <dgm:linClrLst meth="repeat">
      <a:schemeClr val="accent4">
        <a:shade val="80000"/>
      </a:schemeClr>
    </dgm:linClrLst>
    <dgm:effectClrLst/>
    <dgm:txLinClrLst/>
    <dgm:txFillClrLst meth="repeat">
      <a:schemeClr val="dk1"/>
    </dgm:txFillClrLst>
    <dgm:txEffectClrLst/>
  </dgm:styleLbl>
  <dgm:styleLbl name="parChTrans2D1">
    <dgm:fillClrLst meth="repeat">
      <a:schemeClr val="accent4">
        <a:tint val="60000"/>
      </a:schemeClr>
    </dgm:fillClrLst>
    <dgm:linClrLst meth="repeat">
      <a:schemeClr val="accent4">
        <a:tint val="60000"/>
      </a:schemeClr>
    </dgm:linClrLst>
    <dgm:effectClrLst/>
    <dgm:txLinClrLst/>
    <dgm:txFillClrLst/>
    <dgm:txEffectClrLst/>
  </dgm:styleLbl>
  <dgm:styleLbl name="parChTrans2D2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accent4"/>
    </dgm:linClrLst>
    <dgm:effectClrLst/>
    <dgm:txLinClrLst/>
    <dgm:txFillClrLst/>
    <dgm:txEffectClrLst/>
  </dgm:styleLbl>
  <dgm:styleLbl name="parChTrans2D4">
    <dgm:fillClrLst meth="repeat">
      <a:schemeClr val="accent4"/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4"/>
    </dgm:fillClrLst>
    <dgm:linClrLst meth="repeat">
      <a:schemeClr val="accent4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4"/>
    </dgm:fillClrLst>
    <dgm:linClrLst meth="repeat">
      <a:schemeClr val="accent4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accent4">
        <a:alpha val="4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lt1">
        <a:alpha val="90000"/>
        <a:tint val="40000"/>
      </a:schemeClr>
    </dgm:fillClrLst>
    <dgm:linClrLst meth="repeat">
      <a:schemeClr val="accent4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lt1">
        <a:alpha val="90000"/>
        <a:tint val="40000"/>
      </a:schemeClr>
    </dgm:fillClrLst>
    <dgm:linClrLst meth="repeat">
      <a:schemeClr val="accent4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lt1">
        <a:alpha val="90000"/>
        <a:tint val="40000"/>
      </a:schemeClr>
    </dgm:fillClrLst>
    <dgm:linClrLst meth="repeat">
      <a:schemeClr val="accent4"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accent4">
        <a:alpha val="90000"/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4">
        <a:tint val="40000"/>
      </a:schemeClr>
    </dgm:fillClrLst>
    <dgm:linClrLst meth="repeat">
      <a:schemeClr val="accent4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4">
        <a:shade val="8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4">
        <a:tint val="50000"/>
        <a:alpha val="40000"/>
      </a:schemeClr>
    </dgm:fillClrLst>
    <dgm:linClrLst meth="repeat">
      <a:schemeClr val="accent4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4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#1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colorful1#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colorful1#2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colorful2#1">
  <dgm:title val=""/>
  <dgm:desc val=""/>
  <dgm:catLst>
    <dgm:cat type="colorful" pri="10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>
      <a:schemeClr val="accent2"/>
      <a:schemeClr val="accent3"/>
    </dgm:fillClrLst>
    <dgm:linClrLst>
      <a:schemeClr val="accent2"/>
      <a:schemeClr val="accent3"/>
    </dgm:linClrLst>
    <dgm:effectClrLst/>
    <dgm:txLinClrLst/>
    <dgm:txFillClrLst/>
    <dgm:txEffectClrLst/>
  </dgm:styleLbl>
  <dgm:styleLbl name="lnNode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>
      <a:schemeClr val="accent2">
        <a:alpha val="50000"/>
      </a:schemeClr>
      <a:schemeClr val="accent3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>
      <a:schemeClr val="accent2">
        <a:tint val="50000"/>
      </a:schemeClr>
      <a:schemeClr val="accent3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2">
        <a:tint val="50000"/>
      </a:schemeClr>
      <a:schemeClr val="accent3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f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>
      <a:schemeClr val="accent2"/>
      <a:schemeClr val="accent3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/>
    <dgm:linClrLst>
      <a:schemeClr val="accent2"/>
      <a:schemeClr val="accent3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2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1">
    <dgm:fillClrLst meth="repeat">
      <a:schemeClr val="accent3"/>
    </dgm:fillClrLst>
    <dgm:linClrLst meth="repeat">
      <a:schemeClr val="lt1">
        <a:shade val="80000"/>
      </a:schemeClr>
    </dgm:linClrLst>
    <dgm:effectClrLst/>
    <dgm:txLinClrLst/>
    <dgm:txFillClrLst/>
    <dgm:txEffectClrLst/>
  </dgm:styleLbl>
  <dgm:styleLbl name="asst2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2">
        <a:tint val="9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2">
        <a:tint val="7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2">
        <a:tint val="50000"/>
      </a:schemeClr>
    </dgm:fillClrLst>
    <dgm:linClrLst meth="repeat">
      <a:schemeClr val="accent5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2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>
      <a:schemeClr val="accent2"/>
      <a:schemeClr val="accent3"/>
    </dgm:linClrLst>
    <dgm:effectClrLst/>
    <dgm:txLinClrLst/>
    <dgm:txFillClrLst meth="repeat">
      <a:schemeClr val="dk1"/>
    </dgm:txFillClrLst>
    <dgm:txEffectClrLst/>
  </dgm:styleLbl>
  <dgm:styleLbl name="f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>
      <a:schemeClr val="accent2">
        <a:tint val="40000"/>
        <a:alpha val="90000"/>
      </a:schemeClr>
      <a:schemeClr val="accent3">
        <a:tint val="40000"/>
        <a:alpha val="90000"/>
      </a:schemeClr>
    </dgm:fillClrLst>
    <dgm:linClrLst>
      <a:schemeClr val="accent2">
        <a:tint val="40000"/>
        <a:alpha val="90000"/>
      </a:schemeClr>
      <a:schemeClr val="accent3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5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2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6.xml><?xml version="1.0" encoding="utf-8"?>
<dgm:colorsDef xmlns:dgm="http://schemas.openxmlformats.org/drawingml/2006/diagram" xmlns:a="http://schemas.openxmlformats.org/drawingml/2006/main" uniqueId="urn:microsoft.com/office/officeart/2018/5/colors/Iconchunking_neutralicon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bg1"/>
    </dgm:fillClrLst>
    <dgm:linClrLst meth="repeat">
      <a:schemeClr val="lt1">
        <a:alpha val="0"/>
      </a:schemeClr>
    </dgm:linClrLst>
    <dgm:effectClrLst/>
    <dgm:txLinClrLst/>
    <dgm:txFillClrLst meth="repeat">
      <a:schemeClr val="dk1"/>
    </dgm:txFillClrLst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7810C4D6-5604-4620-918F-4E3673B1AA1F}" type="doc">
      <dgm:prSet loTypeId="urn:microsoft.com/office/officeart/2005/8/layout/cycle1" loCatId="cycle" qsTypeId="urn:microsoft.com/office/officeart/2005/8/quickstyle/simple1#1" qsCatId="simple" csTypeId="urn:microsoft.com/office/officeart/2005/8/colors/accent4_1#1" csCatId="accent4" phldr="1"/>
      <dgm:spPr/>
      <dgm:t>
        <a:bodyPr/>
        <a:lstStyle/>
        <a:p>
          <a:endParaRPr lang="en-US"/>
        </a:p>
      </dgm:t>
    </dgm:pt>
    <dgm:pt modelId="{C844E047-5755-45E0-8F3A-9AF9266CE25D}">
      <dgm:prSet custT="1"/>
      <dgm:spPr/>
      <dgm:t>
        <a:bodyPr/>
        <a:lstStyle/>
        <a:p>
          <a:r>
            <a:rPr lang="fr-CA" sz="1200" b="1" dirty="0">
              <a:solidFill>
                <a:schemeClr val="accent4">
                  <a:lumMod val="75000"/>
                </a:schemeClr>
              </a:solidFill>
            </a:rPr>
            <a:t>1.</a:t>
          </a:r>
          <a:r>
            <a:rPr lang="en-US" sz="1200" b="1" dirty="0">
              <a:solidFill>
                <a:schemeClr val="accent4">
                  <a:lumMod val="75000"/>
                </a:schemeClr>
              </a:solidFill>
            </a:rPr>
            <a:t> T</a:t>
          </a:r>
          <a:r>
            <a:rPr lang="en-US" sz="1200" dirty="0">
              <a:solidFill>
                <a:schemeClr val="accent4">
                  <a:lumMod val="75000"/>
                </a:schemeClr>
              </a:solidFill>
            </a:rPr>
            <a:t>hink</a:t>
          </a:r>
          <a:r>
            <a:rPr lang="fr-CA" sz="1200" b="1" dirty="0">
              <a:solidFill>
                <a:schemeClr val="accent4">
                  <a:lumMod val="75000"/>
                </a:schemeClr>
              </a:solidFill>
            </a:rPr>
            <a:t>💡</a:t>
          </a:r>
          <a:br>
            <a:rPr lang="en-US" sz="1200" dirty="0">
              <a:solidFill>
                <a:schemeClr val="accent4">
                  <a:lumMod val="75000"/>
                </a:schemeClr>
              </a:solidFill>
            </a:rPr>
          </a:br>
          <a:r>
            <a:rPr lang="en-US" sz="1200" dirty="0">
              <a:solidFill>
                <a:schemeClr val="accent4">
                  <a:lumMod val="75000"/>
                </a:schemeClr>
              </a:solidFill>
            </a:rPr>
            <a:t>(</a:t>
          </a:r>
          <a:r>
            <a:rPr lang="fr-CA" sz="1200" noProof="0" dirty="0">
              <a:solidFill>
                <a:schemeClr val="accent4">
                  <a:lumMod val="75000"/>
                </a:schemeClr>
              </a:solidFill>
            </a:rPr>
            <a:t>définir</a:t>
          </a:r>
          <a:r>
            <a:rPr lang="en-US" sz="1200" dirty="0">
              <a:solidFill>
                <a:schemeClr val="accent4">
                  <a:lumMod val="75000"/>
                </a:schemeClr>
              </a:solidFill>
            </a:rPr>
            <a:t>)</a:t>
          </a:r>
        </a:p>
      </dgm:t>
    </dgm:pt>
    <dgm:pt modelId="{5856B200-8178-4F90-BCDD-B4B8369E5438}" type="parTrans" cxnId="{B0CC94A3-902B-4B4D-806F-67D956DEB338}">
      <dgm:prSet/>
      <dgm:spPr/>
      <dgm:t>
        <a:bodyPr/>
        <a:lstStyle/>
        <a:p>
          <a:endParaRPr lang="en-US" sz="1200">
            <a:solidFill>
              <a:schemeClr val="accent4">
                <a:lumMod val="75000"/>
              </a:schemeClr>
            </a:solidFill>
          </a:endParaRPr>
        </a:p>
      </dgm:t>
    </dgm:pt>
    <dgm:pt modelId="{8477D283-474D-4C0E-A5BE-1BBFD7F24649}" type="sibTrans" cxnId="{B0CC94A3-902B-4B4D-806F-67D956DEB338}">
      <dgm:prSet/>
      <dgm:spPr/>
      <dgm:t>
        <a:bodyPr/>
        <a:lstStyle/>
        <a:p>
          <a:endParaRPr lang="en-US" sz="1200">
            <a:solidFill>
              <a:schemeClr val="accent4">
                <a:lumMod val="75000"/>
              </a:schemeClr>
            </a:solidFill>
          </a:endParaRPr>
        </a:p>
      </dgm:t>
    </dgm:pt>
    <dgm:pt modelId="{35AE7748-4625-429E-82FF-40CF35807A18}">
      <dgm:prSet custT="1"/>
      <dgm:spPr/>
      <dgm:t>
        <a:bodyPr/>
        <a:lstStyle/>
        <a:p>
          <a:r>
            <a:rPr lang="fr-CA" sz="1200" b="1" dirty="0">
              <a:solidFill>
                <a:schemeClr val="accent4">
                  <a:lumMod val="75000"/>
                </a:schemeClr>
              </a:solidFill>
            </a:rPr>
            <a:t>2. </a:t>
          </a:r>
          <a:r>
            <a:rPr lang="en-US" sz="1200" b="1" dirty="0">
              <a:solidFill>
                <a:schemeClr val="accent4">
                  <a:lumMod val="75000"/>
                </a:schemeClr>
              </a:solidFill>
            </a:rPr>
            <a:t>O</a:t>
          </a:r>
          <a:r>
            <a:rPr lang="en-US" sz="1200" dirty="0">
              <a:solidFill>
                <a:schemeClr val="accent4">
                  <a:lumMod val="75000"/>
                </a:schemeClr>
              </a:solidFill>
            </a:rPr>
            <a:t>rganize</a:t>
          </a:r>
          <a:r>
            <a:rPr lang="fr-CA" sz="1200" b="1" dirty="0">
              <a:solidFill>
                <a:schemeClr val="accent4">
                  <a:lumMod val="75000"/>
                </a:schemeClr>
              </a:solidFill>
            </a:rPr>
            <a:t>🗃️</a:t>
          </a:r>
          <a:br>
            <a:rPr lang="en-US" sz="1200" dirty="0">
              <a:solidFill>
                <a:schemeClr val="accent4">
                  <a:lumMod val="75000"/>
                </a:schemeClr>
              </a:solidFill>
            </a:rPr>
          </a:br>
          <a:r>
            <a:rPr lang="en-US" sz="1200" dirty="0">
              <a:solidFill>
                <a:schemeClr val="accent4">
                  <a:lumMod val="75000"/>
                </a:schemeClr>
              </a:solidFill>
            </a:rPr>
            <a:t>(</a:t>
          </a:r>
          <a:r>
            <a:rPr lang="fr-CA" sz="1200" noProof="0" dirty="0">
              <a:solidFill>
                <a:schemeClr val="accent4">
                  <a:lumMod val="75000"/>
                </a:schemeClr>
              </a:solidFill>
            </a:rPr>
            <a:t>planifier</a:t>
          </a:r>
          <a:r>
            <a:rPr lang="en-US" sz="1200" dirty="0">
              <a:solidFill>
                <a:schemeClr val="accent4">
                  <a:lumMod val="75000"/>
                </a:schemeClr>
              </a:solidFill>
            </a:rPr>
            <a:t>)</a:t>
          </a:r>
        </a:p>
      </dgm:t>
    </dgm:pt>
    <dgm:pt modelId="{95FDDF31-013A-467C-929E-E81347705ABC}" type="parTrans" cxnId="{05F9687A-DC1D-4AF3-9864-9C2681471910}">
      <dgm:prSet/>
      <dgm:spPr/>
      <dgm:t>
        <a:bodyPr/>
        <a:lstStyle/>
        <a:p>
          <a:endParaRPr lang="en-US" sz="1200">
            <a:solidFill>
              <a:schemeClr val="accent4">
                <a:lumMod val="75000"/>
              </a:schemeClr>
            </a:solidFill>
          </a:endParaRPr>
        </a:p>
      </dgm:t>
    </dgm:pt>
    <dgm:pt modelId="{4B369D7B-EFEC-4FAA-8A82-25BF84A1029D}" type="sibTrans" cxnId="{05F9687A-DC1D-4AF3-9864-9C2681471910}">
      <dgm:prSet/>
      <dgm:spPr/>
      <dgm:t>
        <a:bodyPr/>
        <a:lstStyle/>
        <a:p>
          <a:endParaRPr lang="en-US" sz="1200">
            <a:solidFill>
              <a:schemeClr val="accent4">
                <a:lumMod val="75000"/>
              </a:schemeClr>
            </a:solidFill>
          </a:endParaRPr>
        </a:p>
      </dgm:t>
    </dgm:pt>
    <dgm:pt modelId="{6479B1DA-7BFD-4068-8359-D50D1AC21566}">
      <dgm:prSet custT="1"/>
      <dgm:spPr/>
      <dgm:t>
        <a:bodyPr/>
        <a:lstStyle/>
        <a:p>
          <a:r>
            <a:rPr lang="fr-CA" sz="1200" b="1" dirty="0">
              <a:solidFill>
                <a:schemeClr val="accent4">
                  <a:lumMod val="75000"/>
                </a:schemeClr>
              </a:solidFill>
            </a:rPr>
            <a:t>3. </a:t>
          </a:r>
          <a:r>
            <a:rPr lang="en-US" sz="1200" b="1" dirty="0">
              <a:solidFill>
                <a:schemeClr val="accent4">
                  <a:lumMod val="75000"/>
                </a:schemeClr>
              </a:solidFill>
            </a:rPr>
            <a:t>T</a:t>
          </a:r>
          <a:r>
            <a:rPr lang="en-US" sz="1200" dirty="0">
              <a:solidFill>
                <a:schemeClr val="accent4">
                  <a:lumMod val="75000"/>
                </a:schemeClr>
              </a:solidFill>
            </a:rPr>
            <a:t>ransform</a:t>
          </a:r>
          <a:r>
            <a:rPr lang="fr-CA" sz="1200" dirty="0">
              <a:solidFill>
                <a:schemeClr val="accent4">
                  <a:lumMod val="75000"/>
                </a:schemeClr>
              </a:solidFill>
            </a:rPr>
            <a:t>🪄</a:t>
          </a:r>
          <a:br>
            <a:rPr lang="en-US" sz="1200" dirty="0">
              <a:solidFill>
                <a:schemeClr val="accent4">
                  <a:lumMod val="75000"/>
                </a:schemeClr>
              </a:solidFill>
            </a:rPr>
          </a:br>
          <a:r>
            <a:rPr lang="en-US" sz="1200" dirty="0">
              <a:solidFill>
                <a:schemeClr val="accent4">
                  <a:lumMod val="75000"/>
                </a:schemeClr>
              </a:solidFill>
            </a:rPr>
            <a:t>(</a:t>
          </a:r>
          <a:r>
            <a:rPr lang="fr-CA" sz="1200" noProof="0" dirty="0">
              <a:solidFill>
                <a:schemeClr val="accent4">
                  <a:lumMod val="75000"/>
                </a:schemeClr>
              </a:solidFill>
            </a:rPr>
            <a:t>implémenter</a:t>
          </a:r>
          <a:r>
            <a:rPr lang="en-US" sz="1200" dirty="0">
              <a:solidFill>
                <a:schemeClr val="accent4">
                  <a:lumMod val="75000"/>
                </a:schemeClr>
              </a:solidFill>
            </a:rPr>
            <a:t>)</a:t>
          </a:r>
        </a:p>
      </dgm:t>
    </dgm:pt>
    <dgm:pt modelId="{50D2C442-1524-4225-9BFB-B15D8A748D75}" type="parTrans" cxnId="{8B1E72C0-0235-4BE7-941A-D3DCB962B3BF}">
      <dgm:prSet/>
      <dgm:spPr/>
      <dgm:t>
        <a:bodyPr/>
        <a:lstStyle/>
        <a:p>
          <a:endParaRPr lang="en-US" sz="1200">
            <a:solidFill>
              <a:schemeClr val="accent4">
                <a:lumMod val="75000"/>
              </a:schemeClr>
            </a:solidFill>
          </a:endParaRPr>
        </a:p>
      </dgm:t>
    </dgm:pt>
    <dgm:pt modelId="{49DAB644-6448-467E-9C66-742B6432A884}" type="sibTrans" cxnId="{8B1E72C0-0235-4BE7-941A-D3DCB962B3BF}">
      <dgm:prSet/>
      <dgm:spPr/>
      <dgm:t>
        <a:bodyPr/>
        <a:lstStyle/>
        <a:p>
          <a:endParaRPr lang="en-US" sz="1200">
            <a:solidFill>
              <a:schemeClr val="accent4">
                <a:lumMod val="75000"/>
              </a:schemeClr>
            </a:solidFill>
          </a:endParaRPr>
        </a:p>
      </dgm:t>
    </dgm:pt>
    <dgm:pt modelId="{25B91188-9CCF-4D2C-B730-28708CA0A529}">
      <dgm:prSet custT="1"/>
      <dgm:spPr/>
      <dgm:t>
        <a:bodyPr/>
        <a:lstStyle/>
        <a:p>
          <a:r>
            <a:rPr lang="fr-CA" sz="1200" b="1" dirty="0">
              <a:solidFill>
                <a:schemeClr val="accent4">
                  <a:lumMod val="75000"/>
                </a:schemeClr>
              </a:solidFill>
            </a:rPr>
            <a:t>4.</a:t>
          </a:r>
          <a:r>
            <a:rPr lang="en-US" sz="1200" b="1" dirty="0">
              <a:solidFill>
                <a:schemeClr val="accent4">
                  <a:lumMod val="75000"/>
                </a:schemeClr>
              </a:solidFill>
            </a:rPr>
            <a:t> A</a:t>
          </a:r>
          <a:r>
            <a:rPr lang="en-US" sz="1200" dirty="0">
              <a:solidFill>
                <a:schemeClr val="accent4">
                  <a:lumMod val="75000"/>
                </a:schemeClr>
              </a:solidFill>
            </a:rPr>
            <a:t>ccomplish</a:t>
          </a:r>
          <a:r>
            <a:rPr lang="fr-CA" sz="1200" b="1" dirty="0">
              <a:solidFill>
                <a:schemeClr val="accent4">
                  <a:lumMod val="75000"/>
                </a:schemeClr>
              </a:solidFill>
            </a:rPr>
            <a:t>✔️</a:t>
          </a:r>
          <a:br>
            <a:rPr lang="en-US" sz="1200" dirty="0">
              <a:solidFill>
                <a:schemeClr val="accent4">
                  <a:lumMod val="75000"/>
                </a:schemeClr>
              </a:solidFill>
            </a:rPr>
          </a:br>
          <a:r>
            <a:rPr lang="fr-CA" sz="1200" noProof="0" dirty="0">
              <a:solidFill>
                <a:schemeClr val="accent4">
                  <a:lumMod val="75000"/>
                </a:schemeClr>
              </a:solidFill>
            </a:rPr>
            <a:t>(diffuser, veiller &amp; mesurer)</a:t>
          </a:r>
          <a:endParaRPr lang="en-US" sz="1200" dirty="0">
            <a:solidFill>
              <a:schemeClr val="accent4">
                <a:lumMod val="75000"/>
              </a:schemeClr>
            </a:solidFill>
          </a:endParaRPr>
        </a:p>
      </dgm:t>
    </dgm:pt>
    <dgm:pt modelId="{C3F979C6-DF9B-4DF7-939F-78ADA408519A}" type="parTrans" cxnId="{F1C139E1-2A3C-45BE-8473-2276EC54D82E}">
      <dgm:prSet/>
      <dgm:spPr/>
      <dgm:t>
        <a:bodyPr/>
        <a:lstStyle/>
        <a:p>
          <a:endParaRPr lang="en-US" sz="1200">
            <a:solidFill>
              <a:schemeClr val="accent4">
                <a:lumMod val="75000"/>
              </a:schemeClr>
            </a:solidFill>
          </a:endParaRPr>
        </a:p>
      </dgm:t>
    </dgm:pt>
    <dgm:pt modelId="{DE1F4244-53A8-4289-B65C-44239894CC50}" type="sibTrans" cxnId="{F1C139E1-2A3C-45BE-8473-2276EC54D82E}">
      <dgm:prSet/>
      <dgm:spPr/>
      <dgm:t>
        <a:bodyPr/>
        <a:lstStyle/>
        <a:p>
          <a:endParaRPr lang="en-US" sz="1200">
            <a:solidFill>
              <a:schemeClr val="accent4">
                <a:lumMod val="75000"/>
              </a:schemeClr>
            </a:solidFill>
          </a:endParaRPr>
        </a:p>
      </dgm:t>
    </dgm:pt>
    <dgm:pt modelId="{F4F3C24A-9D77-4731-AFD1-7E79EA8458C1}">
      <dgm:prSet custT="1"/>
      <dgm:spPr/>
      <dgm:t>
        <a:bodyPr/>
        <a:lstStyle/>
        <a:p>
          <a:r>
            <a:rPr lang="fr-CA" sz="1200" b="1" dirty="0">
              <a:solidFill>
                <a:schemeClr val="accent4">
                  <a:lumMod val="75000"/>
                </a:schemeClr>
              </a:solidFill>
            </a:rPr>
            <a:t>5. L</a:t>
          </a:r>
          <a:r>
            <a:rPr lang="fr-CA" sz="1200" dirty="0">
              <a:solidFill>
                <a:schemeClr val="accent4">
                  <a:lumMod val="75000"/>
                </a:schemeClr>
              </a:solidFill>
            </a:rPr>
            <a:t>earn</a:t>
          </a:r>
          <a:r>
            <a:rPr lang="fr-CA" sz="1200" b="1" dirty="0">
              <a:solidFill>
                <a:schemeClr val="accent4">
                  <a:lumMod val="75000"/>
                </a:schemeClr>
              </a:solidFill>
            </a:rPr>
            <a:t>🎓</a:t>
          </a:r>
          <a:br>
            <a:rPr lang="fr-CA" sz="1200" dirty="0">
              <a:solidFill>
                <a:schemeClr val="accent4">
                  <a:lumMod val="75000"/>
                </a:schemeClr>
              </a:solidFill>
            </a:rPr>
          </a:br>
          <a:r>
            <a:rPr lang="fr-CA" sz="1200" dirty="0">
              <a:solidFill>
                <a:schemeClr val="accent4">
                  <a:lumMod val="75000"/>
                </a:schemeClr>
              </a:solidFill>
            </a:rPr>
            <a:t>(boucle d’analyse)</a:t>
          </a:r>
        </a:p>
      </dgm:t>
    </dgm:pt>
    <dgm:pt modelId="{8A63D19E-C87B-4193-A315-AB3643394D18}" type="parTrans" cxnId="{A3995D98-4247-44D9-AEEA-5D43752C839F}">
      <dgm:prSet/>
      <dgm:spPr/>
      <dgm:t>
        <a:bodyPr/>
        <a:lstStyle/>
        <a:p>
          <a:endParaRPr lang="fr-CA" sz="1200">
            <a:solidFill>
              <a:schemeClr val="accent4">
                <a:lumMod val="75000"/>
              </a:schemeClr>
            </a:solidFill>
          </a:endParaRPr>
        </a:p>
      </dgm:t>
    </dgm:pt>
    <dgm:pt modelId="{BFBEF8E3-B3AE-44FA-A5EB-9EA74BDE6DE0}" type="sibTrans" cxnId="{A3995D98-4247-44D9-AEEA-5D43752C839F}">
      <dgm:prSet/>
      <dgm:spPr/>
      <dgm:t>
        <a:bodyPr/>
        <a:lstStyle/>
        <a:p>
          <a:endParaRPr lang="fr-CA" sz="1200">
            <a:solidFill>
              <a:schemeClr val="accent4">
                <a:lumMod val="75000"/>
              </a:schemeClr>
            </a:solidFill>
          </a:endParaRPr>
        </a:p>
      </dgm:t>
    </dgm:pt>
    <dgm:pt modelId="{1D053CF1-53D8-41BC-9417-904CB15BEC7B}" type="pres">
      <dgm:prSet presAssocID="{7810C4D6-5604-4620-918F-4E3673B1AA1F}" presName="cycle" presStyleCnt="0">
        <dgm:presLayoutVars>
          <dgm:dir/>
          <dgm:resizeHandles val="exact"/>
        </dgm:presLayoutVars>
      </dgm:prSet>
      <dgm:spPr/>
    </dgm:pt>
    <dgm:pt modelId="{EFE767E5-8818-470B-A992-F85C21EC475F}" type="pres">
      <dgm:prSet presAssocID="{C844E047-5755-45E0-8F3A-9AF9266CE25D}" presName="dummy" presStyleCnt="0"/>
      <dgm:spPr/>
    </dgm:pt>
    <dgm:pt modelId="{71E786AE-20F8-41A3-B40C-7B4CE095A286}" type="pres">
      <dgm:prSet presAssocID="{C844E047-5755-45E0-8F3A-9AF9266CE25D}" presName="node" presStyleLbl="revTx" presStyleIdx="0" presStyleCnt="5" custScaleX="173333" custScaleY="42676">
        <dgm:presLayoutVars>
          <dgm:bulletEnabled val="1"/>
        </dgm:presLayoutVars>
      </dgm:prSet>
      <dgm:spPr/>
    </dgm:pt>
    <dgm:pt modelId="{7E9FEE85-266A-49F4-B062-F02AE2A2AE13}" type="pres">
      <dgm:prSet presAssocID="{8477D283-474D-4C0E-A5BE-1BBFD7F24649}" presName="sibTrans" presStyleLbl="node1" presStyleIdx="0" presStyleCnt="5"/>
      <dgm:spPr/>
    </dgm:pt>
    <dgm:pt modelId="{1A717104-069D-42B0-8C42-AC517C5E1D56}" type="pres">
      <dgm:prSet presAssocID="{35AE7748-4625-429E-82FF-40CF35807A18}" presName="dummy" presStyleCnt="0"/>
      <dgm:spPr/>
    </dgm:pt>
    <dgm:pt modelId="{379D036C-FE3B-44EF-B84C-6A9B2F69C0DB}" type="pres">
      <dgm:prSet presAssocID="{35AE7748-4625-429E-82FF-40CF35807A18}" presName="node" presStyleLbl="revTx" presStyleIdx="1" presStyleCnt="5" custScaleX="151581" custScaleY="59941">
        <dgm:presLayoutVars>
          <dgm:bulletEnabled val="1"/>
        </dgm:presLayoutVars>
      </dgm:prSet>
      <dgm:spPr/>
    </dgm:pt>
    <dgm:pt modelId="{B748C918-2882-4B71-BDC3-6EF8BDC01F94}" type="pres">
      <dgm:prSet presAssocID="{4B369D7B-EFEC-4FAA-8A82-25BF84A1029D}" presName="sibTrans" presStyleLbl="node1" presStyleIdx="1" presStyleCnt="5"/>
      <dgm:spPr/>
    </dgm:pt>
    <dgm:pt modelId="{4351B5E4-A670-4631-B25B-9FAA16BFD7AF}" type="pres">
      <dgm:prSet presAssocID="{6479B1DA-7BFD-4068-8359-D50D1AC21566}" presName="dummy" presStyleCnt="0"/>
      <dgm:spPr/>
    </dgm:pt>
    <dgm:pt modelId="{375880C4-350B-40AC-9A6A-BE2F9E6B3517}" type="pres">
      <dgm:prSet presAssocID="{6479B1DA-7BFD-4068-8359-D50D1AC21566}" presName="node" presStyleLbl="revTx" presStyleIdx="2" presStyleCnt="5" custScaleX="193547" custScaleY="70011">
        <dgm:presLayoutVars>
          <dgm:bulletEnabled val="1"/>
        </dgm:presLayoutVars>
      </dgm:prSet>
      <dgm:spPr/>
    </dgm:pt>
    <dgm:pt modelId="{F10DDA8A-2F67-4200-A0EE-2E1139F74A53}" type="pres">
      <dgm:prSet presAssocID="{49DAB644-6448-467E-9C66-742B6432A884}" presName="sibTrans" presStyleLbl="node1" presStyleIdx="2" presStyleCnt="5"/>
      <dgm:spPr/>
    </dgm:pt>
    <dgm:pt modelId="{F07752FF-645C-4AD3-B61F-D4F55BD7CEA1}" type="pres">
      <dgm:prSet presAssocID="{25B91188-9CCF-4D2C-B730-28708CA0A529}" presName="dummy" presStyleCnt="0"/>
      <dgm:spPr/>
    </dgm:pt>
    <dgm:pt modelId="{201DA5C7-19A5-4330-964E-44A6D69716D2}" type="pres">
      <dgm:prSet presAssocID="{25B91188-9CCF-4D2C-B730-28708CA0A529}" presName="node" presStyleLbl="revTx" presStyleIdx="3" presStyleCnt="5" custScaleX="199202" custScaleY="51612">
        <dgm:presLayoutVars>
          <dgm:bulletEnabled val="1"/>
        </dgm:presLayoutVars>
      </dgm:prSet>
      <dgm:spPr/>
    </dgm:pt>
    <dgm:pt modelId="{424CE3CE-F522-4B86-B10E-F3CED5782F2E}" type="pres">
      <dgm:prSet presAssocID="{DE1F4244-53A8-4289-B65C-44239894CC50}" presName="sibTrans" presStyleLbl="node1" presStyleIdx="3" presStyleCnt="5"/>
      <dgm:spPr/>
    </dgm:pt>
    <dgm:pt modelId="{CE3E3CA8-A29D-4F19-BB4C-30640F30692F}" type="pres">
      <dgm:prSet presAssocID="{F4F3C24A-9D77-4731-AFD1-7E79EA8458C1}" presName="dummy" presStyleCnt="0"/>
      <dgm:spPr/>
    </dgm:pt>
    <dgm:pt modelId="{D2B23B57-A495-4254-9705-466B6FFC4630}" type="pres">
      <dgm:prSet presAssocID="{F4F3C24A-9D77-4731-AFD1-7E79EA8458C1}" presName="node" presStyleLbl="revTx" presStyleIdx="4" presStyleCnt="5" custScaleX="186384" custScaleY="47674">
        <dgm:presLayoutVars>
          <dgm:bulletEnabled val="1"/>
        </dgm:presLayoutVars>
      </dgm:prSet>
      <dgm:spPr/>
    </dgm:pt>
    <dgm:pt modelId="{4A191386-BA10-47EF-B3AD-0E3B7B57052F}" type="pres">
      <dgm:prSet presAssocID="{BFBEF8E3-B3AE-44FA-A5EB-9EA74BDE6DE0}" presName="sibTrans" presStyleLbl="node1" presStyleIdx="4" presStyleCnt="5"/>
      <dgm:spPr/>
    </dgm:pt>
  </dgm:ptLst>
  <dgm:cxnLst>
    <dgm:cxn modelId="{30240E1D-4DBB-412B-8E23-38622A4E7E21}" type="presOf" srcId="{25B91188-9CCF-4D2C-B730-28708CA0A529}" destId="{201DA5C7-19A5-4330-964E-44A6D69716D2}" srcOrd="0" destOrd="0" presId="urn:microsoft.com/office/officeart/2005/8/layout/cycle1"/>
    <dgm:cxn modelId="{60802F21-7DE1-428D-8BFB-B830F07AF473}" type="presOf" srcId="{49DAB644-6448-467E-9C66-742B6432A884}" destId="{F10DDA8A-2F67-4200-A0EE-2E1139F74A53}" srcOrd="0" destOrd="0" presId="urn:microsoft.com/office/officeart/2005/8/layout/cycle1"/>
    <dgm:cxn modelId="{9C3CD048-2301-4DF4-89E0-631EC008C087}" type="presOf" srcId="{F4F3C24A-9D77-4731-AFD1-7E79EA8458C1}" destId="{D2B23B57-A495-4254-9705-466B6FFC4630}" srcOrd="0" destOrd="0" presId="urn:microsoft.com/office/officeart/2005/8/layout/cycle1"/>
    <dgm:cxn modelId="{BFB2414F-68A4-415E-A555-3CE6B23A94DC}" type="presOf" srcId="{7810C4D6-5604-4620-918F-4E3673B1AA1F}" destId="{1D053CF1-53D8-41BC-9417-904CB15BEC7B}" srcOrd="0" destOrd="0" presId="urn:microsoft.com/office/officeart/2005/8/layout/cycle1"/>
    <dgm:cxn modelId="{05F9687A-DC1D-4AF3-9864-9C2681471910}" srcId="{7810C4D6-5604-4620-918F-4E3673B1AA1F}" destId="{35AE7748-4625-429E-82FF-40CF35807A18}" srcOrd="1" destOrd="0" parTransId="{95FDDF31-013A-467C-929E-E81347705ABC}" sibTransId="{4B369D7B-EFEC-4FAA-8A82-25BF84A1029D}"/>
    <dgm:cxn modelId="{CCA0E995-92E5-48EC-90C9-F5F25A2A6F27}" type="presOf" srcId="{4B369D7B-EFEC-4FAA-8A82-25BF84A1029D}" destId="{B748C918-2882-4B71-BDC3-6EF8BDC01F94}" srcOrd="0" destOrd="0" presId="urn:microsoft.com/office/officeart/2005/8/layout/cycle1"/>
    <dgm:cxn modelId="{A3995D98-4247-44D9-AEEA-5D43752C839F}" srcId="{7810C4D6-5604-4620-918F-4E3673B1AA1F}" destId="{F4F3C24A-9D77-4731-AFD1-7E79EA8458C1}" srcOrd="4" destOrd="0" parTransId="{8A63D19E-C87B-4193-A315-AB3643394D18}" sibTransId="{BFBEF8E3-B3AE-44FA-A5EB-9EA74BDE6DE0}"/>
    <dgm:cxn modelId="{6220859B-F440-4368-B99A-0BACE3FB8A64}" type="presOf" srcId="{C844E047-5755-45E0-8F3A-9AF9266CE25D}" destId="{71E786AE-20F8-41A3-B40C-7B4CE095A286}" srcOrd="0" destOrd="0" presId="urn:microsoft.com/office/officeart/2005/8/layout/cycle1"/>
    <dgm:cxn modelId="{821DAC9B-3BE0-490E-A701-F537A1BF0E36}" type="presOf" srcId="{6479B1DA-7BFD-4068-8359-D50D1AC21566}" destId="{375880C4-350B-40AC-9A6A-BE2F9E6B3517}" srcOrd="0" destOrd="0" presId="urn:microsoft.com/office/officeart/2005/8/layout/cycle1"/>
    <dgm:cxn modelId="{B0CC94A3-902B-4B4D-806F-67D956DEB338}" srcId="{7810C4D6-5604-4620-918F-4E3673B1AA1F}" destId="{C844E047-5755-45E0-8F3A-9AF9266CE25D}" srcOrd="0" destOrd="0" parTransId="{5856B200-8178-4F90-BCDD-B4B8369E5438}" sibTransId="{8477D283-474D-4C0E-A5BE-1BBFD7F24649}"/>
    <dgm:cxn modelId="{319EEAA3-ABE0-4A71-95F8-241E5DC3FFE0}" type="presOf" srcId="{35AE7748-4625-429E-82FF-40CF35807A18}" destId="{379D036C-FE3B-44EF-B84C-6A9B2F69C0DB}" srcOrd="0" destOrd="0" presId="urn:microsoft.com/office/officeart/2005/8/layout/cycle1"/>
    <dgm:cxn modelId="{8B1E72C0-0235-4BE7-941A-D3DCB962B3BF}" srcId="{7810C4D6-5604-4620-918F-4E3673B1AA1F}" destId="{6479B1DA-7BFD-4068-8359-D50D1AC21566}" srcOrd="2" destOrd="0" parTransId="{50D2C442-1524-4225-9BFB-B15D8A748D75}" sibTransId="{49DAB644-6448-467E-9C66-742B6432A884}"/>
    <dgm:cxn modelId="{52ED23D4-428B-47E7-AD0A-6FBEDC840B44}" type="presOf" srcId="{DE1F4244-53A8-4289-B65C-44239894CC50}" destId="{424CE3CE-F522-4B86-B10E-F3CED5782F2E}" srcOrd="0" destOrd="0" presId="urn:microsoft.com/office/officeart/2005/8/layout/cycle1"/>
    <dgm:cxn modelId="{F1C139E1-2A3C-45BE-8473-2276EC54D82E}" srcId="{7810C4D6-5604-4620-918F-4E3673B1AA1F}" destId="{25B91188-9CCF-4D2C-B730-28708CA0A529}" srcOrd="3" destOrd="0" parTransId="{C3F979C6-DF9B-4DF7-939F-78ADA408519A}" sibTransId="{DE1F4244-53A8-4289-B65C-44239894CC50}"/>
    <dgm:cxn modelId="{F4BD19F2-01FF-44AA-B150-4AAD2FDE4D40}" type="presOf" srcId="{BFBEF8E3-B3AE-44FA-A5EB-9EA74BDE6DE0}" destId="{4A191386-BA10-47EF-B3AD-0E3B7B57052F}" srcOrd="0" destOrd="0" presId="urn:microsoft.com/office/officeart/2005/8/layout/cycle1"/>
    <dgm:cxn modelId="{EA9F9DFA-15F2-4ADD-A0D7-4E4ADA6D382A}" type="presOf" srcId="{8477D283-474D-4C0E-A5BE-1BBFD7F24649}" destId="{7E9FEE85-266A-49F4-B062-F02AE2A2AE13}" srcOrd="0" destOrd="0" presId="urn:microsoft.com/office/officeart/2005/8/layout/cycle1"/>
    <dgm:cxn modelId="{A5A1611A-3DD0-49E4-A2DC-1E3D8A132F62}" type="presParOf" srcId="{1D053CF1-53D8-41BC-9417-904CB15BEC7B}" destId="{EFE767E5-8818-470B-A992-F85C21EC475F}" srcOrd="0" destOrd="0" presId="urn:microsoft.com/office/officeart/2005/8/layout/cycle1"/>
    <dgm:cxn modelId="{E50DABAE-C048-44DF-BF51-703EA9464896}" type="presParOf" srcId="{1D053CF1-53D8-41BC-9417-904CB15BEC7B}" destId="{71E786AE-20F8-41A3-B40C-7B4CE095A286}" srcOrd="1" destOrd="0" presId="urn:microsoft.com/office/officeart/2005/8/layout/cycle1"/>
    <dgm:cxn modelId="{A55E5C92-9F64-4AC7-A60E-F314301CFCCB}" type="presParOf" srcId="{1D053CF1-53D8-41BC-9417-904CB15BEC7B}" destId="{7E9FEE85-266A-49F4-B062-F02AE2A2AE13}" srcOrd="2" destOrd="0" presId="urn:microsoft.com/office/officeart/2005/8/layout/cycle1"/>
    <dgm:cxn modelId="{9479D7D6-F37C-47DB-9C0A-F998D1D28E56}" type="presParOf" srcId="{1D053CF1-53D8-41BC-9417-904CB15BEC7B}" destId="{1A717104-069D-42B0-8C42-AC517C5E1D56}" srcOrd="3" destOrd="0" presId="urn:microsoft.com/office/officeart/2005/8/layout/cycle1"/>
    <dgm:cxn modelId="{D4FB936B-7182-4DC6-917D-6EEB9F0B97E4}" type="presParOf" srcId="{1D053CF1-53D8-41BC-9417-904CB15BEC7B}" destId="{379D036C-FE3B-44EF-B84C-6A9B2F69C0DB}" srcOrd="4" destOrd="0" presId="urn:microsoft.com/office/officeart/2005/8/layout/cycle1"/>
    <dgm:cxn modelId="{9141BC02-627A-491D-93BE-D0A4DDB63EA2}" type="presParOf" srcId="{1D053CF1-53D8-41BC-9417-904CB15BEC7B}" destId="{B748C918-2882-4B71-BDC3-6EF8BDC01F94}" srcOrd="5" destOrd="0" presId="urn:microsoft.com/office/officeart/2005/8/layout/cycle1"/>
    <dgm:cxn modelId="{20E9185B-F013-4E30-8920-BB534BA6E261}" type="presParOf" srcId="{1D053CF1-53D8-41BC-9417-904CB15BEC7B}" destId="{4351B5E4-A670-4631-B25B-9FAA16BFD7AF}" srcOrd="6" destOrd="0" presId="urn:microsoft.com/office/officeart/2005/8/layout/cycle1"/>
    <dgm:cxn modelId="{F55EDC3D-66D6-4E5F-AD1F-237379B38587}" type="presParOf" srcId="{1D053CF1-53D8-41BC-9417-904CB15BEC7B}" destId="{375880C4-350B-40AC-9A6A-BE2F9E6B3517}" srcOrd="7" destOrd="0" presId="urn:microsoft.com/office/officeart/2005/8/layout/cycle1"/>
    <dgm:cxn modelId="{34EF9AFF-5137-4B06-95CA-9E30EF2D3726}" type="presParOf" srcId="{1D053CF1-53D8-41BC-9417-904CB15BEC7B}" destId="{F10DDA8A-2F67-4200-A0EE-2E1139F74A53}" srcOrd="8" destOrd="0" presId="urn:microsoft.com/office/officeart/2005/8/layout/cycle1"/>
    <dgm:cxn modelId="{448BC4B6-AF03-44C4-BC2B-B41DE25E281E}" type="presParOf" srcId="{1D053CF1-53D8-41BC-9417-904CB15BEC7B}" destId="{F07752FF-645C-4AD3-B61F-D4F55BD7CEA1}" srcOrd="9" destOrd="0" presId="urn:microsoft.com/office/officeart/2005/8/layout/cycle1"/>
    <dgm:cxn modelId="{54EAEC44-91F6-4507-9B5F-1ADDD5017CAC}" type="presParOf" srcId="{1D053CF1-53D8-41BC-9417-904CB15BEC7B}" destId="{201DA5C7-19A5-4330-964E-44A6D69716D2}" srcOrd="10" destOrd="0" presId="urn:microsoft.com/office/officeart/2005/8/layout/cycle1"/>
    <dgm:cxn modelId="{ABC8946D-CCC3-4BF2-94D4-3ABA99AE882C}" type="presParOf" srcId="{1D053CF1-53D8-41BC-9417-904CB15BEC7B}" destId="{424CE3CE-F522-4B86-B10E-F3CED5782F2E}" srcOrd="11" destOrd="0" presId="urn:microsoft.com/office/officeart/2005/8/layout/cycle1"/>
    <dgm:cxn modelId="{4A6939BE-17DD-4B58-801E-E61745C8FEF7}" type="presParOf" srcId="{1D053CF1-53D8-41BC-9417-904CB15BEC7B}" destId="{CE3E3CA8-A29D-4F19-BB4C-30640F30692F}" srcOrd="12" destOrd="0" presId="urn:microsoft.com/office/officeart/2005/8/layout/cycle1"/>
    <dgm:cxn modelId="{C0AAB423-84A4-4B73-9044-082CAB09F7D5}" type="presParOf" srcId="{1D053CF1-53D8-41BC-9417-904CB15BEC7B}" destId="{D2B23B57-A495-4254-9705-466B6FFC4630}" srcOrd="13" destOrd="0" presId="urn:microsoft.com/office/officeart/2005/8/layout/cycle1"/>
    <dgm:cxn modelId="{324292AD-E336-419D-B00D-1F96394F9434}" type="presParOf" srcId="{1D053CF1-53D8-41BC-9417-904CB15BEC7B}" destId="{4A191386-BA10-47EF-B3AD-0E3B7B57052F}" srcOrd="14" destOrd="0" presId="urn:microsoft.com/office/officeart/2005/8/layout/cycle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CEA1100A-DCC1-488C-B90F-1FCC4C679719}" type="doc">
      <dgm:prSet loTypeId="urn:microsoft.com/office/officeart/2005/8/layout/cycle6" loCatId="cycle" qsTypeId="urn:microsoft.com/office/officeart/2005/8/quickstyle/simple1#2" qsCatId="simple" csTypeId="urn:microsoft.com/office/officeart/2005/8/colors/accent1_2#1" csCatId="accent1" phldr="1"/>
      <dgm:spPr/>
      <dgm:t>
        <a:bodyPr/>
        <a:lstStyle/>
        <a:p>
          <a:endParaRPr lang="en-US"/>
        </a:p>
      </dgm:t>
    </dgm:pt>
    <dgm:pt modelId="{03F3D4B2-2A07-4F68-BC06-CF1B7F5A85FB}">
      <dgm:prSet>
        <dgm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dgm:style>
      </dgm:prSet>
      <dgm:spPr>
        <a:solidFill>
          <a:schemeClr val="accent4"/>
        </a:solidFill>
        <a:ln>
          <a:noFill/>
          <a:headEnd type="none" w="med" len="med"/>
          <a:tailEnd type="none" w="med" len="med"/>
        </a:ln>
      </dgm:spPr>
      <dgm:t>
        <a:bodyPr/>
        <a:lstStyle/>
        <a:p>
          <a:r>
            <a:rPr lang="en-US" dirty="0" err="1"/>
            <a:t>SENSe</a:t>
          </a:r>
          <a:endParaRPr lang="en-US" dirty="0"/>
        </a:p>
        <a:p>
          <a:r>
            <a:rPr lang="en-US" dirty="0" err="1"/>
            <a:t>FORGe</a:t>
          </a:r>
          <a:endParaRPr lang="en-US" dirty="0"/>
        </a:p>
        <a:p>
          <a:r>
            <a:rPr lang="en-US" dirty="0" err="1"/>
            <a:t>CARe</a:t>
          </a:r>
          <a:endParaRPr lang="en-US" dirty="0"/>
        </a:p>
      </dgm:t>
    </dgm:pt>
    <dgm:pt modelId="{C7FEA4AC-7CD8-43F2-99C4-DE655E9F4434}" type="parTrans" cxnId="{65F9795A-3EF6-43B1-B482-344E54900060}">
      <dgm:prSet/>
      <dgm:spPr/>
      <dgm:t>
        <a:bodyPr/>
        <a:lstStyle/>
        <a:p>
          <a:endParaRPr lang="en-US"/>
        </a:p>
      </dgm:t>
    </dgm:pt>
    <dgm:pt modelId="{790A531F-BD66-4729-962B-24D0AA5957EE}" type="sibTrans" cxnId="{65F9795A-3EF6-43B1-B482-344E54900060}">
      <dgm:prSet>
        <dgm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D0971DC2-FD22-447A-B6DC-8D44D7BBF353}">
      <dgm:prSet>
        <dgm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dgm:style>
      </dgm:prSet>
      <dgm:spPr>
        <a:solidFill>
          <a:schemeClr val="accent4"/>
        </a:solidFill>
        <a:ln>
          <a:noFill/>
          <a:headEnd type="none" w="med" len="med"/>
          <a:tailEnd type="none" w="med" len="med"/>
        </a:ln>
      </dgm:spPr>
      <dgm:t>
        <a:bodyPr/>
        <a:lstStyle/>
        <a:p>
          <a:r>
            <a:rPr lang="fr-CA" dirty="0"/>
            <a:t>Clarifier</a:t>
          </a:r>
        </a:p>
        <a:p>
          <a:r>
            <a:rPr lang="fr-CA" dirty="0"/>
            <a:t>Assembler</a:t>
          </a:r>
        </a:p>
        <a:p>
          <a:r>
            <a:rPr lang="fr-CA" noProof="0" dirty="0"/>
            <a:t>Veiller</a:t>
          </a:r>
          <a:endParaRPr lang="en-US" dirty="0"/>
        </a:p>
      </dgm:t>
    </dgm:pt>
    <dgm:pt modelId="{EEF6956E-F3FE-44F2-B3D1-53B06CBB8946}" type="parTrans" cxnId="{B0836D0F-AE11-428C-9802-9EC4E077DE2E}">
      <dgm:prSet/>
      <dgm:spPr/>
      <dgm:t>
        <a:bodyPr/>
        <a:lstStyle/>
        <a:p>
          <a:endParaRPr lang="en-US"/>
        </a:p>
      </dgm:t>
    </dgm:pt>
    <dgm:pt modelId="{65C8FFD7-842A-466E-B5A9-9D6825E1B9E1}" type="sibTrans" cxnId="{B0836D0F-AE11-428C-9802-9EC4E077DE2E}">
      <dgm:prSet>
        <dgm:style>
          <a:lnRef idx="3">
            <a:schemeClr val="accent4"/>
          </a:lnRef>
          <a:fillRef idx="0">
            <a:schemeClr val="accent4"/>
          </a:fillRef>
          <a:effectRef idx="2">
            <a:schemeClr val="accent4"/>
          </a:effectRef>
          <a:fontRef idx="minor">
            <a:schemeClr val="tx1"/>
          </a:fontRef>
        </dgm:style>
      </dgm:prSet>
      <dgm:spPr/>
      <dgm:t>
        <a:bodyPr/>
        <a:lstStyle/>
        <a:p>
          <a:endParaRPr lang="en-US"/>
        </a:p>
      </dgm:t>
    </dgm:pt>
    <dgm:pt modelId="{A1CB0814-2685-4359-B3BF-71568A3432A3}" type="pres">
      <dgm:prSet presAssocID="{CEA1100A-DCC1-488C-B90F-1FCC4C679719}" presName="cycle" presStyleCnt="0">
        <dgm:presLayoutVars>
          <dgm:dir/>
          <dgm:resizeHandles val="exact"/>
        </dgm:presLayoutVars>
      </dgm:prSet>
      <dgm:spPr/>
    </dgm:pt>
    <dgm:pt modelId="{9F707EA0-9B18-41DD-ADB7-65DE8A9E4350}" type="pres">
      <dgm:prSet presAssocID="{03F3D4B2-2A07-4F68-BC06-CF1B7F5A85FB}" presName="node" presStyleLbl="node1" presStyleIdx="0" presStyleCnt="2">
        <dgm:presLayoutVars>
          <dgm:bulletEnabled val="1"/>
        </dgm:presLayoutVars>
      </dgm:prSet>
      <dgm:spPr/>
    </dgm:pt>
    <dgm:pt modelId="{DB8AD858-6186-4703-A49A-8A6898600EAE}" type="pres">
      <dgm:prSet presAssocID="{03F3D4B2-2A07-4F68-BC06-CF1B7F5A85FB}" presName="spNode" presStyleCnt="0"/>
      <dgm:spPr/>
    </dgm:pt>
    <dgm:pt modelId="{DF4F1437-2308-406B-8532-30E8B443D54B}" type="pres">
      <dgm:prSet presAssocID="{790A531F-BD66-4729-962B-24D0AA5957EE}" presName="sibTrans" presStyleLbl="sibTrans1D1" presStyleIdx="0" presStyleCnt="2"/>
      <dgm:spPr/>
    </dgm:pt>
    <dgm:pt modelId="{E8F9C9C6-9172-4FFE-B143-C3E87DB47FDD}" type="pres">
      <dgm:prSet presAssocID="{D0971DC2-FD22-447A-B6DC-8D44D7BBF353}" presName="node" presStyleLbl="node1" presStyleIdx="1" presStyleCnt="2">
        <dgm:presLayoutVars>
          <dgm:bulletEnabled val="1"/>
        </dgm:presLayoutVars>
      </dgm:prSet>
      <dgm:spPr/>
    </dgm:pt>
    <dgm:pt modelId="{23D17B9D-246A-4BC3-AFE3-0A09D778E147}" type="pres">
      <dgm:prSet presAssocID="{D0971DC2-FD22-447A-B6DC-8D44D7BBF353}" presName="spNode" presStyleCnt="0"/>
      <dgm:spPr/>
    </dgm:pt>
    <dgm:pt modelId="{A4E63768-C570-493A-B971-E7A9A8042517}" type="pres">
      <dgm:prSet presAssocID="{65C8FFD7-842A-466E-B5A9-9D6825E1B9E1}" presName="sibTrans" presStyleLbl="sibTrans1D1" presStyleIdx="1" presStyleCnt="2"/>
      <dgm:spPr/>
    </dgm:pt>
  </dgm:ptLst>
  <dgm:cxnLst>
    <dgm:cxn modelId="{B0836D0F-AE11-428C-9802-9EC4E077DE2E}" srcId="{CEA1100A-DCC1-488C-B90F-1FCC4C679719}" destId="{D0971DC2-FD22-447A-B6DC-8D44D7BBF353}" srcOrd="1" destOrd="0" parTransId="{EEF6956E-F3FE-44F2-B3D1-53B06CBB8946}" sibTransId="{65C8FFD7-842A-466E-B5A9-9D6825E1B9E1}"/>
    <dgm:cxn modelId="{7933BF59-FF38-4847-8F81-B0AA6C4A0534}" type="presOf" srcId="{D0971DC2-FD22-447A-B6DC-8D44D7BBF353}" destId="{E8F9C9C6-9172-4FFE-B143-C3E87DB47FDD}" srcOrd="0" destOrd="0" presId="urn:microsoft.com/office/officeart/2005/8/layout/cycle6"/>
    <dgm:cxn modelId="{65F9795A-3EF6-43B1-B482-344E54900060}" srcId="{CEA1100A-DCC1-488C-B90F-1FCC4C679719}" destId="{03F3D4B2-2A07-4F68-BC06-CF1B7F5A85FB}" srcOrd="0" destOrd="0" parTransId="{C7FEA4AC-7CD8-43F2-99C4-DE655E9F4434}" sibTransId="{790A531F-BD66-4729-962B-24D0AA5957EE}"/>
    <dgm:cxn modelId="{A8BB4499-CAD7-4567-AC5F-9B2BB2129EA5}" type="presOf" srcId="{65C8FFD7-842A-466E-B5A9-9D6825E1B9E1}" destId="{A4E63768-C570-493A-B971-E7A9A8042517}" srcOrd="0" destOrd="0" presId="urn:microsoft.com/office/officeart/2005/8/layout/cycle6"/>
    <dgm:cxn modelId="{1085FE9A-B7B3-4A0F-9BA4-020DC461EBA4}" type="presOf" srcId="{790A531F-BD66-4729-962B-24D0AA5957EE}" destId="{DF4F1437-2308-406B-8532-30E8B443D54B}" srcOrd="0" destOrd="0" presId="urn:microsoft.com/office/officeart/2005/8/layout/cycle6"/>
    <dgm:cxn modelId="{333D81C8-36E6-47EF-AF7F-63DE3FFCC611}" type="presOf" srcId="{03F3D4B2-2A07-4F68-BC06-CF1B7F5A85FB}" destId="{9F707EA0-9B18-41DD-ADB7-65DE8A9E4350}" srcOrd="0" destOrd="0" presId="urn:microsoft.com/office/officeart/2005/8/layout/cycle6"/>
    <dgm:cxn modelId="{5DAA2AD7-9A30-41F6-B730-77B70512FF9D}" type="presOf" srcId="{CEA1100A-DCC1-488C-B90F-1FCC4C679719}" destId="{A1CB0814-2685-4359-B3BF-71568A3432A3}" srcOrd="0" destOrd="0" presId="urn:microsoft.com/office/officeart/2005/8/layout/cycle6"/>
    <dgm:cxn modelId="{F7A35001-30D7-4A4E-9D05-487302EBE814}" type="presParOf" srcId="{A1CB0814-2685-4359-B3BF-71568A3432A3}" destId="{9F707EA0-9B18-41DD-ADB7-65DE8A9E4350}" srcOrd="0" destOrd="0" presId="urn:microsoft.com/office/officeart/2005/8/layout/cycle6"/>
    <dgm:cxn modelId="{8B2D87DA-AD39-4342-A966-91716495E0CB}" type="presParOf" srcId="{A1CB0814-2685-4359-B3BF-71568A3432A3}" destId="{DB8AD858-6186-4703-A49A-8A6898600EAE}" srcOrd="1" destOrd="0" presId="urn:microsoft.com/office/officeart/2005/8/layout/cycle6"/>
    <dgm:cxn modelId="{F5AEBC10-8625-41B6-9F1E-39C0C5532BD1}" type="presParOf" srcId="{A1CB0814-2685-4359-B3BF-71568A3432A3}" destId="{DF4F1437-2308-406B-8532-30E8B443D54B}" srcOrd="2" destOrd="0" presId="urn:microsoft.com/office/officeart/2005/8/layout/cycle6"/>
    <dgm:cxn modelId="{3D9079EB-4E6D-4821-93CC-F56C497ABCE7}" type="presParOf" srcId="{A1CB0814-2685-4359-B3BF-71568A3432A3}" destId="{E8F9C9C6-9172-4FFE-B143-C3E87DB47FDD}" srcOrd="3" destOrd="0" presId="urn:microsoft.com/office/officeart/2005/8/layout/cycle6"/>
    <dgm:cxn modelId="{4EC56754-8042-42B3-AB90-15A9A79E120E}" type="presParOf" srcId="{A1CB0814-2685-4359-B3BF-71568A3432A3}" destId="{23D17B9D-246A-4BC3-AFE3-0A09D778E147}" srcOrd="4" destOrd="0" presId="urn:microsoft.com/office/officeart/2005/8/layout/cycle6"/>
    <dgm:cxn modelId="{5E835011-743A-4F4C-B3D5-9D314451EE87}" type="presParOf" srcId="{A1CB0814-2685-4359-B3BF-71568A3432A3}" destId="{A4E63768-C570-493A-B971-E7A9A8042517}" srcOrd="5" destOrd="0" presId="urn:microsoft.com/office/officeart/2005/8/layout/cycle6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03D161A5-CCD2-4A1E-A0CF-E37D74072DF8}" type="doc">
      <dgm:prSet loTypeId="urn:microsoft.com/office/officeart/2008/layout/LinedList" loCatId="list" qsTypeId="urn:microsoft.com/office/officeart/2005/8/quickstyle/simple1#3" qsCatId="simple" csTypeId="urn:microsoft.com/office/officeart/2005/8/colors/colorful1#1" csCatId="colorful" phldr="1"/>
      <dgm:spPr/>
      <dgm:t>
        <a:bodyPr/>
        <a:lstStyle/>
        <a:p>
          <a:endParaRPr lang="en-US"/>
        </a:p>
      </dgm:t>
    </dgm:pt>
    <dgm:pt modelId="{D24333BD-1273-4143-A7AC-1A4176321E29}">
      <dgm:prSet custT="1"/>
      <dgm:spPr/>
      <dgm:t>
        <a:bodyPr/>
        <a:lstStyle/>
        <a:p>
          <a:r>
            <a:rPr lang="fr-CA" sz="2400" noProof="0" dirty="0">
              <a:solidFill>
                <a:schemeClr val="accent4">
                  <a:lumMod val="75000"/>
                </a:schemeClr>
              </a:solidFill>
            </a:rPr>
            <a:t>Apprendre</a:t>
          </a:r>
        </a:p>
      </dgm:t>
    </dgm:pt>
    <dgm:pt modelId="{C1D3725F-525A-4CC2-BAF7-4C3C1E2E820D}" type="parTrans" cxnId="{63DDB5E8-1DBB-4E5A-91F8-C1358745B836}">
      <dgm:prSet/>
      <dgm:spPr/>
      <dgm:t>
        <a:bodyPr/>
        <a:lstStyle/>
        <a:p>
          <a:endParaRPr lang="en-US" sz="2400"/>
        </a:p>
      </dgm:t>
    </dgm:pt>
    <dgm:pt modelId="{AB0F8378-3277-4707-942A-D636CD58B403}" type="sibTrans" cxnId="{63DDB5E8-1DBB-4E5A-91F8-C1358745B836}">
      <dgm:prSet/>
      <dgm:spPr/>
      <dgm:t>
        <a:bodyPr/>
        <a:lstStyle/>
        <a:p>
          <a:endParaRPr lang="en-US" sz="2400"/>
        </a:p>
      </dgm:t>
    </dgm:pt>
    <dgm:pt modelId="{3732D3F6-F443-456C-A279-6C44C85D82BA}">
      <dgm:prSet custT="1"/>
      <dgm:spPr/>
      <dgm:t>
        <a:bodyPr/>
        <a:lstStyle/>
        <a:p>
          <a:r>
            <a:rPr lang="fr-CA" sz="2400" noProof="0" dirty="0">
              <a:solidFill>
                <a:schemeClr val="accent4">
                  <a:lumMod val="75000"/>
                </a:schemeClr>
              </a:solidFill>
            </a:rPr>
            <a:t>Décider</a:t>
          </a:r>
        </a:p>
      </dgm:t>
    </dgm:pt>
    <dgm:pt modelId="{73EC2EA0-4FC8-4512-909D-E1A9494C2035}" type="parTrans" cxnId="{33B93869-3BB5-49C2-B1ED-CA34EE001FBD}">
      <dgm:prSet/>
      <dgm:spPr/>
      <dgm:t>
        <a:bodyPr/>
        <a:lstStyle/>
        <a:p>
          <a:endParaRPr lang="en-US" sz="2400"/>
        </a:p>
      </dgm:t>
    </dgm:pt>
    <dgm:pt modelId="{D61B7A83-6141-4E42-AA5C-9A7628AEB7E7}" type="sibTrans" cxnId="{33B93869-3BB5-49C2-B1ED-CA34EE001FBD}">
      <dgm:prSet/>
      <dgm:spPr/>
      <dgm:t>
        <a:bodyPr/>
        <a:lstStyle/>
        <a:p>
          <a:endParaRPr lang="en-US" sz="2400"/>
        </a:p>
      </dgm:t>
    </dgm:pt>
    <dgm:pt modelId="{B5DEBFD4-9C92-4C47-94B8-57B8431846B5}">
      <dgm:prSet custT="1"/>
      <dgm:spPr/>
      <dgm:t>
        <a:bodyPr/>
        <a:lstStyle/>
        <a:p>
          <a:r>
            <a:rPr lang="fr-CA" sz="2400" noProof="0" dirty="0">
              <a:solidFill>
                <a:schemeClr val="accent4">
                  <a:lumMod val="75000"/>
                </a:schemeClr>
              </a:solidFill>
            </a:rPr>
            <a:t>Concevoir</a:t>
          </a:r>
        </a:p>
      </dgm:t>
    </dgm:pt>
    <dgm:pt modelId="{87F1DFD7-1879-425E-B037-29C15BBC8024}" type="parTrans" cxnId="{559705D2-5DB4-4E40-B42F-3895199AE261}">
      <dgm:prSet/>
      <dgm:spPr/>
      <dgm:t>
        <a:bodyPr/>
        <a:lstStyle/>
        <a:p>
          <a:endParaRPr lang="en-US" sz="2400"/>
        </a:p>
      </dgm:t>
    </dgm:pt>
    <dgm:pt modelId="{45C7CC8C-5E5D-4182-970D-E7E6BE81A1CA}" type="sibTrans" cxnId="{559705D2-5DB4-4E40-B42F-3895199AE261}">
      <dgm:prSet/>
      <dgm:spPr/>
      <dgm:t>
        <a:bodyPr/>
        <a:lstStyle/>
        <a:p>
          <a:endParaRPr lang="en-US" sz="2400"/>
        </a:p>
      </dgm:t>
    </dgm:pt>
    <dgm:pt modelId="{E022D137-F457-4E79-B2FC-2DCDB32C2B35}">
      <dgm:prSet custT="1"/>
      <dgm:spPr/>
      <dgm:t>
        <a:bodyPr/>
        <a:lstStyle/>
        <a:p>
          <a:r>
            <a:rPr lang="fr-CA" sz="2400" noProof="0" dirty="0">
              <a:solidFill>
                <a:schemeClr val="accent4">
                  <a:lumMod val="75000"/>
                </a:schemeClr>
              </a:solidFill>
            </a:rPr>
            <a:t>Spécifier (</a:t>
          </a:r>
          <a:r>
            <a:rPr lang="fr-CA" sz="2400" dirty="0">
              <a:solidFill>
                <a:schemeClr val="accent4">
                  <a:lumMod val="75000"/>
                </a:schemeClr>
              </a:solidFill>
            </a:rPr>
            <a:t>exécutables/testables)</a:t>
          </a:r>
          <a:endParaRPr lang="fr-CA" sz="2400" noProof="0" dirty="0">
            <a:solidFill>
              <a:schemeClr val="accent4">
                <a:lumMod val="75000"/>
              </a:schemeClr>
            </a:solidFill>
          </a:endParaRPr>
        </a:p>
      </dgm:t>
    </dgm:pt>
    <dgm:pt modelId="{7579ADF7-EE1B-4424-8149-ED979ABD523A}" type="parTrans" cxnId="{B0296CDB-33A1-4E3A-ABA7-10BF65C5758A}">
      <dgm:prSet/>
      <dgm:spPr/>
      <dgm:t>
        <a:bodyPr/>
        <a:lstStyle/>
        <a:p>
          <a:endParaRPr lang="en-US" sz="2400"/>
        </a:p>
      </dgm:t>
    </dgm:pt>
    <dgm:pt modelId="{E3B118DE-469C-40D9-88BC-BB005D1920EE}" type="sibTrans" cxnId="{B0296CDB-33A1-4E3A-ABA7-10BF65C5758A}">
      <dgm:prSet/>
      <dgm:spPr/>
      <dgm:t>
        <a:bodyPr/>
        <a:lstStyle/>
        <a:p>
          <a:endParaRPr lang="en-US" sz="2400"/>
        </a:p>
      </dgm:t>
    </dgm:pt>
    <dgm:pt modelId="{0A434BD2-7A98-4DC6-BD49-276F005E7D15}">
      <dgm:prSet custT="1"/>
      <dgm:spPr/>
      <dgm:t>
        <a:bodyPr/>
        <a:lstStyle/>
        <a:p>
          <a:r>
            <a:rPr lang="fr-CA" sz="2400" noProof="0" dirty="0">
              <a:solidFill>
                <a:schemeClr val="accent4">
                  <a:lumMod val="75000"/>
                </a:schemeClr>
              </a:solidFill>
            </a:rPr>
            <a:t>Valider</a:t>
          </a:r>
        </a:p>
      </dgm:t>
    </dgm:pt>
    <dgm:pt modelId="{A7683D64-43BC-4408-AB77-3CFBC2C8203F}" type="parTrans" cxnId="{F770B415-6239-4B61-8E21-60EEC2EBB176}">
      <dgm:prSet/>
      <dgm:spPr/>
      <dgm:t>
        <a:bodyPr/>
        <a:lstStyle/>
        <a:p>
          <a:endParaRPr lang="en-US" sz="2400"/>
        </a:p>
      </dgm:t>
    </dgm:pt>
    <dgm:pt modelId="{95E90E02-1679-492A-B7BC-8961F6826C1D}" type="sibTrans" cxnId="{F770B415-6239-4B61-8E21-60EEC2EBB176}">
      <dgm:prSet/>
      <dgm:spPr/>
      <dgm:t>
        <a:bodyPr/>
        <a:lstStyle/>
        <a:p>
          <a:endParaRPr lang="en-US" sz="2400"/>
        </a:p>
      </dgm:t>
    </dgm:pt>
    <dgm:pt modelId="{D6409686-E6F8-4384-BB1B-7A905ABA5016}">
      <dgm:prSet custT="1"/>
      <dgm:spPr/>
      <dgm:t>
        <a:bodyPr/>
        <a:lstStyle/>
        <a:p>
          <a:r>
            <a:rPr lang="fr-CA" sz="2400" noProof="0" dirty="0">
              <a:solidFill>
                <a:schemeClr val="accent4">
                  <a:lumMod val="75000"/>
                </a:schemeClr>
              </a:solidFill>
            </a:rPr>
            <a:t>Prioriser</a:t>
          </a:r>
        </a:p>
      </dgm:t>
    </dgm:pt>
    <dgm:pt modelId="{F1E68BDE-C2D5-4AC1-9A60-CBE83409D027}" type="parTrans" cxnId="{DE705D5A-0E87-4C52-9168-6EBF42D3FCE5}">
      <dgm:prSet/>
      <dgm:spPr/>
      <dgm:t>
        <a:bodyPr/>
        <a:lstStyle/>
        <a:p>
          <a:endParaRPr lang="en-US" sz="2400"/>
        </a:p>
      </dgm:t>
    </dgm:pt>
    <dgm:pt modelId="{92B2DE0A-D235-48A5-BDE2-408774ACD09D}" type="sibTrans" cxnId="{DE705D5A-0E87-4C52-9168-6EBF42D3FCE5}">
      <dgm:prSet/>
      <dgm:spPr/>
      <dgm:t>
        <a:bodyPr/>
        <a:lstStyle/>
        <a:p>
          <a:endParaRPr lang="en-US" sz="2400"/>
        </a:p>
      </dgm:t>
    </dgm:pt>
    <dgm:pt modelId="{823B0729-66D2-4675-95E2-FAF465D4CCFA}" type="pres">
      <dgm:prSet presAssocID="{03D161A5-CCD2-4A1E-A0CF-E37D74072DF8}" presName="vert0" presStyleCnt="0">
        <dgm:presLayoutVars>
          <dgm:dir/>
          <dgm:animOne val="branch"/>
          <dgm:animLvl val="lvl"/>
        </dgm:presLayoutVars>
      </dgm:prSet>
      <dgm:spPr/>
    </dgm:pt>
    <dgm:pt modelId="{A8F3A281-45B0-480E-86AF-8867B6D5D524}" type="pres">
      <dgm:prSet presAssocID="{D24333BD-1273-4143-A7AC-1A4176321E29}" presName="thickLine" presStyleLbl="alignNode1" presStyleIdx="0" presStyleCnt="6"/>
      <dgm:spPr/>
    </dgm:pt>
    <dgm:pt modelId="{07685521-D93B-40E3-A4C6-C7D4B98F647A}" type="pres">
      <dgm:prSet presAssocID="{D24333BD-1273-4143-A7AC-1A4176321E29}" presName="horz1" presStyleCnt="0"/>
      <dgm:spPr/>
    </dgm:pt>
    <dgm:pt modelId="{6A847661-24B2-4253-B41B-D3BCB8370865}" type="pres">
      <dgm:prSet presAssocID="{D24333BD-1273-4143-A7AC-1A4176321E29}" presName="tx1" presStyleLbl="revTx" presStyleIdx="0" presStyleCnt="6"/>
      <dgm:spPr/>
    </dgm:pt>
    <dgm:pt modelId="{3298FF41-98B6-4575-84CD-DB1BFEDCC37E}" type="pres">
      <dgm:prSet presAssocID="{D24333BD-1273-4143-A7AC-1A4176321E29}" presName="vert1" presStyleCnt="0"/>
      <dgm:spPr/>
    </dgm:pt>
    <dgm:pt modelId="{9AEA0CDD-2454-47AF-8EAB-72D6AFAC9C14}" type="pres">
      <dgm:prSet presAssocID="{3732D3F6-F443-456C-A279-6C44C85D82BA}" presName="thickLine" presStyleLbl="alignNode1" presStyleIdx="1" presStyleCnt="6"/>
      <dgm:spPr/>
    </dgm:pt>
    <dgm:pt modelId="{6691391A-21BC-40A6-9CA7-AEC440108D4B}" type="pres">
      <dgm:prSet presAssocID="{3732D3F6-F443-456C-A279-6C44C85D82BA}" presName="horz1" presStyleCnt="0"/>
      <dgm:spPr/>
    </dgm:pt>
    <dgm:pt modelId="{385A78E9-5F9E-4CAD-B819-25302B876C31}" type="pres">
      <dgm:prSet presAssocID="{3732D3F6-F443-456C-A279-6C44C85D82BA}" presName="tx1" presStyleLbl="revTx" presStyleIdx="1" presStyleCnt="6"/>
      <dgm:spPr/>
    </dgm:pt>
    <dgm:pt modelId="{E5A948E1-651C-4D46-958D-93B83379EF63}" type="pres">
      <dgm:prSet presAssocID="{3732D3F6-F443-456C-A279-6C44C85D82BA}" presName="vert1" presStyleCnt="0"/>
      <dgm:spPr/>
    </dgm:pt>
    <dgm:pt modelId="{C13FD40A-6678-4BFA-9C67-3EB0088FEF4D}" type="pres">
      <dgm:prSet presAssocID="{B5DEBFD4-9C92-4C47-94B8-57B8431846B5}" presName="thickLine" presStyleLbl="alignNode1" presStyleIdx="2" presStyleCnt="6"/>
      <dgm:spPr/>
    </dgm:pt>
    <dgm:pt modelId="{A5A860EA-3B88-4099-8328-ADFAD2CD06B7}" type="pres">
      <dgm:prSet presAssocID="{B5DEBFD4-9C92-4C47-94B8-57B8431846B5}" presName="horz1" presStyleCnt="0"/>
      <dgm:spPr/>
    </dgm:pt>
    <dgm:pt modelId="{BEB15E5A-1BD2-43E4-9E4B-17CA17F10A0A}" type="pres">
      <dgm:prSet presAssocID="{B5DEBFD4-9C92-4C47-94B8-57B8431846B5}" presName="tx1" presStyleLbl="revTx" presStyleIdx="2" presStyleCnt="6"/>
      <dgm:spPr/>
    </dgm:pt>
    <dgm:pt modelId="{2690BA5F-F32E-4261-AADD-0AD861ED28D0}" type="pres">
      <dgm:prSet presAssocID="{B5DEBFD4-9C92-4C47-94B8-57B8431846B5}" presName="vert1" presStyleCnt="0"/>
      <dgm:spPr/>
    </dgm:pt>
    <dgm:pt modelId="{8658278C-65B1-4A9E-8352-834D46B1055B}" type="pres">
      <dgm:prSet presAssocID="{E022D137-F457-4E79-B2FC-2DCDB32C2B35}" presName="thickLine" presStyleLbl="alignNode1" presStyleIdx="3" presStyleCnt="6"/>
      <dgm:spPr/>
    </dgm:pt>
    <dgm:pt modelId="{66744EEF-172F-4532-B15C-9B5A4AC6577E}" type="pres">
      <dgm:prSet presAssocID="{E022D137-F457-4E79-B2FC-2DCDB32C2B35}" presName="horz1" presStyleCnt="0"/>
      <dgm:spPr/>
    </dgm:pt>
    <dgm:pt modelId="{46FB4275-DE06-4D52-99E5-5E6419936EAF}" type="pres">
      <dgm:prSet presAssocID="{E022D137-F457-4E79-B2FC-2DCDB32C2B35}" presName="tx1" presStyleLbl="revTx" presStyleIdx="3" presStyleCnt="6"/>
      <dgm:spPr/>
    </dgm:pt>
    <dgm:pt modelId="{01427B56-9A5B-47AC-AFBF-2A8388A13EB5}" type="pres">
      <dgm:prSet presAssocID="{E022D137-F457-4E79-B2FC-2DCDB32C2B35}" presName="vert1" presStyleCnt="0"/>
      <dgm:spPr/>
    </dgm:pt>
    <dgm:pt modelId="{DEFB32D5-7443-4FDE-85A9-316DA5E1918B}" type="pres">
      <dgm:prSet presAssocID="{0A434BD2-7A98-4DC6-BD49-276F005E7D15}" presName="thickLine" presStyleLbl="alignNode1" presStyleIdx="4" presStyleCnt="6"/>
      <dgm:spPr/>
    </dgm:pt>
    <dgm:pt modelId="{98B89450-FC61-47C5-A8F2-0C8C29C8A46F}" type="pres">
      <dgm:prSet presAssocID="{0A434BD2-7A98-4DC6-BD49-276F005E7D15}" presName="horz1" presStyleCnt="0"/>
      <dgm:spPr/>
    </dgm:pt>
    <dgm:pt modelId="{4C51046F-4F65-4C60-8608-58BD4F2A994B}" type="pres">
      <dgm:prSet presAssocID="{0A434BD2-7A98-4DC6-BD49-276F005E7D15}" presName="tx1" presStyleLbl="revTx" presStyleIdx="4" presStyleCnt="6"/>
      <dgm:spPr/>
    </dgm:pt>
    <dgm:pt modelId="{A40F3F5C-23DA-41A8-88D4-9666A5B3A677}" type="pres">
      <dgm:prSet presAssocID="{0A434BD2-7A98-4DC6-BD49-276F005E7D15}" presName="vert1" presStyleCnt="0"/>
      <dgm:spPr/>
    </dgm:pt>
    <dgm:pt modelId="{A5DED139-FA1A-4A12-B8E1-9CE4F7AA5A55}" type="pres">
      <dgm:prSet presAssocID="{D6409686-E6F8-4384-BB1B-7A905ABA5016}" presName="thickLine" presStyleLbl="alignNode1" presStyleIdx="5" presStyleCnt="6"/>
      <dgm:spPr/>
    </dgm:pt>
    <dgm:pt modelId="{4FE24EC4-7F3A-418D-8D10-72260456E0B4}" type="pres">
      <dgm:prSet presAssocID="{D6409686-E6F8-4384-BB1B-7A905ABA5016}" presName="horz1" presStyleCnt="0"/>
      <dgm:spPr/>
    </dgm:pt>
    <dgm:pt modelId="{937E4394-D2F3-4972-ACF4-55D2E0FCD9AF}" type="pres">
      <dgm:prSet presAssocID="{D6409686-E6F8-4384-BB1B-7A905ABA5016}" presName="tx1" presStyleLbl="revTx" presStyleIdx="5" presStyleCnt="6"/>
      <dgm:spPr/>
    </dgm:pt>
    <dgm:pt modelId="{282F569D-2814-4DAF-A174-D4A1366882AA}" type="pres">
      <dgm:prSet presAssocID="{D6409686-E6F8-4384-BB1B-7A905ABA5016}" presName="vert1" presStyleCnt="0"/>
      <dgm:spPr/>
    </dgm:pt>
  </dgm:ptLst>
  <dgm:cxnLst>
    <dgm:cxn modelId="{CBC9D305-57A0-489B-9AB4-AB7EAE527A0F}" type="presOf" srcId="{03D161A5-CCD2-4A1E-A0CF-E37D74072DF8}" destId="{823B0729-66D2-4675-95E2-FAF465D4CCFA}" srcOrd="0" destOrd="0" presId="urn:microsoft.com/office/officeart/2008/layout/LinedList"/>
    <dgm:cxn modelId="{36CECC08-2EDC-454C-8EED-50D75A0B66E2}" type="presOf" srcId="{B5DEBFD4-9C92-4C47-94B8-57B8431846B5}" destId="{BEB15E5A-1BD2-43E4-9E4B-17CA17F10A0A}" srcOrd="0" destOrd="0" presId="urn:microsoft.com/office/officeart/2008/layout/LinedList"/>
    <dgm:cxn modelId="{F770B415-6239-4B61-8E21-60EEC2EBB176}" srcId="{03D161A5-CCD2-4A1E-A0CF-E37D74072DF8}" destId="{0A434BD2-7A98-4DC6-BD49-276F005E7D15}" srcOrd="4" destOrd="0" parTransId="{A7683D64-43BC-4408-AB77-3CFBC2C8203F}" sibTransId="{95E90E02-1679-492A-B7BC-8961F6826C1D}"/>
    <dgm:cxn modelId="{0594A719-319B-421F-A293-3F6DBC32C807}" type="presOf" srcId="{D24333BD-1273-4143-A7AC-1A4176321E29}" destId="{6A847661-24B2-4253-B41B-D3BCB8370865}" srcOrd="0" destOrd="0" presId="urn:microsoft.com/office/officeart/2008/layout/LinedList"/>
    <dgm:cxn modelId="{33B93869-3BB5-49C2-B1ED-CA34EE001FBD}" srcId="{03D161A5-CCD2-4A1E-A0CF-E37D74072DF8}" destId="{3732D3F6-F443-456C-A279-6C44C85D82BA}" srcOrd="1" destOrd="0" parTransId="{73EC2EA0-4FC8-4512-909D-E1A9494C2035}" sibTransId="{D61B7A83-6141-4E42-AA5C-9A7628AEB7E7}"/>
    <dgm:cxn modelId="{DE705D5A-0E87-4C52-9168-6EBF42D3FCE5}" srcId="{03D161A5-CCD2-4A1E-A0CF-E37D74072DF8}" destId="{D6409686-E6F8-4384-BB1B-7A905ABA5016}" srcOrd="5" destOrd="0" parTransId="{F1E68BDE-C2D5-4AC1-9A60-CBE83409D027}" sibTransId="{92B2DE0A-D235-48A5-BDE2-408774ACD09D}"/>
    <dgm:cxn modelId="{9586E983-9857-49BB-B739-433F121CE6E1}" type="presOf" srcId="{3732D3F6-F443-456C-A279-6C44C85D82BA}" destId="{385A78E9-5F9E-4CAD-B819-25302B876C31}" srcOrd="0" destOrd="0" presId="urn:microsoft.com/office/officeart/2008/layout/LinedList"/>
    <dgm:cxn modelId="{CAAC1490-6276-466B-8B1B-7C5F4CBAA7EE}" type="presOf" srcId="{0A434BD2-7A98-4DC6-BD49-276F005E7D15}" destId="{4C51046F-4F65-4C60-8608-58BD4F2A994B}" srcOrd="0" destOrd="0" presId="urn:microsoft.com/office/officeart/2008/layout/LinedList"/>
    <dgm:cxn modelId="{AAB50DD0-2116-433E-8498-35FD0472472A}" type="presOf" srcId="{E022D137-F457-4E79-B2FC-2DCDB32C2B35}" destId="{46FB4275-DE06-4D52-99E5-5E6419936EAF}" srcOrd="0" destOrd="0" presId="urn:microsoft.com/office/officeart/2008/layout/LinedList"/>
    <dgm:cxn modelId="{559705D2-5DB4-4E40-B42F-3895199AE261}" srcId="{03D161A5-CCD2-4A1E-A0CF-E37D74072DF8}" destId="{B5DEBFD4-9C92-4C47-94B8-57B8431846B5}" srcOrd="2" destOrd="0" parTransId="{87F1DFD7-1879-425E-B037-29C15BBC8024}" sibTransId="{45C7CC8C-5E5D-4182-970D-E7E6BE81A1CA}"/>
    <dgm:cxn modelId="{B0296CDB-33A1-4E3A-ABA7-10BF65C5758A}" srcId="{03D161A5-CCD2-4A1E-A0CF-E37D74072DF8}" destId="{E022D137-F457-4E79-B2FC-2DCDB32C2B35}" srcOrd="3" destOrd="0" parTransId="{7579ADF7-EE1B-4424-8149-ED979ABD523A}" sibTransId="{E3B118DE-469C-40D9-88BC-BB005D1920EE}"/>
    <dgm:cxn modelId="{E18AA4E1-1497-4523-BAAC-11EA4F590EF3}" type="presOf" srcId="{D6409686-E6F8-4384-BB1B-7A905ABA5016}" destId="{937E4394-D2F3-4972-ACF4-55D2E0FCD9AF}" srcOrd="0" destOrd="0" presId="urn:microsoft.com/office/officeart/2008/layout/LinedList"/>
    <dgm:cxn modelId="{63DDB5E8-1DBB-4E5A-91F8-C1358745B836}" srcId="{03D161A5-CCD2-4A1E-A0CF-E37D74072DF8}" destId="{D24333BD-1273-4143-A7AC-1A4176321E29}" srcOrd="0" destOrd="0" parTransId="{C1D3725F-525A-4CC2-BAF7-4C3C1E2E820D}" sibTransId="{AB0F8378-3277-4707-942A-D636CD58B403}"/>
    <dgm:cxn modelId="{E9DCBE93-182B-4F6A-8E61-34ECE6784EE5}" type="presParOf" srcId="{823B0729-66D2-4675-95E2-FAF465D4CCFA}" destId="{A8F3A281-45B0-480E-86AF-8867B6D5D524}" srcOrd="0" destOrd="0" presId="urn:microsoft.com/office/officeart/2008/layout/LinedList"/>
    <dgm:cxn modelId="{C0CDEFA3-78A7-417B-B7F1-0D331A19B508}" type="presParOf" srcId="{823B0729-66D2-4675-95E2-FAF465D4CCFA}" destId="{07685521-D93B-40E3-A4C6-C7D4B98F647A}" srcOrd="1" destOrd="0" presId="urn:microsoft.com/office/officeart/2008/layout/LinedList"/>
    <dgm:cxn modelId="{1197D8F9-378E-4EA2-9C79-B61428D40020}" type="presParOf" srcId="{07685521-D93B-40E3-A4C6-C7D4B98F647A}" destId="{6A847661-24B2-4253-B41B-D3BCB8370865}" srcOrd="0" destOrd="0" presId="urn:microsoft.com/office/officeart/2008/layout/LinedList"/>
    <dgm:cxn modelId="{79895CC1-60D9-4F4E-AE88-60D69A454DF1}" type="presParOf" srcId="{07685521-D93B-40E3-A4C6-C7D4B98F647A}" destId="{3298FF41-98B6-4575-84CD-DB1BFEDCC37E}" srcOrd="1" destOrd="0" presId="urn:microsoft.com/office/officeart/2008/layout/LinedList"/>
    <dgm:cxn modelId="{5FC5C46A-E182-40CA-A03B-0F971D14DE3D}" type="presParOf" srcId="{823B0729-66D2-4675-95E2-FAF465D4CCFA}" destId="{9AEA0CDD-2454-47AF-8EAB-72D6AFAC9C14}" srcOrd="2" destOrd="0" presId="urn:microsoft.com/office/officeart/2008/layout/LinedList"/>
    <dgm:cxn modelId="{358AF970-2793-4AF2-8C53-BB4933CC5B88}" type="presParOf" srcId="{823B0729-66D2-4675-95E2-FAF465D4CCFA}" destId="{6691391A-21BC-40A6-9CA7-AEC440108D4B}" srcOrd="3" destOrd="0" presId="urn:microsoft.com/office/officeart/2008/layout/LinedList"/>
    <dgm:cxn modelId="{5D46E303-E607-4136-B120-4FC827A5C441}" type="presParOf" srcId="{6691391A-21BC-40A6-9CA7-AEC440108D4B}" destId="{385A78E9-5F9E-4CAD-B819-25302B876C31}" srcOrd="0" destOrd="0" presId="urn:microsoft.com/office/officeart/2008/layout/LinedList"/>
    <dgm:cxn modelId="{32EC31A5-BB61-416B-B38F-D0443502A503}" type="presParOf" srcId="{6691391A-21BC-40A6-9CA7-AEC440108D4B}" destId="{E5A948E1-651C-4D46-958D-93B83379EF63}" srcOrd="1" destOrd="0" presId="urn:microsoft.com/office/officeart/2008/layout/LinedList"/>
    <dgm:cxn modelId="{9F231086-19C3-4B63-9275-3492797CF335}" type="presParOf" srcId="{823B0729-66D2-4675-95E2-FAF465D4CCFA}" destId="{C13FD40A-6678-4BFA-9C67-3EB0088FEF4D}" srcOrd="4" destOrd="0" presId="urn:microsoft.com/office/officeart/2008/layout/LinedList"/>
    <dgm:cxn modelId="{3EB2942C-864C-4735-8622-74FB1664A2F3}" type="presParOf" srcId="{823B0729-66D2-4675-95E2-FAF465D4CCFA}" destId="{A5A860EA-3B88-4099-8328-ADFAD2CD06B7}" srcOrd="5" destOrd="0" presId="urn:microsoft.com/office/officeart/2008/layout/LinedList"/>
    <dgm:cxn modelId="{0E7EC76C-18B0-47C6-AD10-B2FD565BE0D5}" type="presParOf" srcId="{A5A860EA-3B88-4099-8328-ADFAD2CD06B7}" destId="{BEB15E5A-1BD2-43E4-9E4B-17CA17F10A0A}" srcOrd="0" destOrd="0" presId="urn:microsoft.com/office/officeart/2008/layout/LinedList"/>
    <dgm:cxn modelId="{9734B9A2-BACB-4B21-83D5-FA711FA70578}" type="presParOf" srcId="{A5A860EA-3B88-4099-8328-ADFAD2CD06B7}" destId="{2690BA5F-F32E-4261-AADD-0AD861ED28D0}" srcOrd="1" destOrd="0" presId="urn:microsoft.com/office/officeart/2008/layout/LinedList"/>
    <dgm:cxn modelId="{DE80E07C-9C60-4DE2-B595-FF1831EE297A}" type="presParOf" srcId="{823B0729-66D2-4675-95E2-FAF465D4CCFA}" destId="{8658278C-65B1-4A9E-8352-834D46B1055B}" srcOrd="6" destOrd="0" presId="urn:microsoft.com/office/officeart/2008/layout/LinedList"/>
    <dgm:cxn modelId="{EFE22B32-BD48-41A6-9059-C4FE0CC81A42}" type="presParOf" srcId="{823B0729-66D2-4675-95E2-FAF465D4CCFA}" destId="{66744EEF-172F-4532-B15C-9B5A4AC6577E}" srcOrd="7" destOrd="0" presId="urn:microsoft.com/office/officeart/2008/layout/LinedList"/>
    <dgm:cxn modelId="{B22E750F-D5EE-463D-AB75-7482BB9A49E6}" type="presParOf" srcId="{66744EEF-172F-4532-B15C-9B5A4AC6577E}" destId="{46FB4275-DE06-4D52-99E5-5E6419936EAF}" srcOrd="0" destOrd="0" presId="urn:microsoft.com/office/officeart/2008/layout/LinedList"/>
    <dgm:cxn modelId="{62959812-A97B-4146-9FF8-69D33878E065}" type="presParOf" srcId="{66744EEF-172F-4532-B15C-9B5A4AC6577E}" destId="{01427B56-9A5B-47AC-AFBF-2A8388A13EB5}" srcOrd="1" destOrd="0" presId="urn:microsoft.com/office/officeart/2008/layout/LinedList"/>
    <dgm:cxn modelId="{5437B4A0-236D-48D0-AE97-AC676212EDD4}" type="presParOf" srcId="{823B0729-66D2-4675-95E2-FAF465D4CCFA}" destId="{DEFB32D5-7443-4FDE-85A9-316DA5E1918B}" srcOrd="8" destOrd="0" presId="urn:microsoft.com/office/officeart/2008/layout/LinedList"/>
    <dgm:cxn modelId="{0A746C3F-1402-4831-B0D7-001A7D352CE9}" type="presParOf" srcId="{823B0729-66D2-4675-95E2-FAF465D4CCFA}" destId="{98B89450-FC61-47C5-A8F2-0C8C29C8A46F}" srcOrd="9" destOrd="0" presId="urn:microsoft.com/office/officeart/2008/layout/LinedList"/>
    <dgm:cxn modelId="{2EF97EF5-77B9-4A76-8FE4-6098D13121AD}" type="presParOf" srcId="{98B89450-FC61-47C5-A8F2-0C8C29C8A46F}" destId="{4C51046F-4F65-4C60-8608-58BD4F2A994B}" srcOrd="0" destOrd="0" presId="urn:microsoft.com/office/officeart/2008/layout/LinedList"/>
    <dgm:cxn modelId="{858AE3FC-E44A-424A-8256-F302C54981A4}" type="presParOf" srcId="{98B89450-FC61-47C5-A8F2-0C8C29C8A46F}" destId="{A40F3F5C-23DA-41A8-88D4-9666A5B3A677}" srcOrd="1" destOrd="0" presId="urn:microsoft.com/office/officeart/2008/layout/LinedList"/>
    <dgm:cxn modelId="{09416483-501B-4F25-A68A-1AB248AE6182}" type="presParOf" srcId="{823B0729-66D2-4675-95E2-FAF465D4CCFA}" destId="{A5DED139-FA1A-4A12-B8E1-9CE4F7AA5A55}" srcOrd="10" destOrd="0" presId="urn:microsoft.com/office/officeart/2008/layout/LinedList"/>
    <dgm:cxn modelId="{3E919C20-1519-4F3D-A276-539FFECE6A8B}" type="presParOf" srcId="{823B0729-66D2-4675-95E2-FAF465D4CCFA}" destId="{4FE24EC4-7F3A-418D-8D10-72260456E0B4}" srcOrd="11" destOrd="0" presId="urn:microsoft.com/office/officeart/2008/layout/LinedList"/>
    <dgm:cxn modelId="{E00F8CC2-7CBA-4406-9932-36A9C03FA931}" type="presParOf" srcId="{4FE24EC4-7F3A-418D-8D10-72260456E0B4}" destId="{937E4394-D2F3-4972-ACF4-55D2E0FCD9AF}" srcOrd="0" destOrd="0" presId="urn:microsoft.com/office/officeart/2008/layout/LinedList"/>
    <dgm:cxn modelId="{01B20E48-404C-4B60-B863-C0441F0875FE}" type="presParOf" srcId="{4FE24EC4-7F3A-418D-8D10-72260456E0B4}" destId="{282F569D-2814-4DAF-A174-D4A1366882AA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9FF84BC0-DCB4-4ACF-A1B5-FA4149A76D15}" type="doc">
      <dgm:prSet loTypeId="urn:microsoft.com/office/officeart/2008/layout/LinedList" loCatId="list" qsTypeId="urn:microsoft.com/office/officeart/2005/8/quickstyle/simple1#5" qsCatId="simple" csTypeId="urn:microsoft.com/office/officeart/2005/8/colors/colorful1#2" csCatId="colorful" phldr="1"/>
      <dgm:spPr/>
      <dgm:t>
        <a:bodyPr/>
        <a:lstStyle/>
        <a:p>
          <a:endParaRPr lang="en-US"/>
        </a:p>
      </dgm:t>
    </dgm:pt>
    <dgm:pt modelId="{3079185E-9EEA-4110-B37A-F6B972E57693}">
      <dgm:prSet custT="1"/>
      <dgm:spPr/>
      <dgm:t>
        <a:bodyPr/>
        <a:lstStyle/>
        <a:p>
          <a:r>
            <a:rPr lang="fr-CA" sz="2400" noProof="0" dirty="0">
              <a:solidFill>
                <a:schemeClr val="accent4">
                  <a:lumMod val="75000"/>
                </a:schemeClr>
              </a:solidFill>
            </a:rPr>
            <a:t>Planifier</a:t>
          </a:r>
        </a:p>
      </dgm:t>
    </dgm:pt>
    <dgm:pt modelId="{3520409D-00FD-4C90-A329-16EFAD2CD81A}" type="parTrans" cxnId="{17A238BD-6FCB-4D9E-9F22-4A8D9A460617}">
      <dgm:prSet/>
      <dgm:spPr/>
      <dgm:t>
        <a:bodyPr/>
        <a:lstStyle/>
        <a:p>
          <a:endParaRPr lang="en-US" sz="2400"/>
        </a:p>
      </dgm:t>
    </dgm:pt>
    <dgm:pt modelId="{DED9C222-D5C5-4B1E-83EA-D4DF19FC928E}" type="sibTrans" cxnId="{17A238BD-6FCB-4D9E-9F22-4A8D9A460617}">
      <dgm:prSet/>
      <dgm:spPr/>
      <dgm:t>
        <a:bodyPr/>
        <a:lstStyle/>
        <a:p>
          <a:endParaRPr lang="en-US" sz="2400"/>
        </a:p>
      </dgm:t>
    </dgm:pt>
    <dgm:pt modelId="{4AEC22B4-96B2-4274-A4F0-51DED8A4EABB}">
      <dgm:prSet custT="1"/>
      <dgm:spPr/>
      <dgm:t>
        <a:bodyPr/>
        <a:lstStyle/>
        <a:p>
          <a:r>
            <a:rPr lang="fr-CA" sz="2400" noProof="0" dirty="0">
              <a:solidFill>
                <a:schemeClr val="accent4">
                  <a:lumMod val="75000"/>
                </a:schemeClr>
              </a:solidFill>
            </a:rPr>
            <a:t>Construire</a:t>
          </a:r>
        </a:p>
      </dgm:t>
    </dgm:pt>
    <dgm:pt modelId="{C468300B-A75D-4580-9720-78D949C39E2A}" type="parTrans" cxnId="{EB0B8BB7-0536-424A-823B-284B451E9A67}">
      <dgm:prSet/>
      <dgm:spPr/>
      <dgm:t>
        <a:bodyPr/>
        <a:lstStyle/>
        <a:p>
          <a:endParaRPr lang="en-US" sz="2400"/>
        </a:p>
      </dgm:t>
    </dgm:pt>
    <dgm:pt modelId="{4CBCC85E-D266-4CD9-AF12-8D90B9923F10}" type="sibTrans" cxnId="{EB0B8BB7-0536-424A-823B-284B451E9A67}">
      <dgm:prSet/>
      <dgm:spPr/>
      <dgm:t>
        <a:bodyPr/>
        <a:lstStyle/>
        <a:p>
          <a:endParaRPr lang="en-US" sz="2400"/>
        </a:p>
      </dgm:t>
    </dgm:pt>
    <dgm:pt modelId="{FAB58635-AC6D-46A2-8D5B-812C45AE0560}">
      <dgm:prSet custT="1"/>
      <dgm:spPr/>
      <dgm:t>
        <a:bodyPr/>
        <a:lstStyle/>
        <a:p>
          <a:r>
            <a:rPr lang="fr-CA" sz="2400" noProof="0" dirty="0">
              <a:solidFill>
                <a:schemeClr val="accent4">
                  <a:lumMod val="75000"/>
                </a:schemeClr>
              </a:solidFill>
            </a:rPr>
            <a:t>Simuler</a:t>
          </a:r>
        </a:p>
      </dgm:t>
    </dgm:pt>
    <dgm:pt modelId="{0EE7CC56-65B3-4B37-8BD1-7078CF4ED549}" type="parTrans" cxnId="{BD56110C-3A26-4F10-B839-3772ACF12DB0}">
      <dgm:prSet/>
      <dgm:spPr/>
      <dgm:t>
        <a:bodyPr/>
        <a:lstStyle/>
        <a:p>
          <a:endParaRPr lang="en-US" sz="2400"/>
        </a:p>
      </dgm:t>
    </dgm:pt>
    <dgm:pt modelId="{F7D46FA9-0A10-4A9A-8BF7-B28F20CB7170}" type="sibTrans" cxnId="{BD56110C-3A26-4F10-B839-3772ACF12DB0}">
      <dgm:prSet/>
      <dgm:spPr/>
      <dgm:t>
        <a:bodyPr/>
        <a:lstStyle/>
        <a:p>
          <a:endParaRPr lang="en-US" sz="2400"/>
        </a:p>
      </dgm:t>
    </dgm:pt>
    <dgm:pt modelId="{E2264A08-0067-49ED-BE16-076213B7C1F2}">
      <dgm:prSet custT="1"/>
      <dgm:spPr/>
      <dgm:t>
        <a:bodyPr/>
        <a:lstStyle/>
        <a:p>
          <a:r>
            <a:rPr lang="fr-CA" sz="2400" noProof="0" dirty="0">
              <a:solidFill>
                <a:schemeClr val="accent4">
                  <a:lumMod val="75000"/>
                </a:schemeClr>
              </a:solidFill>
            </a:rPr>
            <a:t>Signal</a:t>
          </a:r>
        </a:p>
      </dgm:t>
    </dgm:pt>
    <dgm:pt modelId="{2BFA1102-1081-43C3-A3A3-ADAE6EDFABA3}" type="parTrans" cxnId="{01E8F5FD-ADF9-4EA5-9CC0-31B7A3FEDED8}">
      <dgm:prSet/>
      <dgm:spPr/>
      <dgm:t>
        <a:bodyPr/>
        <a:lstStyle/>
        <a:p>
          <a:endParaRPr lang="en-US" sz="2400"/>
        </a:p>
      </dgm:t>
    </dgm:pt>
    <dgm:pt modelId="{3E366444-D5AE-4E9E-9927-38FE1855E624}" type="sibTrans" cxnId="{01E8F5FD-ADF9-4EA5-9CC0-31B7A3FEDED8}">
      <dgm:prSet/>
      <dgm:spPr/>
      <dgm:t>
        <a:bodyPr/>
        <a:lstStyle/>
        <a:p>
          <a:endParaRPr lang="en-US" sz="2400"/>
        </a:p>
      </dgm:t>
    </dgm:pt>
    <dgm:pt modelId="{5422416E-E32F-4743-93C7-5D60A063F883}" type="pres">
      <dgm:prSet presAssocID="{9FF84BC0-DCB4-4ACF-A1B5-FA4149A76D15}" presName="vert0" presStyleCnt="0">
        <dgm:presLayoutVars>
          <dgm:dir/>
          <dgm:animOne val="branch"/>
          <dgm:animLvl val="lvl"/>
        </dgm:presLayoutVars>
      </dgm:prSet>
      <dgm:spPr/>
    </dgm:pt>
    <dgm:pt modelId="{94CB22B0-CAA6-4273-B611-57A6EAD5D58F}" type="pres">
      <dgm:prSet presAssocID="{3079185E-9EEA-4110-B37A-F6B972E57693}" presName="thickLine" presStyleLbl="alignNode1" presStyleIdx="0" presStyleCnt="4"/>
      <dgm:spPr/>
    </dgm:pt>
    <dgm:pt modelId="{703F5019-95AE-4176-A7B9-39B173135483}" type="pres">
      <dgm:prSet presAssocID="{3079185E-9EEA-4110-B37A-F6B972E57693}" presName="horz1" presStyleCnt="0"/>
      <dgm:spPr/>
    </dgm:pt>
    <dgm:pt modelId="{8EBD523E-8E4B-458B-93F6-6C4469446E69}" type="pres">
      <dgm:prSet presAssocID="{3079185E-9EEA-4110-B37A-F6B972E57693}" presName="tx1" presStyleLbl="revTx" presStyleIdx="0" presStyleCnt="4"/>
      <dgm:spPr/>
    </dgm:pt>
    <dgm:pt modelId="{C296A3FC-D987-49D7-9A36-3E01652FBC34}" type="pres">
      <dgm:prSet presAssocID="{3079185E-9EEA-4110-B37A-F6B972E57693}" presName="vert1" presStyleCnt="0"/>
      <dgm:spPr/>
    </dgm:pt>
    <dgm:pt modelId="{2B905FCD-2C28-4AE2-8CDD-97A00BB26475}" type="pres">
      <dgm:prSet presAssocID="{4AEC22B4-96B2-4274-A4F0-51DED8A4EABB}" presName="thickLine" presStyleLbl="alignNode1" presStyleIdx="1" presStyleCnt="4"/>
      <dgm:spPr/>
    </dgm:pt>
    <dgm:pt modelId="{B8165EAC-EDB0-4B73-87FE-EAC95D00C6ED}" type="pres">
      <dgm:prSet presAssocID="{4AEC22B4-96B2-4274-A4F0-51DED8A4EABB}" presName="horz1" presStyleCnt="0"/>
      <dgm:spPr/>
    </dgm:pt>
    <dgm:pt modelId="{005471B6-FA64-445C-9DBD-90B394BC69CB}" type="pres">
      <dgm:prSet presAssocID="{4AEC22B4-96B2-4274-A4F0-51DED8A4EABB}" presName="tx1" presStyleLbl="revTx" presStyleIdx="1" presStyleCnt="4"/>
      <dgm:spPr/>
    </dgm:pt>
    <dgm:pt modelId="{94B479FC-EA6F-4476-A028-967A68B6594D}" type="pres">
      <dgm:prSet presAssocID="{4AEC22B4-96B2-4274-A4F0-51DED8A4EABB}" presName="vert1" presStyleCnt="0"/>
      <dgm:spPr/>
    </dgm:pt>
    <dgm:pt modelId="{42752341-7780-458D-8C66-9A5686BDA207}" type="pres">
      <dgm:prSet presAssocID="{FAB58635-AC6D-46A2-8D5B-812C45AE0560}" presName="thickLine" presStyleLbl="alignNode1" presStyleIdx="2" presStyleCnt="4"/>
      <dgm:spPr/>
    </dgm:pt>
    <dgm:pt modelId="{8BF598E3-822D-4494-A388-18C193705E8C}" type="pres">
      <dgm:prSet presAssocID="{FAB58635-AC6D-46A2-8D5B-812C45AE0560}" presName="horz1" presStyleCnt="0"/>
      <dgm:spPr/>
    </dgm:pt>
    <dgm:pt modelId="{EE6D3025-C757-4FAC-B751-6E4249CE80B2}" type="pres">
      <dgm:prSet presAssocID="{FAB58635-AC6D-46A2-8D5B-812C45AE0560}" presName="tx1" presStyleLbl="revTx" presStyleIdx="2" presStyleCnt="4"/>
      <dgm:spPr/>
    </dgm:pt>
    <dgm:pt modelId="{40375FC2-3AD1-46C1-82FC-E74E8C4B4133}" type="pres">
      <dgm:prSet presAssocID="{FAB58635-AC6D-46A2-8D5B-812C45AE0560}" presName="vert1" presStyleCnt="0"/>
      <dgm:spPr/>
    </dgm:pt>
    <dgm:pt modelId="{59F45710-AFAD-4E35-BD87-09572985C060}" type="pres">
      <dgm:prSet presAssocID="{E2264A08-0067-49ED-BE16-076213B7C1F2}" presName="thickLine" presStyleLbl="alignNode1" presStyleIdx="3" presStyleCnt="4"/>
      <dgm:spPr/>
    </dgm:pt>
    <dgm:pt modelId="{FE5AB846-CE57-4C89-991C-55C0D398BC86}" type="pres">
      <dgm:prSet presAssocID="{E2264A08-0067-49ED-BE16-076213B7C1F2}" presName="horz1" presStyleCnt="0"/>
      <dgm:spPr/>
    </dgm:pt>
    <dgm:pt modelId="{281B50BD-56F7-4E1B-8495-836B2E0F8F74}" type="pres">
      <dgm:prSet presAssocID="{E2264A08-0067-49ED-BE16-076213B7C1F2}" presName="tx1" presStyleLbl="revTx" presStyleIdx="3" presStyleCnt="4"/>
      <dgm:spPr/>
    </dgm:pt>
    <dgm:pt modelId="{BA2D8CC1-034F-43BF-B678-9A91580A05F7}" type="pres">
      <dgm:prSet presAssocID="{E2264A08-0067-49ED-BE16-076213B7C1F2}" presName="vert1" presStyleCnt="0"/>
      <dgm:spPr/>
    </dgm:pt>
  </dgm:ptLst>
  <dgm:cxnLst>
    <dgm:cxn modelId="{C9FAA00A-08A5-45B7-AFA6-CF21A2CB613F}" type="presOf" srcId="{4AEC22B4-96B2-4274-A4F0-51DED8A4EABB}" destId="{005471B6-FA64-445C-9DBD-90B394BC69CB}" srcOrd="0" destOrd="0" presId="urn:microsoft.com/office/officeart/2008/layout/LinedList"/>
    <dgm:cxn modelId="{BD56110C-3A26-4F10-B839-3772ACF12DB0}" srcId="{9FF84BC0-DCB4-4ACF-A1B5-FA4149A76D15}" destId="{FAB58635-AC6D-46A2-8D5B-812C45AE0560}" srcOrd="2" destOrd="0" parTransId="{0EE7CC56-65B3-4B37-8BD1-7078CF4ED549}" sibTransId="{F7D46FA9-0A10-4A9A-8BF7-B28F20CB7170}"/>
    <dgm:cxn modelId="{E117ED10-B396-4D5C-AEAF-2D646356580A}" type="presOf" srcId="{9FF84BC0-DCB4-4ACF-A1B5-FA4149A76D15}" destId="{5422416E-E32F-4743-93C7-5D60A063F883}" srcOrd="0" destOrd="0" presId="urn:microsoft.com/office/officeart/2008/layout/LinedList"/>
    <dgm:cxn modelId="{0927E14E-4083-4841-A47D-3A8CF6AB23E6}" type="presOf" srcId="{E2264A08-0067-49ED-BE16-076213B7C1F2}" destId="{281B50BD-56F7-4E1B-8495-836B2E0F8F74}" srcOrd="0" destOrd="0" presId="urn:microsoft.com/office/officeart/2008/layout/LinedList"/>
    <dgm:cxn modelId="{EB0B8BB7-0536-424A-823B-284B451E9A67}" srcId="{9FF84BC0-DCB4-4ACF-A1B5-FA4149A76D15}" destId="{4AEC22B4-96B2-4274-A4F0-51DED8A4EABB}" srcOrd="1" destOrd="0" parTransId="{C468300B-A75D-4580-9720-78D949C39E2A}" sibTransId="{4CBCC85E-D266-4CD9-AF12-8D90B9923F10}"/>
    <dgm:cxn modelId="{17A238BD-6FCB-4D9E-9F22-4A8D9A460617}" srcId="{9FF84BC0-DCB4-4ACF-A1B5-FA4149A76D15}" destId="{3079185E-9EEA-4110-B37A-F6B972E57693}" srcOrd="0" destOrd="0" parTransId="{3520409D-00FD-4C90-A329-16EFAD2CD81A}" sibTransId="{DED9C222-D5C5-4B1E-83EA-D4DF19FC928E}"/>
    <dgm:cxn modelId="{BF01ACDB-07D3-4275-88FF-F601A8C9A2E6}" type="presOf" srcId="{FAB58635-AC6D-46A2-8D5B-812C45AE0560}" destId="{EE6D3025-C757-4FAC-B751-6E4249CE80B2}" srcOrd="0" destOrd="0" presId="urn:microsoft.com/office/officeart/2008/layout/LinedList"/>
    <dgm:cxn modelId="{01E8F5FD-ADF9-4EA5-9CC0-31B7A3FEDED8}" srcId="{9FF84BC0-DCB4-4ACF-A1B5-FA4149A76D15}" destId="{E2264A08-0067-49ED-BE16-076213B7C1F2}" srcOrd="3" destOrd="0" parTransId="{2BFA1102-1081-43C3-A3A3-ADAE6EDFABA3}" sibTransId="{3E366444-D5AE-4E9E-9927-38FE1855E624}"/>
    <dgm:cxn modelId="{E263C4FE-B793-45D3-B946-89C43B627EFB}" type="presOf" srcId="{3079185E-9EEA-4110-B37A-F6B972E57693}" destId="{8EBD523E-8E4B-458B-93F6-6C4469446E69}" srcOrd="0" destOrd="0" presId="urn:microsoft.com/office/officeart/2008/layout/LinedList"/>
    <dgm:cxn modelId="{406E8285-8D8A-4BE9-8861-8C2FB62B5C77}" type="presParOf" srcId="{5422416E-E32F-4743-93C7-5D60A063F883}" destId="{94CB22B0-CAA6-4273-B611-57A6EAD5D58F}" srcOrd="0" destOrd="0" presId="urn:microsoft.com/office/officeart/2008/layout/LinedList"/>
    <dgm:cxn modelId="{969B7A72-8B52-4E41-9B15-CE0F35E1B416}" type="presParOf" srcId="{5422416E-E32F-4743-93C7-5D60A063F883}" destId="{703F5019-95AE-4176-A7B9-39B173135483}" srcOrd="1" destOrd="0" presId="urn:microsoft.com/office/officeart/2008/layout/LinedList"/>
    <dgm:cxn modelId="{E632F6F0-6CCD-4B50-964C-98C54BE228C9}" type="presParOf" srcId="{703F5019-95AE-4176-A7B9-39B173135483}" destId="{8EBD523E-8E4B-458B-93F6-6C4469446E69}" srcOrd="0" destOrd="0" presId="urn:microsoft.com/office/officeart/2008/layout/LinedList"/>
    <dgm:cxn modelId="{90846D0C-497B-4562-BC6B-CBF7670CD350}" type="presParOf" srcId="{703F5019-95AE-4176-A7B9-39B173135483}" destId="{C296A3FC-D987-49D7-9A36-3E01652FBC34}" srcOrd="1" destOrd="0" presId="urn:microsoft.com/office/officeart/2008/layout/LinedList"/>
    <dgm:cxn modelId="{DF4408B9-F7AF-4B1C-8D63-F62449E91D26}" type="presParOf" srcId="{5422416E-E32F-4743-93C7-5D60A063F883}" destId="{2B905FCD-2C28-4AE2-8CDD-97A00BB26475}" srcOrd="2" destOrd="0" presId="urn:microsoft.com/office/officeart/2008/layout/LinedList"/>
    <dgm:cxn modelId="{22D2AFCE-EF94-4EC8-B870-448BF4B6855F}" type="presParOf" srcId="{5422416E-E32F-4743-93C7-5D60A063F883}" destId="{B8165EAC-EDB0-4B73-87FE-EAC95D00C6ED}" srcOrd="3" destOrd="0" presId="urn:microsoft.com/office/officeart/2008/layout/LinedList"/>
    <dgm:cxn modelId="{5064636A-50EA-43DA-8327-B14896E6A285}" type="presParOf" srcId="{B8165EAC-EDB0-4B73-87FE-EAC95D00C6ED}" destId="{005471B6-FA64-445C-9DBD-90B394BC69CB}" srcOrd="0" destOrd="0" presId="urn:microsoft.com/office/officeart/2008/layout/LinedList"/>
    <dgm:cxn modelId="{08A4CC3E-6C2E-4880-A89E-F398F34257BA}" type="presParOf" srcId="{B8165EAC-EDB0-4B73-87FE-EAC95D00C6ED}" destId="{94B479FC-EA6F-4476-A028-967A68B6594D}" srcOrd="1" destOrd="0" presId="urn:microsoft.com/office/officeart/2008/layout/LinedList"/>
    <dgm:cxn modelId="{69A35C65-BF8B-4FA5-AE9A-10C9F5169E6D}" type="presParOf" srcId="{5422416E-E32F-4743-93C7-5D60A063F883}" destId="{42752341-7780-458D-8C66-9A5686BDA207}" srcOrd="4" destOrd="0" presId="urn:microsoft.com/office/officeart/2008/layout/LinedList"/>
    <dgm:cxn modelId="{B44BF478-3D5D-4451-971B-92A0D9E12088}" type="presParOf" srcId="{5422416E-E32F-4743-93C7-5D60A063F883}" destId="{8BF598E3-822D-4494-A388-18C193705E8C}" srcOrd="5" destOrd="0" presId="urn:microsoft.com/office/officeart/2008/layout/LinedList"/>
    <dgm:cxn modelId="{9BBBA0D0-6A87-48C1-99A9-CB9429F81F0A}" type="presParOf" srcId="{8BF598E3-822D-4494-A388-18C193705E8C}" destId="{EE6D3025-C757-4FAC-B751-6E4249CE80B2}" srcOrd="0" destOrd="0" presId="urn:microsoft.com/office/officeart/2008/layout/LinedList"/>
    <dgm:cxn modelId="{5E0A65C5-DF3B-42E6-BFD0-EACCCAAD8063}" type="presParOf" srcId="{8BF598E3-822D-4494-A388-18C193705E8C}" destId="{40375FC2-3AD1-46C1-82FC-E74E8C4B4133}" srcOrd="1" destOrd="0" presId="urn:microsoft.com/office/officeart/2008/layout/LinedList"/>
    <dgm:cxn modelId="{4A78397B-54FD-4204-B3A7-39DE39F54197}" type="presParOf" srcId="{5422416E-E32F-4743-93C7-5D60A063F883}" destId="{59F45710-AFAD-4E35-BD87-09572985C060}" srcOrd="6" destOrd="0" presId="urn:microsoft.com/office/officeart/2008/layout/LinedList"/>
    <dgm:cxn modelId="{3EB4C164-41AD-48BF-9131-557F281FD220}" type="presParOf" srcId="{5422416E-E32F-4743-93C7-5D60A063F883}" destId="{FE5AB846-CE57-4C89-991C-55C0D398BC86}" srcOrd="7" destOrd="0" presId="urn:microsoft.com/office/officeart/2008/layout/LinedList"/>
    <dgm:cxn modelId="{7E2A9D5E-50F8-4E77-B892-ED5E2A4F2B2B}" type="presParOf" srcId="{FE5AB846-CE57-4C89-991C-55C0D398BC86}" destId="{281B50BD-56F7-4E1B-8495-836B2E0F8F74}" srcOrd="0" destOrd="0" presId="urn:microsoft.com/office/officeart/2008/layout/LinedList"/>
    <dgm:cxn modelId="{D1649B19-5531-440D-8CED-85DEA7547F77}" type="presParOf" srcId="{FE5AB846-CE57-4C89-991C-55C0D398BC86}" destId="{BA2D8CC1-034F-43BF-B678-9A91580A05F7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37C27336-1786-46E3-BF57-0362E190DEC6}" type="doc">
      <dgm:prSet loTypeId="urn:microsoft.com/office/officeart/2008/layout/LinedList" loCatId="list" qsTypeId="urn:microsoft.com/office/officeart/2005/8/quickstyle/simple1#6" qsCatId="simple" csTypeId="urn:microsoft.com/office/officeart/2005/8/colors/colorful2#1" csCatId="colorful"/>
      <dgm:spPr/>
      <dgm:t>
        <a:bodyPr/>
        <a:lstStyle/>
        <a:p>
          <a:endParaRPr lang="en-US"/>
        </a:p>
      </dgm:t>
    </dgm:pt>
    <dgm:pt modelId="{97A8D7C3-6DCC-4768-9C73-BA1301B155B6}">
      <dgm:prSet custT="1"/>
      <dgm:spPr/>
      <dgm:t>
        <a:bodyPr/>
        <a:lstStyle/>
        <a:p>
          <a:r>
            <a:rPr lang="fr-CA" sz="2400" noProof="0" dirty="0">
              <a:solidFill>
                <a:schemeClr val="accent4">
                  <a:lumMod val="75000"/>
                </a:schemeClr>
              </a:solidFill>
            </a:rPr>
            <a:t>Diffuser (livrer)</a:t>
          </a:r>
        </a:p>
      </dgm:t>
    </dgm:pt>
    <dgm:pt modelId="{9A2DDF6B-40BF-4D7F-943A-B8F96CC52E05}" type="parTrans" cxnId="{CFE70339-F121-46C8-9E58-31D5589C7631}">
      <dgm:prSet/>
      <dgm:spPr/>
      <dgm:t>
        <a:bodyPr/>
        <a:lstStyle/>
        <a:p>
          <a:endParaRPr lang="en-US" sz="2400"/>
        </a:p>
      </dgm:t>
    </dgm:pt>
    <dgm:pt modelId="{4B4FEC72-229A-4859-99E4-39ACAFCDA8F5}" type="sibTrans" cxnId="{CFE70339-F121-46C8-9E58-31D5589C7631}">
      <dgm:prSet/>
      <dgm:spPr/>
      <dgm:t>
        <a:bodyPr/>
        <a:lstStyle/>
        <a:p>
          <a:endParaRPr lang="en-US" sz="2400"/>
        </a:p>
      </dgm:t>
    </dgm:pt>
    <dgm:pt modelId="{C85A9891-709D-494C-BAAE-35968B484B7B}">
      <dgm:prSet custT="1"/>
      <dgm:spPr/>
      <dgm:t>
        <a:bodyPr/>
        <a:lstStyle/>
        <a:p>
          <a:r>
            <a:rPr lang="fr-CA" sz="2400" noProof="0" dirty="0">
              <a:solidFill>
                <a:schemeClr val="accent4">
                  <a:lumMod val="75000"/>
                </a:schemeClr>
              </a:solidFill>
            </a:rPr>
            <a:t>Exécuter (opérer)</a:t>
          </a:r>
        </a:p>
      </dgm:t>
    </dgm:pt>
    <dgm:pt modelId="{39624EAA-AE72-4813-8E58-66C11DA5B5EA}" type="parTrans" cxnId="{BDA74D93-29A1-4614-AD78-912F62577AAD}">
      <dgm:prSet/>
      <dgm:spPr/>
      <dgm:t>
        <a:bodyPr/>
        <a:lstStyle/>
        <a:p>
          <a:endParaRPr lang="en-US" sz="2400"/>
        </a:p>
      </dgm:t>
    </dgm:pt>
    <dgm:pt modelId="{F77F86F2-010C-4ED1-A8F9-177BE506FEB8}" type="sibTrans" cxnId="{BDA74D93-29A1-4614-AD78-912F62577AAD}">
      <dgm:prSet/>
      <dgm:spPr/>
      <dgm:t>
        <a:bodyPr/>
        <a:lstStyle/>
        <a:p>
          <a:endParaRPr lang="en-US" sz="2400"/>
        </a:p>
      </dgm:t>
    </dgm:pt>
    <dgm:pt modelId="{F7DD3242-21BC-4B2C-9C94-733F247E2FB9}">
      <dgm:prSet custT="1"/>
      <dgm:spPr/>
      <dgm:t>
        <a:bodyPr/>
        <a:lstStyle/>
        <a:p>
          <a:r>
            <a:rPr lang="fr-CA" sz="2400" noProof="0" dirty="0">
              <a:solidFill>
                <a:schemeClr val="accent4">
                  <a:lumMod val="75000"/>
                </a:schemeClr>
              </a:solidFill>
            </a:rPr>
            <a:t>Veiller (assistance)</a:t>
          </a:r>
        </a:p>
      </dgm:t>
    </dgm:pt>
    <dgm:pt modelId="{FF23D6ED-531A-471C-96F8-3CFB819DFAE2}" type="parTrans" cxnId="{253BA550-DB89-4F64-BC2D-A5F8D93A0489}">
      <dgm:prSet/>
      <dgm:spPr/>
      <dgm:t>
        <a:bodyPr/>
        <a:lstStyle/>
        <a:p>
          <a:endParaRPr lang="en-US" sz="2400"/>
        </a:p>
      </dgm:t>
    </dgm:pt>
    <dgm:pt modelId="{1FFECAE4-A1E0-4A21-93C6-EE7EA7D91243}" type="sibTrans" cxnId="{253BA550-DB89-4F64-BC2D-A5F8D93A0489}">
      <dgm:prSet/>
      <dgm:spPr/>
      <dgm:t>
        <a:bodyPr/>
        <a:lstStyle/>
        <a:p>
          <a:endParaRPr lang="en-US" sz="2400"/>
        </a:p>
      </dgm:t>
    </dgm:pt>
    <dgm:pt modelId="{363DBBA4-3963-4155-A336-E74DC296672B}">
      <dgm:prSet custT="1"/>
      <dgm:spPr/>
      <dgm:t>
        <a:bodyPr/>
        <a:lstStyle/>
        <a:p>
          <a:r>
            <a:rPr lang="fr-CA" sz="2400" noProof="0" dirty="0">
              <a:solidFill>
                <a:schemeClr val="accent4">
                  <a:lumMod val="75000"/>
                </a:schemeClr>
              </a:solidFill>
            </a:rPr>
            <a:t>Mesurer (feedback)</a:t>
          </a:r>
        </a:p>
      </dgm:t>
    </dgm:pt>
    <dgm:pt modelId="{0B26F48C-83FB-4315-B386-5DF296A8EC9A}" type="parTrans" cxnId="{45AAB3E7-855C-41B6-87D7-57D1BBD0D825}">
      <dgm:prSet/>
      <dgm:spPr/>
      <dgm:t>
        <a:bodyPr/>
        <a:lstStyle/>
        <a:p>
          <a:endParaRPr lang="en-US" sz="2400"/>
        </a:p>
      </dgm:t>
    </dgm:pt>
    <dgm:pt modelId="{4AAE680F-9D3E-4ADB-AC0D-68D4E223C450}" type="sibTrans" cxnId="{45AAB3E7-855C-41B6-87D7-57D1BBD0D825}">
      <dgm:prSet/>
      <dgm:spPr/>
      <dgm:t>
        <a:bodyPr/>
        <a:lstStyle/>
        <a:p>
          <a:endParaRPr lang="en-US" sz="2400"/>
        </a:p>
      </dgm:t>
    </dgm:pt>
    <dgm:pt modelId="{A5EDCDF2-7826-4CCA-A1AC-F664662FA1F6}" type="pres">
      <dgm:prSet presAssocID="{37C27336-1786-46E3-BF57-0362E190DEC6}" presName="vert0" presStyleCnt="0">
        <dgm:presLayoutVars>
          <dgm:dir/>
          <dgm:animOne val="branch"/>
          <dgm:animLvl val="lvl"/>
        </dgm:presLayoutVars>
      </dgm:prSet>
      <dgm:spPr/>
    </dgm:pt>
    <dgm:pt modelId="{8D5519D0-C1F2-4129-AFEC-7164B4CD32B2}" type="pres">
      <dgm:prSet presAssocID="{97A8D7C3-6DCC-4768-9C73-BA1301B155B6}" presName="thickLine" presStyleLbl="alignNode1" presStyleIdx="0" presStyleCnt="4"/>
      <dgm:spPr/>
    </dgm:pt>
    <dgm:pt modelId="{A6CCEDAF-3E89-41B6-8082-8D47D5179DDF}" type="pres">
      <dgm:prSet presAssocID="{97A8D7C3-6DCC-4768-9C73-BA1301B155B6}" presName="horz1" presStyleCnt="0"/>
      <dgm:spPr/>
    </dgm:pt>
    <dgm:pt modelId="{645FB6C6-94F4-4C58-BA3A-CB8BCD3B9A43}" type="pres">
      <dgm:prSet presAssocID="{97A8D7C3-6DCC-4768-9C73-BA1301B155B6}" presName="tx1" presStyleLbl="revTx" presStyleIdx="0" presStyleCnt="4"/>
      <dgm:spPr/>
    </dgm:pt>
    <dgm:pt modelId="{25BB29D3-40C3-49F4-B6BA-E40FF2985E8D}" type="pres">
      <dgm:prSet presAssocID="{97A8D7C3-6DCC-4768-9C73-BA1301B155B6}" presName="vert1" presStyleCnt="0"/>
      <dgm:spPr/>
    </dgm:pt>
    <dgm:pt modelId="{269A93DA-15F5-405F-A252-AFA7EF9C0E28}" type="pres">
      <dgm:prSet presAssocID="{C85A9891-709D-494C-BAAE-35968B484B7B}" presName="thickLine" presStyleLbl="alignNode1" presStyleIdx="1" presStyleCnt="4"/>
      <dgm:spPr/>
    </dgm:pt>
    <dgm:pt modelId="{ED8CF7CF-5C5F-4EF8-A5CA-73F52C055086}" type="pres">
      <dgm:prSet presAssocID="{C85A9891-709D-494C-BAAE-35968B484B7B}" presName="horz1" presStyleCnt="0"/>
      <dgm:spPr/>
    </dgm:pt>
    <dgm:pt modelId="{59FED6BE-12F1-4503-9873-F3CE9878CEE2}" type="pres">
      <dgm:prSet presAssocID="{C85A9891-709D-494C-BAAE-35968B484B7B}" presName="tx1" presStyleLbl="revTx" presStyleIdx="1" presStyleCnt="4"/>
      <dgm:spPr/>
    </dgm:pt>
    <dgm:pt modelId="{EF9C5CB0-269B-4237-A83E-CB492C2CAEED}" type="pres">
      <dgm:prSet presAssocID="{C85A9891-709D-494C-BAAE-35968B484B7B}" presName="vert1" presStyleCnt="0"/>
      <dgm:spPr/>
    </dgm:pt>
    <dgm:pt modelId="{CC8FADD0-6CA0-4789-AE12-6C0FAB41E54F}" type="pres">
      <dgm:prSet presAssocID="{F7DD3242-21BC-4B2C-9C94-733F247E2FB9}" presName="thickLine" presStyleLbl="alignNode1" presStyleIdx="2" presStyleCnt="4"/>
      <dgm:spPr/>
    </dgm:pt>
    <dgm:pt modelId="{C5DC6821-79AC-4DCA-8BC9-5FEE0E416CE1}" type="pres">
      <dgm:prSet presAssocID="{F7DD3242-21BC-4B2C-9C94-733F247E2FB9}" presName="horz1" presStyleCnt="0"/>
      <dgm:spPr/>
    </dgm:pt>
    <dgm:pt modelId="{8258FDAA-8082-4D13-B38F-28A0B49F7E2D}" type="pres">
      <dgm:prSet presAssocID="{F7DD3242-21BC-4B2C-9C94-733F247E2FB9}" presName="tx1" presStyleLbl="revTx" presStyleIdx="2" presStyleCnt="4"/>
      <dgm:spPr/>
    </dgm:pt>
    <dgm:pt modelId="{BEBC872A-668F-4E0F-A08B-661FF8CCFF3A}" type="pres">
      <dgm:prSet presAssocID="{F7DD3242-21BC-4B2C-9C94-733F247E2FB9}" presName="vert1" presStyleCnt="0"/>
      <dgm:spPr/>
    </dgm:pt>
    <dgm:pt modelId="{C39DFF12-963D-4727-8EA4-A8B86B838851}" type="pres">
      <dgm:prSet presAssocID="{363DBBA4-3963-4155-A336-E74DC296672B}" presName="thickLine" presStyleLbl="alignNode1" presStyleIdx="3" presStyleCnt="4"/>
      <dgm:spPr/>
    </dgm:pt>
    <dgm:pt modelId="{6E5141B4-FA9F-45AA-AFA8-CB69FF02E9B6}" type="pres">
      <dgm:prSet presAssocID="{363DBBA4-3963-4155-A336-E74DC296672B}" presName="horz1" presStyleCnt="0"/>
      <dgm:spPr/>
    </dgm:pt>
    <dgm:pt modelId="{4485A1F2-2F3D-41A1-97AD-3109B09D155A}" type="pres">
      <dgm:prSet presAssocID="{363DBBA4-3963-4155-A336-E74DC296672B}" presName="tx1" presStyleLbl="revTx" presStyleIdx="3" presStyleCnt="4"/>
      <dgm:spPr/>
    </dgm:pt>
    <dgm:pt modelId="{B61C7C85-D839-4AB7-8F4E-036CEE72C476}" type="pres">
      <dgm:prSet presAssocID="{363DBBA4-3963-4155-A336-E74DC296672B}" presName="vert1" presStyleCnt="0"/>
      <dgm:spPr/>
    </dgm:pt>
  </dgm:ptLst>
  <dgm:cxnLst>
    <dgm:cxn modelId="{6EBBC531-9CFC-4C9D-9C56-48D06E597648}" type="presOf" srcId="{C85A9891-709D-494C-BAAE-35968B484B7B}" destId="{59FED6BE-12F1-4503-9873-F3CE9878CEE2}" srcOrd="0" destOrd="0" presId="urn:microsoft.com/office/officeart/2008/layout/LinedList"/>
    <dgm:cxn modelId="{CFE70339-F121-46C8-9E58-31D5589C7631}" srcId="{37C27336-1786-46E3-BF57-0362E190DEC6}" destId="{97A8D7C3-6DCC-4768-9C73-BA1301B155B6}" srcOrd="0" destOrd="0" parTransId="{9A2DDF6B-40BF-4D7F-943A-B8F96CC52E05}" sibTransId="{4B4FEC72-229A-4859-99E4-39ACAFCDA8F5}"/>
    <dgm:cxn modelId="{253BA550-DB89-4F64-BC2D-A5F8D93A0489}" srcId="{37C27336-1786-46E3-BF57-0362E190DEC6}" destId="{F7DD3242-21BC-4B2C-9C94-733F247E2FB9}" srcOrd="2" destOrd="0" parTransId="{FF23D6ED-531A-471C-96F8-3CFB819DFAE2}" sibTransId="{1FFECAE4-A1E0-4A21-93C6-EE7EA7D91243}"/>
    <dgm:cxn modelId="{EA615D52-B82F-409E-B391-EBFD55CBD87F}" type="presOf" srcId="{F7DD3242-21BC-4B2C-9C94-733F247E2FB9}" destId="{8258FDAA-8082-4D13-B38F-28A0B49F7E2D}" srcOrd="0" destOrd="0" presId="urn:microsoft.com/office/officeart/2008/layout/LinedList"/>
    <dgm:cxn modelId="{BDA74D93-29A1-4614-AD78-912F62577AAD}" srcId="{37C27336-1786-46E3-BF57-0362E190DEC6}" destId="{C85A9891-709D-494C-BAAE-35968B484B7B}" srcOrd="1" destOrd="0" parTransId="{39624EAA-AE72-4813-8E58-66C11DA5B5EA}" sibTransId="{F77F86F2-010C-4ED1-A8F9-177BE506FEB8}"/>
    <dgm:cxn modelId="{14486197-37B9-4480-AB57-B99CF0CCE800}" type="presOf" srcId="{97A8D7C3-6DCC-4768-9C73-BA1301B155B6}" destId="{645FB6C6-94F4-4C58-BA3A-CB8BCD3B9A43}" srcOrd="0" destOrd="0" presId="urn:microsoft.com/office/officeart/2008/layout/LinedList"/>
    <dgm:cxn modelId="{CF1914C1-E588-4E76-B077-314AE1A8D952}" type="presOf" srcId="{37C27336-1786-46E3-BF57-0362E190DEC6}" destId="{A5EDCDF2-7826-4CCA-A1AC-F664662FA1F6}" srcOrd="0" destOrd="0" presId="urn:microsoft.com/office/officeart/2008/layout/LinedList"/>
    <dgm:cxn modelId="{59EEACDB-D281-4C58-9266-C2B6ABFCB881}" type="presOf" srcId="{363DBBA4-3963-4155-A336-E74DC296672B}" destId="{4485A1F2-2F3D-41A1-97AD-3109B09D155A}" srcOrd="0" destOrd="0" presId="urn:microsoft.com/office/officeart/2008/layout/LinedList"/>
    <dgm:cxn modelId="{45AAB3E7-855C-41B6-87D7-57D1BBD0D825}" srcId="{37C27336-1786-46E3-BF57-0362E190DEC6}" destId="{363DBBA4-3963-4155-A336-E74DC296672B}" srcOrd="3" destOrd="0" parTransId="{0B26F48C-83FB-4315-B386-5DF296A8EC9A}" sibTransId="{4AAE680F-9D3E-4ADB-AC0D-68D4E223C450}"/>
    <dgm:cxn modelId="{2BDF86C3-C6F3-4F2E-9FE9-591A25DE1667}" type="presParOf" srcId="{A5EDCDF2-7826-4CCA-A1AC-F664662FA1F6}" destId="{8D5519D0-C1F2-4129-AFEC-7164B4CD32B2}" srcOrd="0" destOrd="0" presId="urn:microsoft.com/office/officeart/2008/layout/LinedList"/>
    <dgm:cxn modelId="{DB21583D-3B61-4B3D-B317-18B41755A9A1}" type="presParOf" srcId="{A5EDCDF2-7826-4CCA-A1AC-F664662FA1F6}" destId="{A6CCEDAF-3E89-41B6-8082-8D47D5179DDF}" srcOrd="1" destOrd="0" presId="urn:microsoft.com/office/officeart/2008/layout/LinedList"/>
    <dgm:cxn modelId="{B49D92BF-5503-46FD-BA96-3F40C628E858}" type="presParOf" srcId="{A6CCEDAF-3E89-41B6-8082-8D47D5179DDF}" destId="{645FB6C6-94F4-4C58-BA3A-CB8BCD3B9A43}" srcOrd="0" destOrd="0" presId="urn:microsoft.com/office/officeart/2008/layout/LinedList"/>
    <dgm:cxn modelId="{59B7B983-33B4-495A-A1F1-E7AE7F438B1F}" type="presParOf" srcId="{A6CCEDAF-3E89-41B6-8082-8D47D5179DDF}" destId="{25BB29D3-40C3-49F4-B6BA-E40FF2985E8D}" srcOrd="1" destOrd="0" presId="urn:microsoft.com/office/officeart/2008/layout/LinedList"/>
    <dgm:cxn modelId="{2D7E22D0-5D22-491C-9CCF-EC00C43491AA}" type="presParOf" srcId="{A5EDCDF2-7826-4CCA-A1AC-F664662FA1F6}" destId="{269A93DA-15F5-405F-A252-AFA7EF9C0E28}" srcOrd="2" destOrd="0" presId="urn:microsoft.com/office/officeart/2008/layout/LinedList"/>
    <dgm:cxn modelId="{695ADC31-A93C-4623-9850-C13B2DFC806F}" type="presParOf" srcId="{A5EDCDF2-7826-4CCA-A1AC-F664662FA1F6}" destId="{ED8CF7CF-5C5F-4EF8-A5CA-73F52C055086}" srcOrd="3" destOrd="0" presId="urn:microsoft.com/office/officeart/2008/layout/LinedList"/>
    <dgm:cxn modelId="{AF1CA557-09C5-4167-B75D-5C3BA99526C6}" type="presParOf" srcId="{ED8CF7CF-5C5F-4EF8-A5CA-73F52C055086}" destId="{59FED6BE-12F1-4503-9873-F3CE9878CEE2}" srcOrd="0" destOrd="0" presId="urn:microsoft.com/office/officeart/2008/layout/LinedList"/>
    <dgm:cxn modelId="{163546CD-7F47-4910-9C02-D332FDD22BD8}" type="presParOf" srcId="{ED8CF7CF-5C5F-4EF8-A5CA-73F52C055086}" destId="{EF9C5CB0-269B-4237-A83E-CB492C2CAEED}" srcOrd="1" destOrd="0" presId="urn:microsoft.com/office/officeart/2008/layout/LinedList"/>
    <dgm:cxn modelId="{C54AA464-1CF3-4FE2-9E27-5042D4820C3F}" type="presParOf" srcId="{A5EDCDF2-7826-4CCA-A1AC-F664662FA1F6}" destId="{CC8FADD0-6CA0-4789-AE12-6C0FAB41E54F}" srcOrd="4" destOrd="0" presId="urn:microsoft.com/office/officeart/2008/layout/LinedList"/>
    <dgm:cxn modelId="{F33FBEFB-F2DB-458E-BBE4-3D3C90DA1DCF}" type="presParOf" srcId="{A5EDCDF2-7826-4CCA-A1AC-F664662FA1F6}" destId="{C5DC6821-79AC-4DCA-8BC9-5FEE0E416CE1}" srcOrd="5" destOrd="0" presId="urn:microsoft.com/office/officeart/2008/layout/LinedList"/>
    <dgm:cxn modelId="{84D9C4D2-422C-4C1D-9FE6-DE112BC85F78}" type="presParOf" srcId="{C5DC6821-79AC-4DCA-8BC9-5FEE0E416CE1}" destId="{8258FDAA-8082-4D13-B38F-28A0B49F7E2D}" srcOrd="0" destOrd="0" presId="urn:microsoft.com/office/officeart/2008/layout/LinedList"/>
    <dgm:cxn modelId="{F0ABD3D0-5095-4EFD-87D3-9A395DAF8040}" type="presParOf" srcId="{C5DC6821-79AC-4DCA-8BC9-5FEE0E416CE1}" destId="{BEBC872A-668F-4E0F-A08B-661FF8CCFF3A}" srcOrd="1" destOrd="0" presId="urn:microsoft.com/office/officeart/2008/layout/LinedList"/>
    <dgm:cxn modelId="{7B8A2133-7B85-4502-A39C-48D1BDFAE154}" type="presParOf" srcId="{A5EDCDF2-7826-4CCA-A1AC-F664662FA1F6}" destId="{C39DFF12-963D-4727-8EA4-A8B86B838851}" srcOrd="6" destOrd="0" presId="urn:microsoft.com/office/officeart/2008/layout/LinedList"/>
    <dgm:cxn modelId="{97BF1A91-023B-485C-9AE0-06E46577B9CD}" type="presParOf" srcId="{A5EDCDF2-7826-4CCA-A1AC-F664662FA1F6}" destId="{6E5141B4-FA9F-45AA-AFA8-CB69FF02E9B6}" srcOrd="7" destOrd="0" presId="urn:microsoft.com/office/officeart/2008/layout/LinedList"/>
    <dgm:cxn modelId="{CE3718A9-1704-41F0-9F16-E2449990C9E4}" type="presParOf" srcId="{6E5141B4-FA9F-45AA-AFA8-CB69FF02E9B6}" destId="{4485A1F2-2F3D-41A1-97AD-3109B09D155A}" srcOrd="0" destOrd="0" presId="urn:microsoft.com/office/officeart/2008/layout/LinedList"/>
    <dgm:cxn modelId="{39497F38-BE6F-49C6-B562-15C30363F214}" type="presParOf" srcId="{6E5141B4-FA9F-45AA-AFA8-CB69FF02E9B6}" destId="{B61C7C85-D839-4AB7-8F4E-036CEE72C476}" srcOrd="1" destOrd="0" presId="urn:microsoft.com/office/officeart/2008/layout/LinedList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ata6.xml><?xml version="1.0" encoding="utf-8"?>
<dgm:dataModel xmlns:dgm="http://schemas.openxmlformats.org/drawingml/2006/diagram" xmlns:a="http://schemas.openxmlformats.org/drawingml/2006/main">
  <dgm:ptLst>
    <dgm:pt modelId="{3CC5CF72-F949-4DE9-9578-258BD511F62E}" type="doc">
      <dgm:prSet loTypeId="urn:microsoft.com/office/officeart/2018/5/layout/IconCircleLabelList" loCatId="icon" qsTypeId="urn:microsoft.com/office/officeart/2005/8/quickstyle/simple1#7" qsCatId="simple" csTypeId="urn:microsoft.com/office/officeart/2018/5/colors/Iconchunking_neutralicon_colorful1" csCatId="colorful" phldr="1"/>
      <dgm:spPr/>
      <dgm:t>
        <a:bodyPr/>
        <a:lstStyle/>
        <a:p>
          <a:endParaRPr lang="en-US"/>
        </a:p>
      </dgm:t>
    </dgm:pt>
    <dgm:pt modelId="{80E62498-F886-4BA1-86C9-5D1B1DB164B8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b="1" dirty="0">
              <a:solidFill>
                <a:schemeClr val="accent2"/>
              </a:solidFill>
            </a:rPr>
            <a:t>SENSE</a:t>
          </a:r>
          <a:r>
            <a:rPr lang="en-US" dirty="0">
              <a:solidFill>
                <a:schemeClr val="accent2"/>
              </a:solidFill>
            </a:rPr>
            <a:t> → Product &amp; Decision Voice</a:t>
          </a:r>
        </a:p>
      </dgm:t>
    </dgm:pt>
    <dgm:pt modelId="{7B8E337D-8C5F-4DAA-B427-483CE8B38B08}" type="parTrans" cxnId="{C068F01E-9AE7-4BC8-9687-CFD9A8C9D6C6}">
      <dgm:prSet/>
      <dgm:spPr/>
      <dgm:t>
        <a:bodyPr/>
        <a:lstStyle/>
        <a:p>
          <a:endParaRPr lang="en-US"/>
        </a:p>
      </dgm:t>
    </dgm:pt>
    <dgm:pt modelId="{C83A4A22-F925-45A9-9A1C-29243DEA89F3}" type="sibTrans" cxnId="{C068F01E-9AE7-4BC8-9687-CFD9A8C9D6C6}">
      <dgm:prSet/>
      <dgm:spPr/>
      <dgm:t>
        <a:bodyPr/>
        <a:lstStyle/>
        <a:p>
          <a:endParaRPr lang="en-US"/>
        </a:p>
      </dgm:t>
    </dgm:pt>
    <dgm:pt modelId="{13FB8811-79B7-414D-BB36-556C28D164A4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b="1" dirty="0" err="1">
              <a:solidFill>
                <a:schemeClr val="accent3">
                  <a:lumMod val="75000"/>
                </a:schemeClr>
              </a:solidFill>
            </a:rPr>
            <a:t>FORGe</a:t>
          </a:r>
          <a:r>
            <a:rPr lang="en-US" dirty="0">
              <a:solidFill>
                <a:schemeClr val="accent3">
                  <a:lumMod val="75000"/>
                </a:schemeClr>
              </a:solidFill>
            </a:rPr>
            <a:t> → Technical &amp; Execution Voice</a:t>
          </a:r>
        </a:p>
      </dgm:t>
    </dgm:pt>
    <dgm:pt modelId="{787FE11A-D016-4F8C-BAAC-E92356370FCA}" type="parTrans" cxnId="{C423BC55-562D-4C99-A0FE-E72F93ED56EA}">
      <dgm:prSet/>
      <dgm:spPr/>
      <dgm:t>
        <a:bodyPr/>
        <a:lstStyle/>
        <a:p>
          <a:endParaRPr lang="en-US"/>
        </a:p>
      </dgm:t>
    </dgm:pt>
    <dgm:pt modelId="{9F9FD454-F103-4B41-9063-1BF235493508}" type="sibTrans" cxnId="{C423BC55-562D-4C99-A0FE-E72F93ED56EA}">
      <dgm:prSet/>
      <dgm:spPr/>
      <dgm:t>
        <a:bodyPr/>
        <a:lstStyle/>
        <a:p>
          <a:endParaRPr lang="en-US"/>
        </a:p>
      </dgm:t>
    </dgm:pt>
    <dgm:pt modelId="{29F7618D-6E83-4A97-9B6C-69772A6D606F}">
      <dgm:prSet/>
      <dgm:spPr/>
      <dgm:t>
        <a:bodyPr/>
        <a:lstStyle/>
        <a:p>
          <a:pPr>
            <a:lnSpc>
              <a:spcPct val="100000"/>
            </a:lnSpc>
            <a:defRPr cap="all"/>
          </a:pPr>
          <a:r>
            <a:rPr lang="en-US" b="1" dirty="0" err="1">
              <a:solidFill>
                <a:schemeClr val="accent4">
                  <a:lumMod val="75000"/>
                </a:schemeClr>
              </a:solidFill>
            </a:rPr>
            <a:t>CARe</a:t>
          </a:r>
          <a:r>
            <a:rPr lang="en-US" dirty="0">
              <a:solidFill>
                <a:schemeClr val="accent4">
                  <a:lumMod val="75000"/>
                </a:schemeClr>
              </a:solidFill>
            </a:rPr>
            <a:t> → Reality &amp; Customer Voice</a:t>
          </a:r>
        </a:p>
      </dgm:t>
    </dgm:pt>
    <dgm:pt modelId="{069DF5C2-EC08-4F91-9A3F-6B177D614166}" type="parTrans" cxnId="{66EA8B6A-2C80-4662-A202-1EA05BF3D88A}">
      <dgm:prSet/>
      <dgm:spPr/>
      <dgm:t>
        <a:bodyPr/>
        <a:lstStyle/>
        <a:p>
          <a:endParaRPr lang="en-US"/>
        </a:p>
      </dgm:t>
    </dgm:pt>
    <dgm:pt modelId="{B1666D87-72A6-45E9-BB6A-5FDC7028E10D}" type="sibTrans" cxnId="{66EA8B6A-2C80-4662-A202-1EA05BF3D88A}">
      <dgm:prSet/>
      <dgm:spPr/>
      <dgm:t>
        <a:bodyPr/>
        <a:lstStyle/>
        <a:p>
          <a:endParaRPr lang="en-US"/>
        </a:p>
      </dgm:t>
    </dgm:pt>
    <dgm:pt modelId="{AF6B5CFA-C732-41B7-86E5-A8058764719C}" type="pres">
      <dgm:prSet presAssocID="{3CC5CF72-F949-4DE9-9578-258BD511F62E}" presName="root" presStyleCnt="0">
        <dgm:presLayoutVars>
          <dgm:dir/>
          <dgm:resizeHandles val="exact"/>
        </dgm:presLayoutVars>
      </dgm:prSet>
      <dgm:spPr/>
    </dgm:pt>
    <dgm:pt modelId="{9C4C50A4-E459-493F-9C28-DF7EE8870450}" type="pres">
      <dgm:prSet presAssocID="{80E62498-F886-4BA1-86C9-5D1B1DB164B8}" presName="compNode" presStyleCnt="0"/>
      <dgm:spPr/>
    </dgm:pt>
    <dgm:pt modelId="{D17F7FE5-4393-47D1-B384-DBB4E29D08F0}" type="pres">
      <dgm:prSet presAssocID="{80E62498-F886-4BA1-86C9-5D1B1DB164B8}" presName="iconBgRect" presStyleLbl="bgShp" presStyleIdx="0" presStyleCnt="3"/>
      <dgm:spPr/>
    </dgm:pt>
    <dgm:pt modelId="{9DE731F0-C00E-4C25-9A17-DA4C46A844C0}" type="pres">
      <dgm:prSet presAssocID="{80E62498-F886-4BA1-86C9-5D1B1DB164B8}" presName="iconRect" presStyleLbl="node1" presStyleIdx="0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Radio microphone"/>
        </a:ext>
      </dgm:extLst>
    </dgm:pt>
    <dgm:pt modelId="{B2DE5039-1A70-48CF-95E8-8435C7992B67}" type="pres">
      <dgm:prSet presAssocID="{80E62498-F886-4BA1-86C9-5D1B1DB164B8}" presName="spaceRect" presStyleCnt="0"/>
      <dgm:spPr/>
    </dgm:pt>
    <dgm:pt modelId="{A32940E5-81CB-4D71-A66D-27C12AC7F683}" type="pres">
      <dgm:prSet presAssocID="{80E62498-F886-4BA1-86C9-5D1B1DB164B8}" presName="textRect" presStyleLbl="revTx" presStyleIdx="0" presStyleCnt="3">
        <dgm:presLayoutVars>
          <dgm:chMax val="1"/>
          <dgm:chPref val="1"/>
        </dgm:presLayoutVars>
      </dgm:prSet>
      <dgm:spPr/>
    </dgm:pt>
    <dgm:pt modelId="{1D668787-313B-4A35-BDBB-9CC98228AAAF}" type="pres">
      <dgm:prSet presAssocID="{C83A4A22-F925-45A9-9A1C-29243DEA89F3}" presName="sibTrans" presStyleCnt="0"/>
      <dgm:spPr/>
    </dgm:pt>
    <dgm:pt modelId="{1FAA5A7F-DA12-45AA-92DA-E309D0F3A0AE}" type="pres">
      <dgm:prSet presAssocID="{13FB8811-79B7-414D-BB36-556C28D164A4}" presName="compNode" presStyleCnt="0"/>
      <dgm:spPr/>
    </dgm:pt>
    <dgm:pt modelId="{C582CA35-A3E4-4EE7-BBDC-971561E8528C}" type="pres">
      <dgm:prSet presAssocID="{13FB8811-79B7-414D-BB36-556C28D164A4}" presName="iconBgRect" presStyleLbl="bgShp" presStyleIdx="1" presStyleCnt="3"/>
      <dgm:spPr/>
    </dgm:pt>
    <dgm:pt modelId="{B655BCBE-4C97-434E-93A6-47BD681D9322}" type="pres">
      <dgm:prSet presAssocID="{13FB8811-79B7-414D-BB36-556C28D164A4}" presName="iconRect" presStyleLbl="node1" presStyleIdx="1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Mégaphone"/>
        </a:ext>
      </dgm:extLst>
    </dgm:pt>
    <dgm:pt modelId="{04FC2200-B1EB-4063-B580-0704D13F2E42}" type="pres">
      <dgm:prSet presAssocID="{13FB8811-79B7-414D-BB36-556C28D164A4}" presName="spaceRect" presStyleCnt="0"/>
      <dgm:spPr/>
    </dgm:pt>
    <dgm:pt modelId="{A195EC2F-6635-4C2F-8768-5CFE5922F76B}" type="pres">
      <dgm:prSet presAssocID="{13FB8811-79B7-414D-BB36-556C28D164A4}" presName="textRect" presStyleLbl="revTx" presStyleIdx="1" presStyleCnt="3">
        <dgm:presLayoutVars>
          <dgm:chMax val="1"/>
          <dgm:chPref val="1"/>
        </dgm:presLayoutVars>
      </dgm:prSet>
      <dgm:spPr/>
    </dgm:pt>
    <dgm:pt modelId="{B6A482C6-C407-4914-98CC-1815A066FC85}" type="pres">
      <dgm:prSet presAssocID="{9F9FD454-F103-4B41-9063-1BF235493508}" presName="sibTrans" presStyleCnt="0"/>
      <dgm:spPr/>
    </dgm:pt>
    <dgm:pt modelId="{78B91238-7887-4115-A008-894E685F5ABA}" type="pres">
      <dgm:prSet presAssocID="{29F7618D-6E83-4A97-9B6C-69772A6D606F}" presName="compNode" presStyleCnt="0"/>
      <dgm:spPr/>
    </dgm:pt>
    <dgm:pt modelId="{8F71D681-87CB-43DA-A84C-6DE62CCA180D}" type="pres">
      <dgm:prSet presAssocID="{29F7618D-6E83-4A97-9B6C-69772A6D606F}" presName="iconBgRect" presStyleLbl="bgShp" presStyleIdx="2" presStyleCnt="3"/>
      <dgm:spPr/>
    </dgm:pt>
    <dgm:pt modelId="{4A3CB41B-8EA7-4950-BFA8-8C24B69FB9E1}" type="pres">
      <dgm:prSet presAssocID="{29F7618D-6E83-4A97-9B6C-69772A6D606F}" presName="iconRect" presStyleLbl="node1" presStyleIdx="2" presStyleCnt="3"/>
      <dgm:spPr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Call center"/>
        </a:ext>
      </dgm:extLst>
    </dgm:pt>
    <dgm:pt modelId="{331796B4-20A9-4964-AFD2-9F946751644A}" type="pres">
      <dgm:prSet presAssocID="{29F7618D-6E83-4A97-9B6C-69772A6D606F}" presName="spaceRect" presStyleCnt="0"/>
      <dgm:spPr/>
    </dgm:pt>
    <dgm:pt modelId="{EE201FA8-A4FA-42DA-873D-5D8FB5AF5C51}" type="pres">
      <dgm:prSet presAssocID="{29F7618D-6E83-4A97-9B6C-69772A6D606F}" presName="textRect" presStyleLbl="revTx" presStyleIdx="2" presStyleCnt="3">
        <dgm:presLayoutVars>
          <dgm:chMax val="1"/>
          <dgm:chPref val="1"/>
        </dgm:presLayoutVars>
      </dgm:prSet>
      <dgm:spPr/>
    </dgm:pt>
  </dgm:ptLst>
  <dgm:cxnLst>
    <dgm:cxn modelId="{9087910B-2258-424E-86CE-81EB6DA5E2FB}" type="presOf" srcId="{29F7618D-6E83-4A97-9B6C-69772A6D606F}" destId="{EE201FA8-A4FA-42DA-873D-5D8FB5AF5C51}" srcOrd="0" destOrd="0" presId="urn:microsoft.com/office/officeart/2018/5/layout/IconCircleLabelList"/>
    <dgm:cxn modelId="{7235CF0B-7F66-4D51-BA23-F8D2C6AB9A47}" type="presOf" srcId="{3CC5CF72-F949-4DE9-9578-258BD511F62E}" destId="{AF6B5CFA-C732-41B7-86E5-A8058764719C}" srcOrd="0" destOrd="0" presId="urn:microsoft.com/office/officeart/2018/5/layout/IconCircleLabelList"/>
    <dgm:cxn modelId="{C068F01E-9AE7-4BC8-9687-CFD9A8C9D6C6}" srcId="{3CC5CF72-F949-4DE9-9578-258BD511F62E}" destId="{80E62498-F886-4BA1-86C9-5D1B1DB164B8}" srcOrd="0" destOrd="0" parTransId="{7B8E337D-8C5F-4DAA-B427-483CE8B38B08}" sibTransId="{C83A4A22-F925-45A9-9A1C-29243DEA89F3}"/>
    <dgm:cxn modelId="{67788B61-B9FB-4576-876E-835C51EC9A52}" type="presOf" srcId="{80E62498-F886-4BA1-86C9-5D1B1DB164B8}" destId="{A32940E5-81CB-4D71-A66D-27C12AC7F683}" srcOrd="0" destOrd="0" presId="urn:microsoft.com/office/officeart/2018/5/layout/IconCircleLabelList"/>
    <dgm:cxn modelId="{66EA8B6A-2C80-4662-A202-1EA05BF3D88A}" srcId="{3CC5CF72-F949-4DE9-9578-258BD511F62E}" destId="{29F7618D-6E83-4A97-9B6C-69772A6D606F}" srcOrd="2" destOrd="0" parTransId="{069DF5C2-EC08-4F91-9A3F-6B177D614166}" sibTransId="{B1666D87-72A6-45E9-BB6A-5FDC7028E10D}"/>
    <dgm:cxn modelId="{C423BC55-562D-4C99-A0FE-E72F93ED56EA}" srcId="{3CC5CF72-F949-4DE9-9578-258BD511F62E}" destId="{13FB8811-79B7-414D-BB36-556C28D164A4}" srcOrd="1" destOrd="0" parTransId="{787FE11A-D016-4F8C-BAAC-E92356370FCA}" sibTransId="{9F9FD454-F103-4B41-9063-1BF235493508}"/>
    <dgm:cxn modelId="{6AAF73F8-0F2D-49D4-8065-C23B8DDAA614}" type="presOf" srcId="{13FB8811-79B7-414D-BB36-556C28D164A4}" destId="{A195EC2F-6635-4C2F-8768-5CFE5922F76B}" srcOrd="0" destOrd="0" presId="urn:microsoft.com/office/officeart/2018/5/layout/IconCircleLabelList"/>
    <dgm:cxn modelId="{FD9DAB16-3628-4DEA-93C5-4E4A2893FEF8}" type="presParOf" srcId="{AF6B5CFA-C732-41B7-86E5-A8058764719C}" destId="{9C4C50A4-E459-493F-9C28-DF7EE8870450}" srcOrd="0" destOrd="0" presId="urn:microsoft.com/office/officeart/2018/5/layout/IconCircleLabelList"/>
    <dgm:cxn modelId="{7E0F387A-A021-4D4A-9871-6B13F60D6783}" type="presParOf" srcId="{9C4C50A4-E459-493F-9C28-DF7EE8870450}" destId="{D17F7FE5-4393-47D1-B384-DBB4E29D08F0}" srcOrd="0" destOrd="0" presId="urn:microsoft.com/office/officeart/2018/5/layout/IconCircleLabelList"/>
    <dgm:cxn modelId="{7DD943F1-73ED-48C1-B4E3-174E0B774995}" type="presParOf" srcId="{9C4C50A4-E459-493F-9C28-DF7EE8870450}" destId="{9DE731F0-C00E-4C25-9A17-DA4C46A844C0}" srcOrd="1" destOrd="0" presId="urn:microsoft.com/office/officeart/2018/5/layout/IconCircleLabelList"/>
    <dgm:cxn modelId="{FB8FFEE6-CA9D-4F97-AD4E-F2F932813747}" type="presParOf" srcId="{9C4C50A4-E459-493F-9C28-DF7EE8870450}" destId="{B2DE5039-1A70-48CF-95E8-8435C7992B67}" srcOrd="2" destOrd="0" presId="urn:microsoft.com/office/officeart/2018/5/layout/IconCircleLabelList"/>
    <dgm:cxn modelId="{FCC8863C-3CC2-4636-8E23-2DF6BEA0BE96}" type="presParOf" srcId="{9C4C50A4-E459-493F-9C28-DF7EE8870450}" destId="{A32940E5-81CB-4D71-A66D-27C12AC7F683}" srcOrd="3" destOrd="0" presId="urn:microsoft.com/office/officeart/2018/5/layout/IconCircleLabelList"/>
    <dgm:cxn modelId="{91A8D216-A1B6-4E75-8B85-2AE944F8282E}" type="presParOf" srcId="{AF6B5CFA-C732-41B7-86E5-A8058764719C}" destId="{1D668787-313B-4A35-BDBB-9CC98228AAAF}" srcOrd="1" destOrd="0" presId="urn:microsoft.com/office/officeart/2018/5/layout/IconCircleLabelList"/>
    <dgm:cxn modelId="{F84FA6B6-A5B1-4D1F-A52F-64AAFCC8D450}" type="presParOf" srcId="{AF6B5CFA-C732-41B7-86E5-A8058764719C}" destId="{1FAA5A7F-DA12-45AA-92DA-E309D0F3A0AE}" srcOrd="2" destOrd="0" presId="urn:microsoft.com/office/officeart/2018/5/layout/IconCircleLabelList"/>
    <dgm:cxn modelId="{BA8EE18F-B127-4061-96F5-CACD52A79AAD}" type="presParOf" srcId="{1FAA5A7F-DA12-45AA-92DA-E309D0F3A0AE}" destId="{C582CA35-A3E4-4EE7-BBDC-971561E8528C}" srcOrd="0" destOrd="0" presId="urn:microsoft.com/office/officeart/2018/5/layout/IconCircleLabelList"/>
    <dgm:cxn modelId="{DECD8E86-4E02-429C-9080-2378F4A68E9A}" type="presParOf" srcId="{1FAA5A7F-DA12-45AA-92DA-E309D0F3A0AE}" destId="{B655BCBE-4C97-434E-93A6-47BD681D9322}" srcOrd="1" destOrd="0" presId="urn:microsoft.com/office/officeart/2018/5/layout/IconCircleLabelList"/>
    <dgm:cxn modelId="{EDF07B7A-56E4-4D58-8C60-7A13F63064CD}" type="presParOf" srcId="{1FAA5A7F-DA12-45AA-92DA-E309D0F3A0AE}" destId="{04FC2200-B1EB-4063-B580-0704D13F2E42}" srcOrd="2" destOrd="0" presId="urn:microsoft.com/office/officeart/2018/5/layout/IconCircleLabelList"/>
    <dgm:cxn modelId="{3DDEB632-79DC-44F8-939C-FFE2B75F0EAF}" type="presParOf" srcId="{1FAA5A7F-DA12-45AA-92DA-E309D0F3A0AE}" destId="{A195EC2F-6635-4C2F-8768-5CFE5922F76B}" srcOrd="3" destOrd="0" presId="urn:microsoft.com/office/officeart/2018/5/layout/IconCircleLabelList"/>
    <dgm:cxn modelId="{F22E429C-0CF3-4176-A924-F40FCFD8BE67}" type="presParOf" srcId="{AF6B5CFA-C732-41B7-86E5-A8058764719C}" destId="{B6A482C6-C407-4914-98CC-1815A066FC85}" srcOrd="3" destOrd="0" presId="urn:microsoft.com/office/officeart/2018/5/layout/IconCircleLabelList"/>
    <dgm:cxn modelId="{49EF6759-1CD9-4564-9B42-B7DB42E3D2FE}" type="presParOf" srcId="{AF6B5CFA-C732-41B7-86E5-A8058764719C}" destId="{78B91238-7887-4115-A008-894E685F5ABA}" srcOrd="4" destOrd="0" presId="urn:microsoft.com/office/officeart/2018/5/layout/IconCircleLabelList"/>
    <dgm:cxn modelId="{16E886EC-B0E6-4C8D-AFEE-68D07FF140A4}" type="presParOf" srcId="{78B91238-7887-4115-A008-894E685F5ABA}" destId="{8F71D681-87CB-43DA-A84C-6DE62CCA180D}" srcOrd="0" destOrd="0" presId="urn:microsoft.com/office/officeart/2018/5/layout/IconCircleLabelList"/>
    <dgm:cxn modelId="{2EC6CE3A-7C65-48F5-AC58-10C586D37040}" type="presParOf" srcId="{78B91238-7887-4115-A008-894E685F5ABA}" destId="{4A3CB41B-8EA7-4950-BFA8-8C24B69FB9E1}" srcOrd="1" destOrd="0" presId="urn:microsoft.com/office/officeart/2018/5/layout/IconCircleLabelList"/>
    <dgm:cxn modelId="{D672FA81-BCD1-4AEE-B0CC-8E4B8392B833}" type="presParOf" srcId="{78B91238-7887-4115-A008-894E685F5ABA}" destId="{331796B4-20A9-4964-AFD2-9F946751644A}" srcOrd="2" destOrd="0" presId="urn:microsoft.com/office/officeart/2018/5/layout/IconCircleLabelList"/>
    <dgm:cxn modelId="{F9ACF465-BA7C-484C-8921-A2F6F2770EDA}" type="presParOf" srcId="{78B91238-7887-4115-A008-894E685F5ABA}" destId="{EE201FA8-A4FA-42DA-873D-5D8FB5AF5C51}" srcOrd="3" destOrd="0" presId="urn:microsoft.com/office/officeart/2018/5/layout/IconCircleLabelList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71E786AE-20F8-41A3-B40C-7B4CE095A286}">
      <dsp:nvSpPr>
        <dsp:cNvPr id="0" name=""/>
        <dsp:cNvSpPr/>
      </dsp:nvSpPr>
      <dsp:spPr>
        <a:xfrm>
          <a:off x="3363150" y="346316"/>
          <a:ext cx="1539958" cy="37915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1200" b="1" kern="1200" dirty="0">
              <a:solidFill>
                <a:schemeClr val="accent4">
                  <a:lumMod val="75000"/>
                </a:schemeClr>
              </a:solidFill>
            </a:rPr>
            <a:t>1.</a:t>
          </a:r>
          <a:r>
            <a:rPr lang="en-US" sz="1200" b="1" kern="1200" dirty="0">
              <a:solidFill>
                <a:schemeClr val="accent4">
                  <a:lumMod val="75000"/>
                </a:schemeClr>
              </a:solidFill>
            </a:rPr>
            <a:t> T</a:t>
          </a:r>
          <a:r>
            <a:rPr lang="en-US" sz="1200" kern="1200" dirty="0">
              <a:solidFill>
                <a:schemeClr val="accent4">
                  <a:lumMod val="75000"/>
                </a:schemeClr>
              </a:solidFill>
            </a:rPr>
            <a:t>hink</a:t>
          </a:r>
          <a:r>
            <a:rPr lang="fr-CA" sz="1200" b="1" kern="1200" dirty="0">
              <a:solidFill>
                <a:schemeClr val="accent4">
                  <a:lumMod val="75000"/>
                </a:schemeClr>
              </a:solidFill>
            </a:rPr>
            <a:t>💡</a:t>
          </a:r>
          <a:br>
            <a:rPr lang="en-US" sz="1200" kern="1200" dirty="0">
              <a:solidFill>
                <a:schemeClr val="accent4">
                  <a:lumMod val="75000"/>
                </a:schemeClr>
              </a:solidFill>
            </a:rPr>
          </a:br>
          <a:r>
            <a:rPr lang="en-US" sz="1200" kern="1200" dirty="0">
              <a:solidFill>
                <a:schemeClr val="accent4">
                  <a:lumMod val="75000"/>
                </a:schemeClr>
              </a:solidFill>
            </a:rPr>
            <a:t>(</a:t>
          </a:r>
          <a:r>
            <a:rPr lang="fr-CA" sz="1200" kern="1200" noProof="0" dirty="0">
              <a:solidFill>
                <a:schemeClr val="accent4">
                  <a:lumMod val="75000"/>
                </a:schemeClr>
              </a:solidFill>
            </a:rPr>
            <a:t>définir</a:t>
          </a:r>
          <a:r>
            <a:rPr lang="en-US" sz="1200" kern="1200" dirty="0">
              <a:solidFill>
                <a:schemeClr val="accent4">
                  <a:lumMod val="75000"/>
                </a:schemeClr>
              </a:solidFill>
            </a:rPr>
            <a:t>)</a:t>
          </a:r>
        </a:p>
      </dsp:txBody>
      <dsp:txXfrm>
        <a:off x="3363150" y="346316"/>
        <a:ext cx="1539958" cy="379150"/>
      </dsp:txXfrm>
    </dsp:sp>
    <dsp:sp modelId="{7E9FEE85-266A-49F4-B062-F02AE2A2AE13}">
      <dsp:nvSpPr>
        <dsp:cNvPr id="0" name=""/>
        <dsp:cNvSpPr/>
      </dsp:nvSpPr>
      <dsp:spPr>
        <a:xfrm>
          <a:off x="1599464" y="66028"/>
          <a:ext cx="3330402" cy="3330402"/>
        </a:xfrm>
        <a:prstGeom prst="circularArrow">
          <a:avLst>
            <a:gd name="adj1" fmla="val 5202"/>
            <a:gd name="adj2" fmla="val 336043"/>
            <a:gd name="adj3" fmla="val 107982"/>
            <a:gd name="adj4" fmla="val 19026049"/>
            <a:gd name="adj5" fmla="val 6069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79D036C-FE3B-44EF-B84C-6A9B2F69C0DB}">
      <dsp:nvSpPr>
        <dsp:cNvPr id="0" name=""/>
        <dsp:cNvSpPr/>
      </dsp:nvSpPr>
      <dsp:spPr>
        <a:xfrm>
          <a:off x="3996516" y="1921537"/>
          <a:ext cx="1346705" cy="532539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1200" b="1" kern="1200" dirty="0">
              <a:solidFill>
                <a:schemeClr val="accent4">
                  <a:lumMod val="75000"/>
                </a:schemeClr>
              </a:solidFill>
            </a:rPr>
            <a:t>2. </a:t>
          </a:r>
          <a:r>
            <a:rPr lang="en-US" sz="1200" b="1" kern="1200" dirty="0">
              <a:solidFill>
                <a:schemeClr val="accent4">
                  <a:lumMod val="75000"/>
                </a:schemeClr>
              </a:solidFill>
            </a:rPr>
            <a:t>O</a:t>
          </a:r>
          <a:r>
            <a:rPr lang="en-US" sz="1200" kern="1200" dirty="0">
              <a:solidFill>
                <a:schemeClr val="accent4">
                  <a:lumMod val="75000"/>
                </a:schemeClr>
              </a:solidFill>
            </a:rPr>
            <a:t>rganize</a:t>
          </a:r>
          <a:r>
            <a:rPr lang="fr-CA" sz="1200" b="1" kern="1200" dirty="0">
              <a:solidFill>
                <a:schemeClr val="accent4">
                  <a:lumMod val="75000"/>
                </a:schemeClr>
              </a:solidFill>
            </a:rPr>
            <a:t>🗃️</a:t>
          </a:r>
          <a:br>
            <a:rPr lang="en-US" sz="1200" kern="1200" dirty="0">
              <a:solidFill>
                <a:schemeClr val="accent4">
                  <a:lumMod val="75000"/>
                </a:schemeClr>
              </a:solidFill>
            </a:rPr>
          </a:br>
          <a:r>
            <a:rPr lang="en-US" sz="1200" kern="1200" dirty="0">
              <a:solidFill>
                <a:schemeClr val="accent4">
                  <a:lumMod val="75000"/>
                </a:schemeClr>
              </a:solidFill>
            </a:rPr>
            <a:t>(</a:t>
          </a:r>
          <a:r>
            <a:rPr lang="fr-CA" sz="1200" kern="1200" noProof="0" dirty="0">
              <a:solidFill>
                <a:schemeClr val="accent4">
                  <a:lumMod val="75000"/>
                </a:schemeClr>
              </a:solidFill>
            </a:rPr>
            <a:t>planifier</a:t>
          </a:r>
          <a:r>
            <a:rPr lang="en-US" sz="1200" kern="1200" dirty="0">
              <a:solidFill>
                <a:schemeClr val="accent4">
                  <a:lumMod val="75000"/>
                </a:schemeClr>
              </a:solidFill>
            </a:rPr>
            <a:t>)</a:t>
          </a:r>
        </a:p>
      </dsp:txBody>
      <dsp:txXfrm>
        <a:off x="3996516" y="1921537"/>
        <a:ext cx="1346705" cy="532539"/>
      </dsp:txXfrm>
    </dsp:sp>
    <dsp:sp modelId="{B748C918-2882-4B71-BDC3-6EF8BDC01F94}">
      <dsp:nvSpPr>
        <dsp:cNvPr id="0" name=""/>
        <dsp:cNvSpPr/>
      </dsp:nvSpPr>
      <dsp:spPr>
        <a:xfrm>
          <a:off x="1599464" y="66028"/>
          <a:ext cx="3330402" cy="3330402"/>
        </a:xfrm>
        <a:prstGeom prst="circularArrow">
          <a:avLst>
            <a:gd name="adj1" fmla="val 5202"/>
            <a:gd name="adj2" fmla="val 336043"/>
            <a:gd name="adj3" fmla="val 2928883"/>
            <a:gd name="adj4" fmla="val 1757403"/>
            <a:gd name="adj5" fmla="val 6069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75880C4-350B-40AC-9A6A-BE2F9E6B3517}">
      <dsp:nvSpPr>
        <dsp:cNvPr id="0" name=""/>
        <dsp:cNvSpPr/>
      </dsp:nvSpPr>
      <dsp:spPr>
        <a:xfrm>
          <a:off x="2404892" y="2897745"/>
          <a:ext cx="1719547" cy="622005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1200" b="1" kern="1200" dirty="0">
              <a:solidFill>
                <a:schemeClr val="accent4">
                  <a:lumMod val="75000"/>
                </a:schemeClr>
              </a:solidFill>
            </a:rPr>
            <a:t>3. </a:t>
          </a:r>
          <a:r>
            <a:rPr lang="en-US" sz="1200" b="1" kern="1200" dirty="0">
              <a:solidFill>
                <a:schemeClr val="accent4">
                  <a:lumMod val="75000"/>
                </a:schemeClr>
              </a:solidFill>
            </a:rPr>
            <a:t>T</a:t>
          </a:r>
          <a:r>
            <a:rPr lang="en-US" sz="1200" kern="1200" dirty="0">
              <a:solidFill>
                <a:schemeClr val="accent4">
                  <a:lumMod val="75000"/>
                </a:schemeClr>
              </a:solidFill>
            </a:rPr>
            <a:t>ransform</a:t>
          </a:r>
          <a:r>
            <a:rPr lang="fr-CA" sz="1200" kern="1200" dirty="0">
              <a:solidFill>
                <a:schemeClr val="accent4">
                  <a:lumMod val="75000"/>
                </a:schemeClr>
              </a:solidFill>
            </a:rPr>
            <a:t>🪄</a:t>
          </a:r>
          <a:br>
            <a:rPr lang="en-US" sz="1200" kern="1200" dirty="0">
              <a:solidFill>
                <a:schemeClr val="accent4">
                  <a:lumMod val="75000"/>
                </a:schemeClr>
              </a:solidFill>
            </a:rPr>
          </a:br>
          <a:r>
            <a:rPr lang="en-US" sz="1200" kern="1200" dirty="0">
              <a:solidFill>
                <a:schemeClr val="accent4">
                  <a:lumMod val="75000"/>
                </a:schemeClr>
              </a:solidFill>
            </a:rPr>
            <a:t>(</a:t>
          </a:r>
          <a:r>
            <a:rPr lang="fr-CA" sz="1200" kern="1200" noProof="0" dirty="0">
              <a:solidFill>
                <a:schemeClr val="accent4">
                  <a:lumMod val="75000"/>
                </a:schemeClr>
              </a:solidFill>
            </a:rPr>
            <a:t>implémenter</a:t>
          </a:r>
          <a:r>
            <a:rPr lang="en-US" sz="1200" kern="1200" dirty="0">
              <a:solidFill>
                <a:schemeClr val="accent4">
                  <a:lumMod val="75000"/>
                </a:schemeClr>
              </a:solidFill>
            </a:rPr>
            <a:t>)</a:t>
          </a:r>
        </a:p>
      </dsp:txBody>
      <dsp:txXfrm>
        <a:off x="2404892" y="2897745"/>
        <a:ext cx="1719547" cy="622005"/>
      </dsp:txXfrm>
    </dsp:sp>
    <dsp:sp modelId="{F10DDA8A-2F67-4200-A0EE-2E1139F74A53}">
      <dsp:nvSpPr>
        <dsp:cNvPr id="0" name=""/>
        <dsp:cNvSpPr/>
      </dsp:nvSpPr>
      <dsp:spPr>
        <a:xfrm>
          <a:off x="1599464" y="66028"/>
          <a:ext cx="3330402" cy="3330402"/>
        </a:xfrm>
        <a:prstGeom prst="circularArrow">
          <a:avLst>
            <a:gd name="adj1" fmla="val 5202"/>
            <a:gd name="adj2" fmla="val 336043"/>
            <a:gd name="adj3" fmla="val 8804489"/>
            <a:gd name="adj4" fmla="val 7535074"/>
            <a:gd name="adj5" fmla="val 6069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01DA5C7-19A5-4330-964E-44A6D69716D2}">
      <dsp:nvSpPr>
        <dsp:cNvPr id="0" name=""/>
        <dsp:cNvSpPr/>
      </dsp:nvSpPr>
      <dsp:spPr>
        <a:xfrm>
          <a:off x="974568" y="1958536"/>
          <a:ext cx="1769788" cy="45854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1200" b="1" kern="1200" dirty="0">
              <a:solidFill>
                <a:schemeClr val="accent4">
                  <a:lumMod val="75000"/>
                </a:schemeClr>
              </a:solidFill>
            </a:rPr>
            <a:t>4.</a:t>
          </a:r>
          <a:r>
            <a:rPr lang="en-US" sz="1200" b="1" kern="1200" dirty="0">
              <a:solidFill>
                <a:schemeClr val="accent4">
                  <a:lumMod val="75000"/>
                </a:schemeClr>
              </a:solidFill>
            </a:rPr>
            <a:t> A</a:t>
          </a:r>
          <a:r>
            <a:rPr lang="en-US" sz="1200" kern="1200" dirty="0">
              <a:solidFill>
                <a:schemeClr val="accent4">
                  <a:lumMod val="75000"/>
                </a:schemeClr>
              </a:solidFill>
            </a:rPr>
            <a:t>ccomplish</a:t>
          </a:r>
          <a:r>
            <a:rPr lang="fr-CA" sz="1200" b="1" kern="1200" dirty="0">
              <a:solidFill>
                <a:schemeClr val="accent4">
                  <a:lumMod val="75000"/>
                </a:schemeClr>
              </a:solidFill>
            </a:rPr>
            <a:t>✔️</a:t>
          </a:r>
          <a:br>
            <a:rPr lang="en-US" sz="1200" kern="1200" dirty="0">
              <a:solidFill>
                <a:schemeClr val="accent4">
                  <a:lumMod val="75000"/>
                </a:schemeClr>
              </a:solidFill>
            </a:rPr>
          </a:br>
          <a:r>
            <a:rPr lang="fr-CA" sz="1200" kern="1200" noProof="0" dirty="0">
              <a:solidFill>
                <a:schemeClr val="accent4">
                  <a:lumMod val="75000"/>
                </a:schemeClr>
              </a:solidFill>
            </a:rPr>
            <a:t>(diffuser, veiller &amp; mesurer)</a:t>
          </a:r>
          <a:endParaRPr lang="en-US" sz="1200" kern="1200" dirty="0">
            <a:solidFill>
              <a:schemeClr val="accent4">
                <a:lumMod val="75000"/>
              </a:schemeClr>
            </a:solidFill>
          </a:endParaRPr>
        </a:p>
      </dsp:txBody>
      <dsp:txXfrm>
        <a:off x="974568" y="1958536"/>
        <a:ext cx="1769788" cy="458541"/>
      </dsp:txXfrm>
    </dsp:sp>
    <dsp:sp modelId="{424CE3CE-F522-4B86-B10E-F3CED5782F2E}">
      <dsp:nvSpPr>
        <dsp:cNvPr id="0" name=""/>
        <dsp:cNvSpPr/>
      </dsp:nvSpPr>
      <dsp:spPr>
        <a:xfrm>
          <a:off x="1599464" y="66028"/>
          <a:ext cx="3330402" cy="3330402"/>
        </a:xfrm>
        <a:prstGeom prst="circularArrow">
          <a:avLst>
            <a:gd name="adj1" fmla="val 5202"/>
            <a:gd name="adj2" fmla="val 336043"/>
            <a:gd name="adj3" fmla="val 12968046"/>
            <a:gd name="adj4" fmla="val 10269014"/>
            <a:gd name="adj5" fmla="val 6069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D2B23B57-A495-4254-9705-466B6FFC4630}">
      <dsp:nvSpPr>
        <dsp:cNvPr id="0" name=""/>
        <dsp:cNvSpPr/>
      </dsp:nvSpPr>
      <dsp:spPr>
        <a:xfrm>
          <a:off x="1568248" y="324114"/>
          <a:ext cx="1655908" cy="423554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5240" tIns="15240" rIns="15240" bIns="15240" numCol="1" spcCol="1270" anchor="ctr" anchorCtr="0">
          <a:noAutofit/>
        </a:bodyPr>
        <a:lstStyle/>
        <a:p>
          <a:pPr marL="0" lvl="0" indent="0" algn="ctr" defTabSz="533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1200" b="1" kern="1200" dirty="0">
              <a:solidFill>
                <a:schemeClr val="accent4">
                  <a:lumMod val="75000"/>
                </a:schemeClr>
              </a:solidFill>
            </a:rPr>
            <a:t>5. L</a:t>
          </a:r>
          <a:r>
            <a:rPr lang="fr-CA" sz="1200" kern="1200" dirty="0">
              <a:solidFill>
                <a:schemeClr val="accent4">
                  <a:lumMod val="75000"/>
                </a:schemeClr>
              </a:solidFill>
            </a:rPr>
            <a:t>earn</a:t>
          </a:r>
          <a:r>
            <a:rPr lang="fr-CA" sz="1200" b="1" kern="1200" dirty="0">
              <a:solidFill>
                <a:schemeClr val="accent4">
                  <a:lumMod val="75000"/>
                </a:schemeClr>
              </a:solidFill>
            </a:rPr>
            <a:t>🎓</a:t>
          </a:r>
          <a:br>
            <a:rPr lang="fr-CA" sz="1200" kern="1200" dirty="0">
              <a:solidFill>
                <a:schemeClr val="accent4">
                  <a:lumMod val="75000"/>
                </a:schemeClr>
              </a:solidFill>
            </a:rPr>
          </a:br>
          <a:r>
            <a:rPr lang="fr-CA" sz="1200" kern="1200" dirty="0">
              <a:solidFill>
                <a:schemeClr val="accent4">
                  <a:lumMod val="75000"/>
                </a:schemeClr>
              </a:solidFill>
            </a:rPr>
            <a:t>(boucle d’analyse)</a:t>
          </a:r>
        </a:p>
      </dsp:txBody>
      <dsp:txXfrm>
        <a:off x="1568248" y="324114"/>
        <a:ext cx="1655908" cy="423554"/>
      </dsp:txXfrm>
    </dsp:sp>
    <dsp:sp modelId="{4A191386-BA10-47EF-B3AD-0E3B7B57052F}">
      <dsp:nvSpPr>
        <dsp:cNvPr id="0" name=""/>
        <dsp:cNvSpPr/>
      </dsp:nvSpPr>
      <dsp:spPr>
        <a:xfrm>
          <a:off x="1599464" y="66028"/>
          <a:ext cx="3330402" cy="3330402"/>
        </a:xfrm>
        <a:prstGeom prst="circularArrow">
          <a:avLst>
            <a:gd name="adj1" fmla="val 5202"/>
            <a:gd name="adj2" fmla="val 336043"/>
            <a:gd name="adj3" fmla="val 17087548"/>
            <a:gd name="adj4" fmla="val 15134484"/>
            <a:gd name="adj5" fmla="val 6069"/>
          </a:avLst>
        </a:prstGeom>
        <a:solidFill>
          <a:schemeClr val="lt1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shade val="8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F707EA0-9B18-41DD-ADB7-65DE8A9E4350}">
      <dsp:nvSpPr>
        <dsp:cNvPr id="0" name=""/>
        <dsp:cNvSpPr/>
      </dsp:nvSpPr>
      <dsp:spPr>
        <a:xfrm>
          <a:off x="574670" y="1168581"/>
          <a:ext cx="3367385" cy="2188800"/>
        </a:xfrm>
        <a:prstGeom prst="roundRect">
          <a:avLst/>
        </a:prstGeom>
        <a:solidFill>
          <a:schemeClr val="accent4"/>
        </a:solidFill>
        <a:ln>
          <a:noFill/>
          <a:headEnd type="none" w="med" len="med"/>
          <a:tailEnd type="none" w="med" len="med"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 err="1"/>
            <a:t>SENSe</a:t>
          </a:r>
          <a:endParaRPr lang="en-US" sz="3200" kern="1200" dirty="0"/>
        </a:p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 err="1"/>
            <a:t>FORGe</a:t>
          </a:r>
          <a:endParaRPr lang="en-US" sz="3200" kern="1200" dirty="0"/>
        </a:p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3200" kern="1200" dirty="0" err="1"/>
            <a:t>CARe</a:t>
          </a:r>
          <a:endParaRPr lang="en-US" sz="3200" kern="1200" dirty="0"/>
        </a:p>
      </dsp:txBody>
      <dsp:txXfrm>
        <a:off x="681518" y="1275429"/>
        <a:ext cx="3153689" cy="1975104"/>
      </dsp:txXfrm>
    </dsp:sp>
    <dsp:sp modelId="{DF4F1437-2308-406B-8532-30E8B443D54B}">
      <dsp:nvSpPr>
        <dsp:cNvPr id="0" name=""/>
        <dsp:cNvSpPr/>
      </dsp:nvSpPr>
      <dsp:spPr>
        <a:xfrm>
          <a:off x="2258363" y="406544"/>
          <a:ext cx="3712873" cy="3712873"/>
        </a:xfrm>
        <a:custGeom>
          <a:avLst/>
          <a:gdLst/>
          <a:ahLst/>
          <a:cxnLst/>
          <a:rect l="0" t="0" r="0" b="0"/>
          <a:pathLst>
            <a:path>
              <a:moveTo>
                <a:pt x="374763" y="737955"/>
              </a:moveTo>
              <a:arcTo wR="1856436" hR="1856436" stAng="13022900" swAng="6354201"/>
            </a:path>
          </a:pathLst>
        </a:custGeom>
        <a:noFill/>
        <a:ln w="38100" cap="flat" cmpd="sng" algn="ctr">
          <a:solidFill>
            <a:schemeClr val="accent4"/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3">
          <a:schemeClr val="accent4"/>
        </a:lnRef>
        <a:fillRef idx="0">
          <a:schemeClr val="accent4"/>
        </a:fillRef>
        <a:effectRef idx="2">
          <a:schemeClr val="accent4"/>
        </a:effectRef>
        <a:fontRef idx="minor">
          <a:schemeClr val="tx1"/>
        </a:fontRef>
      </dsp:style>
    </dsp:sp>
    <dsp:sp modelId="{E8F9C9C6-9172-4FFE-B143-C3E87DB47FDD}">
      <dsp:nvSpPr>
        <dsp:cNvPr id="0" name=""/>
        <dsp:cNvSpPr/>
      </dsp:nvSpPr>
      <dsp:spPr>
        <a:xfrm>
          <a:off x="4287544" y="1168581"/>
          <a:ext cx="3367385" cy="2188800"/>
        </a:xfrm>
        <a:prstGeom prst="roundRect">
          <a:avLst/>
        </a:prstGeom>
        <a:solidFill>
          <a:schemeClr val="accent4"/>
        </a:solidFill>
        <a:ln>
          <a:noFill/>
          <a:headEnd type="none" w="med" len="med"/>
          <a:tailEnd type="none" w="med" len="med"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21920" tIns="121920" rIns="121920" bIns="121920" numCol="1" spcCol="1270" anchor="ctr" anchorCtr="0">
          <a:noAutofit/>
        </a:bodyPr>
        <a:lstStyle/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3200" kern="1200" dirty="0"/>
            <a:t>Clarifier</a:t>
          </a:r>
        </a:p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3200" kern="1200" dirty="0"/>
            <a:t>Assembler</a:t>
          </a:r>
        </a:p>
        <a:p>
          <a:pPr marL="0" lvl="0" indent="0" algn="ctr" defTabSz="14224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3200" kern="1200" noProof="0" dirty="0"/>
            <a:t>Veiller</a:t>
          </a:r>
          <a:endParaRPr lang="en-US" sz="3200" kern="1200" dirty="0"/>
        </a:p>
      </dsp:txBody>
      <dsp:txXfrm>
        <a:off x="4394392" y="1275429"/>
        <a:ext cx="3153689" cy="1975104"/>
      </dsp:txXfrm>
    </dsp:sp>
    <dsp:sp modelId="{A4E63768-C570-493A-B971-E7A9A8042517}">
      <dsp:nvSpPr>
        <dsp:cNvPr id="0" name=""/>
        <dsp:cNvSpPr/>
      </dsp:nvSpPr>
      <dsp:spPr>
        <a:xfrm>
          <a:off x="2258363" y="406544"/>
          <a:ext cx="3712873" cy="3712873"/>
        </a:xfrm>
        <a:custGeom>
          <a:avLst/>
          <a:gdLst/>
          <a:ahLst/>
          <a:cxnLst/>
          <a:rect l="0" t="0" r="0" b="0"/>
          <a:pathLst>
            <a:path>
              <a:moveTo>
                <a:pt x="3338110" y="2974918"/>
              </a:moveTo>
              <a:arcTo wR="1856436" hR="1856436" stAng="2222900" swAng="6354201"/>
            </a:path>
          </a:pathLst>
        </a:custGeom>
        <a:noFill/>
        <a:ln w="38100" cap="flat" cmpd="sng" algn="ctr">
          <a:solidFill>
            <a:schemeClr val="accent4"/>
          </a:solidFill>
          <a:prstDash val="solid"/>
        </a:ln>
        <a:effectLst>
          <a:outerShdw blurRad="40000" dist="23000" dir="5400000" rotWithShape="0">
            <a:srgbClr val="000000">
              <a:alpha val="35000"/>
            </a:srgbClr>
          </a:outerShdw>
        </a:effectLst>
      </dsp:spPr>
      <dsp:style>
        <a:lnRef idx="3">
          <a:schemeClr val="accent4"/>
        </a:lnRef>
        <a:fillRef idx="0">
          <a:schemeClr val="accent4"/>
        </a:fillRef>
        <a:effectRef idx="2">
          <a:schemeClr val="accent4"/>
        </a:effectRef>
        <a:fontRef idx="minor">
          <a:schemeClr val="tx1"/>
        </a:fontRef>
      </dsp:style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A8F3A281-45B0-480E-86AF-8867B6D5D524}">
      <dsp:nvSpPr>
        <dsp:cNvPr id="0" name=""/>
        <dsp:cNvSpPr/>
      </dsp:nvSpPr>
      <dsp:spPr>
        <a:xfrm>
          <a:off x="0" y="2187"/>
          <a:ext cx="4552428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A847661-24B2-4253-B41B-D3BCB8370865}">
      <dsp:nvSpPr>
        <dsp:cNvPr id="0" name=""/>
        <dsp:cNvSpPr/>
      </dsp:nvSpPr>
      <dsp:spPr>
        <a:xfrm>
          <a:off x="0" y="2187"/>
          <a:ext cx="4552428" cy="74605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2400" kern="1200" noProof="0" dirty="0">
              <a:solidFill>
                <a:schemeClr val="accent4">
                  <a:lumMod val="75000"/>
                </a:schemeClr>
              </a:solidFill>
            </a:rPr>
            <a:t>Apprendre</a:t>
          </a:r>
        </a:p>
      </dsp:txBody>
      <dsp:txXfrm>
        <a:off x="0" y="2187"/>
        <a:ext cx="4552428" cy="746058"/>
      </dsp:txXfrm>
    </dsp:sp>
    <dsp:sp modelId="{9AEA0CDD-2454-47AF-8EAB-72D6AFAC9C14}">
      <dsp:nvSpPr>
        <dsp:cNvPr id="0" name=""/>
        <dsp:cNvSpPr/>
      </dsp:nvSpPr>
      <dsp:spPr>
        <a:xfrm>
          <a:off x="0" y="748246"/>
          <a:ext cx="4552428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85A78E9-5F9E-4CAD-B819-25302B876C31}">
      <dsp:nvSpPr>
        <dsp:cNvPr id="0" name=""/>
        <dsp:cNvSpPr/>
      </dsp:nvSpPr>
      <dsp:spPr>
        <a:xfrm>
          <a:off x="0" y="748246"/>
          <a:ext cx="4552428" cy="74605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2400" kern="1200" noProof="0" dirty="0">
              <a:solidFill>
                <a:schemeClr val="accent4">
                  <a:lumMod val="75000"/>
                </a:schemeClr>
              </a:solidFill>
            </a:rPr>
            <a:t>Décider</a:t>
          </a:r>
        </a:p>
      </dsp:txBody>
      <dsp:txXfrm>
        <a:off x="0" y="748246"/>
        <a:ext cx="4552428" cy="746058"/>
      </dsp:txXfrm>
    </dsp:sp>
    <dsp:sp modelId="{C13FD40A-6678-4BFA-9C67-3EB0088FEF4D}">
      <dsp:nvSpPr>
        <dsp:cNvPr id="0" name=""/>
        <dsp:cNvSpPr/>
      </dsp:nvSpPr>
      <dsp:spPr>
        <a:xfrm>
          <a:off x="0" y="1494304"/>
          <a:ext cx="4552428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EB15E5A-1BD2-43E4-9E4B-17CA17F10A0A}">
      <dsp:nvSpPr>
        <dsp:cNvPr id="0" name=""/>
        <dsp:cNvSpPr/>
      </dsp:nvSpPr>
      <dsp:spPr>
        <a:xfrm>
          <a:off x="0" y="1494304"/>
          <a:ext cx="4552428" cy="74605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2400" kern="1200" noProof="0" dirty="0">
              <a:solidFill>
                <a:schemeClr val="accent4">
                  <a:lumMod val="75000"/>
                </a:schemeClr>
              </a:solidFill>
            </a:rPr>
            <a:t>Concevoir</a:t>
          </a:r>
        </a:p>
      </dsp:txBody>
      <dsp:txXfrm>
        <a:off x="0" y="1494304"/>
        <a:ext cx="4552428" cy="746058"/>
      </dsp:txXfrm>
    </dsp:sp>
    <dsp:sp modelId="{8658278C-65B1-4A9E-8352-834D46B1055B}">
      <dsp:nvSpPr>
        <dsp:cNvPr id="0" name=""/>
        <dsp:cNvSpPr/>
      </dsp:nvSpPr>
      <dsp:spPr>
        <a:xfrm>
          <a:off x="0" y="2240362"/>
          <a:ext cx="4552428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6FB4275-DE06-4D52-99E5-5E6419936EAF}">
      <dsp:nvSpPr>
        <dsp:cNvPr id="0" name=""/>
        <dsp:cNvSpPr/>
      </dsp:nvSpPr>
      <dsp:spPr>
        <a:xfrm>
          <a:off x="0" y="2240363"/>
          <a:ext cx="4552428" cy="74605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2400" kern="1200" noProof="0" dirty="0">
              <a:solidFill>
                <a:schemeClr val="accent4">
                  <a:lumMod val="75000"/>
                </a:schemeClr>
              </a:solidFill>
            </a:rPr>
            <a:t>Spécifier (</a:t>
          </a:r>
          <a:r>
            <a:rPr lang="fr-CA" sz="2400" kern="1200" dirty="0">
              <a:solidFill>
                <a:schemeClr val="accent4">
                  <a:lumMod val="75000"/>
                </a:schemeClr>
              </a:solidFill>
            </a:rPr>
            <a:t>exécutables/testables)</a:t>
          </a:r>
          <a:endParaRPr lang="fr-CA" sz="2400" kern="1200" noProof="0" dirty="0">
            <a:solidFill>
              <a:schemeClr val="accent4">
                <a:lumMod val="75000"/>
              </a:schemeClr>
            </a:solidFill>
          </a:endParaRPr>
        </a:p>
      </dsp:txBody>
      <dsp:txXfrm>
        <a:off x="0" y="2240363"/>
        <a:ext cx="4552428" cy="746058"/>
      </dsp:txXfrm>
    </dsp:sp>
    <dsp:sp modelId="{DEFB32D5-7443-4FDE-85A9-316DA5E1918B}">
      <dsp:nvSpPr>
        <dsp:cNvPr id="0" name=""/>
        <dsp:cNvSpPr/>
      </dsp:nvSpPr>
      <dsp:spPr>
        <a:xfrm>
          <a:off x="0" y="2986421"/>
          <a:ext cx="4552428" cy="0"/>
        </a:xfrm>
        <a:prstGeom prst="line">
          <a:avLst/>
        </a:prstGeom>
        <a:solidFill>
          <a:schemeClr val="accent6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6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C51046F-4F65-4C60-8608-58BD4F2A994B}">
      <dsp:nvSpPr>
        <dsp:cNvPr id="0" name=""/>
        <dsp:cNvSpPr/>
      </dsp:nvSpPr>
      <dsp:spPr>
        <a:xfrm>
          <a:off x="0" y="2986421"/>
          <a:ext cx="4552428" cy="74605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2400" kern="1200" noProof="0" dirty="0">
              <a:solidFill>
                <a:schemeClr val="accent4">
                  <a:lumMod val="75000"/>
                </a:schemeClr>
              </a:solidFill>
            </a:rPr>
            <a:t>Valider</a:t>
          </a:r>
        </a:p>
      </dsp:txBody>
      <dsp:txXfrm>
        <a:off x="0" y="2986421"/>
        <a:ext cx="4552428" cy="746058"/>
      </dsp:txXfrm>
    </dsp:sp>
    <dsp:sp modelId="{A5DED139-FA1A-4A12-B8E1-9CE4F7AA5A55}">
      <dsp:nvSpPr>
        <dsp:cNvPr id="0" name=""/>
        <dsp:cNvSpPr/>
      </dsp:nvSpPr>
      <dsp:spPr>
        <a:xfrm>
          <a:off x="0" y="3732479"/>
          <a:ext cx="4552428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937E4394-D2F3-4972-ACF4-55D2E0FCD9AF}">
      <dsp:nvSpPr>
        <dsp:cNvPr id="0" name=""/>
        <dsp:cNvSpPr/>
      </dsp:nvSpPr>
      <dsp:spPr>
        <a:xfrm>
          <a:off x="0" y="3732479"/>
          <a:ext cx="4552428" cy="746058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2400" kern="1200" noProof="0" dirty="0">
              <a:solidFill>
                <a:schemeClr val="accent4">
                  <a:lumMod val="75000"/>
                </a:schemeClr>
              </a:solidFill>
            </a:rPr>
            <a:t>Prioriser</a:t>
          </a:r>
        </a:p>
      </dsp:txBody>
      <dsp:txXfrm>
        <a:off x="0" y="3732479"/>
        <a:ext cx="4552428" cy="746058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94CB22B0-CAA6-4273-B611-57A6EAD5D58F}">
      <dsp:nvSpPr>
        <dsp:cNvPr id="0" name=""/>
        <dsp:cNvSpPr/>
      </dsp:nvSpPr>
      <dsp:spPr>
        <a:xfrm>
          <a:off x="0" y="0"/>
          <a:ext cx="4467105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EBD523E-8E4B-458B-93F6-6C4469446E69}">
      <dsp:nvSpPr>
        <dsp:cNvPr id="0" name=""/>
        <dsp:cNvSpPr/>
      </dsp:nvSpPr>
      <dsp:spPr>
        <a:xfrm>
          <a:off x="0" y="0"/>
          <a:ext cx="4467105" cy="11201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2400" kern="1200" noProof="0" dirty="0">
              <a:solidFill>
                <a:schemeClr val="accent4">
                  <a:lumMod val="75000"/>
                </a:schemeClr>
              </a:solidFill>
            </a:rPr>
            <a:t>Planifier</a:t>
          </a:r>
        </a:p>
      </dsp:txBody>
      <dsp:txXfrm>
        <a:off x="0" y="0"/>
        <a:ext cx="4467105" cy="1120181"/>
      </dsp:txXfrm>
    </dsp:sp>
    <dsp:sp modelId="{2B905FCD-2C28-4AE2-8CDD-97A00BB26475}">
      <dsp:nvSpPr>
        <dsp:cNvPr id="0" name=""/>
        <dsp:cNvSpPr/>
      </dsp:nvSpPr>
      <dsp:spPr>
        <a:xfrm>
          <a:off x="0" y="1120181"/>
          <a:ext cx="4467105" cy="0"/>
        </a:xfrm>
        <a:prstGeom prst="lin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3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05471B6-FA64-445C-9DBD-90B394BC69CB}">
      <dsp:nvSpPr>
        <dsp:cNvPr id="0" name=""/>
        <dsp:cNvSpPr/>
      </dsp:nvSpPr>
      <dsp:spPr>
        <a:xfrm>
          <a:off x="0" y="1120181"/>
          <a:ext cx="4467105" cy="11201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2400" kern="1200" noProof="0" dirty="0">
              <a:solidFill>
                <a:schemeClr val="accent4">
                  <a:lumMod val="75000"/>
                </a:schemeClr>
              </a:solidFill>
            </a:rPr>
            <a:t>Construire</a:t>
          </a:r>
        </a:p>
      </dsp:txBody>
      <dsp:txXfrm>
        <a:off x="0" y="1120181"/>
        <a:ext cx="4467105" cy="1120181"/>
      </dsp:txXfrm>
    </dsp:sp>
    <dsp:sp modelId="{42752341-7780-458D-8C66-9A5686BDA207}">
      <dsp:nvSpPr>
        <dsp:cNvPr id="0" name=""/>
        <dsp:cNvSpPr/>
      </dsp:nvSpPr>
      <dsp:spPr>
        <a:xfrm>
          <a:off x="0" y="2240363"/>
          <a:ext cx="4467105" cy="0"/>
        </a:xfrm>
        <a:prstGeom prst="lin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4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6D3025-C757-4FAC-B751-6E4249CE80B2}">
      <dsp:nvSpPr>
        <dsp:cNvPr id="0" name=""/>
        <dsp:cNvSpPr/>
      </dsp:nvSpPr>
      <dsp:spPr>
        <a:xfrm>
          <a:off x="0" y="2240363"/>
          <a:ext cx="4467105" cy="11201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2400" kern="1200" noProof="0" dirty="0">
              <a:solidFill>
                <a:schemeClr val="accent4">
                  <a:lumMod val="75000"/>
                </a:schemeClr>
              </a:solidFill>
            </a:rPr>
            <a:t>Simuler</a:t>
          </a:r>
        </a:p>
      </dsp:txBody>
      <dsp:txXfrm>
        <a:off x="0" y="2240363"/>
        <a:ext cx="4467105" cy="1120181"/>
      </dsp:txXfrm>
    </dsp:sp>
    <dsp:sp modelId="{59F45710-AFAD-4E35-BD87-09572985C060}">
      <dsp:nvSpPr>
        <dsp:cNvPr id="0" name=""/>
        <dsp:cNvSpPr/>
      </dsp:nvSpPr>
      <dsp:spPr>
        <a:xfrm>
          <a:off x="0" y="3360544"/>
          <a:ext cx="4467105" cy="0"/>
        </a:xfrm>
        <a:prstGeom prst="line">
          <a:avLst/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5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281B50BD-56F7-4E1B-8495-836B2E0F8F74}">
      <dsp:nvSpPr>
        <dsp:cNvPr id="0" name=""/>
        <dsp:cNvSpPr/>
      </dsp:nvSpPr>
      <dsp:spPr>
        <a:xfrm>
          <a:off x="0" y="3360544"/>
          <a:ext cx="4467105" cy="11201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2400" kern="1200" noProof="0" dirty="0">
              <a:solidFill>
                <a:schemeClr val="accent4">
                  <a:lumMod val="75000"/>
                </a:schemeClr>
              </a:solidFill>
            </a:rPr>
            <a:t>Signal</a:t>
          </a:r>
        </a:p>
      </dsp:txBody>
      <dsp:txXfrm>
        <a:off x="0" y="3360544"/>
        <a:ext cx="4467105" cy="1120181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8D5519D0-C1F2-4129-AFEC-7164B4CD32B2}">
      <dsp:nvSpPr>
        <dsp:cNvPr id="0" name=""/>
        <dsp:cNvSpPr/>
      </dsp:nvSpPr>
      <dsp:spPr>
        <a:xfrm>
          <a:off x="0" y="0"/>
          <a:ext cx="4494952" cy="0"/>
        </a:xfrm>
        <a:prstGeom prst="lin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accent2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45FB6C6-94F4-4C58-BA3A-CB8BCD3B9A43}">
      <dsp:nvSpPr>
        <dsp:cNvPr id="0" name=""/>
        <dsp:cNvSpPr/>
      </dsp:nvSpPr>
      <dsp:spPr>
        <a:xfrm>
          <a:off x="0" y="0"/>
          <a:ext cx="4494952" cy="11201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2400" kern="1200" noProof="0" dirty="0">
              <a:solidFill>
                <a:schemeClr val="accent4">
                  <a:lumMod val="75000"/>
                </a:schemeClr>
              </a:solidFill>
            </a:rPr>
            <a:t>Diffuser (livrer)</a:t>
          </a:r>
        </a:p>
      </dsp:txBody>
      <dsp:txXfrm>
        <a:off x="0" y="0"/>
        <a:ext cx="4494952" cy="1120181"/>
      </dsp:txXfrm>
    </dsp:sp>
    <dsp:sp modelId="{269A93DA-15F5-405F-A252-AFA7EF9C0E28}">
      <dsp:nvSpPr>
        <dsp:cNvPr id="0" name=""/>
        <dsp:cNvSpPr/>
      </dsp:nvSpPr>
      <dsp:spPr>
        <a:xfrm>
          <a:off x="0" y="1120181"/>
          <a:ext cx="4494952" cy="0"/>
        </a:xfrm>
        <a:prstGeom prst="line">
          <a:avLst/>
        </a:prstGeom>
        <a:solidFill>
          <a:schemeClr val="accent2">
            <a:hueOff val="1560506"/>
            <a:satOff val="-1946"/>
            <a:lumOff val="458"/>
            <a:alphaOff val="0"/>
          </a:schemeClr>
        </a:solidFill>
        <a:ln w="25400" cap="flat" cmpd="sng" algn="ctr">
          <a:solidFill>
            <a:schemeClr val="accent2">
              <a:hueOff val="1560506"/>
              <a:satOff val="-1946"/>
              <a:lumOff val="458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59FED6BE-12F1-4503-9873-F3CE9878CEE2}">
      <dsp:nvSpPr>
        <dsp:cNvPr id="0" name=""/>
        <dsp:cNvSpPr/>
      </dsp:nvSpPr>
      <dsp:spPr>
        <a:xfrm>
          <a:off x="0" y="1120181"/>
          <a:ext cx="4494952" cy="11201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2400" kern="1200" noProof="0" dirty="0">
              <a:solidFill>
                <a:schemeClr val="accent4">
                  <a:lumMod val="75000"/>
                </a:schemeClr>
              </a:solidFill>
            </a:rPr>
            <a:t>Exécuter (opérer)</a:t>
          </a:r>
        </a:p>
      </dsp:txBody>
      <dsp:txXfrm>
        <a:off x="0" y="1120181"/>
        <a:ext cx="4494952" cy="1120181"/>
      </dsp:txXfrm>
    </dsp:sp>
    <dsp:sp modelId="{CC8FADD0-6CA0-4789-AE12-6C0FAB41E54F}">
      <dsp:nvSpPr>
        <dsp:cNvPr id="0" name=""/>
        <dsp:cNvSpPr/>
      </dsp:nvSpPr>
      <dsp:spPr>
        <a:xfrm>
          <a:off x="0" y="2240363"/>
          <a:ext cx="4494952" cy="0"/>
        </a:xfrm>
        <a:prstGeom prst="line">
          <a:avLst/>
        </a:prstGeom>
        <a:solidFill>
          <a:schemeClr val="accent2">
            <a:hueOff val="3121013"/>
            <a:satOff val="-3893"/>
            <a:lumOff val="915"/>
            <a:alphaOff val="0"/>
          </a:schemeClr>
        </a:solidFill>
        <a:ln w="25400" cap="flat" cmpd="sng" algn="ctr">
          <a:solidFill>
            <a:schemeClr val="accent2">
              <a:hueOff val="3121013"/>
              <a:satOff val="-3893"/>
              <a:lumOff val="915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8258FDAA-8082-4D13-B38F-28A0B49F7E2D}">
      <dsp:nvSpPr>
        <dsp:cNvPr id="0" name=""/>
        <dsp:cNvSpPr/>
      </dsp:nvSpPr>
      <dsp:spPr>
        <a:xfrm>
          <a:off x="0" y="2240363"/>
          <a:ext cx="4494952" cy="11201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2400" kern="1200" noProof="0" dirty="0">
              <a:solidFill>
                <a:schemeClr val="accent4">
                  <a:lumMod val="75000"/>
                </a:schemeClr>
              </a:solidFill>
            </a:rPr>
            <a:t>Veiller (assistance)</a:t>
          </a:r>
        </a:p>
      </dsp:txBody>
      <dsp:txXfrm>
        <a:off x="0" y="2240363"/>
        <a:ext cx="4494952" cy="1120181"/>
      </dsp:txXfrm>
    </dsp:sp>
    <dsp:sp modelId="{C39DFF12-963D-4727-8EA4-A8B86B838851}">
      <dsp:nvSpPr>
        <dsp:cNvPr id="0" name=""/>
        <dsp:cNvSpPr/>
      </dsp:nvSpPr>
      <dsp:spPr>
        <a:xfrm>
          <a:off x="0" y="3360544"/>
          <a:ext cx="4494952" cy="0"/>
        </a:xfrm>
        <a:prstGeom prst="line">
          <a:avLst/>
        </a:prstGeom>
        <a:solidFill>
          <a:schemeClr val="accent2">
            <a:hueOff val="4681519"/>
            <a:satOff val="-5839"/>
            <a:lumOff val="1373"/>
            <a:alphaOff val="0"/>
          </a:schemeClr>
        </a:solidFill>
        <a:ln w="25400" cap="flat" cmpd="sng" algn="ctr">
          <a:solidFill>
            <a:schemeClr val="accent2">
              <a:hueOff val="4681519"/>
              <a:satOff val="-5839"/>
              <a:lumOff val="1373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4485A1F2-2F3D-41A1-97AD-3109B09D155A}">
      <dsp:nvSpPr>
        <dsp:cNvPr id="0" name=""/>
        <dsp:cNvSpPr/>
      </dsp:nvSpPr>
      <dsp:spPr>
        <a:xfrm>
          <a:off x="0" y="3360544"/>
          <a:ext cx="4494952" cy="1120181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91440" tIns="91440" rIns="91440" bIns="91440" numCol="1" spcCol="1270" anchor="t" anchorCtr="0">
          <a:noAutofit/>
        </a:bodyPr>
        <a:lstStyle/>
        <a:p>
          <a:pPr marL="0" lvl="0" indent="0" algn="l" defTabSz="10668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fr-CA" sz="2400" kern="1200" noProof="0" dirty="0">
              <a:solidFill>
                <a:schemeClr val="accent4">
                  <a:lumMod val="75000"/>
                </a:schemeClr>
              </a:solidFill>
            </a:rPr>
            <a:t>Mesurer (feedback)</a:t>
          </a:r>
        </a:p>
      </dsp:txBody>
      <dsp:txXfrm>
        <a:off x="0" y="3360544"/>
        <a:ext cx="4494952" cy="1120181"/>
      </dsp:txXfrm>
    </dsp:sp>
  </dsp:spTree>
</dsp:drawing>
</file>

<file path=ppt/diagrams/drawing6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D17F7FE5-4393-47D1-B384-DBB4E29D08F0}">
      <dsp:nvSpPr>
        <dsp:cNvPr id="0" name=""/>
        <dsp:cNvSpPr/>
      </dsp:nvSpPr>
      <dsp:spPr>
        <a:xfrm>
          <a:off x="530099" y="893169"/>
          <a:ext cx="1406812" cy="1406812"/>
        </a:xfrm>
        <a:prstGeom prst="ellipse">
          <a:avLst/>
        </a:prstGeom>
        <a:solidFill>
          <a:schemeClr val="accent2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9DE731F0-C00E-4C25-9A17-DA4C46A844C0}">
      <dsp:nvSpPr>
        <dsp:cNvPr id="0" name=""/>
        <dsp:cNvSpPr/>
      </dsp:nvSpPr>
      <dsp:spPr>
        <a:xfrm>
          <a:off x="829912" y="1192981"/>
          <a:ext cx="807187" cy="80718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32940E5-81CB-4D71-A66D-27C12AC7F683}">
      <dsp:nvSpPr>
        <dsp:cNvPr id="0" name=""/>
        <dsp:cNvSpPr/>
      </dsp:nvSpPr>
      <dsp:spPr>
        <a:xfrm>
          <a:off x="80381" y="2738169"/>
          <a:ext cx="23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800" b="1" kern="1200" dirty="0">
              <a:solidFill>
                <a:schemeClr val="accent2"/>
              </a:solidFill>
            </a:rPr>
            <a:t>SENSE</a:t>
          </a:r>
          <a:r>
            <a:rPr lang="en-US" sz="1800" kern="1200" dirty="0">
              <a:solidFill>
                <a:schemeClr val="accent2"/>
              </a:solidFill>
            </a:rPr>
            <a:t> → Product &amp; Decision Voice</a:t>
          </a:r>
        </a:p>
      </dsp:txBody>
      <dsp:txXfrm>
        <a:off x="80381" y="2738169"/>
        <a:ext cx="2306250" cy="720000"/>
      </dsp:txXfrm>
    </dsp:sp>
    <dsp:sp modelId="{C582CA35-A3E4-4EE7-BBDC-971561E8528C}">
      <dsp:nvSpPr>
        <dsp:cNvPr id="0" name=""/>
        <dsp:cNvSpPr/>
      </dsp:nvSpPr>
      <dsp:spPr>
        <a:xfrm>
          <a:off x="3239943" y="893169"/>
          <a:ext cx="1406812" cy="1406812"/>
        </a:xfrm>
        <a:prstGeom prst="ellipse">
          <a:avLst/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655BCBE-4C97-434E-93A6-47BD681D9322}">
      <dsp:nvSpPr>
        <dsp:cNvPr id="0" name=""/>
        <dsp:cNvSpPr/>
      </dsp:nvSpPr>
      <dsp:spPr>
        <a:xfrm>
          <a:off x="3539756" y="1192981"/>
          <a:ext cx="807187" cy="80718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195EC2F-6635-4C2F-8768-5CFE5922F76B}">
      <dsp:nvSpPr>
        <dsp:cNvPr id="0" name=""/>
        <dsp:cNvSpPr/>
      </dsp:nvSpPr>
      <dsp:spPr>
        <a:xfrm>
          <a:off x="2790224" y="2738169"/>
          <a:ext cx="23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800" b="1" kern="1200" dirty="0" err="1">
              <a:solidFill>
                <a:schemeClr val="accent3">
                  <a:lumMod val="75000"/>
                </a:schemeClr>
              </a:solidFill>
            </a:rPr>
            <a:t>FORGe</a:t>
          </a:r>
          <a:r>
            <a:rPr lang="en-US" sz="1800" kern="1200" dirty="0">
              <a:solidFill>
                <a:schemeClr val="accent3">
                  <a:lumMod val="75000"/>
                </a:schemeClr>
              </a:solidFill>
            </a:rPr>
            <a:t> → Technical &amp; Execution Voice</a:t>
          </a:r>
        </a:p>
      </dsp:txBody>
      <dsp:txXfrm>
        <a:off x="2790224" y="2738169"/>
        <a:ext cx="2306250" cy="720000"/>
      </dsp:txXfrm>
    </dsp:sp>
    <dsp:sp modelId="{8F71D681-87CB-43DA-A84C-6DE62CCA180D}">
      <dsp:nvSpPr>
        <dsp:cNvPr id="0" name=""/>
        <dsp:cNvSpPr/>
      </dsp:nvSpPr>
      <dsp:spPr>
        <a:xfrm>
          <a:off x="5949787" y="893169"/>
          <a:ext cx="1406812" cy="1406812"/>
        </a:xfrm>
        <a:prstGeom prst="ellipse">
          <a:avLst/>
        </a:prstGeom>
        <a:solidFill>
          <a:schemeClr val="accent4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4A3CB41B-8EA7-4950-BFA8-8C24B69FB9E1}">
      <dsp:nvSpPr>
        <dsp:cNvPr id="0" name=""/>
        <dsp:cNvSpPr/>
      </dsp:nvSpPr>
      <dsp:spPr>
        <a:xfrm>
          <a:off x="6249600" y="1192981"/>
          <a:ext cx="807187" cy="807187"/>
        </a:xfrm>
        <a:prstGeom prst="rect">
          <a:avLst/>
        </a:prstGeom>
        <a:blipFill>
          <a:blip xmlns:r="http://schemas.openxmlformats.org/officeDocument/2006/relationships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a:blip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E201FA8-A4FA-42DA-873D-5D8FB5AF5C51}">
      <dsp:nvSpPr>
        <dsp:cNvPr id="0" name=""/>
        <dsp:cNvSpPr/>
      </dsp:nvSpPr>
      <dsp:spPr>
        <a:xfrm>
          <a:off x="5500068" y="2738169"/>
          <a:ext cx="2306250" cy="720000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0" tIns="0" rIns="0" bIns="0" numCol="1" spcCol="1270" anchor="t" anchorCtr="0">
          <a:noAutofit/>
        </a:bodyPr>
        <a:lstStyle/>
        <a:p>
          <a:pPr marL="0" lvl="0" indent="0" algn="ctr" defTabSz="8001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  <a:defRPr cap="all"/>
          </a:pPr>
          <a:r>
            <a:rPr lang="en-US" sz="1800" b="1" kern="1200" dirty="0" err="1">
              <a:solidFill>
                <a:schemeClr val="accent4">
                  <a:lumMod val="75000"/>
                </a:schemeClr>
              </a:solidFill>
            </a:rPr>
            <a:t>CARe</a:t>
          </a:r>
          <a:r>
            <a:rPr lang="en-US" sz="1800" kern="1200" dirty="0">
              <a:solidFill>
                <a:schemeClr val="accent4">
                  <a:lumMod val="75000"/>
                </a:schemeClr>
              </a:solidFill>
            </a:rPr>
            <a:t> → Reality &amp; Customer Voice</a:t>
          </a:r>
        </a:p>
      </dsp:txBody>
      <dsp:txXfrm>
        <a:off x="5500068" y="2738169"/>
        <a:ext cx="2306250" cy="720000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ycle1">
  <dgm:title val=""/>
  <dgm:desc val=""/>
  <dgm:catLst>
    <dgm:cat type="cycle" pri="2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alg type="cycle">
          <dgm:param type="stAng" val="0"/>
          <dgm:param type="spanAng" val="360"/>
        </dgm:alg>
      </dgm:if>
      <dgm:else name="Name2">
        <dgm:alg type="cycle">
          <dgm:param type="stAng" val="0"/>
          <dgm:param type="spanAng" val="-360"/>
        </dgm:alg>
      </dgm:else>
    </dgm:choose>
    <dgm:shape xmlns:r="http://schemas.openxmlformats.org/officeDocument/2006/relationships" r:blip="">
      <dgm:adjLst/>
    </dgm:shape>
    <dgm:presOf/>
    <dgm:choose name="Name3">
      <dgm:if name="Name4" func="var" arg="dir" op="equ" val="norm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if>
      <dgm:else name="Name5">
        <dgm:constrLst>
          <dgm:constr type="diam" val="1"/>
          <dgm:constr type="w" for="ch" forName="node" refType="w"/>
          <dgm:constr type="w" for="ch" ptType="sibTrans" refType="w" refFor="ch" refForName="node" fact="0.5"/>
          <dgm:constr type="h" for="ch" ptType="sibTrans" op="equ"/>
          <dgm:constr type="diam" for="ch" ptType="sibTrans" refType="diam" op="equ" fact="-1"/>
          <dgm:constr type="sibSp" refType="w" refFor="ch" refForName="node" fact="0.15"/>
          <dgm:constr type="w" for="ch" forName="dummy" refType="sibSp" fact="2.8"/>
          <dgm:constr type="primFontSz" for="ch" forName="node" op="equ" val="65"/>
        </dgm:constrLst>
      </dgm:else>
    </dgm:choose>
    <dgm:ruleLst>
      <dgm:rule type="diam" val="INF" fact="NaN" max="NaN"/>
    </dgm:ruleLst>
    <dgm:forEach name="nodesForEach" axis="ch" ptType="node">
      <dgm:choose name="Name6">
        <dgm:if name="Name7" axis="par ch" ptType="doc node" func="cnt" op="gt" val="1">
          <dgm:layoutNode name="dummy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</dgm:if>
        <dgm:else name="Name8"/>
      </dgm:choose>
      <dgm:layoutNode name="node" styleLbl="revTx">
        <dgm:varLst>
          <dgm:bulletEnabled val="1"/>
        </dgm:varLst>
        <dgm:alg type="tx">
          <dgm:param type="txAnchorVertCh" val="mid"/>
        </dgm:alg>
        <dgm:shape xmlns:r="http://schemas.openxmlformats.org/officeDocument/2006/relationships" type="rect" r:blip="">
          <dgm:adjLst/>
        </dgm:shape>
        <dgm:presOf axis="desOrSelf" ptType="node"/>
        <dgm:constrLst>
          <dgm:constr type="h" refType="w"/>
          <dgm:constr type="lMarg" refType="primFontSz" fact="0.1"/>
          <dgm:constr type="rMarg" refType="primFontSz" fact="0.1"/>
          <dgm:constr type="tMarg" refType="primFontSz" fact="0.1"/>
          <dgm:constr type="bMarg" refType="primFontSz" fact="0.1"/>
        </dgm:constrLst>
        <dgm:ruleLst>
          <dgm:rule type="primFontSz" val="5" fact="NaN" max="NaN"/>
        </dgm:ruleLst>
      </dgm:layoutNode>
      <dgm:choose name="Name9">
        <dgm:if name="Name10" axis="par ch" ptType="doc node" func="cnt" op="gt" val="1">
          <dgm:forEach name="Name11" axis="followSib" ptType="sibTrans" hideLastTrans="0" cnt="1">
            <dgm:layoutNode name="sibTrans" styleLbl="node1">
              <dgm:alg type="conn">
                <dgm:param type="connRout" val="curve"/>
                <dgm:param type="begPts" val="radial"/>
                <dgm:param type="endPts" val="radial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begPad"/>
                <dgm:constr type="endPad"/>
              </dgm:constrLst>
              <dgm:ruleLst/>
            </dgm:layoutNode>
          </dgm:forEach>
        </dgm:if>
        <dgm:else name="Name12"/>
      </dgm:choose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ycle6">
  <dgm:title val=""/>
  <dgm:desc val=""/>
  <dgm:catLst>
    <dgm:cat type="cycle" pri="4000"/>
    <dgm:cat type="relationship" pri="24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6" srcId="0" destId="1" srcOrd="0" destOrd="0"/>
        <dgm:cxn modelId="7" srcId="0" destId="2" srcOrd="1" destOrd="0"/>
        <dgm:cxn modelId="8" srcId="0" destId="3" srcOrd="2" destOrd="0"/>
        <dgm:cxn modelId="9" srcId="0" destId="4" srcOrd="3" destOrd="0"/>
        <dgm:cxn modelId="10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  <dgm:pt modelId="3"/>
      </dgm:ptLst>
      <dgm:cxnLst>
        <dgm:cxn modelId="4" srcId="0" destId="1" srcOrd="0" destOrd="0"/>
        <dgm:cxn modelId="5" srcId="0" destId="2" srcOrd="1" destOrd="0"/>
        <dgm:cxn modelId="6" srcId="0" destId="3" srcOrd="2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  <dgm:pt modelId="5"/>
        <dgm:pt modelId="6"/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  <dgm:cxn modelId="12" srcId="0" destId="6" srcOrd="5" destOrd="0"/>
      </dgm:cxnLst>
      <dgm:bg/>
      <dgm:whole/>
    </dgm:dataModel>
  </dgm:clrData>
  <dgm:layoutNode name="cycle">
    <dgm:varLst>
      <dgm:dir/>
      <dgm:resizeHandles val="exact"/>
    </dgm:varLst>
    <dgm:choose name="Name0">
      <dgm:if name="Name1" func="var" arg="dir" op="equ" val="norm">
        <dgm:choose name="Name2">
          <dgm:if name="Name3" axis="ch" ptType="node" func="cnt" op="gt" val="2">
            <dgm:alg type="cycle">
              <dgm:param type="stAng" val="0"/>
              <dgm:param type="spanAng" val="360"/>
            </dgm:alg>
          </dgm:if>
          <dgm:else name="Name4">
            <dgm:alg type="cycle">
              <dgm:param type="stAng" val="-90"/>
              <dgm:param type="spanAng" val="360"/>
            </dgm:alg>
          </dgm:else>
        </dgm:choose>
      </dgm:if>
      <dgm:else name="Name5">
        <dgm:choose name="Name6">
          <dgm:if name="Name7" axis="ch" ptType="node" func="cnt" op="gt" val="2">
            <dgm:alg type="cycle">
              <dgm:param type="stAng" val="0"/>
              <dgm:param type="spanAng" val="-360"/>
            </dgm:alg>
          </dgm:if>
          <dgm:else name="Name8">
            <dgm:alg type="cycle">
              <dgm:param type="stAng" val="90"/>
              <dgm:param type="spanAng" val="-360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9">
      <dgm:if name="Name10" func="var" arg="dir" op="equ" val="norm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if>
      <dgm:else name="Name11">
        <dgm:constrLst>
          <dgm:constr type="w" for="ch" forName="node" refType="w"/>
          <dgm:constr type="w" for="ch" ptType="sibTrans" refType="w" refFor="ch" refForName="node" op="equ" fact="0.3"/>
          <dgm:constr type="diam" for="ch" ptType="sibTrans" refType="diam" op="equ" fact="-1"/>
          <dgm:constr type="sibSp" refType="w" refFor="ch" refForName="node" op="equ" fact="0.15"/>
          <dgm:constr type="w" for="ch" forName="spNode" refType="sibSp" fact="1.6"/>
          <dgm:constr type="primFontSz" for="ch" forName="node" op="equ" val="65"/>
        </dgm:constrLst>
      </dgm:else>
    </dgm:choose>
    <dgm:ruleLst/>
    <dgm:forEach name="Name12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/>
        </dgm:shape>
        <dgm:presOf axis="desOrSelf" ptType="node"/>
        <dgm:constrLst>
          <dgm:constr type="h" refType="w" fact="0.65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choose name="Name13">
        <dgm:if name="Name14" axis="par ch" ptType="doc node" func="cnt" op="gt" val="1">
          <dgm:layoutNode name="spNode">
            <dgm:alg type="sp"/>
            <dgm:shape xmlns:r="http://schemas.openxmlformats.org/officeDocument/2006/relationships" r:blip="">
              <dgm:adjLst/>
            </dgm:shape>
            <dgm:presOf/>
            <dgm:constrLst>
              <dgm:constr type="h" refType="w"/>
            </dgm:constrLst>
            <dgm:ruleLst/>
          </dgm:layoutNode>
          <dgm:forEach name="Name15" axis="followSib" ptType="sibTrans" hideLastTrans="0" cnt="1">
            <dgm:layoutNode name="sibTrans">
              <dgm:alg type="conn">
                <dgm:param type="dim" val="1D"/>
                <dgm:param type="connRout" val="curve"/>
                <dgm:param type="begPts" val="radial"/>
                <dgm:param type="endPts" val="radial"/>
                <dgm:param type="endSty" val="noArr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h" refType="w" fact="0.65"/>
                <dgm:constr type="connDist"/>
                <dgm:constr type="begPad" refType="connDist" fact="0.01"/>
                <dgm:constr type="endPad" refType="connDist" fact="0.01"/>
              </dgm:constrLst>
              <dgm:ruleLst/>
            </dgm:layoutNode>
          </dgm:forEach>
        </dgm:if>
        <dgm:else name="Name16"/>
      </dgm:choose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8/layout/LinedList">
  <dgm:title val=""/>
  <dgm:desc val=""/>
  <dgm:catLst>
    <dgm:cat type="hierarchy" pri="8000"/>
    <dgm:cat type="list" pri="25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</dgm:cxnLst>
      <dgm:bg/>
      <dgm:whole/>
    </dgm:dataModel>
  </dgm:sampData>
  <dgm:style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styleData>
  <dgm:clr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</dgm:cxnLst>
      <dgm:bg/>
      <dgm:whole/>
    </dgm:dataModel>
  </dgm:clrData>
  <dgm:layoutNode name="vert0">
    <dgm:varLst>
      <dgm:dir/>
      <dgm:animOne val="branch"/>
      <dgm:animLvl val="lvl"/>
    </dgm:varLst>
    <dgm:choose name="Name0">
      <dgm:if name="Name1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w" for="ch" forName="horz1" refType="w"/>
      <dgm:constr type="h" for="ch" forName="horz1" refType="h"/>
      <dgm:constr type="h" for="des" forName="vert1" refType="h"/>
      <dgm:constr type="h" for="des" forName="tx1" refType="h"/>
      <dgm:constr type="h" for="des" forName="horz2" refType="h"/>
      <dgm:constr type="h" for="des" forName="vert2" refType="h"/>
      <dgm:constr type="h" for="des" forName="horz3" refType="h"/>
      <dgm:constr type="h" for="des" forName="vert3" refType="h"/>
      <dgm:constr type="h" for="des" forName="horz4" refType="h"/>
      <dgm:constr type="h" for="des" ptType="node" refType="h"/>
      <dgm:constr type="primFontSz" for="des" forName="tx1" op="equ" val="65"/>
      <dgm:constr type="primFontSz" for="des" forName="tx2" op="equ" val="65"/>
      <dgm:constr type="primFontSz" for="des" forName="tx3" op="equ" val="65"/>
      <dgm:constr type="primFontSz" for="des" forName="tx4" op="equ" val="65"/>
      <dgm:constr type="w" for="des" forName="thickLine" refType="w"/>
      <dgm:constr type="h" for="des" forName="thickLine"/>
      <dgm:constr type="h" for="des" forName="thinLine1"/>
      <dgm:constr type="h" for="des" forName="thinLine2b"/>
      <dgm:constr type="h" for="des" forName="thinLine3"/>
      <dgm:constr type="h" for="des" forName="vertSpace2a" refType="h" fact="0.05"/>
      <dgm:constr type="h" for="des" forName="vertSpace2b" refType="h" refFor="des" refForName="vertSpace2a"/>
    </dgm:constrLst>
    <dgm:forEach name="Name3" axis="ch" ptType="node">
      <dgm:layoutNode name="thickLine" styleLbl="alignNode1">
        <dgm:alg type="sp"/>
        <dgm:shape xmlns:r="http://schemas.openxmlformats.org/officeDocument/2006/relationships" type="line" r:blip="">
          <dgm:adjLst/>
        </dgm:shape>
        <dgm:presOf/>
      </dgm:layoutNode>
      <dgm:layoutNode name="horz1">
        <dgm:choose name="Name4">
          <dgm:if name="Name5" func="var" arg="dir" op="equ" val="norm">
            <dgm:alg type="lin">
              <dgm:param type="linDir" val="fromL"/>
              <dgm:param type="nodeVertAlign" val="t"/>
            </dgm:alg>
          </dgm:if>
          <dgm:else name="Name6">
            <dgm:alg type="lin">
              <dgm:param type="linDir" val="fromR"/>
              <dgm:param type="nodeVertAlign" val="t"/>
            </dgm:alg>
          </dgm:else>
        </dgm:choose>
        <dgm:shape xmlns:r="http://schemas.openxmlformats.org/officeDocument/2006/relationships" r:blip="">
          <dgm:adjLst/>
        </dgm:shape>
        <dgm:presOf/>
        <dgm:choose name="Name7">
          <dgm:if name="Name8" axis="root des" func="maxDepth" op="equ" val="1">
            <dgm:constrLst>
              <dgm:constr type="w" for="ch" forName="tx1" refType="w"/>
            </dgm:constrLst>
          </dgm:if>
          <dgm:if name="Name9" axis="root des" func="maxDepth" op="equ" val="2">
            <dgm:constrLst>
              <dgm:constr type="w" for="ch" forName="tx1" refType="w" fact="0.2"/>
              <dgm:constr type="w" for="des" forName="tx2" refType="w" fact="0.785"/>
              <dgm:constr type="w" for="des" forName="horzSpace2" refType="w" fact="0.015"/>
              <dgm:constr type="w" for="des" forName="thinLine2b" refType="w" fact="0.8"/>
            </dgm:constrLst>
          </dgm:if>
          <dgm:if name="Name10" axis="root des" func="maxDepth" op="equ" val="3">
            <dgm:constrLst>
              <dgm:constr type="w" for="ch" forName="tx1" refType="w" fact="0.2"/>
              <dgm:constr type="w" for="des" forName="tx2" refType="w" fact="0.385"/>
              <dgm:constr type="w" for="des" forName="tx3" refType="w" fact="0.385"/>
              <dgm:constr type="w" for="des" forName="horzSpace2" refType="w" fact="0.015"/>
              <dgm:constr type="w" for="des" forName="horzSpace3" refType="w" fact="0.015"/>
              <dgm:constr type="w" for="des" forName="thinLine2b" refType="w" fact="0.8"/>
              <dgm:constr type="w" for="des" forName="thinLine3" refType="w" fact="0.385"/>
            </dgm:constrLst>
          </dgm:if>
          <dgm:if name="Name11" axis="root des" func="maxDepth" op="gte" val="4">
            <dgm:constrLst>
              <dgm:constr type="w" for="ch" forName="tx1" refType="w" fact="0.2"/>
              <dgm:constr type="w" for="des" forName="tx2" refType="w" fact="0.2516"/>
              <dgm:constr type="w" for="des" forName="tx3" refType="w" fact="0.2516"/>
              <dgm:constr type="w" for="des" forName="tx4" refType="w" fact="0.2516"/>
              <dgm:constr type="w" for="des" forName="horzSpace2" refType="w" fact="0.015"/>
              <dgm:constr type="w" for="des" forName="horzSpace3" refType="w" fact="0.015"/>
              <dgm:constr type="w" for="des" forName="horzSpace4" refType="w" fact="0.015"/>
              <dgm:constr type="w" for="des" forName="thinLine2b" refType="w" fact="0.8"/>
              <dgm:constr type="w" for="des" forName="thinLine3" refType="w" fact="0.5332"/>
            </dgm:constrLst>
          </dgm:if>
          <dgm:else name="Name12"/>
        </dgm:choose>
        <dgm:layoutNode name="tx1" styleLbl="revTx">
          <dgm:alg type="tx">
            <dgm:param type="parTxLTRAlign" val="l"/>
            <dgm:param type="parTxRTLAlign" val="r"/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/>
          <dgm:constrLst>
            <dgm:constr type="tMarg" refType="primFontSz" fact="0.3"/>
            <dgm:constr type="bMarg" refType="primFontSz" fact="0.3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layoutNode name="vert1">
          <dgm:choose name="Name13">
            <dgm:if name="Name14" func="var" arg="dir" op="equ" val="norm">
              <dgm:alg type="lin">
                <dgm:param type="linDir" val="fromT"/>
                <dgm:param type="nodeHorzAlign" val="l"/>
              </dgm:alg>
            </dgm:if>
            <dgm:else name="Name15">
              <dgm:alg type="lin">
                <dgm:param type="linDir" val="fromT"/>
                <dgm:param type="nodeHorzAlign" val="r"/>
              </dgm:alg>
            </dgm:else>
          </dgm:choose>
          <dgm:shape xmlns:r="http://schemas.openxmlformats.org/officeDocument/2006/relationships" r:blip="">
            <dgm:adjLst/>
          </dgm:shape>
          <dgm:presOf/>
          <dgm:forEach name="Name16" axis="ch" ptType="node">
            <dgm:choose name="Name17">
              <dgm:if name="Name18" axis="self" ptType="node" func="pos" op="equ" val="1">
                <dgm:layoutNode name="vertSpace2a">
                  <dgm:alg type="sp"/>
                  <dgm:shape xmlns:r="http://schemas.openxmlformats.org/officeDocument/2006/relationships" r:blip="">
                    <dgm:adjLst/>
                  </dgm:shape>
                  <dgm:presOf/>
                </dgm:layoutNode>
              </dgm:if>
              <dgm:else name="Name19"/>
            </dgm:choose>
            <dgm:layoutNode name="horz2">
              <dgm:choose name="Name20">
                <dgm:if name="Name21" func="var" arg="dir" op="equ" val="norm">
                  <dgm:alg type="lin">
                    <dgm:param type="linDir" val="fromL"/>
                    <dgm:param type="nodeVertAlign" val="t"/>
                  </dgm:alg>
                </dgm:if>
                <dgm:else name="Name22">
                  <dgm:alg type="lin">
                    <dgm:param type="linDir" val="fromR"/>
                    <dgm:param type="nodeVertAlign" val="t"/>
                  </dgm:alg>
                </dgm:else>
              </dgm:choose>
              <dgm:shape xmlns:r="http://schemas.openxmlformats.org/officeDocument/2006/relationships" r:blip="">
                <dgm:adjLst/>
              </dgm:shape>
              <dgm:presOf/>
              <dgm:layoutNode name="horzSpace2">
                <dgm:alg type="sp"/>
                <dgm:shape xmlns:r="http://schemas.openxmlformats.org/officeDocument/2006/relationships" r:blip="">
                  <dgm:adjLst/>
                </dgm:shape>
                <dgm:presOf/>
              </dgm:layoutNode>
              <dgm:layoutNode name="tx2" styleLbl="revTx">
                <dgm:alg type="tx">
                  <dgm:param type="parTxLTRAlign" val="l"/>
                  <dgm:param type="parTxRTLAlign" val="r"/>
                  <dgm:param type="txAnchorVert" val="t"/>
                </dgm:alg>
                <dgm:shape xmlns:r="http://schemas.openxmlformats.org/officeDocument/2006/relationships" type="rect" r:blip="">
                  <dgm:adjLst/>
                </dgm:shape>
                <dgm:presOf axis="self"/>
                <dgm:constrLst>
                  <dgm:constr type="tMarg" refType="primFontSz" fact="0.3"/>
                  <dgm:constr type="bMarg" refType="primFontSz" fact="0.3"/>
                  <dgm:constr type="lMarg" refType="primFontSz" fact="0.3"/>
                  <dgm:constr type="rMarg" refType="primFontSz" fact="0.3"/>
                </dgm:constrLst>
                <dgm:ruleLst>
                  <dgm:rule type="primFontSz" val="5" fact="NaN" max="NaN"/>
                </dgm:ruleLst>
              </dgm:layoutNode>
              <dgm:layoutNode name="vert2">
                <dgm:choose name="Name23">
                  <dgm:if name="Name24" func="var" arg="dir" op="equ" val="norm">
                    <dgm:alg type="lin">
                      <dgm:param type="linDir" val="fromT"/>
                      <dgm:param type="nodeHorzAlign" val="l"/>
                    </dgm:alg>
                  </dgm:if>
                  <dgm:else name="Name25">
                    <dgm:alg type="lin">
                      <dgm:param type="linDir" val="fromT"/>
                      <dgm:param type="nodeHorzAlign" val="r"/>
                    </dgm:alg>
                  </dgm:else>
                </dgm:choose>
                <dgm:shape xmlns:r="http://schemas.openxmlformats.org/officeDocument/2006/relationships" r:blip="">
                  <dgm:adjLst/>
                </dgm:shape>
                <dgm:presOf/>
                <dgm:forEach name="Name26" axis="ch" ptType="node">
                  <dgm:layoutNode name="horz3">
                    <dgm:choose name="Name27">
                      <dgm:if name="Name28" func="var" arg="dir" op="equ" val="norm">
                        <dgm:alg type="lin">
                          <dgm:param type="linDir" val="fromL"/>
                          <dgm:param type="nodeVertAlign" val="t"/>
                        </dgm:alg>
                      </dgm:if>
                      <dgm:else name="Name29">
                        <dgm:alg type="lin">
                          <dgm:param type="linDir" val="fromR"/>
                          <dgm:param type="nodeVertAlign" val="t"/>
                        </dgm:alg>
                      </dgm:else>
                    </dgm:choose>
                    <dgm:shape xmlns:r="http://schemas.openxmlformats.org/officeDocument/2006/relationships" r:blip="">
                      <dgm:adjLst/>
                    </dgm:shape>
                    <dgm:presOf/>
                    <dgm:layoutNode name="horzSpace3">
                      <dgm:alg type="sp"/>
                      <dgm:shape xmlns:r="http://schemas.openxmlformats.org/officeDocument/2006/relationships" r:blip="">
                        <dgm:adjLst/>
                      </dgm:shape>
                      <dgm:presOf/>
                    </dgm:layoutNode>
                    <dgm:layoutNode name="tx3" styleLbl="revTx">
                      <dgm:alg type="tx">
                        <dgm:param type="parTxLTRAlign" val="l"/>
                        <dgm:param type="parTxRTLAlign" val="r"/>
                        <dgm:param type="txAnchorVert" val="t"/>
                      </dgm:alg>
                      <dgm:shape xmlns:r="http://schemas.openxmlformats.org/officeDocument/2006/relationships" type="rect" r:blip="">
                        <dgm:adjLst/>
                      </dgm:shape>
                      <dgm:presOf axis="self"/>
                      <dgm:constrLst>
                        <dgm:constr type="tMarg" refType="primFontSz" fact="0.3"/>
                        <dgm:constr type="bMarg" refType="primFontSz" fact="0.3"/>
                        <dgm:constr type="lMarg" refType="primFontSz" fact="0.3"/>
                        <dgm:constr type="rMarg" refType="primFontSz" fact="0.3"/>
                      </dgm:constrLst>
                      <dgm:ruleLst>
                        <dgm:rule type="primFontSz" val="5" fact="NaN" max="NaN"/>
                      </dgm:ruleLst>
                    </dgm:layoutNode>
                    <dgm:layoutNode name="vert3">
                      <dgm:choose name="Name30">
                        <dgm:if name="Name31" func="var" arg="dir" op="equ" val="norm">
                          <dgm:alg type="lin">
                            <dgm:param type="linDir" val="fromT"/>
                            <dgm:param type="nodeHorzAlign" val="l"/>
                          </dgm:alg>
                        </dgm:if>
                        <dgm:else name="Name32">
                          <dgm:alg type="lin">
                            <dgm:param type="linDir" val="fromT"/>
                            <dgm:param type="nodeHorzAlign" val="r"/>
                          </dgm:alg>
                        </dgm:else>
                      </dgm:choose>
                      <dgm:shape xmlns:r="http://schemas.openxmlformats.org/officeDocument/2006/relationships" r:blip="">
                        <dgm:adjLst/>
                      </dgm:shape>
                      <dgm:presOf/>
                      <dgm:forEach name="Name33" axis="ch" ptType="node">
                        <dgm:layoutNode name="horz4">
                          <dgm:choose name="Name34">
                            <dgm:if name="Name35" func="var" arg="dir" op="equ" val="norm">
                              <dgm:alg type="lin">
                                <dgm:param type="linDir" val="fromL"/>
                                <dgm:param type="nodeVertAlign" val="t"/>
                              </dgm:alg>
                            </dgm:if>
                            <dgm:else name="Name36">
                              <dgm:alg type="lin">
                                <dgm:param type="linDir" val="fromR"/>
                                <dgm:param type="nodeVertAlign" val="t"/>
                              </dgm:alg>
                            </dgm:else>
                          </dgm:choose>
                          <dgm:shape xmlns:r="http://schemas.openxmlformats.org/officeDocument/2006/relationships" r:blip="">
                            <dgm:adjLst/>
                          </dgm:shape>
                          <dgm:presOf/>
                          <dgm:layoutNode name="horzSpace4">
                            <dgm:alg type="sp"/>
                            <dgm:shape xmlns:r="http://schemas.openxmlformats.org/officeDocument/2006/relationships" r:blip="">
                              <dgm:adjLst/>
                            </dgm:shape>
                            <dgm:presOf/>
                          </dgm:layoutNode>
                          <dgm:layoutNode name="tx4" styleLbl="revTx">
                            <dgm:varLst>
                              <dgm:bulletEnabled val="1"/>
                            </dgm:varLst>
                            <dgm:alg type="tx">
                              <dgm:param type="parTxLTRAlign" val="l"/>
                              <dgm:param type="parTxRTLAlign" val="r"/>
                              <dgm:param type="txAnchorVert" val="t"/>
                            </dgm:alg>
                            <dgm:shape xmlns:r="http://schemas.openxmlformats.org/officeDocument/2006/relationships" type="rect" r:blip="">
                              <dgm:adjLst/>
                            </dgm:shape>
                            <dgm:presOf axis="desOrSelf" ptType="node"/>
                            <dgm:constrLst>
                              <dgm:constr type="tMarg" refType="primFontSz" fact="0.3"/>
                              <dgm:constr type="bMarg" refType="primFontSz" fact="0.3"/>
                              <dgm:constr type="lMarg" refType="primFontSz" fact="0.3"/>
                              <dgm:constr type="rMarg" refType="primFontSz" fact="0.3"/>
                            </dgm:constrLst>
                            <dgm:ruleLst>
                              <dgm:rule type="primFontSz" val="5" fact="NaN" max="NaN"/>
                            </dgm:ruleLst>
                          </dgm:layoutNode>
                        </dgm:layoutNode>
                      </dgm:forEach>
                    </dgm:layoutNode>
                  </dgm:layoutNode>
                  <dgm:forEach name="Name37" axis="followSib" ptType="sibTrans" cnt="1">
                    <dgm:layoutNode name="thinLine3" styleLbl="callout">
                      <dgm:alg type="sp"/>
                      <dgm:shape xmlns:r="http://schemas.openxmlformats.org/officeDocument/2006/relationships" type="line" r:blip="">
                        <dgm:adjLst/>
                      </dgm:shape>
                      <dgm:presOf/>
                    </dgm:layoutNode>
                  </dgm:forEach>
                </dgm:forEach>
              </dgm:layoutNode>
            </dgm:layoutNode>
            <dgm:layoutNode name="thinLine2b" styleLbl="callout">
              <dgm:alg type="sp"/>
              <dgm:shape xmlns:r="http://schemas.openxmlformats.org/officeDocument/2006/relationships" type="line" r:blip="">
                <dgm:adjLst/>
              </dgm:shape>
              <dgm:presOf/>
            </dgm:layoutNode>
            <dgm:layoutNode name="vertSpace2b">
              <dgm:alg type="sp"/>
              <dgm:shape xmlns:r="http://schemas.openxmlformats.org/officeDocument/2006/relationships" r:blip="">
                <dgm:adjLst/>
              </dgm:shape>
              <dgm:presOf/>
            </dgm:layoutNode>
          </dgm:forEach>
        </dgm:layoutNode>
      </dgm:layoutNode>
    </dgm:forEach>
  </dgm:layoutNode>
</dgm:layoutDef>
</file>

<file path=ppt/diagrams/layout6.xml><?xml version="1.0" encoding="utf-8"?>
<dgm:layoutDef xmlns:dgm="http://schemas.openxmlformats.org/drawingml/2006/diagram" xmlns:a="http://schemas.openxmlformats.org/drawingml/2006/main" uniqueId="urn:microsoft.com/office/officeart/2018/5/layout/IconCircleLabelList">
  <dgm:title val="Icon Circle Label List"/>
  <dgm:desc val="Use to show non-sequential or grouped chunks of information accompanied by a related visuals. Works best with icons or small pictures with short text ca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sameDir"/>
          <dgm:param type="off" val="ctr"/>
          <dgm:param type="vertAlign" val="mid"/>
          <dgm:param type="horzAlign" val="ctr"/>
        </dgm:alg>
      </dgm:if>
      <dgm:else name="Name2">
        <dgm:alg type="snake">
          <dgm:param type="grDir" val="tR"/>
          <dgm:param type="flowDir" val="row"/>
          <dgm:param type="contDir" val="sameDir"/>
          <dgm:param type="off" val="ctr"/>
          <dgm:param type="vertAlign" val="mid"/>
          <dgm:param type="horzAlign" val="ct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2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4"/>
          <dgm:constr type="h" for="des" forName="compNode" op="equ"/>
          <dgm:constr type="h" for="des" forName="textRect" op="equ"/>
        </dgm:constrLst>
      </dgm:if>
      <dgm:if name="Name5" axis="ch" ptType="node" func="cnt" op="lte" val="3">
        <dgm:constrLst>
          <dgm:constr type="h" for="ch" forName="compNode" refType="h" fact="0.4"/>
          <dgm:constr type="w" for="ch" forName="compNode" val="100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40"/>
          <dgm:constr type="h" for="des" forName="compNode" op="equ"/>
          <dgm:constr type="h" for="des" forName="textRect" op="equ"/>
        </dgm:constrLst>
      </dgm:if>
      <dgm:if name="Name6" axis="ch" ptType="node" func="cnt" op="lte" val="4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32"/>
          <dgm:constr type="h" for="des" forName="compNode" op="equ"/>
          <dgm:constr type="h" for="des" forName="textRect" op="equ"/>
        </dgm:constrLst>
      </dgm:if>
      <dgm:else name="Name7">
        <dgm:constrLst>
          <dgm:constr type="h" for="ch" forName="compNode" refType="h" fact="0.4"/>
          <dgm:constr type="w" for="ch" forName="compNode" refType="w"/>
          <dgm:constr type="w" for="ch" forName="sibTrans" refType="w" refFor="ch" refForName="compNode" fact="0.175"/>
          <dgm:constr type="sp" refType="w" refFor="ch" refForName="compNode" op="equ" fact="0.25"/>
          <dgm:constr type="primFontSz" for="des" ptType="node" op="equ" val="24"/>
          <dgm:constr type="h" for="des" forName="compNode" op="equ"/>
          <dgm:constr type="h" for="des" forName="textRect" op="equ"/>
        </dgm:constrLst>
      </dgm:else>
    </dgm:choose>
    <dgm:ruleLst>
      <dgm:rule type="w" for="ch" forName="compNode" val="5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onstrLst>
          <dgm:constr type="w" for="ch" forName="iconBgRect" refType="w" fact="0.61"/>
          <dgm:constr type="h" for="ch" forName="iconBgRect" refType="w" refFor="ch" refForName="iconBgRect"/>
          <dgm:constr type="t" for="ch" forName="iconBgRect"/>
          <dgm:constr type="ctrX" for="ch" forName="iconBgRect" refType="w" fact="0.5"/>
          <dgm:constr type="w" for="ch" forName="iconRect" refType="w" fact="0.35"/>
          <dgm:constr type="h" for="ch" forName="iconRect" refType="w" refFor="ch" refForName="iconRect"/>
          <dgm:constr type="ctrX" for="ch" forName="iconRect" refType="ctrX" refFor="ch" refForName="iconBgRect"/>
          <dgm:constr type="ctrY" for="ch" forName="iconRect" refType="ctrY" refFor="ch" refForName="iconBgRect"/>
          <dgm:constr type="h" for="ch" forName="spaceRect" refType="w" fact="0.19"/>
          <dgm:constr type="w" for="ch" forName="spaceRect" refType="w"/>
          <dgm:constr type="l" for="ch" forName="spaceRect"/>
          <dgm:constr type="t" for="ch" forName="spaceRect" refType="b" refFor="ch" refForName="iconBgRect"/>
          <dgm:constr type="h" for="ch" forName="textRect" val="20"/>
          <dgm:constr type="w" for="ch" forName="textRect" refType="w"/>
          <dgm:constr type="l" for="ch" forName="textRect"/>
          <dgm:constr type="t" for="ch" forName="textRect" refType="b" refFor="ch" refForName="spaceRect"/>
        </dgm:constrLst>
        <dgm:ruleLst>
          <dgm:rule type="h" val="INF" fact="NaN" max="NaN"/>
        </dgm:ruleLst>
        <dgm:layoutNode name="iconBgRect" styleLbl="bgShp">
          <dgm:alg type="sp"/>
          <dgm:shape xmlns:r="http://schemas.openxmlformats.org/officeDocument/2006/relationships" type="ellipse" r:blip="">
            <dgm:adjLst/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textRect" styleLbl="revTx">
          <dgm:varLst>
            <dgm:chMax val="1"/>
            <dgm:chPref val="1"/>
          </dgm:varLst>
          <dgm:alg type="tx">
            <dgm:param type="txAnchorVert" val="t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/>
            <dgm:constr type="rMarg"/>
            <dgm:constr type="tMarg"/>
            <dgm:constr type="bMarg"/>
          </dgm:constrLst>
          <dgm:ruleLst>
            <dgm:rule type="primFontSz" val="11" fact="NaN" max="NaN"/>
            <dgm:rule type="h" val="INF" fact="NaN" max="NaN"/>
          </dgm:ruleLst>
        </dgm:layoutNode>
      </dgm:layoutNode>
      <dgm:forEach name="Name9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  <a:defRPr cap="all"/>
        </a:lvl1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#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#2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#3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#5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#6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6.xml><?xml version="1.0" encoding="utf-8"?>
<dgm:styleDef xmlns:dgm="http://schemas.openxmlformats.org/drawingml/2006/diagram" xmlns:a="http://schemas.openxmlformats.org/drawingml/2006/main" uniqueId="urn:microsoft.com/office/officeart/2005/8/quickstyle/simple1#7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33769F4-081A-4D21-82A5-E90A2BD89CA5}" type="datetimeFigureOut">
              <a:rPr lang="fr-CA" smtClean="0"/>
              <a:t>2026-09-15</a:t>
            </a:fld>
            <a:endParaRPr lang="fr-CA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CA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  <a:endParaRPr lang="fr-CA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CA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751111-0E2F-454E-AF51-D9416C09C806}" type="slidenum">
              <a:rPr lang="fr-CA" smtClean="0"/>
              <a:t>‹N°›</a:t>
            </a:fld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14835059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re, Photo de contenu 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re 5">
            <a:extLst>
              <a:ext uri="{FF2B5EF4-FFF2-40B4-BE49-F238E27FC236}">
                <a16:creationId xmlns:a16="http://schemas.microsoft.com/office/drawing/2014/main" id="{3F04DE9B-00A7-2020-4385-0B94AAD6AC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59486" y="457200"/>
            <a:ext cx="7708392" cy="923544"/>
          </a:xfrm>
          <a:prstGeom prst="rect">
            <a:avLst/>
          </a:prstGeom>
        </p:spPr>
        <p:txBody>
          <a:bodyPr rtlCol="0"/>
          <a:lstStyle>
            <a:lvl1pPr>
              <a:lnSpc>
                <a:spcPct val="120000"/>
              </a:lnSpc>
              <a:defRPr/>
            </a:lvl1pPr>
          </a:lstStyle>
          <a:p>
            <a:pPr rtl="0"/>
            <a:r>
              <a:rPr lang="fr"/>
              <a:t>Modifiez le style du titre</a:t>
            </a:r>
            <a:endParaRPr lang="en-US"/>
          </a:p>
        </p:txBody>
      </p:sp>
      <p:sp>
        <p:nvSpPr>
          <p:cNvPr id="4" name="Espace réservé d’image 3">
            <a:extLst>
              <a:ext uri="{FF2B5EF4-FFF2-40B4-BE49-F238E27FC236}">
                <a16:creationId xmlns:a16="http://schemas.microsoft.com/office/drawing/2014/main" id="{A7C02181-FA39-ABBD-5759-8846E0FE79F6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459486" y="1892808"/>
            <a:ext cx="2290572" cy="4206240"/>
          </a:xfrm>
          <a:prstGeom prst="rect">
            <a:avLst/>
          </a:prstGeo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rtlCol="0"/>
          <a:lstStyle/>
          <a:p>
            <a:pPr rtl="0"/>
            <a:r>
              <a:rPr lang="fr"/>
              <a:t>Cliquez sur l’icône pour ajouter une image</a:t>
            </a:r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140964" y="1755648"/>
            <a:ext cx="5369814" cy="4343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 rtl="0">
              <a:lnSpc>
                <a:spcPct val="130000"/>
              </a:lnSpc>
            </a:pPr>
            <a:r>
              <a:rPr lang="fr"/>
              <a:t>Modifiez les styles du texte</a:t>
            </a:r>
          </a:p>
          <a:p>
            <a:pPr lvl="1" rtl="0">
              <a:lnSpc>
                <a:spcPct val="130000"/>
              </a:lnSpc>
            </a:pPr>
            <a:r>
              <a:rPr lang="fr"/>
              <a:t>Deuxième niveau</a:t>
            </a:r>
          </a:p>
          <a:p>
            <a:pPr lvl="2" rtl="0">
              <a:lnSpc>
                <a:spcPct val="130000"/>
              </a:lnSpc>
            </a:pPr>
            <a:r>
              <a:rPr lang="fr"/>
              <a:t>Troisième niveau</a:t>
            </a:r>
          </a:p>
          <a:p>
            <a:pPr lvl="3" rtl="0">
              <a:lnSpc>
                <a:spcPct val="130000"/>
              </a:lnSpc>
            </a:pPr>
            <a:r>
              <a:rPr lang="fr"/>
              <a:t>Quatrième niveau</a:t>
            </a:r>
          </a:p>
          <a:p>
            <a:pPr lvl="4" rtl="0">
              <a:lnSpc>
                <a:spcPct val="130000"/>
              </a:lnSpc>
            </a:pPr>
            <a:r>
              <a:rPr lang="fr"/>
              <a:t>Cinquième niveau</a:t>
            </a:r>
            <a:endParaRPr lang="en-US"/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124D8FCC-5F89-BD9A-1A9F-45F99E8917A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 rot="5400000">
            <a:off x="7518654" y="1655064"/>
            <a:ext cx="2670048" cy="274320"/>
          </a:xfrm>
          <a:prstGeom prst="rect">
            <a:avLst/>
          </a:prstGeom>
        </p:spPr>
        <p:txBody>
          <a:bodyPr rtlCol="0"/>
          <a:lstStyle/>
          <a:p>
            <a:pPr algn="r" rtl="0"/>
            <a:r>
              <a:rPr lang="fr"/>
              <a:t>Exemple de texte de pied de page</a:t>
            </a:r>
            <a:endParaRPr lang="en-US"/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80387031-1FAB-58C5-4405-B9154D8D4EF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620506" y="3218688"/>
            <a:ext cx="473202" cy="429768"/>
          </a:xfrm>
          <a:prstGeom prst="rect">
            <a:avLst/>
          </a:prstGeom>
        </p:spPr>
        <p:txBody>
          <a:bodyPr rtlCol="0"/>
          <a:lstStyle/>
          <a:p>
            <a:pPr algn="ctr" rtl="0"/>
            <a:fld id="{CC057153-B650-4DEB-B370-79DDCFDCE934}" type="slidenum">
              <a:rPr lang="en-US" smtClean="0"/>
              <a:pPr algn="ctr" rtl="0"/>
              <a:t>‹N°›</a:t>
            </a:fld>
            <a:endParaRPr lang="en-US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3FC80B3-DCFA-D45D-AE8E-A26A743D9695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 rot="5400000">
            <a:off x="7518654" y="4937760"/>
            <a:ext cx="2670048" cy="274320"/>
          </a:xfrm>
          <a:prstGeom prst="rect">
            <a:avLst/>
          </a:prstGeom>
        </p:spPr>
        <p:txBody>
          <a:bodyPr rtlCol="0"/>
          <a:lstStyle/>
          <a:p>
            <a:pPr rtl="0"/>
            <a:r>
              <a:rPr lang="en-US"/>
              <a:t>20 février 2025</a:t>
            </a:r>
          </a:p>
        </p:txBody>
      </p:sp>
    </p:spTree>
    <p:extLst>
      <p:ext uri="{BB962C8B-B14F-4D97-AF65-F5344CB8AC3E}">
        <p14:creationId xmlns:p14="http://schemas.microsoft.com/office/powerpoint/2010/main" val="276340848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re, Contenu 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1480" y="548640"/>
            <a:ext cx="2269998" cy="4114800"/>
          </a:xfrm>
          <a:prstGeom prst="rect">
            <a:avLst/>
          </a:prstGeom>
        </p:spPr>
        <p:txBody>
          <a:bodyPr rtlCol="0" anchor="t">
            <a:normAutofit/>
          </a:bodyPr>
          <a:lstStyle>
            <a:lvl1pPr>
              <a:lnSpc>
                <a:spcPct val="120000"/>
              </a:lnSpc>
              <a:defRPr sz="2100"/>
            </a:lvl1pPr>
          </a:lstStyle>
          <a:p>
            <a:pPr rtl="0"/>
            <a:r>
              <a:rPr lang="fr"/>
              <a:t>Modifiez le style du titre</a:t>
            </a:r>
            <a:endParaRPr lang="en-US"/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C6F072A2-EBC7-B7EA-DA98-BAC0AA46E7A4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140964" y="548640"/>
            <a:ext cx="5369814" cy="595274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 rtl="0">
              <a:lnSpc>
                <a:spcPct val="130000"/>
              </a:lnSpc>
            </a:pPr>
            <a:r>
              <a:rPr lang="fr"/>
              <a:t>Modifiez les styles du texte</a:t>
            </a:r>
          </a:p>
          <a:p>
            <a:pPr lvl="1" rtl="0">
              <a:lnSpc>
                <a:spcPct val="130000"/>
              </a:lnSpc>
            </a:pPr>
            <a:r>
              <a:rPr lang="fr"/>
              <a:t>Deuxième niveau</a:t>
            </a:r>
          </a:p>
          <a:p>
            <a:pPr lvl="2" rtl="0">
              <a:lnSpc>
                <a:spcPct val="130000"/>
              </a:lnSpc>
            </a:pPr>
            <a:r>
              <a:rPr lang="fr"/>
              <a:t>Troisième niveau</a:t>
            </a:r>
          </a:p>
          <a:p>
            <a:pPr lvl="3" rtl="0">
              <a:lnSpc>
                <a:spcPct val="130000"/>
              </a:lnSpc>
            </a:pPr>
            <a:r>
              <a:rPr lang="fr"/>
              <a:t>Quatrième niveau</a:t>
            </a:r>
          </a:p>
          <a:p>
            <a:pPr lvl="4" rtl="0">
              <a:lnSpc>
                <a:spcPct val="130000"/>
              </a:lnSpc>
            </a:pPr>
            <a:r>
              <a:rPr lang="fr"/>
              <a:t>Cinquième niveau</a:t>
            </a:r>
            <a:endParaRPr lang="en-US"/>
          </a:p>
        </p:txBody>
      </p:sp>
      <p:sp>
        <p:nvSpPr>
          <p:cNvPr id="7" name="Espace réservé du pied de page 6">
            <a:extLst>
              <a:ext uri="{FF2B5EF4-FFF2-40B4-BE49-F238E27FC236}">
                <a16:creationId xmlns:a16="http://schemas.microsoft.com/office/drawing/2014/main" id="{D61483D3-774D-9D68-68CB-5A937232274F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 rot="5400000">
            <a:off x="7518654" y="1655064"/>
            <a:ext cx="2670048" cy="274320"/>
          </a:xfrm>
          <a:prstGeom prst="rect">
            <a:avLst/>
          </a:prstGeom>
        </p:spPr>
        <p:txBody>
          <a:bodyPr rtlCol="0"/>
          <a:lstStyle/>
          <a:p>
            <a:pPr algn="r" rtl="0"/>
            <a:r>
              <a:rPr lang="fr"/>
              <a:t>Exemple de Texte de Pied de page</a:t>
            </a:r>
            <a:endParaRPr lang="en-US"/>
          </a:p>
        </p:txBody>
      </p:sp>
      <p:sp>
        <p:nvSpPr>
          <p:cNvPr id="9" name="Espace réservé du numéro de diapositive 8">
            <a:extLst>
              <a:ext uri="{FF2B5EF4-FFF2-40B4-BE49-F238E27FC236}">
                <a16:creationId xmlns:a16="http://schemas.microsoft.com/office/drawing/2014/main" id="{C1048750-D97F-4F3E-349E-380EE5D3BD60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8620506" y="3218688"/>
            <a:ext cx="473202" cy="429768"/>
          </a:xfrm>
          <a:prstGeom prst="rect">
            <a:avLst/>
          </a:prstGeom>
        </p:spPr>
        <p:txBody>
          <a:bodyPr rtlCol="0"/>
          <a:lstStyle/>
          <a:p>
            <a:pPr algn="ctr" rtl="0"/>
            <a:fld id="{CC057153-B650-4DEB-B370-79DDCFDCE934}" type="slidenum">
              <a:rPr lang="en-US" smtClean="0"/>
              <a:pPr algn="ctr" rtl="0"/>
              <a:t>‹N°›</a:t>
            </a:fld>
            <a:endParaRPr lang="en-US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1AB169CA-5488-CD07-6516-947BBA28AB35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 rot="5400000">
            <a:off x="7518654" y="4937760"/>
            <a:ext cx="2670048" cy="274320"/>
          </a:xfrm>
          <a:prstGeom prst="rect">
            <a:avLst/>
          </a:prstGeom>
        </p:spPr>
        <p:txBody>
          <a:bodyPr rtlCol="0"/>
          <a:lstStyle/>
          <a:p>
            <a:pPr rtl="0"/>
            <a:r>
              <a:rPr lang="en-US"/>
              <a:t>20 février 2025</a:t>
            </a:r>
          </a:p>
        </p:txBody>
      </p:sp>
    </p:spTree>
    <p:extLst>
      <p:ext uri="{BB962C8B-B14F-4D97-AF65-F5344CB8AC3E}">
        <p14:creationId xmlns:p14="http://schemas.microsoft.com/office/powerpoint/2010/main" val="178190128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itre, Photo de contenu 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re 4">
            <a:extLst>
              <a:ext uri="{FF2B5EF4-FFF2-40B4-BE49-F238E27FC236}">
                <a16:creationId xmlns:a16="http://schemas.microsoft.com/office/drawing/2014/main" id="{3FE0D260-A526-F079-44B3-C9B03816FF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77186" y="758952"/>
            <a:ext cx="2881598" cy="1143000"/>
          </a:xfrm>
          <a:prstGeom prst="rect">
            <a:avLst/>
          </a:prstGeom>
        </p:spPr>
        <p:txBody>
          <a:bodyPr rtlCol="0"/>
          <a:lstStyle/>
          <a:p>
            <a:pPr rtl="0"/>
            <a:r>
              <a:rPr lang="fr"/>
              <a:t>Modifiez le style du titre</a:t>
            </a:r>
            <a:endParaRPr lang="en-US"/>
          </a:p>
        </p:txBody>
      </p:sp>
      <p:sp>
        <p:nvSpPr>
          <p:cNvPr id="6" name="Espace réservé d’image 5">
            <a:extLst>
              <a:ext uri="{FF2B5EF4-FFF2-40B4-BE49-F238E27FC236}">
                <a16:creationId xmlns:a16="http://schemas.microsoft.com/office/drawing/2014/main" id="{D7425CE9-1989-E4AC-20C4-20216538CD64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0" y="1"/>
            <a:ext cx="5126366" cy="6857999"/>
          </a:xfrm>
          <a:prstGeom prst="rect">
            <a:avLst/>
          </a:prstGeo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rtlCol="0"/>
          <a:lstStyle/>
          <a:p>
            <a:pPr rtl="0"/>
            <a:r>
              <a:rPr lang="fr"/>
              <a:t>Cliquez sur l’icône pour ajouter une image</a:t>
            </a:r>
          </a:p>
        </p:txBody>
      </p:sp>
      <p:sp>
        <p:nvSpPr>
          <p:cNvPr id="8" name="Espace réservé du contenu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677187" y="2258568"/>
            <a:ext cx="2775298" cy="384048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 rtl="0">
              <a:lnSpc>
                <a:spcPct val="130000"/>
              </a:lnSpc>
            </a:pPr>
            <a:r>
              <a:rPr lang="fr"/>
              <a:t>Modifiez les styles du texte</a:t>
            </a:r>
          </a:p>
          <a:p>
            <a:pPr lvl="1" rtl="0">
              <a:lnSpc>
                <a:spcPct val="130000"/>
              </a:lnSpc>
            </a:pPr>
            <a:r>
              <a:rPr lang="fr"/>
              <a:t>Deuxième niveau</a:t>
            </a:r>
          </a:p>
          <a:p>
            <a:pPr lvl="2" rtl="0">
              <a:lnSpc>
                <a:spcPct val="130000"/>
              </a:lnSpc>
            </a:pPr>
            <a:r>
              <a:rPr lang="fr"/>
              <a:t>Troisième niveau</a:t>
            </a:r>
          </a:p>
          <a:p>
            <a:pPr lvl="3" rtl="0">
              <a:lnSpc>
                <a:spcPct val="130000"/>
              </a:lnSpc>
            </a:pPr>
            <a:r>
              <a:rPr lang="fr"/>
              <a:t>Quatrième niveau</a:t>
            </a:r>
          </a:p>
          <a:p>
            <a:pPr lvl="4" rtl="0">
              <a:lnSpc>
                <a:spcPct val="130000"/>
              </a:lnSpc>
            </a:pPr>
            <a:r>
              <a:rPr lang="fr"/>
              <a:t>Cinquième niveau</a:t>
            </a:r>
            <a:endParaRPr lang="en-US"/>
          </a:p>
        </p:txBody>
      </p:sp>
      <p:sp>
        <p:nvSpPr>
          <p:cNvPr id="9" name="Espace réservé du pied de page 8">
            <a:extLst>
              <a:ext uri="{FF2B5EF4-FFF2-40B4-BE49-F238E27FC236}">
                <a16:creationId xmlns:a16="http://schemas.microsoft.com/office/drawing/2014/main" id="{124D8FCC-5F89-BD9A-1A9F-45F99E8917AB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>
          <a:xfrm rot="5400000">
            <a:off x="7518654" y="1655064"/>
            <a:ext cx="2670048" cy="274320"/>
          </a:xfrm>
          <a:prstGeom prst="rect">
            <a:avLst/>
          </a:prstGeom>
        </p:spPr>
        <p:txBody>
          <a:bodyPr rtlCol="0"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pPr algn="r" rtl="0"/>
            <a:r>
              <a:rPr lang="fr"/>
              <a:t>Exemple de texte de pied de page</a:t>
            </a:r>
            <a:endParaRPr lang="en-US"/>
          </a:p>
        </p:txBody>
      </p:sp>
      <p:sp>
        <p:nvSpPr>
          <p:cNvPr id="10" name="Espace réservé du numéro de diapositive 9">
            <a:extLst>
              <a:ext uri="{FF2B5EF4-FFF2-40B4-BE49-F238E27FC236}">
                <a16:creationId xmlns:a16="http://schemas.microsoft.com/office/drawing/2014/main" id="{80387031-1FAB-58C5-4405-B9154D8D4EFB}"/>
              </a:ext>
            </a:extLst>
          </p:cNvPr>
          <p:cNvSpPr>
            <a:spLocks noGrp="1"/>
          </p:cNvSpPr>
          <p:nvPr>
            <p:ph type="sldNum" sz="quarter" idx="17"/>
          </p:nvPr>
        </p:nvSpPr>
        <p:spPr>
          <a:xfrm>
            <a:off x="8620506" y="3218688"/>
            <a:ext cx="473202" cy="429768"/>
          </a:xfrm>
          <a:prstGeom prst="rect">
            <a:avLst/>
          </a:prstGeom>
        </p:spPr>
        <p:txBody>
          <a:bodyPr rtlCol="0"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pPr algn="ctr" rtl="0"/>
            <a:fld id="{CC057153-B650-4DEB-B370-79DDCFDCE934}" type="slidenum">
              <a:rPr lang="en-US" smtClean="0"/>
              <a:pPr algn="ctr" rtl="0"/>
              <a:t>‹N°›</a:t>
            </a:fld>
            <a:endParaRPr lang="en-US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43FC80B3-DCFA-D45D-AE8E-A26A743D9695}"/>
              </a:ext>
            </a:extLst>
          </p:cNvPr>
          <p:cNvSpPr>
            <a:spLocks noGrp="1"/>
          </p:cNvSpPr>
          <p:nvPr>
            <p:ph type="dt" sz="half" idx="15"/>
          </p:nvPr>
        </p:nvSpPr>
        <p:spPr>
          <a:xfrm rot="5400000">
            <a:off x="7518654" y="4937760"/>
            <a:ext cx="2670048" cy="274320"/>
          </a:xfrm>
          <a:prstGeom prst="rect">
            <a:avLst/>
          </a:prstGeom>
        </p:spPr>
        <p:txBody>
          <a:bodyPr rtlCol="0"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pPr rtl="0"/>
            <a:r>
              <a:rPr lang="en-US"/>
              <a:t>20 février 2025</a:t>
            </a:r>
          </a:p>
        </p:txBody>
      </p:sp>
    </p:spTree>
    <p:extLst>
      <p:ext uri="{BB962C8B-B14F-4D97-AF65-F5344CB8AC3E}">
        <p14:creationId xmlns:p14="http://schemas.microsoft.com/office/powerpoint/2010/main" val="18433564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2" r:id="rId12"/>
    <p:sldLayoutId id="2147483663" r:id="rId13"/>
    <p:sldLayoutId id="2147483665" r:id="rId14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sv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svg"/><Relationship Id="rId4" Type="http://schemas.openxmlformats.org/officeDocument/2006/relationships/image" Target="../media/image5.sv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2.xml"/><Relationship Id="rId2" Type="http://schemas.openxmlformats.org/officeDocument/2006/relationships/diagramData" Target="../diagrams/data2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2.xml"/><Relationship Id="rId5" Type="http://schemas.openxmlformats.org/officeDocument/2006/relationships/diagramColors" Target="../diagrams/colors2.xml"/><Relationship Id="rId4" Type="http://schemas.openxmlformats.org/officeDocument/2006/relationships/diagramQuickStyle" Target="../diagrams/quickStyle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3.xml"/><Relationship Id="rId2" Type="http://schemas.openxmlformats.org/officeDocument/2006/relationships/diagramData" Target="../diagrams/data3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3.xml"/><Relationship Id="rId5" Type="http://schemas.openxmlformats.org/officeDocument/2006/relationships/diagramColors" Target="../diagrams/colors3.xml"/><Relationship Id="rId4" Type="http://schemas.openxmlformats.org/officeDocument/2006/relationships/diagramQuickStyle" Target="../diagrams/quickStyle3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4.xml"/><Relationship Id="rId2" Type="http://schemas.openxmlformats.org/officeDocument/2006/relationships/diagramData" Target="../diagrams/data4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4.xml"/><Relationship Id="rId5" Type="http://schemas.openxmlformats.org/officeDocument/2006/relationships/diagramColors" Target="../diagrams/colors4.xml"/><Relationship Id="rId4" Type="http://schemas.openxmlformats.org/officeDocument/2006/relationships/diagramQuickStyle" Target="../diagrams/quickStyle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5.xml"/><Relationship Id="rId2" Type="http://schemas.openxmlformats.org/officeDocument/2006/relationships/diagramData" Target="../diagrams/data5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5.xml"/><Relationship Id="rId5" Type="http://schemas.openxmlformats.org/officeDocument/2006/relationships/diagramColors" Target="../diagrams/colors5.xml"/><Relationship Id="rId4" Type="http://schemas.openxmlformats.org/officeDocument/2006/relationships/diagramQuickStyle" Target="../diagrams/quickStyle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6.xml"/><Relationship Id="rId7" Type="http://schemas.microsoft.com/office/2007/relationships/diagramDrawing" Target="../diagrams/drawing6.xml"/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6.xml"/><Relationship Id="rId5" Type="http://schemas.openxmlformats.org/officeDocument/2006/relationships/diagramQuickStyle" Target="../diagrams/quickStyle6.xml"/><Relationship Id="rId4" Type="http://schemas.openxmlformats.org/officeDocument/2006/relationships/diagramLayout" Target="../diagrams/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74751229-0244-4FBB-BED1-407467F4C95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4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76855" y="1236453"/>
            <a:ext cx="5778055" cy="1977140"/>
          </a:xfrm>
        </p:spPr>
        <p:txBody>
          <a:bodyPr anchor="b">
            <a:normAutofit/>
          </a:bodyPr>
          <a:lstStyle/>
          <a:p>
            <a:pPr algn="l"/>
            <a:r>
              <a:rPr lang="fr-CA" sz="4500" dirty="0">
                <a:solidFill>
                  <a:srgbClr val="8064A2"/>
                </a:solidFill>
              </a:rPr>
              <a:t>Présentation du modèle </a:t>
            </a:r>
            <a:r>
              <a:rPr lang="fr-CA" sz="4500" b="1" dirty="0" err="1">
                <a:solidFill>
                  <a:srgbClr val="8064A2"/>
                </a:solidFill>
              </a:rPr>
              <a:t>ToTAL</a:t>
            </a:r>
            <a:r>
              <a:rPr lang="fr-CA" sz="4500" dirty="0">
                <a:solidFill>
                  <a:srgbClr val="8064A2"/>
                </a:solidFill>
              </a:rPr>
              <a:t> </a:t>
            </a:r>
            <a:r>
              <a:rPr lang="fr-CA" sz="4500" dirty="0" err="1">
                <a:solidFill>
                  <a:srgbClr val="8064A2"/>
                </a:solidFill>
              </a:rPr>
              <a:t>Quality</a:t>
            </a:r>
            <a:r>
              <a:rPr lang="fr-CA" sz="4500" dirty="0">
                <a:solidFill>
                  <a:srgbClr val="8064A2"/>
                </a:solidFill>
              </a:rPr>
              <a:t> (base)</a:t>
            </a:r>
            <a:endParaRPr lang="fr-CA" sz="2400" dirty="0">
              <a:solidFill>
                <a:srgbClr val="8064A2"/>
              </a:solidFill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898410" y="2838752"/>
            <a:ext cx="2170363" cy="2058657"/>
          </a:xfrm>
        </p:spPr>
        <p:txBody>
          <a:bodyPr>
            <a:normAutofit/>
          </a:bodyPr>
          <a:lstStyle/>
          <a:p>
            <a:r>
              <a:rPr lang="fr-CA" dirty="0">
                <a:solidFill>
                  <a:srgbClr val="8064A2"/>
                </a:solidFill>
              </a:rPr>
              <a:t>De la clarté à la réalité logiciel</a:t>
            </a:r>
          </a:p>
        </p:txBody>
      </p:sp>
      <p:pic>
        <p:nvPicPr>
          <p:cNvPr id="7" name="Graphic 6" descr="Circular Flowchart">
            <a:extLst>
              <a:ext uri="{FF2B5EF4-FFF2-40B4-BE49-F238E27FC236}">
                <a16:creationId xmlns:a16="http://schemas.microsoft.com/office/drawing/2014/main" id="{5ABFA997-8D3B-90C7-5540-722809A9039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6501719" y="1852698"/>
            <a:ext cx="966789" cy="966789"/>
          </a:xfrm>
          <a:prstGeom prst="rect">
            <a:avLst/>
          </a:prstGeom>
        </p:spPr>
      </p:pic>
      <p:pic>
        <p:nvPicPr>
          <p:cNvPr id="9" name="Graphic 8" descr="Circular Flowchart">
            <a:extLst>
              <a:ext uri="{FF2B5EF4-FFF2-40B4-BE49-F238E27FC236}">
                <a16:creationId xmlns:a16="http://schemas.microsoft.com/office/drawing/2014/main" id="{9A3A1422-BE99-4C9B-A729-9A3CD17419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>
            <a:alphaModFix amt="15000"/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955861" y="1392825"/>
            <a:ext cx="4058507" cy="4058507"/>
          </a:xfrm>
          <a:prstGeom prst="rect">
            <a:avLst/>
          </a:prstGeom>
        </p:spPr>
      </p:pic>
      <p:pic>
        <p:nvPicPr>
          <p:cNvPr id="4" name="Graphic 6" descr="Ampoule et engrenage avec un remplissage uni">
            <a:extLst>
              <a:ext uri="{FF2B5EF4-FFF2-40B4-BE49-F238E27FC236}">
                <a16:creationId xmlns:a16="http://schemas.microsoft.com/office/drawing/2014/main" id="{E09E9C7E-0ABA-0EE5-09C0-744ACD24705B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586965" y="3794293"/>
            <a:ext cx="698975" cy="698975"/>
          </a:xfrm>
          <a:prstGeom prst="rect">
            <a:avLst/>
          </a:prstGeom>
        </p:spPr>
      </p:pic>
      <p:pic>
        <p:nvPicPr>
          <p:cNvPr id="8" name="Graphic 6" descr="Atome avec un remplissage uni">
            <a:extLst>
              <a:ext uri="{FF2B5EF4-FFF2-40B4-BE49-F238E27FC236}">
                <a16:creationId xmlns:a16="http://schemas.microsoft.com/office/drawing/2014/main" id="{DF7B7FE6-3601-775E-EAB1-462F57C801C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7619497" y="3736901"/>
            <a:ext cx="832883" cy="80418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53" name="Rectangle 152">
            <a:extLst>
              <a:ext uri="{FF2B5EF4-FFF2-40B4-BE49-F238E27FC236}">
                <a16:creationId xmlns:a16="http://schemas.microsoft.com/office/drawing/2014/main" id="{CEEF22E7-C7EB-4303-91B7-B38A2A46C2B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1713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77D60E4E-16A6-51F6-7231-B6C91432ED3D}"/>
              </a:ext>
            </a:extLst>
          </p:cNvPr>
          <p:cNvSpPr txBox="1"/>
          <p:nvPr/>
        </p:nvSpPr>
        <p:spPr>
          <a:xfrm>
            <a:off x="445768" y="9697"/>
            <a:ext cx="825017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4800" b="1" dirty="0" err="1">
                <a:solidFill>
                  <a:srgbClr val="8064A2"/>
                </a:solidFill>
              </a:rPr>
              <a:t>ToTAL</a:t>
            </a:r>
            <a:r>
              <a:rPr lang="fr-CA" sz="4800" dirty="0">
                <a:solidFill>
                  <a:srgbClr val="8064A2"/>
                </a:solidFill>
              </a:rPr>
              <a:t> </a:t>
            </a:r>
            <a:r>
              <a:rPr lang="fr-CA" sz="4800" dirty="0" err="1">
                <a:solidFill>
                  <a:srgbClr val="8064A2"/>
                </a:solidFill>
              </a:rPr>
              <a:t>Quality</a:t>
            </a:r>
            <a:endParaRPr lang="fr-CA" sz="4800" dirty="0">
              <a:solidFill>
                <a:srgbClr val="8064A2"/>
              </a:solidFill>
            </a:endParaRPr>
          </a:p>
        </p:txBody>
      </p:sp>
      <p:sp>
        <p:nvSpPr>
          <p:cNvPr id="33" name="Title 1"/>
          <p:cNvSpPr txBox="1">
            <a:spLocks/>
          </p:cNvSpPr>
          <p:nvPr/>
        </p:nvSpPr>
        <p:spPr>
          <a:xfrm>
            <a:off x="336041" y="564643"/>
            <a:ext cx="8229600" cy="54316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fr-CA" sz="2400" b="1" dirty="0">
                <a:solidFill>
                  <a:srgbClr val="8064A2"/>
                </a:solidFill>
              </a:rPr>
              <a:t>La solution est un système de valeurs complet</a:t>
            </a:r>
          </a:p>
        </p:txBody>
      </p:sp>
      <p:graphicFrame>
        <p:nvGraphicFramePr>
          <p:cNvPr id="45" name="Content Placeholder 2">
            <a:extLst>
              <a:ext uri="{FF2B5EF4-FFF2-40B4-BE49-F238E27FC236}">
                <a16:creationId xmlns:a16="http://schemas.microsoft.com/office/drawing/2014/main" id="{102C5A90-CA85-BDAF-52F2-E5AA12DA893C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218745659"/>
              </p:ext>
            </p:extLst>
          </p:nvPr>
        </p:nvGraphicFramePr>
        <p:xfrm>
          <a:off x="1291946" y="1349472"/>
          <a:ext cx="6317790" cy="3586889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5" name="ZoneTexte 4">
            <a:extLst>
              <a:ext uri="{FF2B5EF4-FFF2-40B4-BE49-F238E27FC236}">
                <a16:creationId xmlns:a16="http://schemas.microsoft.com/office/drawing/2014/main" id="{13C98D96-E206-5B65-8782-DE9AB838429E}"/>
              </a:ext>
            </a:extLst>
          </p:cNvPr>
          <p:cNvSpPr txBox="1"/>
          <p:nvPr/>
        </p:nvSpPr>
        <p:spPr>
          <a:xfrm>
            <a:off x="3562413" y="2322246"/>
            <a:ext cx="2015295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fr-CA" sz="3600" dirty="0">
                <a:solidFill>
                  <a:srgbClr val="8064A2"/>
                </a:solidFill>
              </a:rPr>
              <a:t>Flot</a:t>
            </a:r>
            <a:br>
              <a:rPr lang="fr-CA" sz="3600" dirty="0">
                <a:solidFill>
                  <a:srgbClr val="8064A2"/>
                </a:solidFill>
              </a:rPr>
            </a:br>
            <a:r>
              <a:rPr lang="fr-CA" sz="3600" dirty="0">
                <a:solidFill>
                  <a:srgbClr val="8064A2"/>
                </a:solidFill>
              </a:rPr>
              <a:t>(système)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04F4AC5D-DAD8-BA1D-224C-B86F7D853A3D}"/>
              </a:ext>
            </a:extLst>
          </p:cNvPr>
          <p:cNvSpPr txBox="1"/>
          <p:nvPr/>
        </p:nvSpPr>
        <p:spPr>
          <a:xfrm>
            <a:off x="1729854" y="4821039"/>
            <a:ext cx="5681998" cy="178510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3600" dirty="0">
                <a:solidFill>
                  <a:srgbClr val="8064A2"/>
                </a:solidFill>
              </a:rPr>
              <a:t>Capacités (catalyseur)</a:t>
            </a:r>
            <a:br>
              <a:rPr lang="fr-CA" sz="3600" dirty="0">
                <a:solidFill>
                  <a:srgbClr val="8064A2"/>
                </a:solidFill>
              </a:rPr>
            </a:br>
            <a:r>
              <a:rPr lang="fr-CA" sz="1400" dirty="0">
                <a:solidFill>
                  <a:srgbClr val="8064A2"/>
                </a:solidFill>
              </a:rPr>
              <a:t>(matériel et intelligence humaine/artificiel)</a:t>
            </a:r>
          </a:p>
          <a:p>
            <a:pPr algn="ctr"/>
            <a:r>
              <a:rPr lang="fr-CA" sz="1200" b="1" dirty="0">
                <a:solidFill>
                  <a:srgbClr val="8064A2"/>
                </a:solidFill>
              </a:rPr>
              <a:t>🧰</a:t>
            </a:r>
            <a:r>
              <a:rPr lang="fr-CA" sz="1200" b="1" dirty="0" err="1">
                <a:solidFill>
                  <a:srgbClr val="8064A2"/>
                </a:solidFill>
              </a:rPr>
              <a:t>T</a:t>
            </a:r>
            <a:r>
              <a:rPr lang="fr-CA" sz="1200" dirty="0" err="1">
                <a:solidFill>
                  <a:srgbClr val="8064A2"/>
                </a:solidFill>
              </a:rPr>
              <a:t>echnology</a:t>
            </a:r>
            <a:r>
              <a:rPr lang="fr-CA" sz="1200" dirty="0">
                <a:solidFill>
                  <a:srgbClr val="8064A2"/>
                </a:solidFill>
              </a:rPr>
              <a:t> (</a:t>
            </a:r>
            <a:r>
              <a:rPr lang="fr-CA" sz="1200" b="1" dirty="0" err="1">
                <a:solidFill>
                  <a:srgbClr val="8064A2"/>
                </a:solidFill>
              </a:rPr>
              <a:t>t</a:t>
            </a:r>
            <a:r>
              <a:rPr lang="fr-CA" sz="1200" dirty="0" err="1">
                <a:solidFill>
                  <a:srgbClr val="8064A2"/>
                </a:solidFill>
              </a:rPr>
              <a:t>oolbox</a:t>
            </a:r>
            <a:r>
              <a:rPr lang="fr-CA" sz="1200" dirty="0">
                <a:solidFill>
                  <a:srgbClr val="8064A2"/>
                </a:solidFill>
              </a:rPr>
              <a:t>)</a:t>
            </a:r>
          </a:p>
          <a:p>
            <a:pPr algn="ctr"/>
            <a:r>
              <a:rPr lang="fr-CA" sz="1200" b="1" dirty="0">
                <a:solidFill>
                  <a:srgbClr val="8064A2"/>
                </a:solidFill>
              </a:rPr>
              <a:t>⚖️</a:t>
            </a:r>
            <a:r>
              <a:rPr lang="fr-CA" sz="1200" b="1" dirty="0" err="1">
                <a:solidFill>
                  <a:srgbClr val="8064A2"/>
                </a:solidFill>
              </a:rPr>
              <a:t>O</a:t>
            </a:r>
            <a:r>
              <a:rPr lang="fr-CA" sz="1200" dirty="0" err="1">
                <a:solidFill>
                  <a:srgbClr val="8064A2"/>
                </a:solidFill>
              </a:rPr>
              <a:t>rchestry</a:t>
            </a:r>
            <a:r>
              <a:rPr lang="fr-CA" sz="1200" dirty="0">
                <a:solidFill>
                  <a:srgbClr val="8064A2"/>
                </a:solidFill>
              </a:rPr>
              <a:t> (</a:t>
            </a:r>
            <a:r>
              <a:rPr lang="fr-CA" sz="1200" b="1" dirty="0" err="1">
                <a:solidFill>
                  <a:srgbClr val="8064A2"/>
                </a:solidFill>
              </a:rPr>
              <a:t>o</a:t>
            </a:r>
            <a:r>
              <a:rPr lang="fr-CA" sz="1200" dirty="0" err="1">
                <a:solidFill>
                  <a:srgbClr val="8064A2"/>
                </a:solidFill>
              </a:rPr>
              <a:t>mnichannel</a:t>
            </a:r>
            <a:r>
              <a:rPr lang="fr-CA" sz="1200" dirty="0">
                <a:solidFill>
                  <a:srgbClr val="8064A2"/>
                </a:solidFill>
              </a:rPr>
              <a:t>)</a:t>
            </a:r>
          </a:p>
          <a:p>
            <a:pPr algn="ctr"/>
            <a:r>
              <a:rPr lang="fr-CA" sz="1200" b="1" dirty="0">
                <a:solidFill>
                  <a:srgbClr val="8064A2"/>
                </a:solidFill>
              </a:rPr>
              <a:t>🗺️</a:t>
            </a:r>
            <a:r>
              <a:rPr lang="fr-CA" sz="1200" b="1" dirty="0" err="1">
                <a:solidFill>
                  <a:srgbClr val="8064A2"/>
                </a:solidFill>
              </a:rPr>
              <a:t>T</a:t>
            </a:r>
            <a:r>
              <a:rPr lang="fr-CA" sz="1200" dirty="0" err="1">
                <a:solidFill>
                  <a:srgbClr val="8064A2"/>
                </a:solidFill>
              </a:rPr>
              <a:t>opology</a:t>
            </a:r>
            <a:r>
              <a:rPr lang="fr-CA" sz="1200" dirty="0">
                <a:solidFill>
                  <a:srgbClr val="8064A2"/>
                </a:solidFill>
              </a:rPr>
              <a:t> (</a:t>
            </a:r>
            <a:r>
              <a:rPr lang="fr-CA" sz="1200" b="1" dirty="0">
                <a:solidFill>
                  <a:srgbClr val="8064A2"/>
                </a:solidFill>
              </a:rPr>
              <a:t>t</a:t>
            </a:r>
            <a:r>
              <a:rPr lang="fr-CA" sz="1200" dirty="0">
                <a:solidFill>
                  <a:srgbClr val="8064A2"/>
                </a:solidFill>
              </a:rPr>
              <a:t>errain)</a:t>
            </a:r>
          </a:p>
          <a:p>
            <a:pPr algn="ctr"/>
            <a:r>
              <a:rPr lang="fr-CA" sz="1200" b="1" dirty="0">
                <a:solidFill>
                  <a:srgbClr val="8064A2"/>
                </a:solidFill>
              </a:rPr>
              <a:t>🤝A</a:t>
            </a:r>
            <a:r>
              <a:rPr lang="fr-CA" sz="1200" dirty="0">
                <a:solidFill>
                  <a:srgbClr val="8064A2"/>
                </a:solidFill>
              </a:rPr>
              <a:t>ffinity (</a:t>
            </a:r>
            <a:r>
              <a:rPr lang="fr-CA" sz="1200" b="1" dirty="0" err="1">
                <a:solidFill>
                  <a:srgbClr val="8064A2"/>
                </a:solidFill>
              </a:rPr>
              <a:t>a</a:t>
            </a:r>
            <a:r>
              <a:rPr lang="fr-CA" sz="1200" dirty="0" err="1">
                <a:solidFill>
                  <a:srgbClr val="8064A2"/>
                </a:solidFill>
              </a:rPr>
              <a:t>lignment</a:t>
            </a:r>
            <a:r>
              <a:rPr lang="fr-CA" sz="1200" dirty="0">
                <a:solidFill>
                  <a:srgbClr val="8064A2"/>
                </a:solidFill>
              </a:rPr>
              <a:t>)</a:t>
            </a:r>
          </a:p>
          <a:p>
            <a:pPr algn="ctr"/>
            <a:r>
              <a:rPr lang="fr-CA" sz="1200" b="1" dirty="0">
                <a:solidFill>
                  <a:srgbClr val="8064A2"/>
                </a:solidFill>
              </a:rPr>
              <a:t>🎢</a:t>
            </a:r>
            <a:r>
              <a:rPr lang="fr-CA" sz="1200" b="1" dirty="0" err="1">
                <a:solidFill>
                  <a:srgbClr val="8064A2"/>
                </a:solidFill>
              </a:rPr>
              <a:t>L</a:t>
            </a:r>
            <a:r>
              <a:rPr lang="fr-CA" sz="1200" dirty="0" err="1">
                <a:solidFill>
                  <a:srgbClr val="8064A2"/>
                </a:solidFill>
              </a:rPr>
              <a:t>everage</a:t>
            </a:r>
            <a:r>
              <a:rPr lang="fr-CA" sz="1200" dirty="0">
                <a:solidFill>
                  <a:srgbClr val="8064A2"/>
                </a:solidFill>
              </a:rPr>
              <a:t> </a:t>
            </a:r>
            <a:r>
              <a:rPr lang="fr-CA" sz="1200" dirty="0" err="1">
                <a:solidFill>
                  <a:srgbClr val="8064A2"/>
                </a:solidFill>
              </a:rPr>
              <a:t>Mastery</a:t>
            </a:r>
            <a:r>
              <a:rPr lang="fr-CA" sz="1200" dirty="0">
                <a:solidFill>
                  <a:srgbClr val="8064A2"/>
                </a:solidFill>
              </a:rPr>
              <a:t> (</a:t>
            </a:r>
            <a:r>
              <a:rPr lang="fr-CA" sz="1200" b="1" dirty="0">
                <a:solidFill>
                  <a:srgbClr val="8064A2"/>
                </a:solidFill>
              </a:rPr>
              <a:t>l</a:t>
            </a:r>
            <a:r>
              <a:rPr lang="fr-CA" sz="1200" dirty="0">
                <a:solidFill>
                  <a:srgbClr val="8064A2"/>
                </a:solidFill>
              </a:rPr>
              <a:t>eadership)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B17A3916-908F-D7FA-1276-D5F5F16EE61F}"/>
              </a:ext>
            </a:extLst>
          </p:cNvPr>
          <p:cNvSpPr txBox="1"/>
          <p:nvPr/>
        </p:nvSpPr>
        <p:spPr>
          <a:xfrm>
            <a:off x="-2" y="910417"/>
            <a:ext cx="9141712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b="1" dirty="0" err="1">
                <a:solidFill>
                  <a:srgbClr val="8064A2"/>
                </a:solidFill>
              </a:rPr>
              <a:t>ToTAL</a:t>
            </a:r>
            <a:r>
              <a:rPr lang="fr-CA" dirty="0">
                <a:solidFill>
                  <a:srgbClr val="8064A2"/>
                </a:solidFill>
              </a:rPr>
              <a:t> permet de le développer efficacement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0" name="Rectangle 69">
            <a:extLst>
              <a:ext uri="{FF2B5EF4-FFF2-40B4-BE49-F238E27FC236}">
                <a16:creationId xmlns:a16="http://schemas.microsoft.com/office/drawing/2014/main" id="{3AD318CC-E2A8-4E27-9548-A047A78999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A8F3DE72-F081-BAEA-96B7-B6A972ED0B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" y="1463040"/>
            <a:ext cx="3850278" cy="2690949"/>
          </a:xfrm>
        </p:spPr>
        <p:txBody>
          <a:bodyPr anchor="t">
            <a:normAutofit/>
          </a:bodyPr>
          <a:lstStyle/>
          <a:p>
            <a:r>
              <a:rPr lang="fr-CA" sz="4200" dirty="0">
                <a:solidFill>
                  <a:schemeClr val="accent4"/>
                </a:solidFill>
              </a:rPr>
              <a:t>Pourquoi "</a:t>
            </a:r>
            <a:r>
              <a:rPr lang="fr-CA" sz="4200" dirty="0" err="1">
                <a:solidFill>
                  <a:schemeClr val="accent1"/>
                </a:solidFill>
              </a:rPr>
              <a:t>SAFe</a:t>
            </a:r>
            <a:r>
              <a:rPr lang="fr-CA" sz="4200" dirty="0">
                <a:solidFill>
                  <a:schemeClr val="accent4"/>
                </a:solidFill>
              </a:rPr>
              <a:t>" dans </a:t>
            </a:r>
            <a:br>
              <a:rPr lang="fr-CA" sz="4200" dirty="0">
                <a:solidFill>
                  <a:schemeClr val="accent4">
                    <a:lumMod val="76000"/>
                  </a:schemeClr>
                </a:solidFill>
              </a:rPr>
            </a:br>
            <a:r>
              <a:rPr lang="fr-CA" sz="4200" dirty="0">
                <a:solidFill>
                  <a:schemeClr val="accent4"/>
                </a:solidFill>
              </a:rPr>
              <a:t>"</a:t>
            </a:r>
            <a:r>
              <a:rPr lang="fr-CA" sz="4200" b="1" dirty="0" err="1">
                <a:solidFill>
                  <a:schemeClr val="accent4"/>
                </a:solidFill>
              </a:rPr>
              <a:t>ToTAL</a:t>
            </a:r>
            <a:r>
              <a:rPr lang="fr-CA" sz="4200" b="1" dirty="0">
                <a:solidFill>
                  <a:schemeClr val="accent4"/>
                </a:solidFill>
              </a:rPr>
              <a:t> </a:t>
            </a:r>
            <a:r>
              <a:rPr lang="fr-CA" sz="4200" dirty="0" err="1">
                <a:solidFill>
                  <a:schemeClr val="accent1"/>
                </a:solidFill>
              </a:rPr>
              <a:t>SAFe</a:t>
            </a:r>
            <a:r>
              <a:rPr lang="fr-CA" sz="4200" dirty="0">
                <a:solidFill>
                  <a:schemeClr val="accent4"/>
                </a:solidFill>
              </a:rPr>
              <a:t>" ?</a:t>
            </a:r>
            <a:endParaRPr lang="en-US" dirty="0">
              <a:solidFill>
                <a:schemeClr val="accent4"/>
              </a:solidFill>
            </a:endParaRPr>
          </a:p>
        </p:txBody>
      </p:sp>
      <p:grpSp>
        <p:nvGrpSpPr>
          <p:cNvPr id="72" name="Group 71">
            <a:extLst>
              <a:ext uri="{FF2B5EF4-FFF2-40B4-BE49-F238E27FC236}">
                <a16:creationId xmlns:a16="http://schemas.microsoft.com/office/drawing/2014/main" id="{B14B560F-9DD7-4302-A60B-EBD3EF59B0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57250" y="4415246"/>
            <a:ext cx="8986749" cy="2087795"/>
            <a:chOff x="143163" y="5763486"/>
            <a:chExt cx="11982332" cy="739555"/>
          </a:xfrm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3A9A4357-BD1D-4622-A4FE-766E6AB8DE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357444" y="5763486"/>
              <a:ext cx="11768051" cy="73955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4" name="Straight Connector 73">
              <a:extLst>
                <a:ext uri="{FF2B5EF4-FFF2-40B4-BE49-F238E27FC236}">
                  <a16:creationId xmlns:a16="http://schemas.microsoft.com/office/drawing/2014/main" id="{C21D6966-343E-49AC-A026-D2497E0C3C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43163" y="5763486"/>
              <a:ext cx="1" cy="739555"/>
            </a:xfrm>
            <a:prstGeom prst="line">
              <a:avLst/>
            </a:prstGeom>
            <a:ln w="1778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6" name="Rectangle 75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50279" y="587829"/>
            <a:ext cx="4878975" cy="568234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857A9879-34FA-401E-D51D-DED1521AC22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42163" y="711201"/>
            <a:ext cx="4156790" cy="5326100"/>
          </a:xfrm>
        </p:spPr>
        <p:txBody>
          <a:bodyPr anchor="t">
            <a:normAutofit lnSpcReduction="10000"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fr-CA" sz="1600" b="1" dirty="0" err="1">
                <a:solidFill>
                  <a:schemeClr val="accent1"/>
                </a:solidFill>
              </a:rPr>
              <a:t>SAFe</a:t>
            </a:r>
            <a:r>
              <a:rPr lang="fr-CA" sz="1600" b="1" dirty="0">
                <a:solidFill>
                  <a:schemeClr val="accent4"/>
                </a:solidFill>
              </a:rPr>
              <a:t> est…</a:t>
            </a:r>
            <a:endParaRPr lang="en-US" dirty="0">
              <a:solidFill>
                <a:schemeClr val="accent4"/>
              </a:solidFill>
            </a:endParaRPr>
          </a:p>
          <a:p>
            <a:pPr>
              <a:lnSpc>
                <a:spcPct val="90000"/>
              </a:lnSpc>
            </a:pPr>
            <a:r>
              <a:rPr lang="fr-CA" sz="1600" dirty="0">
                <a:solidFill>
                  <a:schemeClr val="accent4"/>
                </a:solidFill>
              </a:rPr>
              <a:t>Cadre éprouvé pour livrer à l’échelle</a:t>
            </a:r>
            <a:endParaRPr lang="fr-CA" sz="1600" dirty="0">
              <a:solidFill>
                <a:schemeClr val="accent4"/>
              </a:solidFill>
              <a:ea typeface="Calibri"/>
              <a:cs typeface="Calibri"/>
            </a:endParaRPr>
          </a:p>
          <a:p>
            <a:pPr>
              <a:lnSpc>
                <a:spcPct val="90000"/>
              </a:lnSpc>
            </a:pPr>
            <a:r>
              <a:rPr lang="fr-CA" sz="1600" dirty="0">
                <a:solidFill>
                  <a:schemeClr val="accent4"/>
                </a:solidFill>
              </a:rPr>
              <a:t>Structure l’organisation et l’implémentation (</a:t>
            </a:r>
            <a:r>
              <a:rPr lang="fr-CA" sz="1600" b="1" dirty="0" err="1">
                <a:solidFill>
                  <a:schemeClr val="accent4"/>
                </a:solidFill>
              </a:rPr>
              <a:t>FORGe</a:t>
            </a:r>
            <a:r>
              <a:rPr lang="fr-CA" sz="1600" dirty="0">
                <a:solidFill>
                  <a:schemeClr val="accent4"/>
                </a:solidFill>
              </a:rPr>
              <a:t>)</a:t>
            </a:r>
            <a:endParaRPr lang="fr-CA" sz="1600" dirty="0">
              <a:solidFill>
                <a:schemeClr val="accent4"/>
              </a:solidFill>
              <a:ea typeface="Calibri"/>
              <a:cs typeface="Calibri"/>
            </a:endParaRPr>
          </a:p>
          <a:p>
            <a:pPr>
              <a:lnSpc>
                <a:spcPct val="90000"/>
              </a:lnSpc>
            </a:pPr>
            <a:r>
              <a:rPr lang="fr-CA" sz="1600" dirty="0">
                <a:solidFill>
                  <a:schemeClr val="accent4"/>
                </a:solidFill>
              </a:rPr>
              <a:t>Permet la livraison continue de valeur</a:t>
            </a:r>
            <a:br>
              <a:rPr lang="fr-CA" sz="1600" dirty="0">
                <a:solidFill>
                  <a:schemeClr val="accent4">
                    <a:lumMod val="76000"/>
                  </a:schemeClr>
                </a:solidFill>
              </a:rPr>
            </a:br>
            <a:endParaRPr lang="fr-CA" sz="1600" dirty="0">
              <a:solidFill>
                <a:schemeClr val="accent4"/>
              </a:solidFill>
              <a:ea typeface="Calibri"/>
              <a:cs typeface="Calibri"/>
            </a:endParaRPr>
          </a:p>
          <a:p>
            <a:pPr marL="0" indent="0">
              <a:lnSpc>
                <a:spcPct val="90000"/>
              </a:lnSpc>
              <a:buNone/>
            </a:pPr>
            <a:r>
              <a:rPr lang="fr-CA" sz="1600" b="1" dirty="0">
                <a:solidFill>
                  <a:schemeClr val="accent6"/>
                </a:solidFill>
              </a:rPr>
              <a:t>Limite</a:t>
            </a:r>
            <a:r>
              <a:rPr lang="fr-CA" sz="1600" b="1" dirty="0">
                <a:solidFill>
                  <a:schemeClr val="accent4"/>
                </a:solidFill>
              </a:rPr>
              <a:t> observée…</a:t>
            </a:r>
            <a:endParaRPr lang="fr-CA" sz="1600" b="1" dirty="0">
              <a:solidFill>
                <a:schemeClr val="accent4"/>
              </a:solidFill>
              <a:ea typeface="Calibri"/>
              <a:cs typeface="Calibri"/>
            </a:endParaRPr>
          </a:p>
          <a:p>
            <a:pPr>
              <a:lnSpc>
                <a:spcPct val="90000"/>
              </a:lnSpc>
            </a:pPr>
            <a:r>
              <a:rPr lang="fr-CA" sz="1600" dirty="0">
                <a:solidFill>
                  <a:schemeClr val="accent4"/>
                </a:solidFill>
              </a:rPr>
              <a:t>Focalisé principalement sur </a:t>
            </a:r>
            <a:r>
              <a:rPr lang="fr-CA" sz="1600" b="1" dirty="0" err="1">
                <a:solidFill>
                  <a:schemeClr val="accent4"/>
                </a:solidFill>
              </a:rPr>
              <a:t>FORGe</a:t>
            </a:r>
            <a:r>
              <a:rPr lang="fr-CA" sz="1600" dirty="0">
                <a:solidFill>
                  <a:schemeClr val="accent4"/>
                </a:solidFill>
              </a:rPr>
              <a:t> (implémentation)</a:t>
            </a:r>
            <a:endParaRPr lang="fr-CA" sz="1600" dirty="0">
              <a:solidFill>
                <a:schemeClr val="accent4"/>
              </a:solidFill>
              <a:ea typeface="Calibri"/>
              <a:cs typeface="Calibri"/>
            </a:endParaRPr>
          </a:p>
          <a:p>
            <a:pPr>
              <a:lnSpc>
                <a:spcPct val="90000"/>
              </a:lnSpc>
            </a:pPr>
            <a:r>
              <a:rPr lang="fr-CA" sz="1600" dirty="0">
                <a:solidFill>
                  <a:schemeClr val="accent4"/>
                </a:solidFill>
              </a:rPr>
              <a:t>Moins explicite sur : </a:t>
            </a:r>
            <a:endParaRPr lang="fr-CA" sz="1600" dirty="0">
              <a:solidFill>
                <a:schemeClr val="accent4"/>
              </a:solidFill>
              <a:ea typeface="Calibri"/>
              <a:cs typeface="Calibri"/>
            </a:endParaRPr>
          </a:p>
          <a:p>
            <a:pPr lvl="1">
              <a:lnSpc>
                <a:spcPct val="90000"/>
              </a:lnSpc>
            </a:pPr>
            <a:r>
              <a:rPr lang="fr-CA" sz="1600" dirty="0">
                <a:solidFill>
                  <a:schemeClr val="accent4"/>
                </a:solidFill>
              </a:rPr>
              <a:t>SENSe (comprendre le réel en amont)</a:t>
            </a:r>
            <a:endParaRPr lang="fr-CA" sz="1600" dirty="0">
              <a:solidFill>
                <a:schemeClr val="accent4"/>
              </a:solidFill>
              <a:ea typeface="Calibri"/>
              <a:cs typeface="Calibri"/>
            </a:endParaRPr>
          </a:p>
          <a:p>
            <a:pPr lvl="1">
              <a:lnSpc>
                <a:spcPct val="90000"/>
              </a:lnSpc>
            </a:pPr>
            <a:r>
              <a:rPr lang="fr-CA" sz="1600" dirty="0" err="1">
                <a:solidFill>
                  <a:schemeClr val="accent4"/>
                </a:solidFill>
              </a:rPr>
              <a:t>CARe</a:t>
            </a:r>
            <a:r>
              <a:rPr lang="fr-CA" sz="1600" dirty="0">
                <a:solidFill>
                  <a:schemeClr val="accent4"/>
                </a:solidFill>
              </a:rPr>
              <a:t> (boucle de validation dans la réalité)</a:t>
            </a:r>
            <a:br>
              <a:rPr lang="fr-CA" sz="1600" dirty="0">
                <a:solidFill>
                  <a:schemeClr val="accent4">
                    <a:lumMod val="76000"/>
                  </a:schemeClr>
                </a:solidFill>
              </a:rPr>
            </a:br>
            <a:endParaRPr lang="fr-CA" sz="1600" dirty="0">
              <a:solidFill>
                <a:schemeClr val="accent4"/>
              </a:solidFill>
            </a:endParaRPr>
          </a:p>
          <a:p>
            <a:pPr marL="0" indent="0">
              <a:lnSpc>
                <a:spcPct val="90000"/>
              </a:lnSpc>
              <a:buNone/>
            </a:pPr>
            <a:r>
              <a:rPr lang="fr-CA" sz="1600" b="1" dirty="0" err="1">
                <a:solidFill>
                  <a:schemeClr val="accent3">
                    <a:lumMod val="75000"/>
                  </a:schemeClr>
                </a:solidFill>
              </a:rPr>
              <a:t>ToTAL</a:t>
            </a:r>
            <a:r>
              <a:rPr lang="fr-CA" sz="1600" b="1" dirty="0">
                <a:solidFill>
                  <a:schemeClr val="accent4"/>
                </a:solidFill>
              </a:rPr>
              <a:t> </a:t>
            </a:r>
            <a:r>
              <a:rPr lang="fr-CA" sz="1600" dirty="0">
                <a:solidFill>
                  <a:schemeClr val="accent4"/>
                </a:solidFill>
              </a:rPr>
              <a:t>étend </a:t>
            </a:r>
            <a:r>
              <a:rPr lang="fr-CA" sz="1600" dirty="0" err="1">
                <a:solidFill>
                  <a:schemeClr val="accent4"/>
                </a:solidFill>
              </a:rPr>
              <a:t>SAFe</a:t>
            </a:r>
            <a:r>
              <a:rPr lang="fr-CA" sz="1600" dirty="0">
                <a:solidFill>
                  <a:schemeClr val="accent4"/>
                </a:solidFill>
              </a:rPr>
              <a:t> pour </a:t>
            </a:r>
            <a:r>
              <a:rPr lang="fr-CA" sz="1600" b="1" dirty="0">
                <a:solidFill>
                  <a:schemeClr val="accent4"/>
                </a:solidFill>
              </a:rPr>
              <a:t>couvrir le cycle complet</a:t>
            </a:r>
            <a:endParaRPr lang="fr-CA" sz="1600" b="1" dirty="0">
              <a:solidFill>
                <a:schemeClr val="accent4"/>
              </a:solidFill>
              <a:ea typeface="Calibri"/>
              <a:cs typeface="Calibri"/>
            </a:endParaRPr>
          </a:p>
          <a:p>
            <a:pPr>
              <a:lnSpc>
                <a:spcPct val="90000"/>
              </a:lnSpc>
            </a:pPr>
            <a:r>
              <a:rPr lang="fr-CA" sz="1600" b="1" dirty="0">
                <a:solidFill>
                  <a:schemeClr val="accent4"/>
                </a:solidFill>
              </a:rPr>
              <a:t>SENSe</a:t>
            </a:r>
            <a:r>
              <a:rPr lang="fr-CA" sz="1600" dirty="0">
                <a:solidFill>
                  <a:schemeClr val="accent4"/>
                </a:solidFill>
              </a:rPr>
              <a:t> → comprendre et capter la réalité</a:t>
            </a:r>
            <a:endParaRPr lang="fr-CA" sz="1600" dirty="0">
              <a:solidFill>
                <a:schemeClr val="accent4"/>
              </a:solidFill>
              <a:ea typeface="Calibri"/>
              <a:cs typeface="Calibri"/>
            </a:endParaRPr>
          </a:p>
          <a:p>
            <a:pPr>
              <a:lnSpc>
                <a:spcPct val="90000"/>
              </a:lnSpc>
            </a:pPr>
            <a:r>
              <a:rPr lang="fr-CA" sz="1600" b="1" dirty="0" err="1">
                <a:solidFill>
                  <a:schemeClr val="accent4"/>
                </a:solidFill>
              </a:rPr>
              <a:t>FORGe</a:t>
            </a:r>
            <a:r>
              <a:rPr lang="fr-CA" sz="1600" dirty="0">
                <a:solidFill>
                  <a:schemeClr val="accent4"/>
                </a:solidFill>
              </a:rPr>
              <a:t> → implémenter et livrer (</a:t>
            </a:r>
            <a:r>
              <a:rPr lang="fr-CA" sz="1600" dirty="0" err="1">
                <a:solidFill>
                  <a:schemeClr val="accent4"/>
                </a:solidFill>
              </a:rPr>
              <a:t>old</a:t>
            </a:r>
            <a:r>
              <a:rPr lang="fr-CA" sz="1600" dirty="0">
                <a:solidFill>
                  <a:schemeClr val="accent4"/>
                </a:solidFill>
              </a:rPr>
              <a:t> </a:t>
            </a:r>
            <a:r>
              <a:rPr lang="fr-CA" sz="1600" b="1" dirty="0" err="1">
                <a:solidFill>
                  <a:schemeClr val="accent4"/>
                </a:solidFill>
              </a:rPr>
              <a:t>SAFe</a:t>
            </a:r>
            <a:r>
              <a:rPr lang="fr-CA" sz="1600" dirty="0">
                <a:solidFill>
                  <a:schemeClr val="accent4"/>
                </a:solidFill>
              </a:rPr>
              <a:t>)</a:t>
            </a:r>
            <a:endParaRPr lang="fr-CA" sz="1600" dirty="0">
              <a:solidFill>
                <a:schemeClr val="accent4"/>
              </a:solidFill>
              <a:ea typeface="Calibri"/>
              <a:cs typeface="Calibri"/>
            </a:endParaRPr>
          </a:p>
          <a:p>
            <a:pPr>
              <a:lnSpc>
                <a:spcPct val="90000"/>
              </a:lnSpc>
            </a:pPr>
            <a:r>
              <a:rPr lang="fr-CA" sz="1600" b="1" dirty="0" err="1">
                <a:solidFill>
                  <a:schemeClr val="accent4"/>
                </a:solidFill>
              </a:rPr>
              <a:t>CARe</a:t>
            </a:r>
            <a:r>
              <a:rPr lang="fr-CA" sz="1600" dirty="0">
                <a:solidFill>
                  <a:schemeClr val="accent4"/>
                </a:solidFill>
              </a:rPr>
              <a:t> → valider et apprendre du réel</a:t>
            </a:r>
            <a:br>
              <a:rPr lang="fr-CA" sz="1600" dirty="0">
                <a:solidFill>
                  <a:schemeClr val="accent4">
                    <a:lumMod val="76000"/>
                  </a:schemeClr>
                </a:solidFill>
              </a:rPr>
            </a:br>
            <a:endParaRPr lang="fr-CA" sz="1600" dirty="0">
              <a:solidFill>
                <a:schemeClr val="accent4"/>
              </a:solidFill>
              <a:ea typeface="Calibri"/>
              <a:cs typeface="Calibri"/>
            </a:endParaRPr>
          </a:p>
          <a:p>
            <a:pPr>
              <a:lnSpc>
                <a:spcPct val="90000"/>
              </a:lnSpc>
            </a:pPr>
            <a:r>
              <a:rPr lang="fr-CA" sz="1600" dirty="0">
                <a:solidFill>
                  <a:schemeClr val="accent4"/>
                </a:solidFill>
              </a:rPr>
              <a:t>Dans </a:t>
            </a:r>
            <a:r>
              <a:rPr lang="fr-CA" sz="1600" b="1" dirty="0" err="1">
                <a:solidFill>
                  <a:schemeClr val="accent4"/>
                </a:solidFill>
              </a:rPr>
              <a:t>ToTAL</a:t>
            </a:r>
            <a:r>
              <a:rPr lang="fr-CA" sz="1600" dirty="0">
                <a:solidFill>
                  <a:schemeClr val="accent4"/>
                </a:solidFill>
              </a:rPr>
              <a:t>, le "Value Stream" devient explicite et complet.</a:t>
            </a:r>
            <a:endParaRPr lang="fr-CA" sz="1600" dirty="0">
              <a:solidFill>
                <a:schemeClr val="accent4"/>
              </a:solidFill>
              <a:ea typeface="Calibri"/>
              <a:cs typeface="Calibri"/>
            </a:endParaRPr>
          </a:p>
          <a:p>
            <a:pPr>
              <a:lnSpc>
                <a:spcPct val="90000"/>
              </a:lnSpc>
            </a:pPr>
            <a:endParaRPr lang="fr-CA" sz="1600" dirty="0">
              <a:solidFill>
                <a:schemeClr val="accent4"/>
              </a:solidFill>
              <a:ea typeface="Calibri"/>
              <a:cs typeface="Calibri"/>
            </a:endParaRP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96AF531C-EFED-C32E-1AD0-C591DECF6E4D}"/>
              </a:ext>
            </a:extLst>
          </p:cNvPr>
          <p:cNvSpPr txBox="1"/>
          <p:nvPr/>
        </p:nvSpPr>
        <p:spPr>
          <a:xfrm>
            <a:off x="369526" y="4415246"/>
            <a:ext cx="3542336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 sz="2000" b="1" dirty="0" err="1">
                <a:solidFill>
                  <a:schemeClr val="bg1"/>
                </a:solidFill>
              </a:rPr>
              <a:t>ToTAL</a:t>
            </a:r>
            <a:r>
              <a:rPr lang="fr-CA" sz="2000" dirty="0">
                <a:solidFill>
                  <a:schemeClr val="bg1"/>
                </a:solidFill>
              </a:rPr>
              <a:t> complète </a:t>
            </a:r>
            <a:r>
              <a:rPr lang="fr-CA" sz="2000" dirty="0" err="1">
                <a:solidFill>
                  <a:schemeClr val="bg1"/>
                </a:solidFill>
              </a:rPr>
              <a:t>SAFe</a:t>
            </a:r>
            <a:r>
              <a:rPr lang="fr-CA" sz="2000" dirty="0">
                <a:solidFill>
                  <a:schemeClr val="bg1"/>
                </a:solidFill>
              </a:rPr>
              <a:t> en couvrant l’ensemble du cycle par SENSe et </a:t>
            </a:r>
            <a:r>
              <a:rPr lang="fr-CA" sz="2000" dirty="0" err="1">
                <a:solidFill>
                  <a:schemeClr val="bg1"/>
                </a:solidFill>
              </a:rPr>
              <a:t>CARe</a:t>
            </a:r>
            <a:r>
              <a:rPr lang="fr-CA" sz="2000" dirty="0">
                <a:solidFill>
                  <a:schemeClr val="bg1"/>
                </a:solidFill>
              </a:rPr>
              <a:t>, et pas seulement </a:t>
            </a:r>
            <a:r>
              <a:rPr lang="fr-CA" sz="2000" dirty="0" err="1">
                <a:solidFill>
                  <a:schemeClr val="bg1"/>
                </a:solidFill>
              </a:rPr>
              <a:t>FORGe</a:t>
            </a:r>
            <a:endParaRPr lang="fr-CA" sz="2000" dirty="0">
              <a:solidFill>
                <a:schemeClr val="bg1"/>
              </a:solidFill>
            </a:endParaRPr>
          </a:p>
          <a:p>
            <a:r>
              <a:rPr lang="fr-CA" sz="2000" b="1" dirty="0" err="1">
                <a:solidFill>
                  <a:schemeClr val="bg1"/>
                </a:solidFill>
              </a:rPr>
              <a:t>ToTAL</a:t>
            </a:r>
            <a:r>
              <a:rPr lang="fr-CA" sz="2000" dirty="0">
                <a:solidFill>
                  <a:schemeClr val="bg1"/>
                </a:solidFill>
              </a:rPr>
              <a:t> ajoute le catalyseur + </a:t>
            </a:r>
            <a:r>
              <a:rPr lang="fr-CA" sz="2000" dirty="0" err="1">
                <a:solidFill>
                  <a:schemeClr val="bg1"/>
                </a:solidFill>
              </a:rPr>
              <a:t>SAFe</a:t>
            </a:r>
            <a:r>
              <a:rPr lang="fr-CA" sz="2000" dirty="0">
                <a:solidFill>
                  <a:schemeClr val="bg1"/>
                </a:solidFill>
              </a:rPr>
              <a:t> simplifié/flexible</a:t>
            </a:r>
          </a:p>
        </p:txBody>
      </p:sp>
    </p:spTree>
    <p:extLst>
      <p:ext uri="{BB962C8B-B14F-4D97-AF65-F5344CB8AC3E}">
        <p14:creationId xmlns:p14="http://schemas.microsoft.com/office/powerpoint/2010/main" val="259922076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ZoneTexte 6">
            <a:extLst>
              <a:ext uri="{FF2B5EF4-FFF2-40B4-BE49-F238E27FC236}">
                <a16:creationId xmlns:a16="http://schemas.microsoft.com/office/drawing/2014/main" id="{119F0CFC-2301-A72F-15D0-11CB140200B4}"/>
              </a:ext>
            </a:extLst>
          </p:cNvPr>
          <p:cNvSpPr txBox="1"/>
          <p:nvPr/>
        </p:nvSpPr>
        <p:spPr>
          <a:xfrm>
            <a:off x="0" y="635067"/>
            <a:ext cx="9144000" cy="14465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sz="4400" dirty="0">
                <a:solidFill>
                  <a:schemeClr val="accent4">
                    <a:lumMod val="75000"/>
                  </a:schemeClr>
                </a:solidFill>
              </a:rPr>
              <a:t>Le flot (système) de valeur/</a:t>
            </a:r>
            <a:r>
              <a:rPr lang="fr-CA" sz="4400" b="1" dirty="0">
                <a:solidFill>
                  <a:schemeClr val="accent4">
                    <a:lumMod val="75000"/>
                  </a:schemeClr>
                </a:solidFill>
              </a:rPr>
              <a:t>produit</a:t>
            </a:r>
            <a:r>
              <a:rPr lang="fr-CA" sz="44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br>
              <a:rPr lang="fr-CA" sz="4400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fr-CA" sz="4400" dirty="0">
                <a:solidFill>
                  <a:schemeClr val="accent4">
                    <a:lumMod val="75000"/>
                  </a:schemeClr>
                </a:solidFill>
              </a:rPr>
              <a:t>…</a:t>
            </a:r>
            <a:r>
              <a:rPr lang="fr-CA" sz="2800" dirty="0">
                <a:solidFill>
                  <a:schemeClr val="accent4">
                    <a:lumMod val="75000"/>
                  </a:schemeClr>
                </a:solidFill>
              </a:rPr>
              <a:t>en 3 phases (mécanisme opérationnel)</a:t>
            </a:r>
          </a:p>
        </p:txBody>
      </p:sp>
      <p:graphicFrame>
        <p:nvGraphicFramePr>
          <p:cNvPr id="10" name="Content Placeholder 2">
            <a:extLst>
              <a:ext uri="{FF2B5EF4-FFF2-40B4-BE49-F238E27FC236}">
                <a16:creationId xmlns:a16="http://schemas.microsoft.com/office/drawing/2014/main" id="{E7047C37-9775-5E1B-C665-43B41DD8A77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4134820480"/>
              </p:ext>
            </p:extLst>
          </p:nvPr>
        </p:nvGraphicFramePr>
        <p:xfrm>
          <a:off x="457200" y="1880449"/>
          <a:ext cx="8229600" cy="4525963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14" name="ZoneTexte 13">
            <a:extLst>
              <a:ext uri="{FF2B5EF4-FFF2-40B4-BE49-F238E27FC236}">
                <a16:creationId xmlns:a16="http://schemas.microsoft.com/office/drawing/2014/main" id="{EADDB4A6-1FBD-7C71-40C6-0BA37155AD9A}"/>
              </a:ext>
            </a:extLst>
          </p:cNvPr>
          <p:cNvSpPr txBox="1"/>
          <p:nvPr/>
        </p:nvSpPr>
        <p:spPr>
          <a:xfrm>
            <a:off x="0" y="6333667"/>
            <a:ext cx="9144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fr-CA" b="1" dirty="0" err="1">
                <a:solidFill>
                  <a:schemeClr val="accent4">
                    <a:lumMod val="75000"/>
                  </a:schemeClr>
                </a:solidFill>
              </a:rPr>
              <a:t>ToTAL</a:t>
            </a:r>
            <a:r>
              <a:rPr lang="fr-CA" dirty="0">
                <a:solidFill>
                  <a:schemeClr val="accent4">
                    <a:lumMod val="75000"/>
                  </a:schemeClr>
                </a:solidFill>
              </a:rPr>
              <a:t> est comment on pense, tandis que </a:t>
            </a:r>
            <a:r>
              <a:rPr lang="fr-CA" b="1" dirty="0">
                <a:solidFill>
                  <a:schemeClr val="accent4">
                    <a:lumMod val="75000"/>
                  </a:schemeClr>
                </a:solidFill>
              </a:rPr>
              <a:t>SENSe</a:t>
            </a:r>
            <a:r>
              <a:rPr lang="fr-CA" dirty="0">
                <a:solidFill>
                  <a:schemeClr val="accent4">
                    <a:lumMod val="75000"/>
                  </a:schemeClr>
                </a:solidFill>
              </a:rPr>
              <a:t>, </a:t>
            </a:r>
            <a:r>
              <a:rPr lang="fr-CA" b="1" dirty="0" err="1">
                <a:solidFill>
                  <a:schemeClr val="accent4">
                    <a:lumMod val="75000"/>
                  </a:schemeClr>
                </a:solidFill>
              </a:rPr>
              <a:t>FORGe</a:t>
            </a:r>
            <a:r>
              <a:rPr lang="fr-CA" dirty="0">
                <a:solidFill>
                  <a:schemeClr val="accent4">
                    <a:lumMod val="75000"/>
                  </a:schemeClr>
                </a:solidFill>
              </a:rPr>
              <a:t> et </a:t>
            </a:r>
            <a:r>
              <a:rPr lang="fr-CA" b="1" dirty="0" err="1">
                <a:solidFill>
                  <a:schemeClr val="accent4">
                    <a:lumMod val="75000"/>
                  </a:schemeClr>
                </a:solidFill>
              </a:rPr>
              <a:t>CARe</a:t>
            </a:r>
            <a:r>
              <a:rPr lang="fr-CA" dirty="0">
                <a:solidFill>
                  <a:schemeClr val="accent4">
                    <a:lumMod val="75000"/>
                  </a:schemeClr>
                </a:solidFill>
              </a:rPr>
              <a:t> en sont la réalisation.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>
                <a:solidFill>
                  <a:schemeClr val="accent4">
                    <a:lumMod val="75000"/>
                  </a:schemeClr>
                </a:solidFill>
              </a:rPr>
              <a:t>L’amélioration continue</a:t>
            </a:r>
            <a:endParaRPr dirty="0">
              <a:solidFill>
                <a:schemeClr val="accent4">
                  <a:lumMod val="75000"/>
                </a:schemeClr>
              </a:solidFill>
            </a:endParaRPr>
          </a:p>
        </p:txBody>
      </p:sp>
      <p:pic>
        <p:nvPicPr>
          <p:cNvPr id="5" name="Picture 3">
            <a:extLst>
              <a:ext uri="{FF2B5EF4-FFF2-40B4-BE49-F238E27FC236}">
                <a16:creationId xmlns:a16="http://schemas.microsoft.com/office/drawing/2014/main" id="{88A801BD-5699-73F8-3381-88864DA801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535476" y="1350499"/>
            <a:ext cx="7436656" cy="3950172"/>
          </a:xfrm>
          <a:prstGeom prst="rect">
            <a:avLst/>
          </a:prstGeom>
        </p:spPr>
      </p:pic>
      <p:sp>
        <p:nvSpPr>
          <p:cNvPr id="8" name="ZoneTexte 7">
            <a:extLst>
              <a:ext uri="{FF2B5EF4-FFF2-40B4-BE49-F238E27FC236}">
                <a16:creationId xmlns:a16="http://schemas.microsoft.com/office/drawing/2014/main" id="{25D0D9BE-CD90-CC48-9F05-8C5BA80E01B4}"/>
              </a:ext>
            </a:extLst>
          </p:cNvPr>
          <p:cNvSpPr txBox="1"/>
          <p:nvPr/>
        </p:nvSpPr>
        <p:spPr>
          <a:xfrm>
            <a:off x="3949418" y="3094752"/>
            <a:ext cx="519458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 sz="2400" b="1" dirty="0" err="1">
                <a:solidFill>
                  <a:schemeClr val="accent4">
                    <a:lumMod val="75000"/>
                  </a:schemeClr>
                </a:solidFill>
              </a:rPr>
              <a:t>FORGe</a:t>
            </a:r>
            <a:br>
              <a:rPr lang="fr-CA" sz="2400" b="1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fr-CA" sz="2400" dirty="0">
                <a:solidFill>
                  <a:schemeClr val="accent4">
                    <a:lumMod val="75000"/>
                  </a:schemeClr>
                </a:solidFill>
              </a:rPr>
              <a:t>(implémentation et simulation du réel)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62CC02C2-68FC-90FA-5AF1-E0F5D7662B8F}"/>
              </a:ext>
            </a:extLst>
          </p:cNvPr>
          <p:cNvSpPr txBox="1"/>
          <p:nvPr/>
        </p:nvSpPr>
        <p:spPr>
          <a:xfrm>
            <a:off x="3263441" y="4330511"/>
            <a:ext cx="40429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 sz="2400" b="1" dirty="0" err="1">
                <a:solidFill>
                  <a:schemeClr val="accent4">
                    <a:lumMod val="75000"/>
                  </a:schemeClr>
                </a:solidFill>
              </a:rPr>
              <a:t>CARe</a:t>
            </a:r>
            <a:r>
              <a:rPr lang="fr-CA" sz="2400" dirty="0">
                <a:solidFill>
                  <a:schemeClr val="accent4">
                    <a:lumMod val="75000"/>
                  </a:schemeClr>
                </a:solidFill>
              </a:rPr>
              <a:t> (monde réel)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BB7A933A-CAF0-1F03-A93E-106CDB4D4811}"/>
              </a:ext>
            </a:extLst>
          </p:cNvPr>
          <p:cNvSpPr txBox="1"/>
          <p:nvPr/>
        </p:nvSpPr>
        <p:spPr>
          <a:xfrm>
            <a:off x="3251069" y="1858993"/>
            <a:ext cx="404292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 sz="2400" b="1" dirty="0">
                <a:solidFill>
                  <a:schemeClr val="accent4">
                    <a:lumMod val="75000"/>
                  </a:schemeClr>
                </a:solidFill>
              </a:rPr>
              <a:t>SENSe </a:t>
            </a:r>
            <a:r>
              <a:rPr lang="fr-CA" sz="2400" dirty="0">
                <a:solidFill>
                  <a:schemeClr val="accent4">
                    <a:lumMod val="75000"/>
                  </a:schemeClr>
                </a:solidFill>
              </a:rPr>
              <a:t>(souhaits du réel)</a:t>
            </a:r>
          </a:p>
        </p:txBody>
      </p:sp>
      <p:sp>
        <p:nvSpPr>
          <p:cNvPr id="15" name="Flèche : droite 14">
            <a:extLst>
              <a:ext uri="{FF2B5EF4-FFF2-40B4-BE49-F238E27FC236}">
                <a16:creationId xmlns:a16="http://schemas.microsoft.com/office/drawing/2014/main" id="{F9353593-6F21-5E5B-6CE7-C2ADEE08A974}"/>
              </a:ext>
            </a:extLst>
          </p:cNvPr>
          <p:cNvSpPr/>
          <p:nvPr/>
        </p:nvSpPr>
        <p:spPr>
          <a:xfrm rot="14558210">
            <a:off x="1151749" y="2383752"/>
            <a:ext cx="558405" cy="512064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16" name="Flèche : droite 15">
            <a:extLst>
              <a:ext uri="{FF2B5EF4-FFF2-40B4-BE49-F238E27FC236}">
                <a16:creationId xmlns:a16="http://schemas.microsoft.com/office/drawing/2014/main" id="{CA5710D5-FCED-53A3-C696-9C2CC1CD84AF}"/>
              </a:ext>
            </a:extLst>
          </p:cNvPr>
          <p:cNvSpPr/>
          <p:nvPr/>
        </p:nvSpPr>
        <p:spPr>
          <a:xfrm rot="16200000">
            <a:off x="-162857" y="3094917"/>
            <a:ext cx="1964123" cy="512064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147" name="ZoneTexte 5">
            <a:extLst>
              <a:ext uri="{FF2B5EF4-FFF2-40B4-BE49-F238E27FC236}">
                <a16:creationId xmlns:a16="http://schemas.microsoft.com/office/drawing/2014/main" id="{C6F21A6C-4F01-7F1D-15B1-3A8170547FDF}"/>
              </a:ext>
            </a:extLst>
          </p:cNvPr>
          <p:cNvSpPr txBox="1"/>
          <p:nvPr/>
        </p:nvSpPr>
        <p:spPr>
          <a:xfrm>
            <a:off x="457200" y="5395417"/>
            <a:ext cx="8342722" cy="1308050"/>
          </a:xfrm>
          <a:prstGeom prst="rect">
            <a:avLst/>
          </a:prstGeom>
          <a:noFill/>
        </p:spPr>
        <p:txBody>
          <a:bodyPr wrap="square" lIns="91440" tIns="45720" rIns="91440" bIns="45720" anchor="t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600"/>
              </a:spcAft>
            </a:pPr>
            <a:r>
              <a:rPr lang="fr-CA" sz="1600" b="1" noProof="0" dirty="0" err="1">
                <a:solidFill>
                  <a:schemeClr val="accent4">
                    <a:lumMod val="75000"/>
                  </a:schemeClr>
                </a:solidFill>
              </a:rPr>
              <a:t>CARe</a:t>
            </a:r>
            <a:r>
              <a:rPr lang="fr-CA" sz="1600" b="1" noProof="0" dirty="0">
                <a:solidFill>
                  <a:schemeClr val="accent4">
                    <a:lumMod val="75000"/>
                  </a:schemeClr>
                </a:solidFill>
              </a:rPr>
              <a:t> et </a:t>
            </a:r>
            <a:r>
              <a:rPr lang="fr-CA" sz="1600" b="1" noProof="0" dirty="0" err="1">
                <a:solidFill>
                  <a:schemeClr val="accent4">
                    <a:lumMod val="75000"/>
                  </a:schemeClr>
                </a:solidFill>
              </a:rPr>
              <a:t>FORGe</a:t>
            </a:r>
            <a:r>
              <a:rPr lang="fr-CA" sz="1600" b="1" noProof="0" dirty="0">
                <a:solidFill>
                  <a:schemeClr val="accent4">
                    <a:lumMod val="75000"/>
                  </a:schemeClr>
                </a:solidFill>
              </a:rPr>
              <a:t> produisent des données et SENSe les interprète !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CA" sz="1600" noProof="0" dirty="0">
                <a:solidFill>
                  <a:schemeClr val="accent4">
                    <a:lumMod val="75000"/>
                  </a:schemeClr>
                </a:solidFill>
              </a:rPr>
              <a:t>Les données (</a:t>
            </a:r>
            <a:r>
              <a:rPr lang="fr-CA" sz="1600" noProof="0" dirty="0" err="1">
                <a:solidFill>
                  <a:schemeClr val="accent4">
                    <a:lumMod val="75000"/>
                  </a:schemeClr>
                </a:solidFill>
              </a:rPr>
              <a:t>qualimétrie</a:t>
            </a:r>
            <a:r>
              <a:rPr lang="fr-CA" sz="1600" noProof="0" dirty="0">
                <a:solidFill>
                  <a:schemeClr val="accent4">
                    <a:lumMod val="75000"/>
                  </a:schemeClr>
                </a:solidFill>
              </a:rPr>
              <a:t>) sont collectées en continu et proviennent de sources diverses.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CA" sz="1600" noProof="0" dirty="0">
                <a:solidFill>
                  <a:schemeClr val="accent4">
                    <a:lumMod val="75000"/>
                  </a:schemeClr>
                </a:solidFill>
              </a:rPr>
              <a:t>L’apprentissage se fait dans </a:t>
            </a:r>
            <a:r>
              <a:rPr lang="fr-CA" sz="1600" b="1" noProof="0" dirty="0">
                <a:solidFill>
                  <a:schemeClr val="accent4">
                    <a:lumMod val="75000"/>
                  </a:schemeClr>
                </a:solidFill>
              </a:rPr>
              <a:t>SENSe</a:t>
            </a:r>
            <a:r>
              <a:rPr lang="fr-CA" sz="1600" noProof="0" dirty="0">
                <a:solidFill>
                  <a:schemeClr val="accent4">
                    <a:lumMod val="75000"/>
                  </a:schemeClr>
                </a:solidFill>
              </a:rPr>
              <a:t> et s’applique partout.</a:t>
            </a:r>
            <a:endParaRPr lang="fr-CA" sz="1600" noProof="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fr-CA" sz="1600" noProof="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L’amélioration basée sur les valeurs et vice versa.</a:t>
            </a:r>
          </a:p>
        </p:txBody>
      </p:sp>
      <p:sp>
        <p:nvSpPr>
          <p:cNvPr id="3" name="Flèche : droite 2">
            <a:extLst>
              <a:ext uri="{FF2B5EF4-FFF2-40B4-BE49-F238E27FC236}">
                <a16:creationId xmlns:a16="http://schemas.microsoft.com/office/drawing/2014/main" id="{B4673882-5CE7-EC16-FADA-01FA4998357F}"/>
              </a:ext>
            </a:extLst>
          </p:cNvPr>
          <p:cNvSpPr/>
          <p:nvPr/>
        </p:nvSpPr>
        <p:spPr>
          <a:xfrm rot="10800000">
            <a:off x="1507463" y="1825398"/>
            <a:ext cx="558405" cy="512064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  <p:sp>
        <p:nvSpPr>
          <p:cNvPr id="4" name="Flèche : droite 3">
            <a:extLst>
              <a:ext uri="{FF2B5EF4-FFF2-40B4-BE49-F238E27FC236}">
                <a16:creationId xmlns:a16="http://schemas.microsoft.com/office/drawing/2014/main" id="{9A939F10-046A-747A-6A0F-32298925DE7F}"/>
              </a:ext>
            </a:extLst>
          </p:cNvPr>
          <p:cNvSpPr/>
          <p:nvPr/>
        </p:nvSpPr>
        <p:spPr>
          <a:xfrm rot="7111293">
            <a:off x="1154310" y="1180397"/>
            <a:ext cx="558405" cy="512064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AE7608-56FD-BC8C-9B92-63350CD4EE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9144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348" y="551961"/>
            <a:ext cx="8249304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01BE1D7-9D1C-E970-0169-838C8861DE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1248587"/>
            <a:ext cx="6858000" cy="1667931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defTabSz="914400">
              <a:lnSpc>
                <a:spcPct val="90000"/>
              </a:lnSpc>
            </a:pPr>
            <a:r>
              <a:rPr lang="fr-CA" sz="6000" noProof="0" dirty="0">
                <a:solidFill>
                  <a:schemeClr val="accent4">
                    <a:lumMod val="75000"/>
                  </a:schemeClr>
                </a:solidFill>
              </a:rPr>
              <a:t>Le principe</a:t>
            </a:r>
            <a:br>
              <a:rPr lang="fr-CA" sz="6000" noProof="0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fr-CA" sz="6000" b="1" noProof="0" dirty="0">
                <a:solidFill>
                  <a:schemeClr val="accent4">
                    <a:lumMod val="75000"/>
                  </a:schemeClr>
                </a:solidFill>
              </a:rPr>
              <a:t>SENSe</a:t>
            </a:r>
            <a:endParaRPr lang="fr-CA" sz="5600" b="1" kern="1200" noProof="0" dirty="0">
              <a:solidFill>
                <a:schemeClr val="accent4">
                  <a:lumMod val="75000"/>
                </a:schemeClr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255E232-7A4F-0DFE-28AA-69259659F62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47347" y="2820896"/>
            <a:ext cx="8249304" cy="3131014"/>
          </a:xfrm>
        </p:spPr>
        <p:txBody>
          <a:bodyPr vert="horz" lIns="91440" tIns="45720" rIns="91440" bIns="45720" rtlCol="0">
            <a:noAutofit/>
          </a:bodyPr>
          <a:lstStyle/>
          <a:p>
            <a:pPr marL="114300" lvl="0" indent="0" algn="ctr" defTabSz="914400">
              <a:buNone/>
            </a:pPr>
            <a:r>
              <a:rPr lang="fr-CA" sz="1600" dirty="0">
                <a:solidFill>
                  <a:schemeClr val="accent4">
                    <a:lumMod val="75000"/>
                  </a:schemeClr>
                </a:solidFill>
              </a:rPr>
              <a:t>Si ce n’est pas </a:t>
            </a:r>
            <a:r>
              <a:rPr lang="fr-CA" sz="1600" b="1" dirty="0">
                <a:solidFill>
                  <a:schemeClr val="accent4">
                    <a:lumMod val="75000"/>
                  </a:schemeClr>
                </a:solidFill>
              </a:rPr>
              <a:t>SENSe</a:t>
            </a:r>
            <a:r>
              <a:rPr lang="fr-CA" sz="1600" dirty="0">
                <a:solidFill>
                  <a:schemeClr val="accent4">
                    <a:lumMod val="75000"/>
                  </a:schemeClr>
                </a:solidFill>
              </a:rPr>
              <a:t> → ça ne va pas à </a:t>
            </a:r>
            <a:r>
              <a:rPr lang="fr-CA" sz="1600" b="1" dirty="0" err="1">
                <a:solidFill>
                  <a:schemeClr val="accent4">
                    <a:lumMod val="75000"/>
                  </a:schemeClr>
                </a:solidFill>
              </a:rPr>
              <a:t>FORGe</a:t>
            </a:r>
            <a:endParaRPr lang="fr-CA" sz="1600" b="1" dirty="0">
              <a:solidFill>
                <a:schemeClr val="accent4">
                  <a:lumMod val="75000"/>
                </a:schemeClr>
              </a:solidFill>
            </a:endParaRPr>
          </a:p>
          <a:p>
            <a:pPr marL="114300" lvl="0" indent="0" algn="ctr" defTabSz="914400">
              <a:buNone/>
            </a:pPr>
            <a:r>
              <a:rPr lang="fr-CA" sz="1600" dirty="0">
                <a:solidFill>
                  <a:schemeClr val="accent4">
                    <a:lumMod val="75000"/>
                  </a:schemeClr>
                </a:solidFill>
              </a:rPr>
              <a:t>Apprenez à partir des signaux/données (</a:t>
            </a:r>
            <a:r>
              <a:rPr lang="fr-CA" sz="1600" b="1" dirty="0">
                <a:solidFill>
                  <a:schemeClr val="accent4">
                    <a:lumMod val="75000"/>
                  </a:schemeClr>
                </a:solidFill>
              </a:rPr>
              <a:t>SENSe</a:t>
            </a:r>
            <a:r>
              <a:rPr lang="fr-CA" sz="1600" dirty="0">
                <a:solidFill>
                  <a:schemeClr val="accent4">
                    <a:lumMod val="75000"/>
                  </a:schemeClr>
                </a:solidFill>
              </a:rPr>
              <a:t> + </a:t>
            </a:r>
            <a:r>
              <a:rPr lang="fr-CA" sz="1600" b="1" dirty="0" err="1">
                <a:solidFill>
                  <a:schemeClr val="accent4">
                    <a:lumMod val="75000"/>
                  </a:schemeClr>
                </a:solidFill>
              </a:rPr>
              <a:t>CARe</a:t>
            </a:r>
            <a:r>
              <a:rPr lang="fr-CA" sz="1600" dirty="0">
                <a:solidFill>
                  <a:schemeClr val="accent4">
                    <a:lumMod val="75000"/>
                  </a:schemeClr>
                </a:solidFill>
              </a:rPr>
              <a:t> + </a:t>
            </a:r>
            <a:r>
              <a:rPr lang="fr-CA" sz="1600" b="1" dirty="0" err="1">
                <a:solidFill>
                  <a:schemeClr val="accent4">
                    <a:lumMod val="75000"/>
                  </a:schemeClr>
                </a:solidFill>
              </a:rPr>
              <a:t>FORGe</a:t>
            </a:r>
            <a:r>
              <a:rPr lang="fr-CA" sz="1600" dirty="0">
                <a:solidFill>
                  <a:schemeClr val="accent4">
                    <a:lumMod val="75000"/>
                  </a:schemeClr>
                </a:solidFill>
              </a:rPr>
              <a:t>)</a:t>
            </a:r>
          </a:p>
          <a:p>
            <a:pPr marL="114300" lvl="0" indent="0" algn="ctr" defTabSz="914400">
              <a:buNone/>
            </a:pPr>
            <a:r>
              <a:rPr lang="fr-CA" sz="1600" dirty="0">
                <a:solidFill>
                  <a:schemeClr val="accent4">
                    <a:lumMod val="75000"/>
                  </a:schemeClr>
                </a:solidFill>
              </a:rPr>
              <a:t>Solution par conception (UX, domaine, flux)</a:t>
            </a:r>
          </a:p>
          <a:p>
            <a:pPr marL="114300" lvl="0" indent="0" algn="ctr" defTabSz="914400">
              <a:buNone/>
            </a:pPr>
            <a:r>
              <a:rPr lang="fr-CA" sz="1600" dirty="0">
                <a:solidFill>
                  <a:schemeClr val="accent4">
                    <a:lumMod val="75000"/>
                  </a:schemeClr>
                </a:solidFill>
              </a:rPr>
              <a:t>Spécifier (BDD, TDD, ATDD, automatisation, IA)</a:t>
            </a:r>
          </a:p>
          <a:p>
            <a:pPr marL="114300" lvl="0" indent="0" algn="ctr" defTabSz="914400">
              <a:buNone/>
            </a:pPr>
            <a:r>
              <a:rPr lang="fr-CA" sz="1600" b="1" dirty="0">
                <a:solidFill>
                  <a:schemeClr val="accent4">
                    <a:lumMod val="75000"/>
                  </a:schemeClr>
                </a:solidFill>
              </a:rPr>
              <a:t>Cela fait du sens, c’est bon…</a:t>
            </a:r>
          </a:p>
          <a:p>
            <a:pPr marL="114300" lvl="0" indent="0" algn="ctr" defTabSz="914400">
              <a:buNone/>
            </a:pPr>
            <a:r>
              <a:rPr lang="fr-CA" sz="1600" dirty="0">
                <a:solidFill>
                  <a:schemeClr val="accent4">
                    <a:lumMod val="75000"/>
                  </a:schemeClr>
                </a:solidFill>
                <a:highlight>
                  <a:srgbClr val="FFFF00"/>
                </a:highlight>
              </a:rPr>
              <a:t>Valider et prioriser (livrer gros et petit/</a:t>
            </a:r>
            <a:r>
              <a:rPr lang="fr-CA" sz="1600" dirty="0" err="1">
                <a:solidFill>
                  <a:schemeClr val="accent4">
                    <a:lumMod val="75000"/>
                  </a:schemeClr>
                </a:solidFill>
                <a:highlight>
                  <a:srgbClr val="FFFF00"/>
                </a:highlight>
              </a:rPr>
              <a:t>mvp</a:t>
            </a:r>
            <a:r>
              <a:rPr lang="fr-CA" sz="1600" dirty="0">
                <a:solidFill>
                  <a:schemeClr val="accent4">
                    <a:lumMod val="75000"/>
                  </a:schemeClr>
                </a:solidFill>
                <a:highlight>
                  <a:srgbClr val="FFFF00"/>
                </a:highlight>
              </a:rPr>
              <a:t>, </a:t>
            </a:r>
            <a:r>
              <a:rPr lang="fr-CA" sz="1600" dirty="0" err="1">
                <a:solidFill>
                  <a:schemeClr val="accent4">
                    <a:lumMod val="75000"/>
                  </a:schemeClr>
                </a:solidFill>
                <a:highlight>
                  <a:srgbClr val="FFFF00"/>
                </a:highlight>
              </a:rPr>
              <a:t>mvs</a:t>
            </a:r>
            <a:r>
              <a:rPr lang="fr-CA" sz="1600" dirty="0">
                <a:solidFill>
                  <a:schemeClr val="accent4">
                    <a:lumMod val="75000"/>
                  </a:schemeClr>
                </a:solidFill>
                <a:highlight>
                  <a:srgbClr val="FFFF00"/>
                </a:highlight>
              </a:rPr>
              <a:t>) à revoir</a:t>
            </a:r>
          </a:p>
          <a:p>
            <a:pPr marL="114300" lvl="0" indent="0" algn="ctr" defTabSz="914400">
              <a:buNone/>
            </a:pPr>
            <a:r>
              <a:rPr lang="fr-CA" sz="1600" dirty="0">
                <a:solidFill>
                  <a:schemeClr val="accent4">
                    <a:lumMod val="75000"/>
                  </a:schemeClr>
                </a:solidFill>
              </a:rPr>
              <a:t>Clarté</a:t>
            </a:r>
          </a:p>
          <a:p>
            <a:pPr marL="114300" lvl="0" indent="0" algn="ctr" defTabSz="914400">
              <a:buNone/>
            </a:pPr>
            <a:r>
              <a:rPr lang="fr-CA" sz="1600" dirty="0">
                <a:solidFill>
                  <a:schemeClr val="accent4">
                    <a:lumMod val="75000"/>
                  </a:schemeClr>
                </a:solidFill>
              </a:rPr>
              <a:t>Promptitude, paré, prêt…</a:t>
            </a:r>
          </a:p>
          <a:p>
            <a:pPr marL="114300" lvl="0" indent="0" algn="ctr" defTabSz="914400">
              <a:buNone/>
            </a:pPr>
            <a:r>
              <a:rPr lang="fr-CA" sz="1600" dirty="0" err="1">
                <a:solidFill>
                  <a:schemeClr val="accent4">
                    <a:lumMod val="75000"/>
                  </a:schemeClr>
                </a:solidFill>
              </a:rPr>
              <a:t>DoR</a:t>
            </a:r>
            <a:r>
              <a:rPr lang="fr-CA" sz="1600" dirty="0">
                <a:solidFill>
                  <a:schemeClr val="accent4">
                    <a:lumMod val="75000"/>
                  </a:schemeClr>
                </a:solidFill>
              </a:rPr>
              <a:t> et DoD</a:t>
            </a:r>
            <a:br>
              <a:rPr lang="fr-CA" sz="1600" dirty="0">
                <a:solidFill>
                  <a:schemeClr val="accent4">
                    <a:lumMod val="75000"/>
                  </a:schemeClr>
                </a:solidFill>
              </a:rPr>
            </a:br>
            <a:endParaRPr lang="fr-CA" sz="1600" noProof="0" dirty="0">
              <a:solidFill>
                <a:schemeClr val="accent4">
                  <a:lumMod val="75000"/>
                </a:schemeClr>
              </a:solidFill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447348" y="6329769"/>
            <a:ext cx="8250174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707231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7" name="Rectangle 26">
            <a:extLst>
              <a:ext uri="{FF2B5EF4-FFF2-40B4-BE49-F238E27FC236}">
                <a16:creationId xmlns:a16="http://schemas.microsoft.com/office/drawing/2014/main" id="{3AD318CC-E2A8-4E27-9548-A047A78999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3798" y="1463040"/>
            <a:ext cx="2847230" cy="2690949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fr-CA" sz="3200" dirty="0">
                <a:solidFill>
                  <a:schemeClr val="accent4">
                    <a:lumMod val="75000"/>
                  </a:schemeClr>
                </a:solidFill>
              </a:rPr>
              <a:t>Le moteur de définition</a:t>
            </a:r>
            <a:br>
              <a:rPr lang="fr-CA" sz="3200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fr-CA" sz="3200" dirty="0">
                <a:solidFill>
                  <a:schemeClr val="accent4">
                    <a:lumMod val="75000"/>
                  </a:schemeClr>
                </a:solidFill>
              </a:rPr>
              <a:t>(modélisation)</a:t>
            </a:r>
            <a:br>
              <a:rPr lang="fr-CA" sz="3200" dirty="0">
                <a:solidFill>
                  <a:schemeClr val="accent4">
                    <a:lumMod val="75000"/>
                  </a:schemeClr>
                </a:solidFill>
              </a:rPr>
            </a:br>
            <a:endParaRPr lang="fr-CA" sz="3200" b="1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grpSp>
        <p:nvGrpSpPr>
          <p:cNvPr id="28" name="Group 20">
            <a:extLst>
              <a:ext uri="{FF2B5EF4-FFF2-40B4-BE49-F238E27FC236}">
                <a16:creationId xmlns:a16="http://schemas.microsoft.com/office/drawing/2014/main" id="{B14B560F-9DD7-4302-A60B-EBD3EF59B0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57250" y="4415246"/>
            <a:ext cx="8986749" cy="2087795"/>
            <a:chOff x="143163" y="5763486"/>
            <a:chExt cx="11982332" cy="739555"/>
          </a:xfrm>
        </p:grpSpPr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3A9A4357-BD1D-4622-A4FE-766E6AB8DE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357444" y="5763486"/>
              <a:ext cx="11768051" cy="73955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0" name="Straight Connector 22">
              <a:extLst>
                <a:ext uri="{FF2B5EF4-FFF2-40B4-BE49-F238E27FC236}">
                  <a16:creationId xmlns:a16="http://schemas.microsoft.com/office/drawing/2014/main" id="{C21D6966-343E-49AC-A026-D2497E0C3C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43163" y="5763486"/>
              <a:ext cx="1" cy="739555"/>
            </a:xfrm>
            <a:prstGeom prst="line">
              <a:avLst/>
            </a:prstGeom>
            <a:ln w="1778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1" name="Rectangle 30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50279" y="587829"/>
            <a:ext cx="4878975" cy="568234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F7A07DC-96C6-A0F3-C09A-6964631A8890}"/>
              </a:ext>
            </a:extLst>
          </p:cNvPr>
          <p:cNvSpPr txBox="1"/>
          <p:nvPr/>
        </p:nvSpPr>
        <p:spPr>
          <a:xfrm>
            <a:off x="157250" y="3172158"/>
            <a:ext cx="4572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 sz="9600" b="1" dirty="0">
                <a:solidFill>
                  <a:schemeClr val="accent4">
                    <a:lumMod val="75000"/>
                  </a:schemeClr>
                </a:solidFill>
              </a:rPr>
              <a:t>SENSe</a:t>
            </a:r>
            <a:endParaRPr lang="fr-CA" sz="9600" dirty="0"/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B18B69CA-1F03-FACC-1930-D99A4498A7E0}"/>
              </a:ext>
            </a:extLst>
          </p:cNvPr>
          <p:cNvSpPr txBox="1"/>
          <p:nvPr/>
        </p:nvSpPr>
        <p:spPr>
          <a:xfrm>
            <a:off x="369525" y="4415246"/>
            <a:ext cx="348075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 sz="2000" dirty="0">
                <a:solidFill>
                  <a:schemeClr val="bg1"/>
                </a:solidFill>
              </a:rPr>
              <a:t>c’est là que les données deviennent de la valeur et des décisions/directions/objectifs</a:t>
            </a:r>
          </a:p>
        </p:txBody>
      </p:sp>
      <p:graphicFrame>
        <p:nvGraphicFramePr>
          <p:cNvPr id="6" name="Content Placeholder 2">
            <a:extLst>
              <a:ext uri="{FF2B5EF4-FFF2-40B4-BE49-F238E27FC236}">
                <a16:creationId xmlns:a16="http://schemas.microsoft.com/office/drawing/2014/main" id="{3ADDAF66-BDBC-B9E4-F480-4300999AC89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873346905"/>
              </p:ext>
            </p:extLst>
          </p:nvPr>
        </p:nvGraphicFramePr>
        <p:xfrm>
          <a:off x="4013552" y="1188319"/>
          <a:ext cx="4552428" cy="448072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7" name="Rectangle 36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noProof="0" dirty="0"/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9144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noProof="0" dirty="0"/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348" y="551961"/>
            <a:ext cx="8249304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noProof="0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3000" y="1248587"/>
            <a:ext cx="6858000" cy="1563686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defTabSz="914400">
              <a:lnSpc>
                <a:spcPct val="90000"/>
              </a:lnSpc>
            </a:pPr>
            <a:r>
              <a:rPr lang="fr-CA" sz="5600" kern="1200" noProof="0" dirty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rPr>
              <a:t>Le principe</a:t>
            </a:r>
            <a:br>
              <a:rPr lang="fr-CA" sz="5600" kern="1200" noProof="0" dirty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rPr>
            </a:br>
            <a:r>
              <a:rPr lang="fr-CA" sz="5600" b="1" kern="1200" noProof="0" dirty="0" err="1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rPr>
              <a:t>FORGe</a:t>
            </a:r>
            <a:endParaRPr lang="fr-CA" sz="5600" b="1" kern="1200" noProof="0" dirty="0">
              <a:solidFill>
                <a:schemeClr val="accent4">
                  <a:lumMod val="75000"/>
                </a:schemeClr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47347" y="2755154"/>
            <a:ext cx="8249304" cy="3699434"/>
          </a:xfrm>
        </p:spPr>
        <p:txBody>
          <a:bodyPr vert="horz" lIns="91440" tIns="45720" rIns="91440" bIns="45720" rtlCol="0">
            <a:noAutofit/>
          </a:bodyPr>
          <a:lstStyle/>
          <a:p>
            <a:pPr marL="0" indent="0" algn="ctr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fr-CA" sz="1600" kern="1200" noProof="0" dirty="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Si ce n’est pas </a:t>
            </a:r>
            <a:r>
              <a:rPr lang="fr-CA" sz="1600" b="1" kern="1200" noProof="0" dirty="0" err="1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FORGe</a:t>
            </a:r>
            <a:r>
              <a:rPr lang="fr-CA" sz="1600" kern="1200" noProof="0" dirty="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 → ça ne va pas à </a:t>
            </a:r>
            <a:r>
              <a:rPr lang="fr-CA" sz="1600" b="1" kern="1200" noProof="0" dirty="0" err="1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CARe</a:t>
            </a:r>
            <a:endParaRPr lang="fr-CA" sz="1600" b="1" kern="1200" noProof="0" dirty="0">
              <a:solidFill>
                <a:schemeClr val="accent4">
                  <a:lumMod val="75000"/>
                </a:schemeClr>
              </a:solidFill>
              <a:latin typeface="+mn-lt"/>
              <a:ea typeface="+mn-ea"/>
              <a:cs typeface="+mn-cs"/>
            </a:endParaRPr>
          </a:p>
          <a:p>
            <a:pPr marL="0" indent="0" algn="ctr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fr-CA" sz="1600" kern="1200" noProof="0" dirty="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L’exécution doit être correcte et complète</a:t>
            </a:r>
          </a:p>
          <a:p>
            <a:pPr marL="0" indent="0" algn="ctr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fr-CA" sz="1600" kern="1200" noProof="0" dirty="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Implémenter le travail défini</a:t>
            </a:r>
          </a:p>
          <a:p>
            <a:pPr marL="0" indent="0" algn="ctr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fr-CA" sz="1600" kern="1200" noProof="0" dirty="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Construire à partir des spécifications</a:t>
            </a:r>
          </a:p>
          <a:p>
            <a:pPr marL="0" indent="0" algn="ctr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fr-CA" sz="1600" kern="1200" noProof="0" dirty="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Aucune grande découverte lors de l’exécution</a:t>
            </a:r>
          </a:p>
          <a:p>
            <a:pPr marL="0" indent="0" algn="ctr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fr-CA" sz="1600" kern="1200" noProof="0" dirty="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Planifier et organiser le travail</a:t>
            </a:r>
          </a:p>
          <a:p>
            <a:pPr marL="0" indent="0" algn="ctr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fr-CA" sz="1600" kern="1200" noProof="0" dirty="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Construire et intégrer</a:t>
            </a:r>
          </a:p>
          <a:p>
            <a:pPr marL="0" indent="0" algn="ctr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fr-CA" sz="1600" kern="1200" noProof="0" dirty="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Simuler le comportement du système</a:t>
            </a:r>
          </a:p>
          <a:p>
            <a:pPr marL="0" indent="0" algn="ctr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fr-CA" sz="1600" kern="1200" noProof="0" dirty="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Mesurer la qualité technique</a:t>
            </a:r>
          </a:p>
          <a:p>
            <a:pPr marL="0" indent="0" algn="ctr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fr-CA" sz="1600" dirty="0" err="1">
                <a:solidFill>
                  <a:schemeClr val="accent4">
                    <a:lumMod val="75000"/>
                  </a:schemeClr>
                </a:solidFill>
              </a:rPr>
              <a:t>DoR</a:t>
            </a:r>
            <a:r>
              <a:rPr lang="fr-CA" sz="1600" dirty="0">
                <a:solidFill>
                  <a:schemeClr val="accent4">
                    <a:lumMod val="75000"/>
                  </a:schemeClr>
                </a:solidFill>
              </a:rPr>
              <a:t> et DoD</a:t>
            </a:r>
            <a:endParaRPr lang="fr-CA" sz="1600" kern="1200" noProof="0" dirty="0">
              <a:solidFill>
                <a:schemeClr val="accent4">
                  <a:lumMod val="75000"/>
                </a:schemeClr>
              </a:solidFill>
              <a:latin typeface="+mn-lt"/>
              <a:ea typeface="+mn-ea"/>
              <a:cs typeface="+mn-cs"/>
            </a:endParaRPr>
          </a:p>
          <a:p>
            <a:pPr marL="0" indent="0" algn="ctr" defTabSz="914400">
              <a:lnSpc>
                <a:spcPct val="90000"/>
              </a:lnSpc>
              <a:spcBef>
                <a:spcPts val="1000"/>
              </a:spcBef>
              <a:buNone/>
            </a:pPr>
            <a:endParaRPr lang="fr-CA" sz="1600" kern="1200" noProof="0" dirty="0">
              <a:solidFill>
                <a:schemeClr val="accent4">
                  <a:lumMod val="75000"/>
                </a:schemeClr>
              </a:solidFill>
              <a:latin typeface="+mn-lt"/>
              <a:ea typeface="+mn-ea"/>
              <a:cs typeface="+mn-cs"/>
            </a:endParaRPr>
          </a:p>
          <a:p>
            <a:pPr marL="0" indent="0" algn="ctr" defTabSz="914400">
              <a:lnSpc>
                <a:spcPct val="90000"/>
              </a:lnSpc>
              <a:spcBef>
                <a:spcPts val="1000"/>
              </a:spcBef>
              <a:buNone/>
            </a:pPr>
            <a:endParaRPr lang="fr-CA" sz="1600" kern="1200" noProof="0" dirty="0">
              <a:solidFill>
                <a:schemeClr val="accent4">
                  <a:lumMod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cxnSp>
        <p:nvCxnSpPr>
          <p:cNvPr id="40" name="Straight Connector 13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447348" y="6329769"/>
            <a:ext cx="8250174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AD318CC-E2A8-4E27-9548-A047A78999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13331" y="1463040"/>
            <a:ext cx="3371118" cy="2690949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fr-CA" sz="3200" dirty="0">
                <a:solidFill>
                  <a:schemeClr val="accent4">
                    <a:lumMod val="75000"/>
                  </a:schemeClr>
                </a:solidFill>
              </a:rPr>
              <a:t>Le moteur d’exécution</a:t>
            </a:r>
            <a:br>
              <a:rPr lang="fr-CA" sz="3200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fr-CA" sz="32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(implémentation)</a:t>
            </a:r>
            <a:br>
              <a:rPr lang="fr-CA" sz="32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</a:br>
            <a:endParaRPr lang="fr-CA" sz="3200" b="1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14B560F-9DD7-4302-A60B-EBD3EF59B0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57250" y="4415246"/>
            <a:ext cx="8986749" cy="2087795"/>
            <a:chOff x="143163" y="5763486"/>
            <a:chExt cx="11982332" cy="73955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A9A4357-BD1D-4622-A4FE-766E6AB8DE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357444" y="5763486"/>
              <a:ext cx="11768051" cy="73955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21D6966-343E-49AC-A026-D2497E0C3C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43163" y="5763486"/>
              <a:ext cx="1" cy="739555"/>
            </a:xfrm>
            <a:prstGeom prst="line">
              <a:avLst/>
            </a:prstGeom>
            <a:ln w="1778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50279" y="587829"/>
            <a:ext cx="4878975" cy="568234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FE01605C-BA3F-2B01-EBCA-0157FF42A009}"/>
              </a:ext>
            </a:extLst>
          </p:cNvPr>
          <p:cNvSpPr txBox="1"/>
          <p:nvPr/>
        </p:nvSpPr>
        <p:spPr>
          <a:xfrm>
            <a:off x="190004" y="3172158"/>
            <a:ext cx="4572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 sz="9600" b="1" noProof="0" dirty="0" err="1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FORGe</a:t>
            </a:r>
            <a:endParaRPr lang="fr-CA" sz="960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529351A9-A245-F67C-685D-B45621066FFF}"/>
              </a:ext>
            </a:extLst>
          </p:cNvPr>
          <p:cNvSpPr txBox="1"/>
          <p:nvPr/>
        </p:nvSpPr>
        <p:spPr>
          <a:xfrm>
            <a:off x="369525" y="4415246"/>
            <a:ext cx="3480753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 sz="2000" dirty="0">
                <a:solidFill>
                  <a:schemeClr val="bg1"/>
                </a:solidFill>
              </a:rPr>
              <a:t>c’est là que l’on construit ce qui a été clairement défini</a:t>
            </a:r>
          </a:p>
          <a:p>
            <a:r>
              <a:rPr lang="fr-CA" sz="2000" dirty="0">
                <a:solidFill>
                  <a:schemeClr val="bg1"/>
                </a:solidFill>
              </a:rPr>
              <a:t>Construit selon l’attente en itération</a:t>
            </a:r>
          </a:p>
        </p:txBody>
      </p:sp>
      <p:graphicFrame>
        <p:nvGraphicFramePr>
          <p:cNvPr id="4" name="Content Placeholder 2">
            <a:extLst>
              <a:ext uri="{FF2B5EF4-FFF2-40B4-BE49-F238E27FC236}">
                <a16:creationId xmlns:a16="http://schemas.microsoft.com/office/drawing/2014/main" id="{8CF41D8C-700C-B98D-DB69-F1120C6FC59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176448079"/>
              </p:ext>
            </p:extLst>
          </p:nvPr>
        </p:nvGraphicFramePr>
        <p:xfrm>
          <a:off x="4056213" y="1188319"/>
          <a:ext cx="4467105" cy="448072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01BAB1B-5C64-56CA-21CB-E5F1E7DAD3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9C7E0A2C-7C0A-4AAC-B3B0-6C12B2EBAE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noProof="0" dirty="0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EB7D2A2-F448-44D4-938C-DC84CBCB3B1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9144000" cy="5187142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noProof="0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871AEA07-1E14-44B4-8E55-64EF049CD66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7348" y="551961"/>
            <a:ext cx="8249304" cy="5399950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CA" noProof="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54F2BC5-A5BE-FEF4-9667-E199A05B3C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3000" y="1248587"/>
            <a:ext cx="6858000" cy="1563686"/>
          </a:xfrm>
        </p:spPr>
        <p:txBody>
          <a:bodyPr vert="horz" lIns="91440" tIns="45720" rIns="91440" bIns="45720" rtlCol="0" anchor="b">
            <a:normAutofit fontScale="90000"/>
          </a:bodyPr>
          <a:lstStyle/>
          <a:p>
            <a:pPr defTabSz="914400">
              <a:lnSpc>
                <a:spcPct val="90000"/>
              </a:lnSpc>
            </a:pPr>
            <a:r>
              <a:rPr lang="fr-CA" sz="5600" kern="1200" noProof="0" dirty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rPr>
              <a:t>Le principe</a:t>
            </a:r>
            <a:br>
              <a:rPr lang="fr-CA" sz="5600" kern="1200" noProof="0" dirty="0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rPr>
            </a:br>
            <a:r>
              <a:rPr lang="fr-CA" sz="5600" b="1" kern="1200" noProof="0" dirty="0" err="1">
                <a:solidFill>
                  <a:schemeClr val="accent4">
                    <a:lumMod val="75000"/>
                  </a:schemeClr>
                </a:solidFill>
                <a:latin typeface="+mj-lt"/>
                <a:ea typeface="+mj-ea"/>
                <a:cs typeface="+mj-cs"/>
              </a:rPr>
              <a:t>CARe</a:t>
            </a:r>
            <a:endParaRPr lang="fr-CA" sz="5600" b="1" kern="1200" noProof="0" dirty="0">
              <a:solidFill>
                <a:schemeClr val="accent4">
                  <a:lumMod val="75000"/>
                </a:schemeClr>
              </a:solidFill>
              <a:latin typeface="+mj-lt"/>
              <a:ea typeface="+mj-ea"/>
              <a:cs typeface="+mj-cs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E1C182-9226-B927-43A3-DADF9B9E61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3000" y="2761129"/>
            <a:ext cx="6858000" cy="3502212"/>
          </a:xfrm>
        </p:spPr>
        <p:txBody>
          <a:bodyPr vert="horz" lIns="91440" tIns="45720" rIns="91440" bIns="45720" rtlCol="0">
            <a:noAutofit/>
          </a:bodyPr>
          <a:lstStyle/>
          <a:p>
            <a:pPr marL="0" indent="0" algn="ctr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fr-CA" sz="1600" kern="1200" noProof="0" dirty="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Si ce n’est pas </a:t>
            </a:r>
            <a:r>
              <a:rPr lang="fr-CA" sz="1600" b="1" kern="1200" noProof="0" dirty="0" err="1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CARe</a:t>
            </a:r>
            <a:r>
              <a:rPr lang="fr-CA" sz="1600" kern="1200" noProof="0" dirty="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 → ça ne va pas à </a:t>
            </a:r>
            <a:r>
              <a:rPr lang="fr-CA" sz="1600" b="1" kern="1200" noProof="0" dirty="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SENSe</a:t>
            </a:r>
          </a:p>
          <a:p>
            <a:pPr marL="0" indent="0" algn="ctr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fr-CA" sz="1600" b="1" kern="1200" noProof="0" dirty="0" err="1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CARe</a:t>
            </a:r>
            <a:r>
              <a:rPr lang="fr-CA" sz="1600" kern="1200" noProof="0" dirty="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 produit la vérité et </a:t>
            </a:r>
            <a:r>
              <a:rPr lang="fr-CA" sz="1600" b="1" kern="1200" noProof="0" dirty="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SENSe</a:t>
            </a:r>
            <a:r>
              <a:rPr lang="fr-CA" sz="1600" kern="1200" noProof="0" dirty="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 l’interprète</a:t>
            </a:r>
          </a:p>
          <a:p>
            <a:pPr marL="0" indent="0" algn="ctr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fr-CA" sz="1600" dirty="0">
                <a:solidFill>
                  <a:schemeClr val="accent4">
                    <a:lumMod val="75000"/>
                  </a:schemeClr>
                </a:solidFill>
                <a:highlight>
                  <a:srgbClr val="FFFF00"/>
                </a:highlight>
              </a:rPr>
              <a:t>Sortie (majeure / mineure)</a:t>
            </a:r>
          </a:p>
          <a:p>
            <a:pPr marL="0" indent="0" algn="ctr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fr-CA" sz="1600" b="1" kern="1200" noProof="0" dirty="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Déploiement</a:t>
            </a:r>
            <a:r>
              <a:rPr lang="fr-CA" sz="1600" kern="1200" noProof="0" dirty="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, </a:t>
            </a:r>
            <a:r>
              <a:rPr lang="fr-CA" sz="1600" dirty="0">
                <a:solidFill>
                  <a:schemeClr val="accent4">
                    <a:lumMod val="75000"/>
                  </a:schemeClr>
                </a:solidFill>
              </a:rPr>
              <a:t>exploitation</a:t>
            </a:r>
          </a:p>
          <a:p>
            <a:pPr marL="0" indent="0" algn="ctr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fr-CA" sz="1600" b="1" kern="1200" noProof="0" dirty="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essai routier</a:t>
            </a:r>
            <a:r>
              <a:rPr lang="fr-CA" sz="1600" kern="1200" noProof="0" dirty="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, utilisation et expérience dans le monde réel</a:t>
            </a:r>
          </a:p>
          <a:p>
            <a:pPr marL="0" indent="0" algn="ctr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fr-CA" sz="1600" kern="1200" noProof="0" dirty="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Surveillance et soutien</a:t>
            </a:r>
          </a:p>
          <a:p>
            <a:pPr marL="0" indent="0" algn="ctr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fr-CA" sz="1600" dirty="0">
                <a:solidFill>
                  <a:schemeClr val="accent4">
                    <a:lumMod val="75000"/>
                  </a:schemeClr>
                </a:solidFill>
              </a:rPr>
              <a:t>Capturer les incidents et faire de la rétroaction</a:t>
            </a:r>
            <a:endParaRPr lang="fr-CA" sz="1600" kern="1200" noProof="0" dirty="0">
              <a:solidFill>
                <a:schemeClr val="accent4">
                  <a:lumMod val="75000"/>
                </a:schemeClr>
              </a:solidFill>
              <a:latin typeface="+mn-lt"/>
              <a:ea typeface="+mn-ea"/>
              <a:cs typeface="+mn-cs"/>
            </a:endParaRPr>
          </a:p>
          <a:p>
            <a:pPr marL="0" indent="0" algn="ctr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fr-CA" sz="1600" b="1" kern="1200" noProof="0" dirty="0">
                <a:solidFill>
                  <a:schemeClr val="accent4">
                    <a:lumMod val="75000"/>
                  </a:schemeClr>
                </a:solidFill>
                <a:latin typeface="+mn-lt"/>
                <a:ea typeface="+mn-ea"/>
                <a:cs typeface="+mn-cs"/>
              </a:rPr>
              <a:t>Collecte de données de valeur réelle</a:t>
            </a:r>
          </a:p>
          <a:p>
            <a:pPr marL="0" indent="0" algn="ctr" defTabSz="914400">
              <a:lnSpc>
                <a:spcPct val="90000"/>
              </a:lnSpc>
              <a:spcBef>
                <a:spcPts val="1000"/>
              </a:spcBef>
              <a:buNone/>
            </a:pPr>
            <a:r>
              <a:rPr lang="fr-CA" sz="1600" dirty="0" err="1">
                <a:solidFill>
                  <a:schemeClr val="accent4">
                    <a:lumMod val="75000"/>
                  </a:schemeClr>
                </a:solidFill>
              </a:rPr>
              <a:t>DoR</a:t>
            </a:r>
            <a:r>
              <a:rPr lang="fr-CA" sz="1600" dirty="0">
                <a:solidFill>
                  <a:schemeClr val="accent4">
                    <a:lumMod val="75000"/>
                  </a:schemeClr>
                </a:solidFill>
              </a:rPr>
              <a:t> et DoD</a:t>
            </a:r>
            <a:endParaRPr lang="fr-CA" sz="1600" b="1" kern="1200" noProof="0" dirty="0">
              <a:solidFill>
                <a:schemeClr val="accent4">
                  <a:lumMod val="75000"/>
                </a:schemeClr>
              </a:solidFill>
              <a:latin typeface="+mn-lt"/>
              <a:ea typeface="+mn-ea"/>
              <a:cs typeface="+mn-cs"/>
            </a:endParaRPr>
          </a:p>
          <a:p>
            <a:pPr marL="0" indent="0" algn="ctr" defTabSz="914400">
              <a:lnSpc>
                <a:spcPct val="90000"/>
              </a:lnSpc>
              <a:spcBef>
                <a:spcPts val="1000"/>
              </a:spcBef>
              <a:buNone/>
            </a:pPr>
            <a:endParaRPr lang="fr-CA" sz="1600" kern="1200" noProof="0" dirty="0">
              <a:solidFill>
                <a:schemeClr val="accent4">
                  <a:lumMod val="75000"/>
                </a:schemeClr>
              </a:solidFill>
              <a:latin typeface="+mn-lt"/>
              <a:ea typeface="+mn-ea"/>
              <a:cs typeface="+mn-cs"/>
            </a:endParaRPr>
          </a:p>
          <a:p>
            <a:pPr marL="0" indent="0" algn="ctr" defTabSz="914400">
              <a:lnSpc>
                <a:spcPct val="90000"/>
              </a:lnSpc>
              <a:spcBef>
                <a:spcPts val="1000"/>
              </a:spcBef>
              <a:buNone/>
            </a:pPr>
            <a:endParaRPr lang="fr-CA" sz="1600" kern="1200" noProof="0" dirty="0">
              <a:solidFill>
                <a:schemeClr val="accent4">
                  <a:lumMod val="75000"/>
                </a:schemeClr>
              </a:solidFill>
              <a:latin typeface="+mn-lt"/>
              <a:ea typeface="+mn-ea"/>
              <a:cs typeface="+mn-cs"/>
            </a:endParaRPr>
          </a:p>
          <a:p>
            <a:pPr marL="0" indent="0" algn="ctr" defTabSz="914400">
              <a:lnSpc>
                <a:spcPct val="90000"/>
              </a:lnSpc>
              <a:spcBef>
                <a:spcPts val="1000"/>
              </a:spcBef>
              <a:buNone/>
            </a:pPr>
            <a:endParaRPr lang="fr-CA" sz="1600" kern="1200" noProof="0" dirty="0">
              <a:solidFill>
                <a:schemeClr val="accent4">
                  <a:lumMod val="75000"/>
                </a:schemeClr>
              </a:solidFill>
              <a:latin typeface="+mn-lt"/>
              <a:ea typeface="+mn-ea"/>
              <a:cs typeface="+mn-cs"/>
            </a:endParaRPr>
          </a:p>
          <a:p>
            <a:pPr marL="0" indent="0" algn="ctr" defTabSz="914400">
              <a:lnSpc>
                <a:spcPct val="90000"/>
              </a:lnSpc>
              <a:spcBef>
                <a:spcPts val="1000"/>
              </a:spcBef>
              <a:buNone/>
            </a:pPr>
            <a:endParaRPr lang="fr-CA" sz="1600" kern="1200" noProof="0" dirty="0">
              <a:solidFill>
                <a:schemeClr val="accent4">
                  <a:lumMod val="75000"/>
                </a:schemeClr>
              </a:solidFill>
              <a:latin typeface="+mn-lt"/>
              <a:ea typeface="+mn-ea"/>
              <a:cs typeface="+mn-cs"/>
            </a:endParaRP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F7C8EA93-3210-4C62-99E9-153C275E3A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 flipH="1">
            <a:off x="447348" y="6329769"/>
            <a:ext cx="8250174" cy="0"/>
          </a:xfrm>
          <a:prstGeom prst="line">
            <a:avLst/>
          </a:prstGeom>
          <a:ln w="152400">
            <a:solidFill>
              <a:schemeClr val="accent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7085146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500"/>
                                  </p:stCondLst>
                                  <p:iterate type="wd">
                                    <p:tmPct val="15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10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3AD318CC-E2A8-4E27-9548-A047A78999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83798" y="1463040"/>
            <a:ext cx="2847230" cy="2690949"/>
          </a:xfrm>
        </p:spPr>
        <p:txBody>
          <a:bodyPr anchor="t">
            <a:normAutofit/>
          </a:bodyPr>
          <a:lstStyle/>
          <a:p>
            <a:r>
              <a:rPr lang="fr-CA" sz="3200" dirty="0">
                <a:solidFill>
                  <a:schemeClr val="accent4">
                    <a:lumMod val="75000"/>
                  </a:schemeClr>
                </a:solidFill>
              </a:rPr>
              <a:t>Le moteur de réalité</a:t>
            </a:r>
            <a:br>
              <a:rPr lang="fr-CA" sz="3200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fr-CA" sz="3200" dirty="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(production)</a:t>
            </a:r>
            <a:endParaRPr lang="fr-CA" sz="32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B14B560F-9DD7-4302-A60B-EBD3EF59B0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57250" y="4415246"/>
            <a:ext cx="8986749" cy="2087795"/>
            <a:chOff x="143163" y="5763486"/>
            <a:chExt cx="11982332" cy="739555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3A9A4357-BD1D-4622-A4FE-766E6AB8DE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357444" y="5763486"/>
              <a:ext cx="11768051" cy="73955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" name="Straight Connector 11">
              <a:extLst>
                <a:ext uri="{FF2B5EF4-FFF2-40B4-BE49-F238E27FC236}">
                  <a16:creationId xmlns:a16="http://schemas.microsoft.com/office/drawing/2014/main" id="{C21D6966-343E-49AC-A026-D2497E0C3C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43163" y="5763486"/>
              <a:ext cx="1" cy="739555"/>
            </a:xfrm>
            <a:prstGeom prst="line">
              <a:avLst/>
            </a:prstGeom>
            <a:ln w="1778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50279" y="587829"/>
            <a:ext cx="4878975" cy="568234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6B2BF67C-3AAF-138F-18FD-0C4655EECE28}"/>
              </a:ext>
            </a:extLst>
          </p:cNvPr>
          <p:cNvSpPr txBox="1"/>
          <p:nvPr/>
        </p:nvSpPr>
        <p:spPr>
          <a:xfrm>
            <a:off x="190004" y="3172158"/>
            <a:ext cx="4572000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 sz="9600" b="1" dirty="0" err="1">
                <a:solidFill>
                  <a:schemeClr val="accent4">
                    <a:lumMod val="75000"/>
                  </a:schemeClr>
                </a:solidFill>
              </a:rPr>
              <a:t>CARe</a:t>
            </a:r>
            <a:endParaRPr lang="fr-CA" sz="9600" dirty="0"/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9236886D-9E33-9770-B6D1-5B2D499B631C}"/>
              </a:ext>
            </a:extLst>
          </p:cNvPr>
          <p:cNvSpPr txBox="1"/>
          <p:nvPr/>
        </p:nvSpPr>
        <p:spPr>
          <a:xfrm>
            <a:off x="369525" y="4415246"/>
            <a:ext cx="3480753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fr-CA" sz="2000" dirty="0">
                <a:solidFill>
                  <a:schemeClr val="bg1"/>
                </a:solidFill>
              </a:rPr>
              <a:t>c’est là que la réalité est révélée, il n’y a pas d’interprétation ou supposition.</a:t>
            </a:r>
          </a:p>
        </p:txBody>
      </p:sp>
      <p:graphicFrame>
        <p:nvGraphicFramePr>
          <p:cNvPr id="18" name="Content Placeholder 2">
            <a:extLst>
              <a:ext uri="{FF2B5EF4-FFF2-40B4-BE49-F238E27FC236}">
                <a16:creationId xmlns:a16="http://schemas.microsoft.com/office/drawing/2014/main" id="{1DABE9BB-E7E4-3A7F-1455-B10C4A22188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94545127"/>
              </p:ext>
            </p:extLst>
          </p:nvPr>
        </p:nvGraphicFramePr>
        <p:xfrm>
          <a:off x="4042290" y="1188319"/>
          <a:ext cx="4494952" cy="448072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6" name="Rectangle 25">
            <a:extLst>
              <a:ext uri="{FF2B5EF4-FFF2-40B4-BE49-F238E27FC236}">
                <a16:creationId xmlns:a16="http://schemas.microsoft.com/office/drawing/2014/main" id="{CB299CAB-C506-454B-90FC-4065728297D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C8D99311-F254-40F1-8AB5-EE3E7B9B68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4350" y="685800"/>
            <a:ext cx="8115300" cy="1758576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008904B4-3FC7-5A38-852E-DFDB2629AA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2040" y="1070149"/>
            <a:ext cx="6719920" cy="1004836"/>
          </a:xfrm>
        </p:spPr>
        <p:txBody>
          <a:bodyPr anchor="ctr">
            <a:normAutofit/>
          </a:bodyPr>
          <a:lstStyle/>
          <a:p>
            <a:r>
              <a:rPr lang="fr-CA" sz="2800" dirty="0">
                <a:solidFill>
                  <a:srgbClr val="C00000"/>
                </a:solidFill>
              </a:rPr>
              <a:t>Le système du flot n’est pas suffisant dans </a:t>
            </a:r>
            <a:r>
              <a:rPr lang="fr-CA" sz="2800" b="1" dirty="0" err="1">
                <a:solidFill>
                  <a:srgbClr val="C00000"/>
                </a:solidFill>
              </a:rPr>
              <a:t>ToTAL</a:t>
            </a:r>
            <a:r>
              <a:rPr lang="fr-CA" sz="2800" dirty="0">
                <a:solidFill>
                  <a:srgbClr val="C00000"/>
                </a:solidFill>
              </a:rPr>
              <a:t>…</a:t>
            </a:r>
          </a:p>
        </p:txBody>
      </p:sp>
      <p:sp>
        <p:nvSpPr>
          <p:cNvPr id="30" name="Rectangle 29">
            <a:extLst>
              <a:ext uri="{FF2B5EF4-FFF2-40B4-BE49-F238E27FC236}">
                <a16:creationId xmlns:a16="http://schemas.microsoft.com/office/drawing/2014/main" id="{7D89E3CB-00ED-4691-9F0F-F23EA356470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11512" y="2444376"/>
            <a:ext cx="8118138" cy="3727824"/>
          </a:xfrm>
          <a:prstGeom prst="rect">
            <a:avLst/>
          </a:prstGeom>
          <a:solidFill>
            <a:schemeClr val="accent2">
              <a:lumMod val="20000"/>
              <a:lumOff val="80000"/>
              <a:alpha val="5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9D92BB8-C9DE-46F3-B96A-95D1683875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12040" y="2768321"/>
            <a:ext cx="6719919" cy="2828543"/>
          </a:xfrm>
        </p:spPr>
        <p:txBody>
          <a:bodyPr anchor="t">
            <a:normAutofit/>
          </a:bodyPr>
          <a:lstStyle/>
          <a:p>
            <a:pPr marL="0" indent="0">
              <a:buNone/>
            </a:pPr>
            <a:r>
              <a:rPr lang="fr-CA" sz="1700" dirty="0">
                <a:solidFill>
                  <a:schemeClr val="accent4">
                    <a:lumMod val="75000"/>
                  </a:schemeClr>
                </a:solidFill>
              </a:rPr>
              <a:t>Le problème invisible des organisations</a:t>
            </a:r>
          </a:p>
          <a:p>
            <a:pPr marL="0" indent="0">
              <a:buNone/>
            </a:pPr>
            <a:r>
              <a:rPr lang="fr-CA" sz="1700" dirty="0">
                <a:solidFill>
                  <a:schemeClr val="accent4">
                    <a:lumMod val="75000"/>
                  </a:schemeClr>
                </a:solidFill>
              </a:rPr>
              <a:t>On optimise le flot produit, mais on néglige les capacités…</a:t>
            </a:r>
            <a:br>
              <a:rPr lang="fr-CA" sz="1700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fr-CA" sz="1700" dirty="0">
                <a:solidFill>
                  <a:schemeClr val="accent4">
                    <a:lumMod val="75000"/>
                  </a:schemeClr>
                </a:solidFill>
              </a:rPr>
              <a:t>Conséquences :</a:t>
            </a:r>
          </a:p>
          <a:p>
            <a:r>
              <a:rPr lang="fr-CA" sz="1700" dirty="0">
                <a:solidFill>
                  <a:schemeClr val="accent4">
                    <a:lumMod val="75000"/>
                  </a:schemeClr>
                </a:solidFill>
              </a:rPr>
              <a:t>Outils mal configurés ❌</a:t>
            </a:r>
          </a:p>
          <a:p>
            <a:r>
              <a:rPr lang="fr-CA" sz="1700" dirty="0">
                <a:solidFill>
                  <a:schemeClr val="accent4">
                    <a:lumMod val="75000"/>
                  </a:schemeClr>
                </a:solidFill>
              </a:rPr>
              <a:t>Pratiques incohérentes ❌</a:t>
            </a:r>
          </a:p>
          <a:p>
            <a:r>
              <a:rPr lang="fr-CA" sz="1700" dirty="0">
                <a:solidFill>
                  <a:schemeClr val="accent4">
                    <a:lumMod val="75000"/>
                  </a:schemeClr>
                </a:solidFill>
              </a:rPr>
              <a:t>Environnements instables ❌</a:t>
            </a:r>
          </a:p>
          <a:p>
            <a:r>
              <a:rPr lang="fr-CA" sz="1700" dirty="0">
                <a:solidFill>
                  <a:schemeClr val="accent4">
                    <a:lumMod val="75000"/>
                  </a:schemeClr>
                </a:solidFill>
              </a:rPr>
              <a:t>DevOps surchargé ❌</a:t>
            </a:r>
          </a:p>
          <a:p>
            <a:r>
              <a:rPr lang="fr-CA" sz="1700" dirty="0">
                <a:solidFill>
                  <a:schemeClr val="accent4">
                    <a:lumMod val="75000"/>
                  </a:schemeClr>
                </a:solidFill>
              </a:rPr>
              <a:t>Perte de qualité ❌</a:t>
            </a:r>
          </a:p>
          <a:p>
            <a:r>
              <a:rPr lang="fr-CA" sz="1700" dirty="0">
                <a:solidFill>
                  <a:schemeClr val="accent4">
                    <a:lumMod val="75000"/>
                  </a:schemeClr>
                </a:solidFill>
                <a:highlight>
                  <a:srgbClr val="FFFF00"/>
                </a:highlight>
              </a:rPr>
              <a:t>Intelligence artificielle on fait quoi avec ça ?</a:t>
            </a:r>
          </a:p>
        </p:txBody>
      </p:sp>
    </p:spTree>
    <p:extLst>
      <p:ext uri="{BB962C8B-B14F-4D97-AF65-F5344CB8AC3E}">
        <p14:creationId xmlns:p14="http://schemas.microsoft.com/office/powerpoint/2010/main" val="4353855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23B5ED6A-5797-E27C-76D4-BFBC70DE8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fr-CA" sz="3500" dirty="0">
                <a:solidFill>
                  <a:schemeClr val="accent4">
                    <a:lumMod val="75000"/>
                  </a:schemeClr>
                </a:solidFill>
              </a:rPr>
              <a:t>C’est pourquoi, il y a les catalyseurs (capacité) du système </a:t>
            </a:r>
            <a:r>
              <a:rPr lang="fr-CA" sz="3500" b="1" dirty="0" err="1">
                <a:solidFill>
                  <a:schemeClr val="accent4">
                    <a:lumMod val="75000"/>
                  </a:schemeClr>
                </a:solidFill>
              </a:rPr>
              <a:t>ToTAL</a:t>
            </a:r>
            <a:r>
              <a:rPr lang="fr-CA" sz="35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fr-CA" sz="3500" dirty="0" err="1">
                <a:solidFill>
                  <a:schemeClr val="accent4">
                    <a:lumMod val="75000"/>
                  </a:schemeClr>
                </a:solidFill>
              </a:rPr>
              <a:t>SAFe</a:t>
            </a:r>
            <a:endParaRPr lang="fr-CA" sz="35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DADA920-D198-8527-B878-E0B6F5052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3930" y="2800350"/>
            <a:ext cx="6056111" cy="3430807"/>
          </a:xfrm>
        </p:spPr>
        <p:txBody>
          <a:bodyPr anchor="t">
            <a:normAutofit/>
          </a:bodyPr>
          <a:lstStyle/>
          <a:p>
            <a:pPr>
              <a:lnSpc>
                <a:spcPct val="90000"/>
              </a:lnSpc>
            </a:pPr>
            <a:r>
              <a:rPr lang="fr-CA" sz="1400" dirty="0">
                <a:solidFill>
                  <a:schemeClr val="accent4">
                    <a:lumMod val="75000"/>
                  </a:schemeClr>
                </a:solidFill>
              </a:rPr>
              <a:t>Comment on construit </a:t>
            </a:r>
          </a:p>
          <a:p>
            <a:pPr>
              <a:lnSpc>
                <a:spcPct val="90000"/>
              </a:lnSpc>
            </a:pPr>
            <a:r>
              <a:rPr lang="fr-CA" sz="1400" dirty="0">
                <a:solidFill>
                  <a:schemeClr val="accent4">
                    <a:lumMod val="75000"/>
                  </a:schemeClr>
                </a:solidFill>
              </a:rPr>
              <a:t>Avec quoi on construit</a:t>
            </a:r>
          </a:p>
          <a:p>
            <a:pPr>
              <a:lnSpc>
                <a:spcPct val="90000"/>
              </a:lnSpc>
            </a:pPr>
            <a:r>
              <a:rPr lang="fr-CA" sz="1400" dirty="0">
                <a:solidFill>
                  <a:schemeClr val="accent4">
                    <a:lumMod val="75000"/>
                  </a:schemeClr>
                </a:solidFill>
              </a:rPr>
              <a:t>Dans quel environnement</a:t>
            </a:r>
          </a:p>
          <a:p>
            <a:pPr>
              <a:lnSpc>
                <a:spcPct val="90000"/>
              </a:lnSpc>
            </a:pPr>
            <a:r>
              <a:rPr lang="fr-CA" sz="1400" dirty="0">
                <a:solidFill>
                  <a:schemeClr val="accent4">
                    <a:lumMod val="75000"/>
                  </a:schemeClr>
                </a:solidFill>
              </a:rPr>
              <a:t>Avec quel niveau de maîtrise</a:t>
            </a:r>
          </a:p>
          <a:p>
            <a:pPr>
              <a:lnSpc>
                <a:spcPct val="90000"/>
              </a:lnSpc>
            </a:pPr>
            <a:r>
              <a:rPr lang="fr-CA" sz="1400" dirty="0">
                <a:solidFill>
                  <a:schemeClr val="accent4">
                    <a:lumMod val="75000"/>
                  </a:schemeClr>
                </a:solidFill>
              </a:rPr>
              <a:t>CAPABILITIES sont le système qui rend le flux produit possible, stable et performant</a:t>
            </a:r>
          </a:p>
          <a:p>
            <a:pPr>
              <a:lnSpc>
                <a:spcPct val="90000"/>
              </a:lnSpc>
            </a:pPr>
            <a:r>
              <a:rPr lang="fr-CA" sz="1400" dirty="0">
                <a:solidFill>
                  <a:schemeClr val="accent4">
                    <a:lumMod val="75000"/>
                  </a:schemeClr>
                </a:solidFill>
              </a:rPr>
              <a:t>Un logiciel sain repose sur un système de capacités sain…</a:t>
            </a:r>
          </a:p>
          <a:p>
            <a:pPr>
              <a:lnSpc>
                <a:spcPct val="90000"/>
              </a:lnSpc>
            </a:pPr>
            <a:r>
              <a:rPr lang="fr-CA" sz="1400" dirty="0">
                <a:solidFill>
                  <a:schemeClr val="accent4">
                    <a:lumMod val="75000"/>
                  </a:schemeClr>
                </a:solidFill>
              </a:rPr>
              <a:t>Sans capacités solides, </a:t>
            </a:r>
            <a:r>
              <a:rPr lang="fr-CA" sz="1400" dirty="0" err="1">
                <a:solidFill>
                  <a:schemeClr val="accent4">
                    <a:lumMod val="75000"/>
                  </a:schemeClr>
                </a:solidFill>
              </a:rPr>
              <a:t>ToTAL</a:t>
            </a:r>
            <a:r>
              <a:rPr lang="fr-CA" sz="1400" dirty="0">
                <a:solidFill>
                  <a:schemeClr val="accent4">
                    <a:lumMod val="75000"/>
                  </a:schemeClr>
                </a:solidFill>
              </a:rPr>
              <a:t> ne tient pas, en fait rien ne tien !</a:t>
            </a:r>
          </a:p>
          <a:p>
            <a:pPr>
              <a:lnSpc>
                <a:spcPct val="90000"/>
              </a:lnSpc>
            </a:pPr>
            <a:r>
              <a:rPr lang="fr-CA" sz="1400" dirty="0">
                <a:solidFill>
                  <a:schemeClr val="accent4">
                    <a:lumMod val="75000"/>
                  </a:schemeClr>
                </a:solidFill>
              </a:rPr>
              <a:t>un environnement (écosystème de travail) logiciel opérationnel</a:t>
            </a:r>
          </a:p>
          <a:p>
            <a:pPr>
              <a:lnSpc>
                <a:spcPct val="90000"/>
              </a:lnSpc>
            </a:pPr>
            <a:r>
              <a:rPr lang="fr-CA" sz="1400" dirty="0">
                <a:solidFill>
                  <a:schemeClr val="accent4">
                    <a:lumMod val="75000"/>
                  </a:schemeClr>
                </a:solidFill>
              </a:rPr>
              <a:t>fournit les moyens</a:t>
            </a:r>
          </a:p>
          <a:p>
            <a:pPr>
              <a:lnSpc>
                <a:spcPct val="90000"/>
              </a:lnSpc>
            </a:pPr>
            <a:r>
              <a:rPr lang="fr-CA" sz="1400" dirty="0">
                <a:solidFill>
                  <a:schemeClr val="accent4">
                    <a:lumMod val="75000"/>
                  </a:schemeClr>
                </a:solidFill>
              </a:rPr>
              <a:t>structure l’environnement</a:t>
            </a:r>
          </a:p>
          <a:p>
            <a:pPr>
              <a:lnSpc>
                <a:spcPct val="90000"/>
              </a:lnSpc>
            </a:pPr>
            <a:r>
              <a:rPr lang="fr-CA" sz="1400" dirty="0">
                <a:solidFill>
                  <a:schemeClr val="accent4">
                    <a:lumMod val="75000"/>
                  </a:schemeClr>
                </a:solidFill>
              </a:rPr>
              <a:t>assure la cohérence</a:t>
            </a:r>
          </a:p>
          <a:p>
            <a:pPr>
              <a:lnSpc>
                <a:spcPct val="90000"/>
              </a:lnSpc>
            </a:pPr>
            <a:r>
              <a:rPr lang="fr-CA" sz="1400" dirty="0">
                <a:solidFill>
                  <a:schemeClr val="accent4">
                    <a:lumMod val="75000"/>
                  </a:schemeClr>
                </a:solidFill>
              </a:rPr>
              <a:t>amplifie la performance</a:t>
            </a:r>
          </a:p>
        </p:txBody>
      </p:sp>
    </p:spTree>
    <p:extLst>
      <p:ext uri="{BB962C8B-B14F-4D97-AF65-F5344CB8AC3E}">
        <p14:creationId xmlns:p14="http://schemas.microsoft.com/office/powerpoint/2010/main" val="331009019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8" name="Rectangle 27">
            <a:extLst>
              <a:ext uri="{FF2B5EF4-FFF2-40B4-BE49-F238E27FC236}">
                <a16:creationId xmlns:a16="http://schemas.microsoft.com/office/drawing/2014/main" id="{8B9AA7C6-5E5A-498E-A6DF-A943376E0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9" name="Group 18">
            <a:extLst>
              <a:ext uri="{FF2B5EF4-FFF2-40B4-BE49-F238E27FC236}">
                <a16:creationId xmlns:a16="http://schemas.microsoft.com/office/drawing/2014/main" id="{83EAB11A-76F7-48F4-9B4F-5BFDF4BF96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5725" y="2385102"/>
            <a:ext cx="430568" cy="2087796"/>
            <a:chOff x="209668" y="2857422"/>
            <a:chExt cx="463662" cy="2087796"/>
          </a:xfrm>
        </p:grpSpPr>
        <p:sp>
          <p:nvSpPr>
            <p:cNvPr id="30" name="Rectangle 29">
              <a:extLst>
                <a:ext uri="{FF2B5EF4-FFF2-40B4-BE49-F238E27FC236}">
                  <a16:creationId xmlns:a16="http://schemas.microsoft.com/office/drawing/2014/main" id="{74D4C416-D5F4-4F6F-A6F1-87A21CD4FC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423947" y="2857422"/>
              <a:ext cx="249383" cy="208779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1" name="Straight Connector 20">
              <a:extLst>
                <a:ext uri="{FF2B5EF4-FFF2-40B4-BE49-F238E27FC236}">
                  <a16:creationId xmlns:a16="http://schemas.microsoft.com/office/drawing/2014/main" id="{C6AC1C30-21C6-4BF6-93EE-B211D7A850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209668" y="2857423"/>
              <a:ext cx="1" cy="2087795"/>
            </a:xfrm>
            <a:prstGeom prst="line">
              <a:avLst/>
            </a:prstGeom>
            <a:ln w="1778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81E140AE-0ABF-47C8-BF32-7D2F0CF2B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23252" y="0"/>
            <a:ext cx="112074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BC4F608-B4B8-48C3-9572-C0F061B1CD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4646" y="631767"/>
            <a:ext cx="8333796" cy="575240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3B4A89F4-03F5-B298-CA71-90D3068EBD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5213" y="1239927"/>
            <a:ext cx="3006440" cy="4680583"/>
          </a:xfrm>
        </p:spPr>
        <p:txBody>
          <a:bodyPr anchor="ctr">
            <a:normAutofit/>
          </a:bodyPr>
          <a:lstStyle/>
          <a:p>
            <a:r>
              <a:rPr lang="fr-CA" sz="4500">
                <a:solidFill>
                  <a:schemeClr val="accent4">
                    <a:lumMod val="75000"/>
                  </a:schemeClr>
                </a:solidFill>
              </a:rPr>
              <a:t>🧰 </a:t>
            </a:r>
            <a:r>
              <a:rPr lang="fr-CA" sz="4500" b="1">
                <a:solidFill>
                  <a:schemeClr val="accent4">
                    <a:lumMod val="75000"/>
                  </a:schemeClr>
                </a:solidFill>
              </a:rPr>
              <a:t>T</a:t>
            </a:r>
            <a:r>
              <a:rPr lang="fr-CA" sz="4500">
                <a:solidFill>
                  <a:schemeClr val="accent4">
                    <a:lumMod val="75000"/>
                  </a:schemeClr>
                </a:solidFill>
              </a:rPr>
              <a:t>echnology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ADCECEAB-F451-7C5E-3A7B-45BA24AC3B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8942" y="1239927"/>
            <a:ext cx="3728868" cy="4680583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fr-CA" sz="1700" dirty="0">
                <a:solidFill>
                  <a:schemeClr val="accent4">
                    <a:lumMod val="75000"/>
                  </a:schemeClr>
                </a:solidFill>
              </a:rPr>
              <a:t>Des moyens</a:t>
            </a:r>
          </a:p>
          <a:p>
            <a:r>
              <a:rPr lang="fr-CA" sz="1700" dirty="0">
                <a:solidFill>
                  <a:schemeClr val="accent4">
                    <a:lumMod val="75000"/>
                  </a:schemeClr>
                </a:solidFill>
              </a:rPr>
              <a:t>sélectionner les outils</a:t>
            </a:r>
          </a:p>
          <a:p>
            <a:r>
              <a:rPr lang="fr-CA" sz="1700" dirty="0">
                <a:solidFill>
                  <a:schemeClr val="accent4">
                    <a:lumMod val="75000"/>
                  </a:schemeClr>
                </a:solidFill>
              </a:rPr>
              <a:t>configurer les plateformes</a:t>
            </a:r>
          </a:p>
          <a:p>
            <a:r>
              <a:rPr lang="fr-CA" sz="1700" dirty="0">
                <a:solidFill>
                  <a:schemeClr val="accent4">
                    <a:lumMod val="75000"/>
                  </a:schemeClr>
                </a:solidFill>
              </a:rPr>
              <a:t>maintenir l’écosystème</a:t>
            </a:r>
          </a:p>
          <a:p>
            <a:endParaRPr lang="fr-CA" sz="1700" dirty="0">
              <a:solidFill>
                <a:schemeClr val="accent4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fr-CA" sz="1700" dirty="0">
                <a:solidFill>
                  <a:schemeClr val="accent4">
                    <a:lumMod val="75000"/>
                  </a:schemeClr>
                </a:solidFill>
              </a:rPr>
              <a:t>Automatisation de test : </a:t>
            </a:r>
            <a:r>
              <a:rPr lang="fr-CA" sz="1700" dirty="0" err="1">
                <a:solidFill>
                  <a:schemeClr val="accent4">
                    <a:lumMod val="75000"/>
                  </a:schemeClr>
                </a:solidFill>
              </a:rPr>
              <a:t>frameworks</a:t>
            </a:r>
            <a:r>
              <a:rPr lang="fr-CA" sz="1700" dirty="0">
                <a:solidFill>
                  <a:schemeClr val="accent4">
                    <a:lumMod val="75000"/>
                  </a:schemeClr>
                </a:solidFill>
              </a:rPr>
              <a:t> de tests standardisés</a:t>
            </a:r>
          </a:p>
          <a:p>
            <a:pPr marL="0" indent="0">
              <a:buNone/>
            </a:pPr>
            <a:endParaRPr lang="fr-CA" sz="1700" dirty="0">
              <a:solidFill>
                <a:schemeClr val="accent4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fr-CA" sz="1700" dirty="0">
                <a:solidFill>
                  <a:schemeClr val="accent4">
                    <a:lumMod val="75000"/>
                  </a:schemeClr>
                </a:solidFill>
              </a:rPr>
              <a:t>Intelligence artificielle (</a:t>
            </a:r>
            <a:r>
              <a:rPr lang="fr-CA" sz="1700" dirty="0" err="1">
                <a:solidFill>
                  <a:schemeClr val="accent4">
                    <a:lumMod val="75000"/>
                  </a:schemeClr>
                </a:solidFill>
              </a:rPr>
              <a:t>Agentics</a:t>
            </a:r>
            <a:r>
              <a:rPr lang="fr-CA" sz="1700" dirty="0">
                <a:solidFill>
                  <a:schemeClr val="accent4">
                    <a:lumMod val="75000"/>
                  </a:schemeClr>
                </a:solidFill>
              </a:rPr>
              <a:t>) : outils AI intégrés (</a:t>
            </a:r>
            <a:r>
              <a:rPr lang="fr-CA" sz="1700" dirty="0" err="1">
                <a:solidFill>
                  <a:schemeClr val="accent4">
                    <a:lumMod val="75000"/>
                  </a:schemeClr>
                </a:solidFill>
              </a:rPr>
              <a:t>Copilot</a:t>
            </a:r>
            <a:r>
              <a:rPr lang="fr-CA" sz="1700" dirty="0">
                <a:solidFill>
                  <a:schemeClr val="accent4">
                    <a:lumMod val="75000"/>
                  </a:schemeClr>
                </a:solidFill>
              </a:rPr>
              <a:t>, agents)</a:t>
            </a:r>
          </a:p>
          <a:p>
            <a:endParaRPr lang="fr-CA" sz="1700" dirty="0">
              <a:solidFill>
                <a:schemeClr val="accent4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4984598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8B9AA7C6-5E5A-498E-A6DF-A943376E0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3EAB11A-76F7-48F4-9B4F-5BFDF4BF96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5725" y="2385102"/>
            <a:ext cx="430568" cy="2087796"/>
            <a:chOff x="209668" y="2857422"/>
            <a:chExt cx="463662" cy="2087796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4D4C416-D5F4-4F6F-A6F1-87A21CD4FC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423947" y="2857422"/>
              <a:ext cx="249383" cy="208779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6AC1C30-21C6-4BF6-93EE-B211D7A850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209668" y="2857423"/>
              <a:ext cx="1" cy="2087795"/>
            </a:xfrm>
            <a:prstGeom prst="line">
              <a:avLst/>
            </a:prstGeom>
            <a:ln w="1778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81E140AE-0ABF-47C8-BF32-7D2F0CF2B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23252" y="0"/>
            <a:ext cx="112074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BC4F608-B4B8-48C3-9572-C0F061B1CD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4646" y="631767"/>
            <a:ext cx="8333796" cy="575240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D5DA4E7-33EC-0B17-2A33-CD0F2B1A6D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5213" y="1239927"/>
            <a:ext cx="3006440" cy="4680583"/>
          </a:xfrm>
        </p:spPr>
        <p:txBody>
          <a:bodyPr anchor="ctr">
            <a:normAutofit/>
          </a:bodyPr>
          <a:lstStyle/>
          <a:p>
            <a:r>
              <a:rPr lang="fr-CA" sz="4500">
                <a:solidFill>
                  <a:schemeClr val="accent4">
                    <a:lumMod val="75000"/>
                  </a:schemeClr>
                </a:solidFill>
              </a:rPr>
              <a:t>⚖️ </a:t>
            </a:r>
            <a:r>
              <a:rPr lang="fr-CA" sz="4500" b="1">
                <a:solidFill>
                  <a:schemeClr val="accent4">
                    <a:lumMod val="75000"/>
                  </a:schemeClr>
                </a:solidFill>
              </a:rPr>
              <a:t>O</a:t>
            </a:r>
            <a:r>
              <a:rPr lang="fr-CA" sz="4500">
                <a:solidFill>
                  <a:schemeClr val="accent4">
                    <a:lumMod val="75000"/>
                  </a:schemeClr>
                </a:solidFill>
              </a:rPr>
              <a:t>rchestry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EEC6B334-5E8B-F789-F78F-5FEDF9D564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8942" y="1239927"/>
            <a:ext cx="3728868" cy="4680583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fr-CA" sz="1700" dirty="0">
                <a:solidFill>
                  <a:schemeClr val="accent4">
                    <a:lumMod val="75000"/>
                  </a:schemeClr>
                </a:solidFill>
              </a:rPr>
              <a:t>Une coordination</a:t>
            </a:r>
          </a:p>
          <a:p>
            <a:r>
              <a:rPr lang="fr-CA" sz="1700" dirty="0">
                <a:solidFill>
                  <a:schemeClr val="accent4">
                    <a:lumMod val="75000"/>
                  </a:schemeClr>
                </a:solidFill>
              </a:rPr>
              <a:t>intégrer les outils</a:t>
            </a:r>
          </a:p>
          <a:p>
            <a:r>
              <a:rPr lang="fr-CA" sz="1700" dirty="0">
                <a:solidFill>
                  <a:schemeClr val="accent4">
                    <a:lumMod val="75000"/>
                  </a:schemeClr>
                </a:solidFill>
              </a:rPr>
              <a:t>définir les workflows</a:t>
            </a:r>
          </a:p>
          <a:p>
            <a:r>
              <a:rPr lang="fr-CA" sz="1700" dirty="0">
                <a:solidFill>
                  <a:schemeClr val="accent4">
                    <a:lumMod val="75000"/>
                  </a:schemeClr>
                </a:solidFill>
              </a:rPr>
              <a:t>synchroniser les systèmes</a:t>
            </a:r>
          </a:p>
          <a:p>
            <a:endParaRPr lang="fr-CA" sz="1700" dirty="0">
              <a:solidFill>
                <a:schemeClr val="accent4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fr-CA" sz="1700" dirty="0">
                <a:solidFill>
                  <a:schemeClr val="accent4">
                    <a:lumMod val="75000"/>
                  </a:schemeClr>
                </a:solidFill>
              </a:rPr>
              <a:t>Automatisation de test : pipelines intégrés</a:t>
            </a:r>
          </a:p>
          <a:p>
            <a:pPr marL="0" indent="0">
              <a:buNone/>
            </a:pPr>
            <a:endParaRPr lang="fr-CA" sz="1700" dirty="0">
              <a:solidFill>
                <a:schemeClr val="accent4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fr-CA" sz="1700" dirty="0">
                <a:solidFill>
                  <a:schemeClr val="accent4">
                    <a:lumMod val="75000"/>
                  </a:schemeClr>
                </a:solidFill>
              </a:rPr>
              <a:t>Intelligence artificielle (</a:t>
            </a:r>
            <a:r>
              <a:rPr lang="fr-CA" sz="1700" dirty="0" err="1">
                <a:solidFill>
                  <a:schemeClr val="accent4">
                    <a:lumMod val="75000"/>
                  </a:schemeClr>
                </a:solidFill>
              </a:rPr>
              <a:t>Agentics</a:t>
            </a:r>
            <a:r>
              <a:rPr lang="fr-CA" sz="1700" dirty="0">
                <a:solidFill>
                  <a:schemeClr val="accent4">
                    <a:lumMod val="75000"/>
                  </a:schemeClr>
                </a:solidFill>
              </a:rPr>
              <a:t>) : workflows intégrant AI</a:t>
            </a:r>
          </a:p>
          <a:p>
            <a:endParaRPr lang="fr-CA" sz="1700" dirty="0">
              <a:solidFill>
                <a:schemeClr val="accent4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0413660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8B9AA7C6-5E5A-498E-A6DF-A943376E0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3EAB11A-76F7-48F4-9B4F-5BFDF4BF96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5725" y="2385102"/>
            <a:ext cx="430568" cy="2087796"/>
            <a:chOff x="209668" y="2857422"/>
            <a:chExt cx="463662" cy="2087796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4D4C416-D5F4-4F6F-A6F1-87A21CD4FC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423947" y="2857422"/>
              <a:ext cx="249383" cy="208779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6AC1C30-21C6-4BF6-93EE-B211D7A850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209668" y="2857423"/>
              <a:ext cx="1" cy="2087795"/>
            </a:xfrm>
            <a:prstGeom prst="line">
              <a:avLst/>
            </a:prstGeom>
            <a:ln w="1778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81E140AE-0ABF-47C8-BF32-7D2F0CF2B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23252" y="0"/>
            <a:ext cx="112074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BC4F608-B4B8-48C3-9572-C0F061B1CD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4646" y="631767"/>
            <a:ext cx="8333796" cy="575240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960D2F1A-4105-F1A4-6B41-B07EB0A0A8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5213" y="1239927"/>
            <a:ext cx="3006440" cy="4680583"/>
          </a:xfrm>
        </p:spPr>
        <p:txBody>
          <a:bodyPr anchor="ctr">
            <a:normAutofit/>
          </a:bodyPr>
          <a:lstStyle/>
          <a:p>
            <a:r>
              <a:rPr lang="fr-CA" sz="4500">
                <a:solidFill>
                  <a:schemeClr val="accent4">
                    <a:lumMod val="75000"/>
                  </a:schemeClr>
                </a:solidFill>
              </a:rPr>
              <a:t>🗺️ </a:t>
            </a:r>
            <a:r>
              <a:rPr lang="fr-CA" sz="4500" b="1">
                <a:solidFill>
                  <a:schemeClr val="accent4">
                    <a:lumMod val="75000"/>
                  </a:schemeClr>
                </a:solidFill>
              </a:rPr>
              <a:t>T</a:t>
            </a:r>
            <a:r>
              <a:rPr lang="fr-CA" sz="4500">
                <a:solidFill>
                  <a:schemeClr val="accent4">
                    <a:lumMod val="75000"/>
                  </a:schemeClr>
                </a:solidFill>
              </a:rPr>
              <a:t>opology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C41D242F-70E2-04E2-BA75-D907B88E21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8942" y="1239927"/>
            <a:ext cx="3728868" cy="4680583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fr-CA" sz="1700" dirty="0">
                <a:solidFill>
                  <a:schemeClr val="accent4">
                    <a:lumMod val="75000"/>
                  </a:schemeClr>
                </a:solidFill>
              </a:rPr>
              <a:t>Un terrain réel</a:t>
            </a:r>
          </a:p>
          <a:p>
            <a:r>
              <a:rPr lang="fr-CA" sz="1700" dirty="0">
                <a:solidFill>
                  <a:schemeClr val="accent4">
                    <a:lumMod val="75000"/>
                  </a:schemeClr>
                </a:solidFill>
              </a:rPr>
              <a:t>structurer les environnements</a:t>
            </a:r>
          </a:p>
          <a:p>
            <a:r>
              <a:rPr lang="fr-CA" sz="1700" dirty="0">
                <a:solidFill>
                  <a:schemeClr val="accent4">
                    <a:lumMod val="75000"/>
                  </a:schemeClr>
                </a:solidFill>
              </a:rPr>
              <a:t>gérer les déploiements</a:t>
            </a:r>
          </a:p>
          <a:p>
            <a:r>
              <a:rPr lang="fr-CA" sz="1700" dirty="0">
                <a:solidFill>
                  <a:schemeClr val="accent4">
                    <a:lumMod val="75000"/>
                  </a:schemeClr>
                </a:solidFill>
              </a:rPr>
              <a:t>assurer la stabilité</a:t>
            </a:r>
          </a:p>
          <a:p>
            <a:endParaRPr lang="fr-CA" sz="1700" dirty="0">
              <a:solidFill>
                <a:schemeClr val="accent4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fr-CA" sz="1700" dirty="0">
                <a:solidFill>
                  <a:schemeClr val="accent4">
                    <a:lumMod val="75000"/>
                  </a:schemeClr>
                </a:solidFill>
              </a:rPr>
              <a:t>Test : environnements de test réalistes</a:t>
            </a:r>
          </a:p>
          <a:p>
            <a:pPr marL="0" indent="0">
              <a:buNone/>
            </a:pPr>
            <a:endParaRPr lang="fr-CA" sz="1700" dirty="0">
              <a:solidFill>
                <a:schemeClr val="accent4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fr-CA" sz="1700" dirty="0">
                <a:solidFill>
                  <a:schemeClr val="accent4">
                    <a:lumMod val="75000"/>
                  </a:schemeClr>
                </a:solidFill>
              </a:rPr>
              <a:t>Intelligence artificielle (</a:t>
            </a:r>
            <a:r>
              <a:rPr lang="fr-CA" sz="1700" dirty="0" err="1">
                <a:solidFill>
                  <a:schemeClr val="accent4">
                    <a:lumMod val="75000"/>
                  </a:schemeClr>
                </a:solidFill>
              </a:rPr>
              <a:t>Agentics</a:t>
            </a:r>
            <a:r>
              <a:rPr lang="fr-CA" sz="1700" dirty="0">
                <a:solidFill>
                  <a:schemeClr val="accent4">
                    <a:lumMod val="75000"/>
                  </a:schemeClr>
                </a:solidFill>
              </a:rPr>
              <a:t>) : environnements sécurisés et contrôlés</a:t>
            </a:r>
          </a:p>
          <a:p>
            <a:endParaRPr lang="fr-CA" sz="1700" dirty="0">
              <a:solidFill>
                <a:schemeClr val="accent4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672082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8B9AA7C6-5E5A-498E-A6DF-A943376E0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3EAB11A-76F7-48F4-9B4F-5BFDF4BF96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5725" y="2385102"/>
            <a:ext cx="430568" cy="2087796"/>
            <a:chOff x="209668" y="2857422"/>
            <a:chExt cx="463662" cy="2087796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4D4C416-D5F4-4F6F-A6F1-87A21CD4FC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423947" y="2857422"/>
              <a:ext cx="249383" cy="208779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6AC1C30-21C6-4BF6-93EE-B211D7A850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209668" y="2857423"/>
              <a:ext cx="1" cy="2087795"/>
            </a:xfrm>
            <a:prstGeom prst="line">
              <a:avLst/>
            </a:prstGeom>
            <a:ln w="1778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81E140AE-0ABF-47C8-BF32-7D2F0CF2B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23252" y="0"/>
            <a:ext cx="112074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BC4F608-B4B8-48C3-9572-C0F061B1CD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4646" y="631767"/>
            <a:ext cx="8333796" cy="575240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B6C9B75A-38B2-7026-7CBD-FF8F51E0B9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5213" y="1239927"/>
            <a:ext cx="3006440" cy="4680583"/>
          </a:xfrm>
        </p:spPr>
        <p:txBody>
          <a:bodyPr anchor="ctr">
            <a:normAutofit/>
          </a:bodyPr>
          <a:lstStyle/>
          <a:p>
            <a:r>
              <a:rPr lang="fr-CA" sz="4500">
                <a:solidFill>
                  <a:schemeClr val="accent4">
                    <a:lumMod val="75000"/>
                  </a:schemeClr>
                </a:solidFill>
              </a:rPr>
              <a:t>🤝 </a:t>
            </a:r>
            <a:r>
              <a:rPr lang="fr-CA" sz="4500" b="1">
                <a:solidFill>
                  <a:schemeClr val="accent4">
                    <a:lumMod val="75000"/>
                  </a:schemeClr>
                </a:solidFill>
              </a:rPr>
              <a:t>A</a:t>
            </a:r>
            <a:r>
              <a:rPr lang="fr-CA" sz="4500">
                <a:solidFill>
                  <a:schemeClr val="accent4">
                    <a:lumMod val="75000"/>
                  </a:schemeClr>
                </a:solidFill>
              </a:rPr>
              <a:t>ffinity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F9DDA06-AB84-ECCA-B604-67F364CCAF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8942" y="1239927"/>
            <a:ext cx="3728868" cy="4680583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fr-CA" sz="1700" dirty="0">
                <a:solidFill>
                  <a:schemeClr val="accent4">
                    <a:lumMod val="75000"/>
                  </a:schemeClr>
                </a:solidFill>
              </a:rPr>
              <a:t>Une cohérence naturelle</a:t>
            </a:r>
          </a:p>
          <a:p>
            <a:r>
              <a:rPr lang="fr-CA" sz="1700" dirty="0">
                <a:solidFill>
                  <a:schemeClr val="accent4">
                    <a:lumMod val="75000"/>
                  </a:schemeClr>
                </a:solidFill>
              </a:rPr>
              <a:t>standardiser les pratiques</a:t>
            </a:r>
          </a:p>
          <a:p>
            <a:r>
              <a:rPr lang="fr-CA" sz="1700" dirty="0">
                <a:solidFill>
                  <a:schemeClr val="accent4">
                    <a:lumMod val="75000"/>
                  </a:schemeClr>
                </a:solidFill>
              </a:rPr>
              <a:t>aligner les équipes</a:t>
            </a:r>
          </a:p>
          <a:p>
            <a:r>
              <a:rPr lang="fr-CA" sz="1700" dirty="0">
                <a:solidFill>
                  <a:schemeClr val="accent4">
                    <a:lumMod val="75000"/>
                  </a:schemeClr>
                </a:solidFill>
              </a:rPr>
              <a:t>maintenir la cohérence</a:t>
            </a:r>
          </a:p>
          <a:p>
            <a:endParaRPr lang="fr-CA" sz="1700" dirty="0">
              <a:solidFill>
                <a:schemeClr val="accent4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fr-CA" sz="1700" dirty="0">
                <a:solidFill>
                  <a:schemeClr val="accent4">
                    <a:lumMod val="75000"/>
                  </a:schemeClr>
                </a:solidFill>
              </a:rPr>
              <a:t>Automatisation de test : standards BDD / TDD communs</a:t>
            </a:r>
          </a:p>
          <a:p>
            <a:pPr marL="0" indent="0">
              <a:buNone/>
            </a:pPr>
            <a:endParaRPr lang="fr-CA" sz="1700" dirty="0">
              <a:solidFill>
                <a:schemeClr val="accent4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fr-CA" sz="1700" dirty="0">
                <a:solidFill>
                  <a:schemeClr val="accent4">
                    <a:lumMod val="75000"/>
                  </a:schemeClr>
                </a:solidFill>
              </a:rPr>
              <a:t>Intelligence artificielle (</a:t>
            </a:r>
            <a:r>
              <a:rPr lang="fr-CA" sz="1700" dirty="0" err="1">
                <a:solidFill>
                  <a:schemeClr val="accent4">
                    <a:lumMod val="75000"/>
                  </a:schemeClr>
                </a:solidFill>
              </a:rPr>
              <a:t>Agentics</a:t>
            </a:r>
            <a:r>
              <a:rPr lang="fr-CA" sz="1700" dirty="0">
                <a:solidFill>
                  <a:schemeClr val="accent4">
                    <a:lumMod val="75000"/>
                  </a:schemeClr>
                </a:solidFill>
              </a:rPr>
              <a:t>) : pratiques d’usage responsables</a:t>
            </a:r>
          </a:p>
          <a:p>
            <a:endParaRPr lang="fr-CA" sz="1700" dirty="0">
              <a:solidFill>
                <a:schemeClr val="accent4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52766640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8B9AA7C6-5E5A-498E-A6DF-A943376E09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83EAB11A-76F7-48F4-9B4F-5BFDF4BF967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55725" y="2385102"/>
            <a:ext cx="430568" cy="2087796"/>
            <a:chOff x="209668" y="2857422"/>
            <a:chExt cx="463662" cy="2087796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74D4C416-D5F4-4F6F-A6F1-87A21CD4FCA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423947" y="2857422"/>
              <a:ext cx="249383" cy="208779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6AC1C30-21C6-4BF6-93EE-B211D7A8501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209668" y="2857423"/>
              <a:ext cx="1" cy="2087795"/>
            </a:xfrm>
            <a:prstGeom prst="line">
              <a:avLst/>
            </a:prstGeom>
            <a:ln w="1778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81E140AE-0ABF-47C8-BF32-7D2F0CF2BA4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8023252" y="0"/>
            <a:ext cx="1120748" cy="6858000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BC4F608-B4B8-48C3-9572-C0F061B1CD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4646" y="631767"/>
            <a:ext cx="8333796" cy="5752404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8603B40A-CAB1-7F4C-9008-B5FD62D0CB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65213" y="1239927"/>
            <a:ext cx="3006440" cy="4680583"/>
          </a:xfrm>
        </p:spPr>
        <p:txBody>
          <a:bodyPr anchor="ctr">
            <a:normAutofit/>
          </a:bodyPr>
          <a:lstStyle/>
          <a:p>
            <a:r>
              <a:rPr lang="fr-CA" sz="4500" dirty="0">
                <a:solidFill>
                  <a:schemeClr val="accent4">
                    <a:lumMod val="75000"/>
                  </a:schemeClr>
                </a:solidFill>
              </a:rPr>
              <a:t>🎢 </a:t>
            </a:r>
            <a:r>
              <a:rPr lang="fr-CA" sz="4500" b="1" dirty="0" err="1">
                <a:solidFill>
                  <a:schemeClr val="accent4">
                    <a:lumMod val="75000"/>
                  </a:schemeClr>
                </a:solidFill>
              </a:rPr>
              <a:t>L</a:t>
            </a:r>
            <a:r>
              <a:rPr lang="fr-CA" sz="4500" dirty="0" err="1">
                <a:solidFill>
                  <a:schemeClr val="accent4">
                    <a:lumMod val="75000"/>
                  </a:schemeClr>
                </a:solidFill>
              </a:rPr>
              <a:t>everage</a:t>
            </a:r>
            <a:r>
              <a:rPr lang="fr-CA" sz="4500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fr-CA" sz="4500" dirty="0" err="1">
                <a:solidFill>
                  <a:schemeClr val="accent4">
                    <a:lumMod val="75000"/>
                  </a:schemeClr>
                </a:solidFill>
              </a:rPr>
              <a:t>Mastery</a:t>
            </a:r>
            <a:endParaRPr lang="fr-CA" sz="4500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3BC9F1A-244E-EC2B-053F-B5B71B9B38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718942" y="1239927"/>
            <a:ext cx="3728868" cy="4680583"/>
          </a:xfrm>
        </p:spPr>
        <p:txBody>
          <a:bodyPr anchor="ctr">
            <a:normAutofit/>
          </a:bodyPr>
          <a:lstStyle/>
          <a:p>
            <a:pPr marL="0" indent="0">
              <a:buNone/>
            </a:pPr>
            <a:r>
              <a:rPr lang="fr-CA" sz="1700" dirty="0">
                <a:solidFill>
                  <a:schemeClr val="accent4">
                    <a:lumMod val="75000"/>
                  </a:schemeClr>
                </a:solidFill>
              </a:rPr>
              <a:t>Une efficacité à performer et évoluer </a:t>
            </a:r>
          </a:p>
          <a:p>
            <a:r>
              <a:rPr lang="fr-CA" sz="1700" dirty="0">
                <a:solidFill>
                  <a:schemeClr val="accent4">
                    <a:lumMod val="75000"/>
                  </a:schemeClr>
                </a:solidFill>
              </a:rPr>
              <a:t>Automatiser</a:t>
            </a:r>
          </a:p>
          <a:p>
            <a:r>
              <a:rPr lang="fr-CA" sz="1700" dirty="0">
                <a:solidFill>
                  <a:schemeClr val="accent4">
                    <a:lumMod val="75000"/>
                  </a:schemeClr>
                </a:solidFill>
              </a:rPr>
              <a:t>optimiser</a:t>
            </a:r>
          </a:p>
          <a:p>
            <a:r>
              <a:rPr lang="fr-CA" sz="1700" dirty="0">
                <a:solidFill>
                  <a:schemeClr val="accent4">
                    <a:lumMod val="75000"/>
                  </a:schemeClr>
                </a:solidFill>
              </a:rPr>
              <a:t>amplifier la performance</a:t>
            </a:r>
          </a:p>
          <a:p>
            <a:endParaRPr lang="fr-CA" sz="1700" dirty="0">
              <a:solidFill>
                <a:schemeClr val="accent4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fr-CA" sz="1700" dirty="0">
                <a:solidFill>
                  <a:schemeClr val="accent4">
                    <a:lumMod val="75000"/>
                  </a:schemeClr>
                </a:solidFill>
              </a:rPr>
              <a:t>Automatisation de test : automation intelligente + exécution continue</a:t>
            </a:r>
          </a:p>
          <a:p>
            <a:pPr marL="0" indent="0">
              <a:buNone/>
            </a:pPr>
            <a:endParaRPr lang="fr-CA" sz="1700" dirty="0">
              <a:solidFill>
                <a:schemeClr val="accent4">
                  <a:lumMod val="75000"/>
                </a:schemeClr>
              </a:solidFill>
            </a:endParaRPr>
          </a:p>
          <a:p>
            <a:pPr marL="0" indent="0">
              <a:buNone/>
            </a:pPr>
            <a:r>
              <a:rPr lang="fr-CA" sz="1700" dirty="0">
                <a:solidFill>
                  <a:schemeClr val="accent4">
                    <a:lumMod val="75000"/>
                  </a:schemeClr>
                </a:solidFill>
              </a:rPr>
              <a:t>Intelligence artificielle (</a:t>
            </a:r>
            <a:r>
              <a:rPr lang="fr-CA" sz="1700" dirty="0" err="1">
                <a:solidFill>
                  <a:schemeClr val="accent4">
                    <a:lumMod val="75000"/>
                  </a:schemeClr>
                </a:solidFill>
              </a:rPr>
              <a:t>Agentics</a:t>
            </a:r>
            <a:r>
              <a:rPr lang="fr-CA" sz="1700" dirty="0">
                <a:solidFill>
                  <a:schemeClr val="accent4">
                    <a:lumMod val="75000"/>
                  </a:schemeClr>
                </a:solidFill>
              </a:rPr>
              <a:t>) : agents augmentant la productivité et la qualité</a:t>
            </a:r>
          </a:p>
          <a:p>
            <a:endParaRPr lang="fr-CA" sz="1700" dirty="0">
              <a:solidFill>
                <a:schemeClr val="accent4">
                  <a:lumMod val="75000"/>
                </a:schemeClr>
              </a:solidFill>
            </a:endParaRPr>
          </a:p>
          <a:p>
            <a:endParaRPr lang="fr-CA" sz="1700" dirty="0">
              <a:solidFill>
                <a:schemeClr val="accent4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03660816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3AD318CC-E2A8-4E27-9548-A047A78999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re 1">
            <a:extLst>
              <a:ext uri="{FF2B5EF4-FFF2-40B4-BE49-F238E27FC236}">
                <a16:creationId xmlns:a16="http://schemas.microsoft.com/office/drawing/2014/main" id="{CAD7F4EF-741B-82B8-6171-92F2239284C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3798" y="1463040"/>
            <a:ext cx="2847230" cy="2690949"/>
          </a:xfrm>
        </p:spPr>
        <p:txBody>
          <a:bodyPr anchor="t">
            <a:normAutofit/>
          </a:bodyPr>
          <a:lstStyle/>
          <a:p>
            <a:r>
              <a:rPr lang="fr-CA" sz="4200">
                <a:solidFill>
                  <a:schemeClr val="accent4">
                    <a:lumMod val="75000"/>
                  </a:schemeClr>
                </a:solidFill>
              </a:rPr>
              <a:t>ToTAL repose sur une symbiose</a:t>
            </a:r>
          </a:p>
        </p:txBody>
      </p:sp>
      <p:grpSp>
        <p:nvGrpSpPr>
          <p:cNvPr id="19" name="Group 18">
            <a:extLst>
              <a:ext uri="{FF2B5EF4-FFF2-40B4-BE49-F238E27FC236}">
                <a16:creationId xmlns:a16="http://schemas.microsoft.com/office/drawing/2014/main" id="{B14B560F-9DD7-4302-A60B-EBD3EF59B07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157250" y="4415246"/>
            <a:ext cx="8986749" cy="2087795"/>
            <a:chOff x="143163" y="5763486"/>
            <a:chExt cx="11982332" cy="739555"/>
          </a:xfrm>
        </p:grpSpPr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3A9A4357-BD1D-4622-A4FE-766E6AB8DE8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357444" y="5763486"/>
              <a:ext cx="11768051" cy="739555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1" name="Straight Connector 20">
              <a:extLst>
                <a:ext uri="{FF2B5EF4-FFF2-40B4-BE49-F238E27FC236}">
                  <a16:creationId xmlns:a16="http://schemas.microsoft.com/office/drawing/2014/main" id="{C21D6966-343E-49AC-A026-D2497E0C3CA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CxnSpPr>
              <a:cxnSpLocks/>
            </p:cNvCxnSpPr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CxnSpPr>
          <p:spPr>
            <a:xfrm flipH="1">
              <a:off x="143163" y="5763486"/>
              <a:ext cx="1" cy="739555"/>
            </a:xfrm>
            <a:prstGeom prst="line">
              <a:avLst/>
            </a:prstGeom>
            <a:ln w="177800">
              <a:solidFill>
                <a:schemeClr val="accent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3" name="Rectangle 22">
            <a:extLst>
              <a:ext uri="{FF2B5EF4-FFF2-40B4-BE49-F238E27FC236}">
                <a16:creationId xmlns:a16="http://schemas.microsoft.com/office/drawing/2014/main" id="{2C1BBA94-3F40-40AA-8BB9-E69E25E537C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50279" y="587829"/>
            <a:ext cx="4878975" cy="568234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9C881792-CB4D-4554-C055-4E630027D9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42163" y="1463039"/>
            <a:ext cx="4156790" cy="4300447"/>
          </a:xfrm>
        </p:spPr>
        <p:txBody>
          <a:bodyPr anchor="t">
            <a:normAutofit/>
          </a:bodyPr>
          <a:lstStyle/>
          <a:p>
            <a:r>
              <a:rPr lang="fr-CA" sz="1900" b="1" dirty="0">
                <a:solidFill>
                  <a:schemeClr val="accent4">
                    <a:lumMod val="75000"/>
                  </a:schemeClr>
                </a:solidFill>
              </a:rPr>
              <a:t>Produit système</a:t>
            </a:r>
            <a:r>
              <a:rPr lang="fr-CA" sz="1900" dirty="0">
                <a:solidFill>
                  <a:schemeClr val="accent4">
                    <a:lumMod val="75000"/>
                  </a:schemeClr>
                </a:solidFill>
              </a:rPr>
              <a:t> crée un flot de valeur</a:t>
            </a:r>
          </a:p>
          <a:p>
            <a:r>
              <a:rPr lang="fr-CA" sz="1900" b="1" noProof="0" dirty="0">
                <a:solidFill>
                  <a:schemeClr val="accent4">
                    <a:lumMod val="75000"/>
                  </a:schemeClr>
                </a:solidFill>
              </a:rPr>
              <a:t>Capacité</a:t>
            </a:r>
            <a:r>
              <a:rPr lang="fr-CA" sz="1900" noProof="0" dirty="0">
                <a:solidFill>
                  <a:schemeClr val="accent4">
                    <a:lumMod val="75000"/>
                  </a:schemeClr>
                </a:solidFill>
              </a:rPr>
              <a:t> catalyse</a:t>
            </a:r>
            <a:r>
              <a:rPr lang="fr-CA" sz="1900" dirty="0">
                <a:solidFill>
                  <a:schemeClr val="accent4">
                    <a:lumMod val="75000"/>
                  </a:schemeClr>
                </a:solidFill>
              </a:rPr>
              <a:t> et rend cette création possible</a:t>
            </a:r>
          </a:p>
          <a:p>
            <a:endParaRPr lang="fr-CA" sz="1900" dirty="0">
              <a:solidFill>
                <a:schemeClr val="accent4">
                  <a:lumMod val="75000"/>
                </a:schemeClr>
              </a:solidFill>
            </a:endParaRPr>
          </a:p>
          <a:p>
            <a:r>
              <a:rPr lang="fr-CA" sz="1900" dirty="0">
                <a:solidFill>
                  <a:schemeClr val="accent4">
                    <a:lumMod val="75000"/>
                  </a:schemeClr>
                </a:solidFill>
              </a:rPr>
              <a:t>⚠️ Si les capacités sont faibles : le produit ralentit, la qualité chute et le système devient instable</a:t>
            </a:r>
          </a:p>
          <a:p>
            <a:endParaRPr lang="fr-CA" sz="1900" dirty="0">
              <a:solidFill>
                <a:schemeClr val="accent4">
                  <a:lumMod val="75000"/>
                </a:schemeClr>
              </a:solidFill>
            </a:endParaRPr>
          </a:p>
          <a:p>
            <a:r>
              <a:rPr lang="fr-CA" sz="1900" dirty="0">
                <a:solidFill>
                  <a:schemeClr val="accent4">
                    <a:lumMod val="75000"/>
                  </a:schemeClr>
                </a:solidFill>
              </a:rPr>
              <a:t>Les capacités ne sont pas théoriques, elles sont conçues, opérées et améliorées en continu</a:t>
            </a:r>
          </a:p>
        </p:txBody>
      </p:sp>
    </p:spTree>
    <p:extLst>
      <p:ext uri="{BB962C8B-B14F-4D97-AF65-F5344CB8AC3E}">
        <p14:creationId xmlns:p14="http://schemas.microsoft.com/office/powerpoint/2010/main" val="102226376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pPr>
              <a:lnSpc>
                <a:spcPct val="90000"/>
              </a:lnSpc>
            </a:pPr>
            <a:r>
              <a:rPr lang="fr-CA" sz="5400" dirty="0">
                <a:solidFill>
                  <a:schemeClr val="accent4">
                    <a:lumMod val="75000"/>
                  </a:schemeClr>
                </a:solidFill>
              </a:rPr>
              <a:t>Vision Qualité </a:t>
            </a:r>
            <a:r>
              <a:rPr lang="fr-CA" sz="5400" b="1" dirty="0" err="1">
                <a:solidFill>
                  <a:schemeClr val="accent4">
                    <a:lumMod val="75000"/>
                  </a:schemeClr>
                </a:solidFill>
              </a:rPr>
              <a:t>ToTAL</a:t>
            </a:r>
            <a:endParaRPr lang="fr-CA" sz="5400" b="1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90000"/>
              </a:lnSpc>
            </a:pPr>
            <a:r>
              <a:rPr lang="fr-CA" sz="1800">
                <a:solidFill>
                  <a:schemeClr val="accent4">
                    <a:lumMod val="75000"/>
                  </a:schemeClr>
                </a:solidFill>
              </a:rPr>
              <a:t>Qualité distribuée à travers SENSe, FORGe, CARe</a:t>
            </a:r>
            <a:endParaRPr lang="fr-CA" sz="180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pPr>
              <a:lnSpc>
                <a:spcPct val="90000"/>
              </a:lnSpc>
            </a:pPr>
            <a:r>
              <a:rPr lang="fr-CA" sz="1800">
                <a:solidFill>
                  <a:schemeClr val="accent4">
                    <a:lumMod val="75000"/>
                  </a:schemeClr>
                </a:solidFill>
              </a:rPr>
              <a:t>Basée sur des spécifications (tests)</a:t>
            </a:r>
            <a:endParaRPr lang="fr-CA" sz="180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pPr>
              <a:lnSpc>
                <a:spcPct val="90000"/>
              </a:lnSpc>
            </a:pPr>
            <a:r>
              <a:rPr lang="fr-CA" sz="1800">
                <a:solidFill>
                  <a:schemeClr val="accent4">
                    <a:lumMod val="75000"/>
                  </a:schemeClr>
                </a:solidFill>
              </a:rPr>
              <a:t>Validée en simulation et prouvée dans le réel</a:t>
            </a:r>
            <a:endParaRPr lang="fr-CA" sz="180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pPr>
              <a:lnSpc>
                <a:spcPct val="90000"/>
              </a:lnSpc>
            </a:pPr>
            <a:r>
              <a:rPr lang="fr-CA" sz="1800">
                <a:solidFill>
                  <a:schemeClr val="accent4">
                    <a:lumMod val="75000"/>
                  </a:schemeClr>
                </a:solidFill>
              </a:rPr>
              <a:t>QA garantit la cohérence du système</a:t>
            </a:r>
            <a:endParaRPr lang="fr-CA" sz="180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pPr>
              <a:lnSpc>
                <a:spcPct val="90000"/>
              </a:lnSpc>
            </a:pPr>
            <a:r>
              <a:rPr lang="fr-CA" sz="180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QA devient un système distribué</a:t>
            </a:r>
          </a:p>
          <a:p>
            <a:pPr>
              <a:lnSpc>
                <a:spcPct val="90000"/>
              </a:lnSpc>
            </a:pPr>
            <a:r>
              <a:rPr lang="fr-CA" sz="180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Qualité conçue, alignée et vécue</a:t>
            </a:r>
          </a:p>
          <a:p>
            <a:pPr>
              <a:lnSpc>
                <a:spcPct val="90000"/>
              </a:lnSpc>
            </a:pPr>
            <a:r>
              <a:rPr lang="fr-CA" sz="180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Basée sur la réalité produit</a:t>
            </a:r>
          </a:p>
          <a:p>
            <a:pPr>
              <a:lnSpc>
                <a:spcPct val="90000"/>
              </a:lnSpc>
            </a:pPr>
            <a:r>
              <a:rPr lang="fr-CA" sz="180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Organisation claire et scalable</a:t>
            </a:r>
          </a:p>
          <a:p>
            <a:pPr>
              <a:lnSpc>
                <a:spcPct val="90000"/>
              </a:lnSpc>
            </a:pPr>
            <a:r>
              <a:rPr lang="fr-CA" sz="1800">
                <a:solidFill>
                  <a:schemeClr val="accent4">
                    <a:lumMod val="75000"/>
                  </a:schemeClr>
                </a:solidFill>
                <a:ea typeface="Calibri"/>
                <a:cs typeface="Calibri"/>
              </a:rPr>
              <a:t>Modèle moderne et prêt entreprise</a:t>
            </a:r>
            <a:endParaRPr lang="fr-CA" sz="1800">
              <a:solidFill>
                <a:schemeClr val="accent4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227697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9" name="Rectangle 8">
            <a:extLst>
              <a:ext uri="{FF2B5EF4-FFF2-40B4-BE49-F238E27FC236}">
                <a16:creationId xmlns:a16="http://schemas.microsoft.com/office/drawing/2014/main" id="{66E48AFA-8884-4F68-A44F-D2C1E8609C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018" y="151712"/>
            <a:ext cx="8844534" cy="643816"/>
          </a:xfrm>
        </p:spPr>
        <p:txBody>
          <a:bodyPr>
            <a:normAutofit/>
          </a:bodyPr>
          <a:lstStyle/>
          <a:p>
            <a:pPr>
              <a:lnSpc>
                <a:spcPct val="90000"/>
              </a:lnSpc>
            </a:pPr>
            <a:r>
              <a:rPr lang="fr-CA" sz="3700" dirty="0">
                <a:solidFill>
                  <a:schemeClr val="accent4">
                    <a:lumMod val="75000"/>
                  </a:schemeClr>
                </a:solidFill>
              </a:rPr>
              <a:t>"Shift" </a:t>
            </a:r>
            <a:r>
              <a:rPr lang="fr-CA" sz="3700" b="1" dirty="0" err="1">
                <a:solidFill>
                  <a:schemeClr val="accent4">
                    <a:lumMod val="75000"/>
                  </a:schemeClr>
                </a:solidFill>
              </a:rPr>
              <a:t>ToTAL</a:t>
            </a:r>
            <a:r>
              <a:rPr lang="fr-CA" sz="3700" dirty="0">
                <a:solidFill>
                  <a:schemeClr val="accent4">
                    <a:lumMod val="75000"/>
                  </a:schemeClr>
                </a:solidFill>
              </a:rPr>
              <a:t> de l’assurance qualité</a:t>
            </a:r>
          </a:p>
        </p:txBody>
      </p:sp>
      <p:sp>
        <p:nvSpPr>
          <p:cNvPr id="11" name="Arc 10">
            <a:extLst>
              <a:ext uri="{FF2B5EF4-FFF2-40B4-BE49-F238E27FC236}">
                <a16:creationId xmlns:a16="http://schemas.microsoft.com/office/drawing/2014/main" id="{969D19A6-08CB-498C-93EC-3FFB021FC68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6269068">
            <a:off x="6164896" y="3712762"/>
            <a:ext cx="2987899" cy="2240924"/>
          </a:xfrm>
          <a:prstGeom prst="arc">
            <a:avLst>
              <a:gd name="adj1" fmla="val 14441841"/>
              <a:gd name="adj2" fmla="val 0"/>
            </a:avLst>
          </a:prstGeom>
          <a:ln w="127000" cap="rnd">
            <a:solidFill>
              <a:schemeClr val="accent4"/>
            </a:solidFill>
            <a:prstDash val="dash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31C8912-FD44-9492-C4F2-B7775128D8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1503" y="5520756"/>
            <a:ext cx="8154129" cy="969888"/>
          </a:xfrm>
          <a:custGeom>
            <a:avLst/>
            <a:gdLst/>
            <a:ahLst/>
            <a:cxnLst/>
            <a:rect l="l" t="t" r="r" b="b"/>
            <a:pathLst>
              <a:path w="10580201" h="2957472">
                <a:moveTo>
                  <a:pt x="88961" y="0"/>
                </a:moveTo>
                <a:lnTo>
                  <a:pt x="10491240" y="0"/>
                </a:lnTo>
                <a:cubicBezTo>
                  <a:pt x="10540372" y="0"/>
                  <a:pt x="10580201" y="39829"/>
                  <a:pt x="10580201" y="88961"/>
                </a:cubicBezTo>
                <a:lnTo>
                  <a:pt x="10580201" y="2868511"/>
                </a:lnTo>
                <a:cubicBezTo>
                  <a:pt x="10580201" y="2917643"/>
                  <a:pt x="10540372" y="2957472"/>
                  <a:pt x="10491240" y="2957472"/>
                </a:cubicBezTo>
                <a:lnTo>
                  <a:pt x="88961" y="2957472"/>
                </a:lnTo>
                <a:cubicBezTo>
                  <a:pt x="39829" y="2957472"/>
                  <a:pt x="0" y="2917643"/>
                  <a:pt x="0" y="2868511"/>
                </a:cubicBezTo>
                <a:lnTo>
                  <a:pt x="0" y="88961"/>
                </a:lnTo>
                <a:cubicBezTo>
                  <a:pt x="0" y="39829"/>
                  <a:pt x="39829" y="0"/>
                  <a:pt x="88961" y="0"/>
                </a:cubicBezTo>
                <a:close/>
              </a:path>
            </a:pathLst>
          </a:custGeom>
        </p:spPr>
      </p:pic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08067" y="960704"/>
            <a:ext cx="8154129" cy="4394875"/>
          </a:xfrm>
        </p:spPr>
        <p:txBody>
          <a:bodyPr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fr-CA" sz="1800" b="1" dirty="0">
                <a:solidFill>
                  <a:schemeClr val="accent4">
                    <a:lumMod val="75000"/>
                  </a:schemeClr>
                </a:solidFill>
              </a:rPr>
              <a:t>AVANT</a:t>
            </a:r>
            <a:r>
              <a:rPr lang="fr-CA" sz="1800" dirty="0">
                <a:solidFill>
                  <a:schemeClr val="accent4">
                    <a:lumMod val="75000"/>
                  </a:schemeClr>
                </a:solidFill>
              </a:rPr>
              <a:t> (Assurance qualité traditionnelle)</a:t>
            </a:r>
          </a:p>
          <a:p>
            <a:pPr>
              <a:lnSpc>
                <a:spcPct val="90000"/>
              </a:lnSpc>
            </a:pPr>
            <a:r>
              <a:rPr lang="fr-CA" sz="1800" b="1" dirty="0">
                <a:solidFill>
                  <a:schemeClr val="accent4">
                    <a:lumMod val="75000"/>
                  </a:schemeClr>
                </a:solidFill>
              </a:rPr>
              <a:t>0%</a:t>
            </a:r>
            <a:r>
              <a:rPr lang="fr-CA" sz="1800" dirty="0">
                <a:solidFill>
                  <a:schemeClr val="accent4">
                    <a:lumMod val="75000"/>
                  </a:schemeClr>
                </a:solidFill>
              </a:rPr>
              <a:t> en </a:t>
            </a:r>
            <a:r>
              <a:rPr lang="fr-CA" sz="1800" b="1" dirty="0">
                <a:solidFill>
                  <a:schemeClr val="accent4">
                    <a:lumMod val="75000"/>
                  </a:schemeClr>
                </a:solidFill>
              </a:rPr>
              <a:t>SENSe</a:t>
            </a:r>
            <a:r>
              <a:rPr lang="fr-CA" sz="1800" dirty="0">
                <a:solidFill>
                  <a:schemeClr val="accent4">
                    <a:lumMod val="75000"/>
                  </a:schemeClr>
                </a:solidFill>
              </a:rPr>
              <a:t> (implication inexistante)</a:t>
            </a:r>
          </a:p>
          <a:p>
            <a:pPr>
              <a:lnSpc>
                <a:spcPct val="90000"/>
              </a:lnSpc>
            </a:pPr>
            <a:r>
              <a:rPr lang="fr-CA" sz="1800" dirty="0">
                <a:solidFill>
                  <a:schemeClr val="accent4">
                    <a:lumMod val="75000"/>
                  </a:schemeClr>
                </a:solidFill>
              </a:rPr>
              <a:t>100% en </a:t>
            </a:r>
            <a:r>
              <a:rPr lang="fr-CA" sz="1800" b="1" dirty="0" err="1">
                <a:solidFill>
                  <a:schemeClr val="accent4">
                    <a:lumMod val="75000"/>
                  </a:schemeClr>
                </a:solidFill>
              </a:rPr>
              <a:t>FORGe</a:t>
            </a:r>
            <a:r>
              <a:rPr lang="fr-CA" sz="1800" dirty="0">
                <a:solidFill>
                  <a:schemeClr val="accent4">
                    <a:lumMod val="75000"/>
                  </a:schemeClr>
                </a:solidFill>
              </a:rPr>
              <a:t> (tests, automatisation)</a:t>
            </a:r>
          </a:p>
          <a:p>
            <a:pPr>
              <a:lnSpc>
                <a:spcPct val="90000"/>
              </a:lnSpc>
            </a:pPr>
            <a:r>
              <a:rPr lang="fr-CA" sz="1800" b="1" dirty="0">
                <a:solidFill>
                  <a:schemeClr val="accent4">
                    <a:lumMod val="75000"/>
                  </a:schemeClr>
                </a:solidFill>
              </a:rPr>
              <a:t>0%</a:t>
            </a:r>
            <a:r>
              <a:rPr lang="fr-CA" sz="1800" dirty="0">
                <a:solidFill>
                  <a:schemeClr val="accent4">
                    <a:lumMod val="75000"/>
                  </a:schemeClr>
                </a:solidFill>
              </a:rPr>
              <a:t> en </a:t>
            </a:r>
            <a:r>
              <a:rPr lang="fr-CA" sz="1800" b="1" dirty="0" err="1">
                <a:solidFill>
                  <a:schemeClr val="accent4">
                    <a:lumMod val="75000"/>
                  </a:schemeClr>
                </a:solidFill>
              </a:rPr>
              <a:t>CARe</a:t>
            </a:r>
            <a:r>
              <a:rPr lang="fr-CA" sz="1800" dirty="0">
                <a:solidFill>
                  <a:schemeClr val="accent4">
                    <a:lumMod val="75000"/>
                  </a:schemeClr>
                </a:solidFill>
              </a:rPr>
              <a:t> (en mode subir, la qualité est en dernière ligne)</a:t>
            </a:r>
          </a:p>
          <a:p>
            <a:pPr>
              <a:lnSpc>
                <a:spcPct val="90000"/>
              </a:lnSpc>
            </a:pPr>
            <a:endParaRPr lang="fr-CA" sz="1800" dirty="0">
              <a:solidFill>
                <a:schemeClr val="accent4">
                  <a:lumMod val="75000"/>
                </a:schemeClr>
              </a:solidFill>
            </a:endParaRPr>
          </a:p>
          <a:p>
            <a:pPr marL="0" indent="0">
              <a:lnSpc>
                <a:spcPct val="90000"/>
              </a:lnSpc>
              <a:buNone/>
            </a:pPr>
            <a:r>
              <a:rPr lang="fr-CA" sz="1800" b="1" dirty="0">
                <a:solidFill>
                  <a:schemeClr val="accent4">
                    <a:lumMod val="75000"/>
                  </a:schemeClr>
                </a:solidFill>
              </a:rPr>
              <a:t>MAINTENANT</a:t>
            </a:r>
            <a:r>
              <a:rPr lang="fr-CA" sz="1800" dirty="0">
                <a:solidFill>
                  <a:schemeClr val="accent4">
                    <a:lumMod val="75000"/>
                  </a:schemeClr>
                </a:solidFill>
              </a:rPr>
              <a:t> (Modèle </a:t>
            </a:r>
            <a:r>
              <a:rPr lang="fr-CA" sz="1800" b="1" dirty="0" err="1">
                <a:solidFill>
                  <a:schemeClr val="accent4">
                    <a:lumMod val="75000"/>
                  </a:schemeClr>
                </a:solidFill>
              </a:rPr>
              <a:t>ToTAL</a:t>
            </a:r>
            <a:r>
              <a:rPr lang="fr-CA" sz="1800" dirty="0">
                <a:solidFill>
                  <a:schemeClr val="accent4">
                    <a:lumMod val="75000"/>
                  </a:schemeClr>
                </a:solidFill>
              </a:rPr>
              <a:t>)</a:t>
            </a:r>
          </a:p>
          <a:p>
            <a:pPr>
              <a:lnSpc>
                <a:spcPct val="90000"/>
              </a:lnSpc>
            </a:pPr>
            <a:r>
              <a:rPr lang="fr-CA" sz="1800" dirty="0">
                <a:solidFill>
                  <a:schemeClr val="accent4">
                    <a:lumMod val="75000"/>
                  </a:schemeClr>
                </a:solidFill>
              </a:rPr>
              <a:t>70 à 80% en </a:t>
            </a:r>
            <a:r>
              <a:rPr lang="fr-CA" sz="1800" b="1" dirty="0">
                <a:solidFill>
                  <a:schemeClr val="accent4">
                    <a:lumMod val="75000"/>
                  </a:schemeClr>
                </a:solidFill>
              </a:rPr>
              <a:t>SENSe</a:t>
            </a:r>
            <a:r>
              <a:rPr lang="fr-CA" sz="1800" dirty="0">
                <a:solidFill>
                  <a:schemeClr val="accent4">
                    <a:lumMod val="75000"/>
                  </a:schemeClr>
                </a:solidFill>
              </a:rPr>
              <a:t> (définition, spécifications, clarté, analyse et décision​)</a:t>
            </a:r>
          </a:p>
          <a:p>
            <a:pPr>
              <a:lnSpc>
                <a:spcPct val="90000"/>
              </a:lnSpc>
            </a:pPr>
            <a:r>
              <a:rPr lang="fr-CA" sz="1800" dirty="0">
                <a:solidFill>
                  <a:schemeClr val="accent4">
                    <a:lumMod val="75000"/>
                  </a:schemeClr>
                </a:solidFill>
              </a:rPr>
              <a:t>5 à 10% en </a:t>
            </a:r>
            <a:r>
              <a:rPr lang="fr-CA" sz="1800" b="1" dirty="0" err="1">
                <a:solidFill>
                  <a:schemeClr val="accent4">
                    <a:lumMod val="75000"/>
                  </a:schemeClr>
                </a:solidFill>
              </a:rPr>
              <a:t>FORGe</a:t>
            </a:r>
            <a:r>
              <a:rPr lang="fr-CA" sz="1800" dirty="0">
                <a:solidFill>
                  <a:schemeClr val="accent4">
                    <a:lumMod val="75000"/>
                  </a:schemeClr>
                </a:solidFill>
              </a:rPr>
              <a:t> (soutien, coaching, alignement)</a:t>
            </a:r>
          </a:p>
          <a:p>
            <a:pPr>
              <a:lnSpc>
                <a:spcPct val="90000"/>
              </a:lnSpc>
            </a:pPr>
            <a:r>
              <a:rPr lang="fr-CA" sz="1800" dirty="0">
                <a:solidFill>
                  <a:schemeClr val="accent4">
                    <a:lumMod val="75000"/>
                  </a:schemeClr>
                </a:solidFill>
              </a:rPr>
              <a:t>15–25% in </a:t>
            </a:r>
            <a:r>
              <a:rPr lang="fr-CA" sz="1800" b="1" dirty="0" err="1">
                <a:solidFill>
                  <a:schemeClr val="accent4">
                    <a:lumMod val="75000"/>
                  </a:schemeClr>
                </a:solidFill>
              </a:rPr>
              <a:t>CARe</a:t>
            </a:r>
            <a:r>
              <a:rPr lang="fr-CA" sz="1800" dirty="0">
                <a:solidFill>
                  <a:schemeClr val="accent4">
                    <a:lumMod val="75000"/>
                  </a:schemeClr>
                </a:solidFill>
              </a:rPr>
              <a:t> (déploiement et mesure, veille sur les clients, surveillance des signaux​)</a:t>
            </a:r>
          </a:p>
          <a:p>
            <a:pPr>
              <a:lnSpc>
                <a:spcPct val="90000"/>
              </a:lnSpc>
            </a:pPr>
            <a:endParaRPr lang="fr-CA" sz="1800" dirty="0">
              <a:solidFill>
                <a:schemeClr val="accent4">
                  <a:lumMod val="75000"/>
                </a:schemeClr>
              </a:solidFill>
            </a:endParaRPr>
          </a:p>
          <a:p>
            <a:pPr marL="0" indent="0">
              <a:lnSpc>
                <a:spcPct val="90000"/>
              </a:lnSpc>
              <a:buNone/>
            </a:pPr>
            <a:r>
              <a:rPr lang="fr-CA" sz="1800" b="1" dirty="0">
                <a:solidFill>
                  <a:schemeClr val="accent4">
                    <a:lumMod val="75000"/>
                  </a:schemeClr>
                </a:solidFill>
              </a:rPr>
              <a:t>La clé du "SHIFT"</a:t>
            </a:r>
          </a:p>
          <a:p>
            <a:pPr>
              <a:lnSpc>
                <a:spcPct val="90000"/>
              </a:lnSpc>
            </a:pPr>
            <a:r>
              <a:rPr lang="fr-CA" sz="1800" dirty="0">
                <a:solidFill>
                  <a:schemeClr val="accent4">
                    <a:lumMod val="75000"/>
                  </a:schemeClr>
                </a:solidFill>
              </a:rPr>
              <a:t>La qualité passe du → de test à la définition et à la décision. Nous prévenons les problèmes au lieu de les résoudre.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4697CDA-BDB7-4883-B48B-1D4EDB2F0E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2313" y="934327"/>
            <a:ext cx="6693294" cy="1058275"/>
          </a:xfrm>
        </p:spPr>
        <p:txBody>
          <a:bodyPr>
            <a:normAutofit/>
          </a:bodyPr>
          <a:lstStyle/>
          <a:p>
            <a:r>
              <a:rPr lang="fr-CA" dirty="0">
                <a:solidFill>
                  <a:schemeClr val="accent4">
                    <a:lumMod val="75000"/>
                  </a:schemeClr>
                </a:solidFill>
              </a:rPr>
              <a:t>L’AQ du jour et ce que c’</a:t>
            </a:r>
            <a:r>
              <a:rPr lang="fr-CA" dirty="0">
                <a:solidFill>
                  <a:srgbClr val="00B050"/>
                </a:solidFill>
              </a:rPr>
              <a:t>est</a:t>
            </a:r>
            <a:r>
              <a:rPr lang="fr-CA" dirty="0">
                <a:solidFill>
                  <a:schemeClr val="accent4">
                    <a:lumMod val="75000"/>
                  </a:schemeClr>
                </a:solidFill>
              </a:rPr>
              <a:t>…</a:t>
            </a:r>
            <a:endParaRPr lang="en-US"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6295B176-FA0E-4B6A-A190-5E2E82BEA5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70359" y="2337807"/>
            <a:ext cx="7203281" cy="3585866"/>
          </a:xfrm>
          <a:custGeom>
            <a:avLst/>
            <a:gdLst>
              <a:gd name="connsiteX0" fmla="*/ 0 w 9604374"/>
              <a:gd name="connsiteY0" fmla="*/ 0 h 3585866"/>
              <a:gd name="connsiteX1" fmla="*/ 9604374 w 9604374"/>
              <a:gd name="connsiteY1" fmla="*/ 0 h 3585866"/>
              <a:gd name="connsiteX2" fmla="*/ 9604374 w 9604374"/>
              <a:gd name="connsiteY2" fmla="*/ 3095088 h 3585866"/>
              <a:gd name="connsiteX3" fmla="*/ 9591455 w 9604374"/>
              <a:gd name="connsiteY3" fmla="*/ 3097044 h 3585866"/>
              <a:gd name="connsiteX4" fmla="*/ 9285147 w 9604374"/>
              <a:gd name="connsiteY4" fmla="*/ 3164182 h 3585866"/>
              <a:gd name="connsiteX5" fmla="*/ 9114078 w 9604374"/>
              <a:gd name="connsiteY5" fmla="*/ 3164299 h 3585866"/>
              <a:gd name="connsiteX6" fmla="*/ 8999665 w 9604374"/>
              <a:gd name="connsiteY6" fmla="*/ 3157864 h 3585866"/>
              <a:gd name="connsiteX7" fmla="*/ 8925240 w 9604374"/>
              <a:gd name="connsiteY7" fmla="*/ 3152135 h 3585866"/>
              <a:gd name="connsiteX8" fmla="*/ 8868257 w 9604374"/>
              <a:gd name="connsiteY8" fmla="*/ 3146819 h 3585866"/>
              <a:gd name="connsiteX9" fmla="*/ 8792363 w 9604374"/>
              <a:gd name="connsiteY9" fmla="*/ 3146856 h 3585866"/>
              <a:gd name="connsiteX10" fmla="*/ 8668399 w 9604374"/>
              <a:gd name="connsiteY10" fmla="*/ 3196893 h 3585866"/>
              <a:gd name="connsiteX11" fmla="*/ 8474043 w 9604374"/>
              <a:gd name="connsiteY11" fmla="*/ 3240734 h 3585866"/>
              <a:gd name="connsiteX12" fmla="*/ 8317555 w 9604374"/>
              <a:gd name="connsiteY12" fmla="*/ 3247156 h 3585866"/>
              <a:gd name="connsiteX13" fmla="*/ 8280111 w 9604374"/>
              <a:gd name="connsiteY13" fmla="*/ 3255812 h 3585866"/>
              <a:gd name="connsiteX14" fmla="*/ 8096088 w 9604374"/>
              <a:gd name="connsiteY14" fmla="*/ 3253903 h 3585866"/>
              <a:gd name="connsiteX15" fmla="*/ 7825642 w 9604374"/>
              <a:gd name="connsiteY15" fmla="*/ 3271628 h 3585866"/>
              <a:gd name="connsiteX16" fmla="*/ 7531820 w 9604374"/>
              <a:gd name="connsiteY16" fmla="*/ 3252671 h 3585866"/>
              <a:gd name="connsiteX17" fmla="*/ 7193751 w 9604374"/>
              <a:gd name="connsiteY17" fmla="*/ 3245192 h 3585866"/>
              <a:gd name="connsiteX18" fmla="*/ 6976768 w 9604374"/>
              <a:gd name="connsiteY18" fmla="*/ 3238559 h 3585866"/>
              <a:gd name="connsiteX19" fmla="*/ 6756462 w 9604374"/>
              <a:gd name="connsiteY19" fmla="*/ 3273268 h 3585866"/>
              <a:gd name="connsiteX20" fmla="*/ 6512214 w 9604374"/>
              <a:gd name="connsiteY20" fmla="*/ 3298845 h 3585866"/>
              <a:gd name="connsiteX21" fmla="*/ 6289569 w 9604374"/>
              <a:gd name="connsiteY21" fmla="*/ 3301118 h 3585866"/>
              <a:gd name="connsiteX22" fmla="*/ 6157816 w 9604374"/>
              <a:gd name="connsiteY22" fmla="*/ 3308643 h 3585866"/>
              <a:gd name="connsiteX23" fmla="*/ 6110062 w 9604374"/>
              <a:gd name="connsiteY23" fmla="*/ 3321185 h 3585866"/>
              <a:gd name="connsiteX24" fmla="*/ 6041832 w 9604374"/>
              <a:gd name="connsiteY24" fmla="*/ 3332190 h 3585866"/>
              <a:gd name="connsiteX25" fmla="*/ 5923195 w 9604374"/>
              <a:gd name="connsiteY25" fmla="*/ 3359104 h 3585866"/>
              <a:gd name="connsiteX26" fmla="*/ 5770972 w 9604374"/>
              <a:gd name="connsiteY26" fmla="*/ 3369893 h 3585866"/>
              <a:gd name="connsiteX27" fmla="*/ 5632583 w 9604374"/>
              <a:gd name="connsiteY27" fmla="*/ 3357730 h 3585866"/>
              <a:gd name="connsiteX28" fmla="*/ 5539996 w 9604374"/>
              <a:gd name="connsiteY28" fmla="*/ 3352890 h 3585866"/>
              <a:gd name="connsiteX29" fmla="*/ 5315460 w 9604374"/>
              <a:gd name="connsiteY29" fmla="*/ 3350411 h 3585866"/>
              <a:gd name="connsiteX30" fmla="*/ 5072455 w 9604374"/>
              <a:gd name="connsiteY30" fmla="*/ 3338147 h 3585866"/>
              <a:gd name="connsiteX31" fmla="*/ 5016364 w 9604374"/>
              <a:gd name="connsiteY31" fmla="*/ 3348937 h 3585866"/>
              <a:gd name="connsiteX32" fmla="*/ 4922276 w 9604374"/>
              <a:gd name="connsiteY32" fmla="*/ 3366515 h 3585866"/>
              <a:gd name="connsiteX33" fmla="*/ 4856444 w 9604374"/>
              <a:gd name="connsiteY33" fmla="*/ 3399463 h 3585866"/>
              <a:gd name="connsiteX34" fmla="*/ 4775993 w 9604374"/>
              <a:gd name="connsiteY34" fmla="*/ 3406312 h 3585866"/>
              <a:gd name="connsiteX35" fmla="*/ 4667320 w 9604374"/>
              <a:gd name="connsiteY35" fmla="*/ 3397926 h 3585866"/>
              <a:gd name="connsiteX36" fmla="*/ 4540268 w 9604374"/>
              <a:gd name="connsiteY36" fmla="*/ 3424464 h 3585866"/>
              <a:gd name="connsiteX37" fmla="*/ 4465491 w 9604374"/>
              <a:gd name="connsiteY37" fmla="*/ 3433154 h 3585866"/>
              <a:gd name="connsiteX38" fmla="*/ 4262864 w 9604374"/>
              <a:gd name="connsiteY38" fmla="*/ 3464075 h 3585866"/>
              <a:gd name="connsiteX39" fmla="*/ 4175005 w 9604374"/>
              <a:gd name="connsiteY39" fmla="*/ 3493545 h 3585866"/>
              <a:gd name="connsiteX40" fmla="*/ 4030100 w 9604374"/>
              <a:gd name="connsiteY40" fmla="*/ 3514212 h 3585866"/>
              <a:gd name="connsiteX41" fmla="*/ 3926631 w 9604374"/>
              <a:gd name="connsiteY41" fmla="*/ 3525304 h 3585866"/>
              <a:gd name="connsiteX42" fmla="*/ 3897306 w 9604374"/>
              <a:gd name="connsiteY42" fmla="*/ 3547095 h 3585866"/>
              <a:gd name="connsiteX43" fmla="*/ 3896886 w 9604374"/>
              <a:gd name="connsiteY43" fmla="*/ 3547500 h 3585866"/>
              <a:gd name="connsiteX44" fmla="*/ 3834004 w 9604374"/>
              <a:gd name="connsiteY44" fmla="*/ 3550510 h 3585866"/>
              <a:gd name="connsiteX45" fmla="*/ 3696227 w 9604374"/>
              <a:gd name="connsiteY45" fmla="*/ 3574175 h 3585866"/>
              <a:gd name="connsiteX46" fmla="*/ 3652821 w 9604374"/>
              <a:gd name="connsiteY46" fmla="*/ 3580368 h 3585866"/>
              <a:gd name="connsiteX47" fmla="*/ 3629691 w 9604374"/>
              <a:gd name="connsiteY47" fmla="*/ 3585866 h 3585866"/>
              <a:gd name="connsiteX48" fmla="*/ 3595018 w 9604374"/>
              <a:gd name="connsiteY48" fmla="*/ 3571623 h 3585866"/>
              <a:gd name="connsiteX49" fmla="*/ 3551656 w 9604374"/>
              <a:gd name="connsiteY49" fmla="*/ 3577800 h 3585866"/>
              <a:gd name="connsiteX50" fmla="*/ 3541558 w 9604374"/>
              <a:gd name="connsiteY50" fmla="*/ 3579797 h 3585866"/>
              <a:gd name="connsiteX51" fmla="*/ 3465708 w 9604374"/>
              <a:gd name="connsiteY51" fmla="*/ 3565931 h 3585866"/>
              <a:gd name="connsiteX52" fmla="*/ 3458313 w 9604374"/>
              <a:gd name="connsiteY52" fmla="*/ 3560366 h 3585866"/>
              <a:gd name="connsiteX53" fmla="*/ 3420278 w 9604374"/>
              <a:gd name="connsiteY53" fmla="*/ 3557947 h 3585866"/>
              <a:gd name="connsiteX54" fmla="*/ 3415952 w 9604374"/>
              <a:gd name="connsiteY54" fmla="*/ 3559424 h 3585866"/>
              <a:gd name="connsiteX55" fmla="*/ 3384432 w 9604374"/>
              <a:gd name="connsiteY55" fmla="*/ 3550905 h 3585866"/>
              <a:gd name="connsiteX56" fmla="*/ 3258039 w 9604374"/>
              <a:gd name="connsiteY56" fmla="*/ 3535884 h 3585866"/>
              <a:gd name="connsiteX57" fmla="*/ 3015008 w 9604374"/>
              <a:gd name="connsiteY57" fmla="*/ 3528000 h 3585866"/>
              <a:gd name="connsiteX58" fmla="*/ 2761910 w 9604374"/>
              <a:gd name="connsiteY58" fmla="*/ 3505496 h 3585866"/>
              <a:gd name="connsiteX59" fmla="*/ 2521923 w 9604374"/>
              <a:gd name="connsiteY59" fmla="*/ 3514208 h 3585866"/>
              <a:gd name="connsiteX60" fmla="*/ 2085894 w 9604374"/>
              <a:gd name="connsiteY60" fmla="*/ 3490122 h 3585866"/>
              <a:gd name="connsiteX61" fmla="*/ 1936305 w 9604374"/>
              <a:gd name="connsiteY61" fmla="*/ 3487966 h 3585866"/>
              <a:gd name="connsiteX62" fmla="*/ 1836080 w 9604374"/>
              <a:gd name="connsiteY62" fmla="*/ 3487150 h 3585866"/>
              <a:gd name="connsiteX63" fmla="*/ 1829133 w 9604374"/>
              <a:gd name="connsiteY63" fmla="*/ 3489437 h 3585866"/>
              <a:gd name="connsiteX64" fmla="*/ 1801140 w 9604374"/>
              <a:gd name="connsiteY64" fmla="*/ 3490787 h 3585866"/>
              <a:gd name="connsiteX65" fmla="*/ 1793476 w 9604374"/>
              <a:gd name="connsiteY65" fmla="*/ 3500921 h 3585866"/>
              <a:gd name="connsiteX66" fmla="*/ 1699923 w 9604374"/>
              <a:gd name="connsiteY66" fmla="*/ 3509706 h 3585866"/>
              <a:gd name="connsiteX67" fmla="*/ 1474760 w 9604374"/>
              <a:gd name="connsiteY67" fmla="*/ 3513685 h 3585866"/>
              <a:gd name="connsiteX68" fmla="*/ 1308130 w 9604374"/>
              <a:gd name="connsiteY68" fmla="*/ 3496703 h 3585866"/>
              <a:gd name="connsiteX69" fmla="*/ 1252381 w 9604374"/>
              <a:gd name="connsiteY69" fmla="*/ 3506093 h 3585866"/>
              <a:gd name="connsiteX70" fmla="*/ 1174550 w 9604374"/>
              <a:gd name="connsiteY70" fmla="*/ 3512642 h 3585866"/>
              <a:gd name="connsiteX71" fmla="*/ 924455 w 9604374"/>
              <a:gd name="connsiteY71" fmla="*/ 3507283 h 3585866"/>
              <a:gd name="connsiteX72" fmla="*/ 718373 w 9604374"/>
              <a:gd name="connsiteY72" fmla="*/ 3511753 h 3585866"/>
              <a:gd name="connsiteX73" fmla="*/ 600444 w 9604374"/>
              <a:gd name="connsiteY73" fmla="*/ 3520899 h 3585866"/>
              <a:gd name="connsiteX74" fmla="*/ 351173 w 9604374"/>
              <a:gd name="connsiteY74" fmla="*/ 3495843 h 3585866"/>
              <a:gd name="connsiteX75" fmla="*/ 108372 w 9604374"/>
              <a:gd name="connsiteY75" fmla="*/ 3484386 h 3585866"/>
              <a:gd name="connsiteX76" fmla="*/ 6467 w 9604374"/>
              <a:gd name="connsiteY76" fmla="*/ 3476532 h 3585866"/>
              <a:gd name="connsiteX77" fmla="*/ 0 w 9604374"/>
              <a:gd name="connsiteY77" fmla="*/ 3475412 h 3585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</a:cxnLst>
            <a:rect l="l" t="t" r="r" b="b"/>
            <a:pathLst>
              <a:path w="9604374" h="3585866">
                <a:moveTo>
                  <a:pt x="0" y="0"/>
                </a:moveTo>
                <a:lnTo>
                  <a:pt x="9604374" y="0"/>
                </a:lnTo>
                <a:lnTo>
                  <a:pt x="9604374" y="3095088"/>
                </a:lnTo>
                <a:lnTo>
                  <a:pt x="9591455" y="3097044"/>
                </a:lnTo>
                <a:cubicBezTo>
                  <a:pt x="9496183" y="3133516"/>
                  <a:pt x="9411472" y="3121301"/>
                  <a:pt x="9285147" y="3164182"/>
                </a:cubicBezTo>
                <a:cubicBezTo>
                  <a:pt x="9222914" y="3162781"/>
                  <a:pt x="9174371" y="3173454"/>
                  <a:pt x="9114078" y="3164299"/>
                </a:cubicBezTo>
                <a:cubicBezTo>
                  <a:pt x="9087411" y="3155904"/>
                  <a:pt x="9030947" y="3180906"/>
                  <a:pt x="8999665" y="3157864"/>
                </a:cubicBezTo>
                <a:cubicBezTo>
                  <a:pt x="8997339" y="3174606"/>
                  <a:pt x="8938300" y="3159909"/>
                  <a:pt x="8925240" y="3152135"/>
                </a:cubicBezTo>
                <a:cubicBezTo>
                  <a:pt x="8910091" y="3159441"/>
                  <a:pt x="8884639" y="3146109"/>
                  <a:pt x="8868257" y="3146819"/>
                </a:cubicBezTo>
                <a:cubicBezTo>
                  <a:pt x="8835852" y="3110204"/>
                  <a:pt x="8832251" y="3167659"/>
                  <a:pt x="8792363" y="3146856"/>
                </a:cubicBezTo>
                <a:cubicBezTo>
                  <a:pt x="8774838" y="3159285"/>
                  <a:pt x="8715420" y="3185652"/>
                  <a:pt x="8668399" y="3196893"/>
                </a:cubicBezTo>
                <a:cubicBezTo>
                  <a:pt x="8575902" y="3221445"/>
                  <a:pt x="8569506" y="3250654"/>
                  <a:pt x="8474043" y="3240734"/>
                </a:cubicBezTo>
                <a:cubicBezTo>
                  <a:pt x="8460613" y="3264436"/>
                  <a:pt x="8297088" y="3204738"/>
                  <a:pt x="8317555" y="3247156"/>
                </a:cubicBezTo>
                <a:cubicBezTo>
                  <a:pt x="8285696" y="3245083"/>
                  <a:pt x="8262352" y="3228203"/>
                  <a:pt x="8280111" y="3255812"/>
                </a:cubicBezTo>
                <a:lnTo>
                  <a:pt x="8096088" y="3253903"/>
                </a:lnTo>
                <a:cubicBezTo>
                  <a:pt x="7994084" y="3261603"/>
                  <a:pt x="7930388" y="3281921"/>
                  <a:pt x="7825642" y="3271628"/>
                </a:cubicBezTo>
                <a:cubicBezTo>
                  <a:pt x="7723046" y="3270395"/>
                  <a:pt x="7671282" y="3252297"/>
                  <a:pt x="7531820" y="3252671"/>
                </a:cubicBezTo>
                <a:cubicBezTo>
                  <a:pt x="7433606" y="3250277"/>
                  <a:pt x="7293100" y="3236234"/>
                  <a:pt x="7193751" y="3245192"/>
                </a:cubicBezTo>
                <a:cubicBezTo>
                  <a:pt x="7074822" y="3223769"/>
                  <a:pt x="7104250" y="3250265"/>
                  <a:pt x="6976768" y="3238559"/>
                </a:cubicBezTo>
                <a:cubicBezTo>
                  <a:pt x="6921032" y="3284865"/>
                  <a:pt x="6823818" y="3261794"/>
                  <a:pt x="6756462" y="3273268"/>
                </a:cubicBezTo>
                <a:cubicBezTo>
                  <a:pt x="6679037" y="3283316"/>
                  <a:pt x="6590030" y="3294204"/>
                  <a:pt x="6512214" y="3298845"/>
                </a:cubicBezTo>
                <a:cubicBezTo>
                  <a:pt x="6450581" y="3277980"/>
                  <a:pt x="6366042" y="3329199"/>
                  <a:pt x="6289569" y="3301118"/>
                </a:cubicBezTo>
                <a:cubicBezTo>
                  <a:pt x="6261432" y="3294355"/>
                  <a:pt x="6174310" y="3295209"/>
                  <a:pt x="6157816" y="3308643"/>
                </a:cubicBezTo>
                <a:cubicBezTo>
                  <a:pt x="6139648" y="3311557"/>
                  <a:pt x="6118459" y="3306799"/>
                  <a:pt x="6110062" y="3321185"/>
                </a:cubicBezTo>
                <a:cubicBezTo>
                  <a:pt x="6096189" y="3338498"/>
                  <a:pt x="6032810" y="3311765"/>
                  <a:pt x="6041832" y="3332190"/>
                </a:cubicBezTo>
                <a:cubicBezTo>
                  <a:pt x="5996830" y="3313871"/>
                  <a:pt x="5961033" y="3350141"/>
                  <a:pt x="5923195" y="3359104"/>
                </a:cubicBezTo>
                <a:cubicBezTo>
                  <a:pt x="5887750" y="3340930"/>
                  <a:pt x="5853570" y="3365323"/>
                  <a:pt x="5770972" y="3369893"/>
                </a:cubicBezTo>
                <a:cubicBezTo>
                  <a:pt x="5731993" y="3348876"/>
                  <a:pt x="5705091" y="3385599"/>
                  <a:pt x="5632583" y="3357730"/>
                </a:cubicBezTo>
                <a:cubicBezTo>
                  <a:pt x="5594087" y="3357562"/>
                  <a:pt x="5606154" y="3357443"/>
                  <a:pt x="5539996" y="3352890"/>
                </a:cubicBezTo>
                <a:cubicBezTo>
                  <a:pt x="5439049" y="3348000"/>
                  <a:pt x="5408459" y="3356166"/>
                  <a:pt x="5315460" y="3350411"/>
                </a:cubicBezTo>
                <a:cubicBezTo>
                  <a:pt x="5211119" y="3348356"/>
                  <a:pt x="5208881" y="3372469"/>
                  <a:pt x="5072455" y="3338147"/>
                </a:cubicBezTo>
                <a:cubicBezTo>
                  <a:pt x="5061717" y="3354508"/>
                  <a:pt x="5045493" y="3355753"/>
                  <a:pt x="5016364" y="3348937"/>
                </a:cubicBezTo>
                <a:cubicBezTo>
                  <a:pt x="4965900" y="3349130"/>
                  <a:pt x="4977835" y="3389131"/>
                  <a:pt x="4922276" y="3366515"/>
                </a:cubicBezTo>
                <a:cubicBezTo>
                  <a:pt x="4935702" y="3387794"/>
                  <a:pt x="4828733" y="3377760"/>
                  <a:pt x="4856444" y="3399463"/>
                </a:cubicBezTo>
                <a:cubicBezTo>
                  <a:pt x="4827698" y="3420094"/>
                  <a:pt x="4805019" y="3388256"/>
                  <a:pt x="4775993" y="3406312"/>
                </a:cubicBezTo>
                <a:cubicBezTo>
                  <a:pt x="4744470" y="3406056"/>
                  <a:pt x="4706605" y="3394901"/>
                  <a:pt x="4667320" y="3397926"/>
                </a:cubicBezTo>
                <a:cubicBezTo>
                  <a:pt x="4613435" y="3387476"/>
                  <a:pt x="4608100" y="3410487"/>
                  <a:pt x="4540268" y="3424464"/>
                </a:cubicBezTo>
                <a:cubicBezTo>
                  <a:pt x="4508279" y="3412969"/>
                  <a:pt x="4485989" y="3420063"/>
                  <a:pt x="4465491" y="3433154"/>
                </a:cubicBezTo>
                <a:cubicBezTo>
                  <a:pt x="4396498" y="3432601"/>
                  <a:pt x="4338078" y="3453569"/>
                  <a:pt x="4262864" y="3464075"/>
                </a:cubicBezTo>
                <a:cubicBezTo>
                  <a:pt x="4180249" y="3483394"/>
                  <a:pt x="4225769" y="3479019"/>
                  <a:pt x="4175005" y="3493545"/>
                </a:cubicBezTo>
                <a:lnTo>
                  <a:pt x="4030100" y="3514212"/>
                </a:lnTo>
                <a:lnTo>
                  <a:pt x="3926631" y="3525304"/>
                </a:lnTo>
                <a:lnTo>
                  <a:pt x="3897306" y="3547095"/>
                </a:lnTo>
                <a:lnTo>
                  <a:pt x="3896886" y="3547500"/>
                </a:lnTo>
                <a:lnTo>
                  <a:pt x="3834004" y="3550510"/>
                </a:lnTo>
                <a:cubicBezTo>
                  <a:pt x="3800562" y="3554957"/>
                  <a:pt x="3734185" y="3568533"/>
                  <a:pt x="3696227" y="3574175"/>
                </a:cubicBezTo>
                <a:cubicBezTo>
                  <a:pt x="3661780" y="3570074"/>
                  <a:pt x="3640587" y="3551815"/>
                  <a:pt x="3652821" y="3580368"/>
                </a:cubicBezTo>
                <a:cubicBezTo>
                  <a:pt x="3641506" y="3579831"/>
                  <a:pt x="3634593" y="3582151"/>
                  <a:pt x="3629691" y="3585866"/>
                </a:cubicBezTo>
                <a:lnTo>
                  <a:pt x="3595018" y="3571623"/>
                </a:lnTo>
                <a:lnTo>
                  <a:pt x="3551656" y="3577800"/>
                </a:lnTo>
                <a:lnTo>
                  <a:pt x="3541558" y="3579797"/>
                </a:lnTo>
                <a:lnTo>
                  <a:pt x="3465708" y="3565931"/>
                </a:lnTo>
                <a:lnTo>
                  <a:pt x="3458313" y="3560366"/>
                </a:lnTo>
                <a:cubicBezTo>
                  <a:pt x="3450380" y="3556940"/>
                  <a:pt x="3439090" y="3555355"/>
                  <a:pt x="3420278" y="3557947"/>
                </a:cubicBezTo>
                <a:lnTo>
                  <a:pt x="3415952" y="3559424"/>
                </a:lnTo>
                <a:lnTo>
                  <a:pt x="3384432" y="3550905"/>
                </a:lnTo>
                <a:cubicBezTo>
                  <a:pt x="3374259" y="3547029"/>
                  <a:pt x="3265415" y="3542149"/>
                  <a:pt x="3258039" y="3535884"/>
                </a:cubicBezTo>
                <a:cubicBezTo>
                  <a:pt x="3138852" y="3551394"/>
                  <a:pt x="3130647" y="3523871"/>
                  <a:pt x="3015008" y="3528000"/>
                </a:cubicBezTo>
                <a:cubicBezTo>
                  <a:pt x="2914857" y="3486061"/>
                  <a:pt x="2851687" y="3511605"/>
                  <a:pt x="2761910" y="3505496"/>
                </a:cubicBezTo>
                <a:cubicBezTo>
                  <a:pt x="2676401" y="3501198"/>
                  <a:pt x="2636809" y="3514769"/>
                  <a:pt x="2521923" y="3514208"/>
                </a:cubicBezTo>
                <a:cubicBezTo>
                  <a:pt x="2400197" y="3505062"/>
                  <a:pt x="2222818" y="3509922"/>
                  <a:pt x="2085894" y="3490122"/>
                </a:cubicBezTo>
                <a:cubicBezTo>
                  <a:pt x="1978312" y="3483748"/>
                  <a:pt x="1977940" y="3488460"/>
                  <a:pt x="1936305" y="3487966"/>
                </a:cubicBezTo>
                <a:cubicBezTo>
                  <a:pt x="1922459" y="3490683"/>
                  <a:pt x="1849334" y="3482739"/>
                  <a:pt x="1836080" y="3487150"/>
                </a:cubicBezTo>
                <a:lnTo>
                  <a:pt x="1829133" y="3489437"/>
                </a:lnTo>
                <a:lnTo>
                  <a:pt x="1801140" y="3490787"/>
                </a:lnTo>
                <a:lnTo>
                  <a:pt x="1793476" y="3500921"/>
                </a:lnTo>
                <a:lnTo>
                  <a:pt x="1699923" y="3509706"/>
                </a:lnTo>
                <a:cubicBezTo>
                  <a:pt x="1637728" y="3485036"/>
                  <a:pt x="1584624" y="3514467"/>
                  <a:pt x="1474760" y="3513685"/>
                </a:cubicBezTo>
                <a:cubicBezTo>
                  <a:pt x="1445646" y="3505164"/>
                  <a:pt x="1329781" y="3484421"/>
                  <a:pt x="1308130" y="3496703"/>
                </a:cubicBezTo>
                <a:cubicBezTo>
                  <a:pt x="1287409" y="3498430"/>
                  <a:pt x="1265391" y="3492347"/>
                  <a:pt x="1252381" y="3506093"/>
                </a:cubicBezTo>
                <a:cubicBezTo>
                  <a:pt x="1232588" y="3522393"/>
                  <a:pt x="1170020" y="3491785"/>
                  <a:pt x="1174550" y="3512642"/>
                </a:cubicBezTo>
                <a:cubicBezTo>
                  <a:pt x="1119896" y="3512841"/>
                  <a:pt x="1000484" y="3507431"/>
                  <a:pt x="924455" y="3507283"/>
                </a:cubicBezTo>
                <a:cubicBezTo>
                  <a:pt x="887180" y="3483915"/>
                  <a:pt x="777361" y="3516071"/>
                  <a:pt x="718373" y="3511753"/>
                </a:cubicBezTo>
                <a:cubicBezTo>
                  <a:pt x="666588" y="3513355"/>
                  <a:pt x="661645" y="3525551"/>
                  <a:pt x="600444" y="3520899"/>
                </a:cubicBezTo>
                <a:cubicBezTo>
                  <a:pt x="491334" y="3516943"/>
                  <a:pt x="451794" y="3507522"/>
                  <a:pt x="351173" y="3495843"/>
                </a:cubicBezTo>
                <a:cubicBezTo>
                  <a:pt x="237121" y="3487112"/>
                  <a:pt x="235857" y="3499212"/>
                  <a:pt x="108372" y="3484386"/>
                </a:cubicBezTo>
                <a:cubicBezTo>
                  <a:pt x="86318" y="3481054"/>
                  <a:pt x="40657" y="3480329"/>
                  <a:pt x="6467" y="3476532"/>
                </a:cubicBezTo>
                <a:lnTo>
                  <a:pt x="0" y="3475412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Rectangle 6">
            <a:extLst>
              <a:ext uri="{FF2B5EF4-FFF2-40B4-BE49-F238E27FC236}">
                <a16:creationId xmlns:a16="http://schemas.microsoft.com/office/drawing/2014/main" id="{48F779DE-4744-42D6-9C74-33EC94460CC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66295" y="2190741"/>
            <a:ext cx="1011410" cy="407804"/>
          </a:xfrm>
          <a:custGeom>
            <a:avLst/>
            <a:gdLst>
              <a:gd name="connsiteX0" fmla="*/ 0 w 2142503"/>
              <a:gd name="connsiteY0" fmla="*/ 0 h 571500"/>
              <a:gd name="connsiteX1" fmla="*/ 2142503 w 2142503"/>
              <a:gd name="connsiteY1" fmla="*/ 0 h 571500"/>
              <a:gd name="connsiteX2" fmla="*/ 2142503 w 2142503"/>
              <a:gd name="connsiteY2" fmla="*/ 571500 h 571500"/>
              <a:gd name="connsiteX3" fmla="*/ 0 w 2142503"/>
              <a:gd name="connsiteY3" fmla="*/ 571500 h 571500"/>
              <a:gd name="connsiteX4" fmla="*/ 0 w 2142503"/>
              <a:gd name="connsiteY4" fmla="*/ 0 h 571500"/>
              <a:gd name="connsiteX0" fmla="*/ 0 w 2142503"/>
              <a:gd name="connsiteY0" fmla="*/ 0 h 582145"/>
              <a:gd name="connsiteX1" fmla="*/ 2142503 w 2142503"/>
              <a:gd name="connsiteY1" fmla="*/ 0 h 582145"/>
              <a:gd name="connsiteX2" fmla="*/ 2142503 w 2142503"/>
              <a:gd name="connsiteY2" fmla="*/ 571500 h 582145"/>
              <a:gd name="connsiteX3" fmla="*/ 2050917 w 2142503"/>
              <a:gd name="connsiteY3" fmla="*/ 582088 h 582145"/>
              <a:gd name="connsiteX4" fmla="*/ 0 w 2142503"/>
              <a:gd name="connsiteY4" fmla="*/ 571500 h 582145"/>
              <a:gd name="connsiteX5" fmla="*/ 0 w 2142503"/>
              <a:gd name="connsiteY5" fmla="*/ 0 h 582145"/>
              <a:gd name="connsiteX0" fmla="*/ 0 w 2159832"/>
              <a:gd name="connsiteY0" fmla="*/ 0 h 582145"/>
              <a:gd name="connsiteX1" fmla="*/ 2142503 w 2159832"/>
              <a:gd name="connsiteY1" fmla="*/ 0 h 582145"/>
              <a:gd name="connsiteX2" fmla="*/ 2159829 w 2159832"/>
              <a:gd name="connsiteY2" fmla="*/ 96526 h 582145"/>
              <a:gd name="connsiteX3" fmla="*/ 2142503 w 2159832"/>
              <a:gd name="connsiteY3" fmla="*/ 571500 h 582145"/>
              <a:gd name="connsiteX4" fmla="*/ 2050917 w 2159832"/>
              <a:gd name="connsiteY4" fmla="*/ 582088 h 582145"/>
              <a:gd name="connsiteX5" fmla="*/ 0 w 2159832"/>
              <a:gd name="connsiteY5" fmla="*/ 571500 h 582145"/>
              <a:gd name="connsiteX6" fmla="*/ 0 w 2159832"/>
              <a:gd name="connsiteY6" fmla="*/ 0 h 582145"/>
              <a:gd name="connsiteX0" fmla="*/ 0 w 2159832"/>
              <a:gd name="connsiteY0" fmla="*/ 12386 h 594531"/>
              <a:gd name="connsiteX1" fmla="*/ 67826 w 2159832"/>
              <a:gd name="connsiteY1" fmla="*/ 0 h 594531"/>
              <a:gd name="connsiteX2" fmla="*/ 2142503 w 2159832"/>
              <a:gd name="connsiteY2" fmla="*/ 12386 h 594531"/>
              <a:gd name="connsiteX3" fmla="*/ 2159829 w 2159832"/>
              <a:gd name="connsiteY3" fmla="*/ 108912 h 594531"/>
              <a:gd name="connsiteX4" fmla="*/ 2142503 w 2159832"/>
              <a:gd name="connsiteY4" fmla="*/ 583886 h 594531"/>
              <a:gd name="connsiteX5" fmla="*/ 2050917 w 2159832"/>
              <a:gd name="connsiteY5" fmla="*/ 594474 h 594531"/>
              <a:gd name="connsiteX6" fmla="*/ 0 w 2159832"/>
              <a:gd name="connsiteY6" fmla="*/ 583886 h 594531"/>
              <a:gd name="connsiteX7" fmla="*/ 0 w 2159832"/>
              <a:gd name="connsiteY7" fmla="*/ 12386 h 594531"/>
              <a:gd name="connsiteX0" fmla="*/ 0 w 2168908"/>
              <a:gd name="connsiteY0" fmla="*/ 26000 h 594531"/>
              <a:gd name="connsiteX1" fmla="*/ 76902 w 2168908"/>
              <a:gd name="connsiteY1" fmla="*/ 0 h 594531"/>
              <a:gd name="connsiteX2" fmla="*/ 2151579 w 2168908"/>
              <a:gd name="connsiteY2" fmla="*/ 12386 h 594531"/>
              <a:gd name="connsiteX3" fmla="*/ 2168905 w 2168908"/>
              <a:gd name="connsiteY3" fmla="*/ 108912 h 594531"/>
              <a:gd name="connsiteX4" fmla="*/ 2151579 w 2168908"/>
              <a:gd name="connsiteY4" fmla="*/ 583886 h 594531"/>
              <a:gd name="connsiteX5" fmla="*/ 2059993 w 2168908"/>
              <a:gd name="connsiteY5" fmla="*/ 594474 h 594531"/>
              <a:gd name="connsiteX6" fmla="*/ 9076 w 2168908"/>
              <a:gd name="connsiteY6" fmla="*/ 583886 h 594531"/>
              <a:gd name="connsiteX7" fmla="*/ 0 w 2168908"/>
              <a:gd name="connsiteY7" fmla="*/ 26000 h 594531"/>
              <a:gd name="connsiteX0" fmla="*/ 5393 w 2174301"/>
              <a:gd name="connsiteY0" fmla="*/ 26000 h 594531"/>
              <a:gd name="connsiteX1" fmla="*/ 82295 w 2174301"/>
              <a:gd name="connsiteY1" fmla="*/ 0 h 594531"/>
              <a:gd name="connsiteX2" fmla="*/ 2156972 w 2174301"/>
              <a:gd name="connsiteY2" fmla="*/ 12386 h 594531"/>
              <a:gd name="connsiteX3" fmla="*/ 2174298 w 2174301"/>
              <a:gd name="connsiteY3" fmla="*/ 108912 h 594531"/>
              <a:gd name="connsiteX4" fmla="*/ 2156972 w 2174301"/>
              <a:gd name="connsiteY4" fmla="*/ 583886 h 594531"/>
              <a:gd name="connsiteX5" fmla="*/ 2065386 w 2174301"/>
              <a:gd name="connsiteY5" fmla="*/ 594474 h 594531"/>
              <a:gd name="connsiteX6" fmla="*/ 14469 w 2174301"/>
              <a:gd name="connsiteY6" fmla="*/ 583886 h 594531"/>
              <a:gd name="connsiteX7" fmla="*/ 5393 w 2174301"/>
              <a:gd name="connsiteY7" fmla="*/ 26000 h 594531"/>
              <a:gd name="connsiteX0" fmla="*/ 5393 w 2174301"/>
              <a:gd name="connsiteY0" fmla="*/ 26000 h 594531"/>
              <a:gd name="connsiteX1" fmla="*/ 82295 w 2174301"/>
              <a:gd name="connsiteY1" fmla="*/ 0 h 594531"/>
              <a:gd name="connsiteX2" fmla="*/ 2156972 w 2174301"/>
              <a:gd name="connsiteY2" fmla="*/ 12386 h 594531"/>
              <a:gd name="connsiteX3" fmla="*/ 2174298 w 2174301"/>
              <a:gd name="connsiteY3" fmla="*/ 108912 h 594531"/>
              <a:gd name="connsiteX4" fmla="*/ 2156972 w 2174301"/>
              <a:gd name="connsiteY4" fmla="*/ 583886 h 594531"/>
              <a:gd name="connsiteX5" fmla="*/ 2065386 w 2174301"/>
              <a:gd name="connsiteY5" fmla="*/ 594474 h 594531"/>
              <a:gd name="connsiteX6" fmla="*/ 14469 w 2174301"/>
              <a:gd name="connsiteY6" fmla="*/ 583886 h 594531"/>
              <a:gd name="connsiteX7" fmla="*/ 5393 w 2174301"/>
              <a:gd name="connsiteY7" fmla="*/ 26000 h 594531"/>
              <a:gd name="connsiteX0" fmla="*/ 5393 w 2174301"/>
              <a:gd name="connsiteY0" fmla="*/ 26000 h 594531"/>
              <a:gd name="connsiteX1" fmla="*/ 82295 w 2174301"/>
              <a:gd name="connsiteY1" fmla="*/ 0 h 594531"/>
              <a:gd name="connsiteX2" fmla="*/ 2156972 w 2174301"/>
              <a:gd name="connsiteY2" fmla="*/ 12386 h 594531"/>
              <a:gd name="connsiteX3" fmla="*/ 2174298 w 2174301"/>
              <a:gd name="connsiteY3" fmla="*/ 108912 h 594531"/>
              <a:gd name="connsiteX4" fmla="*/ 2156972 w 2174301"/>
              <a:gd name="connsiteY4" fmla="*/ 583886 h 594531"/>
              <a:gd name="connsiteX5" fmla="*/ 2065386 w 2174301"/>
              <a:gd name="connsiteY5" fmla="*/ 594474 h 594531"/>
              <a:gd name="connsiteX6" fmla="*/ 14469 w 2174301"/>
              <a:gd name="connsiteY6" fmla="*/ 583886 h 594531"/>
              <a:gd name="connsiteX7" fmla="*/ 5393 w 2174301"/>
              <a:gd name="connsiteY7" fmla="*/ 26000 h 594531"/>
              <a:gd name="connsiteX0" fmla="*/ 5393 w 2174301"/>
              <a:gd name="connsiteY0" fmla="*/ 26000 h 594531"/>
              <a:gd name="connsiteX1" fmla="*/ 82295 w 2174301"/>
              <a:gd name="connsiteY1" fmla="*/ 0 h 594531"/>
              <a:gd name="connsiteX2" fmla="*/ 2156972 w 2174301"/>
              <a:gd name="connsiteY2" fmla="*/ 12386 h 594531"/>
              <a:gd name="connsiteX3" fmla="*/ 2174298 w 2174301"/>
              <a:gd name="connsiteY3" fmla="*/ 108912 h 594531"/>
              <a:gd name="connsiteX4" fmla="*/ 2156972 w 2174301"/>
              <a:gd name="connsiteY4" fmla="*/ 583886 h 594531"/>
              <a:gd name="connsiteX5" fmla="*/ 2065386 w 2174301"/>
              <a:gd name="connsiteY5" fmla="*/ 594474 h 594531"/>
              <a:gd name="connsiteX6" fmla="*/ 14469 w 2174301"/>
              <a:gd name="connsiteY6" fmla="*/ 583886 h 594531"/>
              <a:gd name="connsiteX7" fmla="*/ 5393 w 2174301"/>
              <a:gd name="connsiteY7" fmla="*/ 26000 h 594531"/>
              <a:gd name="connsiteX0" fmla="*/ 147197 w 2316105"/>
              <a:gd name="connsiteY0" fmla="*/ 26000 h 594531"/>
              <a:gd name="connsiteX1" fmla="*/ 224099 w 2316105"/>
              <a:gd name="connsiteY1" fmla="*/ 0 h 594531"/>
              <a:gd name="connsiteX2" fmla="*/ 2298776 w 2316105"/>
              <a:gd name="connsiteY2" fmla="*/ 12386 h 594531"/>
              <a:gd name="connsiteX3" fmla="*/ 2316102 w 2316105"/>
              <a:gd name="connsiteY3" fmla="*/ 108912 h 594531"/>
              <a:gd name="connsiteX4" fmla="*/ 2298776 w 2316105"/>
              <a:gd name="connsiteY4" fmla="*/ 583886 h 594531"/>
              <a:gd name="connsiteX5" fmla="*/ 2207190 w 2316105"/>
              <a:gd name="connsiteY5" fmla="*/ 594474 h 594531"/>
              <a:gd name="connsiteX6" fmla="*/ 156273 w 2316105"/>
              <a:gd name="connsiteY6" fmla="*/ 583886 h 594531"/>
              <a:gd name="connsiteX7" fmla="*/ 142416 w 2316105"/>
              <a:gd name="connsiteY7" fmla="*/ 235975 h 594531"/>
              <a:gd name="connsiteX8" fmla="*/ 147197 w 2316105"/>
              <a:gd name="connsiteY8" fmla="*/ 26000 h 594531"/>
              <a:gd name="connsiteX0" fmla="*/ 154684 w 2323592"/>
              <a:gd name="connsiteY0" fmla="*/ 26000 h 594531"/>
              <a:gd name="connsiteX1" fmla="*/ 231586 w 2323592"/>
              <a:gd name="connsiteY1" fmla="*/ 0 h 594531"/>
              <a:gd name="connsiteX2" fmla="*/ 2306263 w 2323592"/>
              <a:gd name="connsiteY2" fmla="*/ 12386 h 594531"/>
              <a:gd name="connsiteX3" fmla="*/ 2323589 w 2323592"/>
              <a:gd name="connsiteY3" fmla="*/ 108912 h 594531"/>
              <a:gd name="connsiteX4" fmla="*/ 2306263 w 2323592"/>
              <a:gd name="connsiteY4" fmla="*/ 583886 h 594531"/>
              <a:gd name="connsiteX5" fmla="*/ 2214677 w 2323592"/>
              <a:gd name="connsiteY5" fmla="*/ 594474 h 594531"/>
              <a:gd name="connsiteX6" fmla="*/ 163760 w 2323592"/>
              <a:gd name="connsiteY6" fmla="*/ 583886 h 594531"/>
              <a:gd name="connsiteX7" fmla="*/ 158979 w 2323592"/>
              <a:gd name="connsiteY7" fmla="*/ 403879 h 594531"/>
              <a:gd name="connsiteX8" fmla="*/ 149903 w 2323592"/>
              <a:gd name="connsiteY8" fmla="*/ 235975 h 594531"/>
              <a:gd name="connsiteX9" fmla="*/ 154684 w 2323592"/>
              <a:gd name="connsiteY9" fmla="*/ 26000 h 594531"/>
              <a:gd name="connsiteX0" fmla="*/ 13665 w 2182573"/>
              <a:gd name="connsiteY0" fmla="*/ 26000 h 594531"/>
              <a:gd name="connsiteX1" fmla="*/ 90567 w 2182573"/>
              <a:gd name="connsiteY1" fmla="*/ 0 h 594531"/>
              <a:gd name="connsiteX2" fmla="*/ 2165244 w 2182573"/>
              <a:gd name="connsiteY2" fmla="*/ 12386 h 594531"/>
              <a:gd name="connsiteX3" fmla="*/ 2182570 w 2182573"/>
              <a:gd name="connsiteY3" fmla="*/ 108912 h 594531"/>
              <a:gd name="connsiteX4" fmla="*/ 2165244 w 2182573"/>
              <a:gd name="connsiteY4" fmla="*/ 583886 h 594531"/>
              <a:gd name="connsiteX5" fmla="*/ 2073658 w 2182573"/>
              <a:gd name="connsiteY5" fmla="*/ 594474 h 594531"/>
              <a:gd name="connsiteX6" fmla="*/ 22741 w 2182573"/>
              <a:gd name="connsiteY6" fmla="*/ 583886 h 594531"/>
              <a:gd name="connsiteX7" fmla="*/ 17960 w 2182573"/>
              <a:gd name="connsiteY7" fmla="*/ 403879 h 594531"/>
              <a:gd name="connsiteX8" fmla="*/ 8884 w 2182573"/>
              <a:gd name="connsiteY8" fmla="*/ 235975 h 594531"/>
              <a:gd name="connsiteX9" fmla="*/ 13665 w 2182573"/>
              <a:gd name="connsiteY9" fmla="*/ 26000 h 594531"/>
              <a:gd name="connsiteX0" fmla="*/ 13665 w 2202120"/>
              <a:gd name="connsiteY0" fmla="*/ 26000 h 594531"/>
              <a:gd name="connsiteX1" fmla="*/ 90567 w 2202120"/>
              <a:gd name="connsiteY1" fmla="*/ 0 h 594531"/>
              <a:gd name="connsiteX2" fmla="*/ 2165244 w 2202120"/>
              <a:gd name="connsiteY2" fmla="*/ 12386 h 594531"/>
              <a:gd name="connsiteX3" fmla="*/ 2182570 w 2202120"/>
              <a:gd name="connsiteY3" fmla="*/ 108912 h 594531"/>
              <a:gd name="connsiteX4" fmla="*/ 2192471 w 2202120"/>
              <a:gd name="connsiteY4" fmla="*/ 583886 h 594531"/>
              <a:gd name="connsiteX5" fmla="*/ 2073658 w 2202120"/>
              <a:gd name="connsiteY5" fmla="*/ 594474 h 594531"/>
              <a:gd name="connsiteX6" fmla="*/ 22741 w 2202120"/>
              <a:gd name="connsiteY6" fmla="*/ 583886 h 594531"/>
              <a:gd name="connsiteX7" fmla="*/ 17960 w 2202120"/>
              <a:gd name="connsiteY7" fmla="*/ 403879 h 594531"/>
              <a:gd name="connsiteX8" fmla="*/ 8884 w 2202120"/>
              <a:gd name="connsiteY8" fmla="*/ 235975 h 594531"/>
              <a:gd name="connsiteX9" fmla="*/ 13665 w 2202120"/>
              <a:gd name="connsiteY9" fmla="*/ 26000 h 594531"/>
              <a:gd name="connsiteX0" fmla="*/ 13665 w 2202036"/>
              <a:gd name="connsiteY0" fmla="*/ 26000 h 594531"/>
              <a:gd name="connsiteX1" fmla="*/ 90567 w 2202036"/>
              <a:gd name="connsiteY1" fmla="*/ 0 h 594531"/>
              <a:gd name="connsiteX2" fmla="*/ 2165244 w 2202036"/>
              <a:gd name="connsiteY2" fmla="*/ 12386 h 594531"/>
              <a:gd name="connsiteX3" fmla="*/ 2182570 w 2202036"/>
              <a:gd name="connsiteY3" fmla="*/ 108912 h 594531"/>
              <a:gd name="connsiteX4" fmla="*/ 2191645 w 2202036"/>
              <a:gd name="connsiteY4" fmla="*/ 422031 h 594531"/>
              <a:gd name="connsiteX5" fmla="*/ 2192471 w 2202036"/>
              <a:gd name="connsiteY5" fmla="*/ 583886 h 594531"/>
              <a:gd name="connsiteX6" fmla="*/ 2073658 w 2202036"/>
              <a:gd name="connsiteY6" fmla="*/ 594474 h 594531"/>
              <a:gd name="connsiteX7" fmla="*/ 22741 w 2202036"/>
              <a:gd name="connsiteY7" fmla="*/ 583886 h 594531"/>
              <a:gd name="connsiteX8" fmla="*/ 17960 w 2202036"/>
              <a:gd name="connsiteY8" fmla="*/ 403879 h 594531"/>
              <a:gd name="connsiteX9" fmla="*/ 8884 w 2202036"/>
              <a:gd name="connsiteY9" fmla="*/ 235975 h 594531"/>
              <a:gd name="connsiteX10" fmla="*/ 13665 w 2202036"/>
              <a:gd name="connsiteY10" fmla="*/ 26000 h 594531"/>
              <a:gd name="connsiteX0" fmla="*/ 142254 w 2330625"/>
              <a:gd name="connsiteY0" fmla="*/ 26000 h 594531"/>
              <a:gd name="connsiteX1" fmla="*/ 219156 w 2330625"/>
              <a:gd name="connsiteY1" fmla="*/ 0 h 594531"/>
              <a:gd name="connsiteX2" fmla="*/ 2293833 w 2330625"/>
              <a:gd name="connsiteY2" fmla="*/ 12386 h 594531"/>
              <a:gd name="connsiteX3" fmla="*/ 2311159 w 2330625"/>
              <a:gd name="connsiteY3" fmla="*/ 108912 h 594531"/>
              <a:gd name="connsiteX4" fmla="*/ 2320234 w 2330625"/>
              <a:gd name="connsiteY4" fmla="*/ 422031 h 594531"/>
              <a:gd name="connsiteX5" fmla="*/ 2321060 w 2330625"/>
              <a:gd name="connsiteY5" fmla="*/ 583886 h 594531"/>
              <a:gd name="connsiteX6" fmla="*/ 2202247 w 2330625"/>
              <a:gd name="connsiteY6" fmla="*/ 594474 h 594531"/>
              <a:gd name="connsiteX7" fmla="*/ 151330 w 2330625"/>
              <a:gd name="connsiteY7" fmla="*/ 583886 h 594531"/>
              <a:gd name="connsiteX8" fmla="*/ 155624 w 2330625"/>
              <a:gd name="connsiteY8" fmla="*/ 512790 h 594531"/>
              <a:gd name="connsiteX9" fmla="*/ 146549 w 2330625"/>
              <a:gd name="connsiteY9" fmla="*/ 403879 h 594531"/>
              <a:gd name="connsiteX10" fmla="*/ 137473 w 2330625"/>
              <a:gd name="connsiteY10" fmla="*/ 235975 h 594531"/>
              <a:gd name="connsiteX11" fmla="*/ 142254 w 2330625"/>
              <a:gd name="connsiteY11" fmla="*/ 26000 h 594531"/>
              <a:gd name="connsiteX0" fmla="*/ 13413 w 2201784"/>
              <a:gd name="connsiteY0" fmla="*/ 26000 h 594531"/>
              <a:gd name="connsiteX1" fmla="*/ 90315 w 2201784"/>
              <a:gd name="connsiteY1" fmla="*/ 0 h 594531"/>
              <a:gd name="connsiteX2" fmla="*/ 2164992 w 2201784"/>
              <a:gd name="connsiteY2" fmla="*/ 12386 h 594531"/>
              <a:gd name="connsiteX3" fmla="*/ 2182318 w 2201784"/>
              <a:gd name="connsiteY3" fmla="*/ 108912 h 594531"/>
              <a:gd name="connsiteX4" fmla="*/ 2191393 w 2201784"/>
              <a:gd name="connsiteY4" fmla="*/ 422031 h 594531"/>
              <a:gd name="connsiteX5" fmla="*/ 2192219 w 2201784"/>
              <a:gd name="connsiteY5" fmla="*/ 583886 h 594531"/>
              <a:gd name="connsiteX6" fmla="*/ 2073406 w 2201784"/>
              <a:gd name="connsiteY6" fmla="*/ 594474 h 594531"/>
              <a:gd name="connsiteX7" fmla="*/ 22489 w 2201784"/>
              <a:gd name="connsiteY7" fmla="*/ 583886 h 594531"/>
              <a:gd name="connsiteX8" fmla="*/ 26783 w 2201784"/>
              <a:gd name="connsiteY8" fmla="*/ 512790 h 594531"/>
              <a:gd name="connsiteX9" fmla="*/ 17708 w 2201784"/>
              <a:gd name="connsiteY9" fmla="*/ 403879 h 594531"/>
              <a:gd name="connsiteX10" fmla="*/ 8632 w 2201784"/>
              <a:gd name="connsiteY10" fmla="*/ 235975 h 594531"/>
              <a:gd name="connsiteX11" fmla="*/ 13413 w 2201784"/>
              <a:gd name="connsiteY11" fmla="*/ 26000 h 594531"/>
              <a:gd name="connsiteX0" fmla="*/ 13413 w 2201784"/>
              <a:gd name="connsiteY0" fmla="*/ 26000 h 594531"/>
              <a:gd name="connsiteX1" fmla="*/ 90315 w 2201784"/>
              <a:gd name="connsiteY1" fmla="*/ 0 h 594531"/>
              <a:gd name="connsiteX2" fmla="*/ 2170127 w 2201784"/>
              <a:gd name="connsiteY2" fmla="*/ 33245 h 594531"/>
              <a:gd name="connsiteX3" fmla="*/ 2182318 w 2201784"/>
              <a:gd name="connsiteY3" fmla="*/ 108912 h 594531"/>
              <a:gd name="connsiteX4" fmla="*/ 2191393 w 2201784"/>
              <a:gd name="connsiteY4" fmla="*/ 422031 h 594531"/>
              <a:gd name="connsiteX5" fmla="*/ 2192219 w 2201784"/>
              <a:gd name="connsiteY5" fmla="*/ 583886 h 594531"/>
              <a:gd name="connsiteX6" fmla="*/ 2073406 w 2201784"/>
              <a:gd name="connsiteY6" fmla="*/ 594474 h 594531"/>
              <a:gd name="connsiteX7" fmla="*/ 22489 w 2201784"/>
              <a:gd name="connsiteY7" fmla="*/ 583886 h 594531"/>
              <a:gd name="connsiteX8" fmla="*/ 26783 w 2201784"/>
              <a:gd name="connsiteY8" fmla="*/ 512790 h 594531"/>
              <a:gd name="connsiteX9" fmla="*/ 17708 w 2201784"/>
              <a:gd name="connsiteY9" fmla="*/ 403879 h 594531"/>
              <a:gd name="connsiteX10" fmla="*/ 8632 w 2201784"/>
              <a:gd name="connsiteY10" fmla="*/ 235975 h 594531"/>
              <a:gd name="connsiteX11" fmla="*/ 13413 w 2201784"/>
              <a:gd name="connsiteY11" fmla="*/ 26000 h 594531"/>
              <a:gd name="connsiteX0" fmla="*/ 13413 w 2201784"/>
              <a:gd name="connsiteY0" fmla="*/ 26000 h 594531"/>
              <a:gd name="connsiteX1" fmla="*/ 90315 w 2201784"/>
              <a:gd name="connsiteY1" fmla="*/ 0 h 594531"/>
              <a:gd name="connsiteX2" fmla="*/ 2170127 w 2201784"/>
              <a:gd name="connsiteY2" fmla="*/ 33245 h 594531"/>
              <a:gd name="connsiteX3" fmla="*/ 2182318 w 2201784"/>
              <a:gd name="connsiteY3" fmla="*/ 108912 h 594531"/>
              <a:gd name="connsiteX4" fmla="*/ 2191393 w 2201784"/>
              <a:gd name="connsiteY4" fmla="*/ 422031 h 594531"/>
              <a:gd name="connsiteX5" fmla="*/ 2192219 w 2201784"/>
              <a:gd name="connsiteY5" fmla="*/ 583886 h 594531"/>
              <a:gd name="connsiteX6" fmla="*/ 2073406 w 2201784"/>
              <a:gd name="connsiteY6" fmla="*/ 594474 h 594531"/>
              <a:gd name="connsiteX7" fmla="*/ 22489 w 2201784"/>
              <a:gd name="connsiteY7" fmla="*/ 583886 h 594531"/>
              <a:gd name="connsiteX8" fmla="*/ 26783 w 2201784"/>
              <a:gd name="connsiteY8" fmla="*/ 512790 h 594531"/>
              <a:gd name="connsiteX9" fmla="*/ 17708 w 2201784"/>
              <a:gd name="connsiteY9" fmla="*/ 403879 h 594531"/>
              <a:gd name="connsiteX10" fmla="*/ 8632 w 2201784"/>
              <a:gd name="connsiteY10" fmla="*/ 235975 h 594531"/>
              <a:gd name="connsiteX11" fmla="*/ 13413 w 2201784"/>
              <a:gd name="connsiteY11" fmla="*/ 26000 h 5945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201784" h="594531">
                <a:moveTo>
                  <a:pt x="13413" y="26000"/>
                </a:moveTo>
                <a:cubicBezTo>
                  <a:pt x="37534" y="24897"/>
                  <a:pt x="66194" y="1103"/>
                  <a:pt x="90315" y="0"/>
                </a:cubicBezTo>
                <a:cubicBezTo>
                  <a:pt x="781874" y="4129"/>
                  <a:pt x="1607589" y="24681"/>
                  <a:pt x="2170127" y="33245"/>
                </a:cubicBezTo>
                <a:cubicBezTo>
                  <a:pt x="2169852" y="63908"/>
                  <a:pt x="2182593" y="78249"/>
                  <a:pt x="2182318" y="108912"/>
                </a:cubicBezTo>
                <a:cubicBezTo>
                  <a:pt x="2188231" y="177186"/>
                  <a:pt x="2189743" y="342869"/>
                  <a:pt x="2191393" y="422031"/>
                </a:cubicBezTo>
                <a:cubicBezTo>
                  <a:pt x="2193043" y="501193"/>
                  <a:pt x="2213396" y="555146"/>
                  <a:pt x="2192219" y="583886"/>
                </a:cubicBezTo>
                <a:cubicBezTo>
                  <a:pt x="2172279" y="582877"/>
                  <a:pt x="2093346" y="595483"/>
                  <a:pt x="2073406" y="594474"/>
                </a:cubicBezTo>
                <a:lnTo>
                  <a:pt x="22489" y="583886"/>
                </a:lnTo>
                <a:cubicBezTo>
                  <a:pt x="5849" y="592962"/>
                  <a:pt x="27580" y="542791"/>
                  <a:pt x="26783" y="512790"/>
                </a:cubicBezTo>
                <a:cubicBezTo>
                  <a:pt x="25986" y="482789"/>
                  <a:pt x="18464" y="450015"/>
                  <a:pt x="17708" y="403879"/>
                </a:cubicBezTo>
                <a:cubicBezTo>
                  <a:pt x="16952" y="357743"/>
                  <a:pt x="-14855" y="308787"/>
                  <a:pt x="8632" y="235975"/>
                </a:cubicBezTo>
                <a:cubicBezTo>
                  <a:pt x="7119" y="142994"/>
                  <a:pt x="-201" y="65329"/>
                  <a:pt x="13413" y="26000"/>
                </a:cubicBezTo>
                <a:close/>
              </a:path>
            </a:pathLst>
          </a:custGeom>
          <a:solidFill>
            <a:srgbClr val="D9D4D0">
              <a:alpha val="35000"/>
            </a:srgbClr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55905" y="2752316"/>
            <a:ext cx="6232189" cy="3318423"/>
          </a:xfrm>
        </p:spPr>
        <p:txBody>
          <a:bodyPr vert="horz" lIns="91440" tIns="45720" rIns="91440" bIns="45720" rtlCol="0">
            <a:normAutofit/>
          </a:bodyPr>
          <a:lstStyle/>
          <a:p>
            <a:r>
              <a:rPr lang="en-US" sz="1800" b="1" dirty="0">
                <a:solidFill>
                  <a:schemeClr val="accent4">
                    <a:lumMod val="75000"/>
                  </a:schemeClr>
                </a:solidFill>
              </a:rPr>
              <a:t>Directeur de la </a:t>
            </a:r>
            <a:r>
              <a:rPr lang="en-US" sz="1800" b="1" dirty="0" err="1">
                <a:solidFill>
                  <a:schemeClr val="accent4">
                    <a:lumMod val="75000"/>
                  </a:schemeClr>
                </a:solidFill>
              </a:rPr>
              <a:t>qualité</a:t>
            </a:r>
            <a:r>
              <a:rPr lang="en-US" sz="1800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en-US" sz="1800" dirty="0">
                <a:solidFill>
                  <a:schemeClr val="accent4">
                    <a:lumMod val="75000"/>
                  </a:schemeClr>
                </a:solidFill>
              </a:rPr>
              <a:t>→ </a:t>
            </a:r>
            <a:r>
              <a:rPr lang="fr-CA" sz="1800" dirty="0">
                <a:solidFill>
                  <a:schemeClr val="accent4">
                    <a:lumMod val="75000"/>
                  </a:schemeClr>
                </a:solidFill>
              </a:rPr>
              <a:t>définit le cadre de qualité (métriques, seuils, </a:t>
            </a:r>
            <a:r>
              <a:rPr lang="fr-CA" sz="1800" dirty="0" err="1">
                <a:solidFill>
                  <a:schemeClr val="accent4">
                    <a:lumMod val="75000"/>
                  </a:schemeClr>
                </a:solidFill>
              </a:rPr>
              <a:t>qualitativité</a:t>
            </a:r>
            <a:r>
              <a:rPr lang="fr-CA" sz="1800" dirty="0">
                <a:solidFill>
                  <a:schemeClr val="accent4">
                    <a:lumMod val="75000"/>
                  </a:schemeClr>
                </a:solidFill>
              </a:rPr>
              <a:t>) et supervise l’assistance de la qualité</a:t>
            </a:r>
          </a:p>
          <a:p>
            <a:r>
              <a:rPr lang="fr-CA" sz="1800" b="1" dirty="0" err="1">
                <a:solidFill>
                  <a:schemeClr val="accent4">
                    <a:lumMod val="75000"/>
                  </a:schemeClr>
                </a:solidFill>
              </a:rPr>
              <a:t>FINe</a:t>
            </a:r>
            <a:r>
              <a:rPr lang="fr-CA" sz="1800" b="1" dirty="0">
                <a:solidFill>
                  <a:schemeClr val="accent4">
                    <a:lumMod val="75000"/>
                  </a:schemeClr>
                </a:solidFill>
              </a:rPr>
              <a:t> QA </a:t>
            </a:r>
            <a:r>
              <a:rPr lang="fr-CA" sz="1800" dirty="0">
                <a:solidFill>
                  <a:schemeClr val="accent4">
                    <a:lumMod val="75000"/>
                  </a:schemeClr>
                </a:solidFill>
              </a:rPr>
              <a:t>→ Analyste fonctionnel / d’affaires (clarté, valeur, spécifications). Architecte qualité (testabilité, règles, conception de système)</a:t>
            </a:r>
          </a:p>
          <a:p>
            <a:r>
              <a:rPr lang="fr-CA" sz="1800" b="1" dirty="0" err="1">
                <a:solidFill>
                  <a:schemeClr val="accent4">
                    <a:lumMod val="75000"/>
                  </a:schemeClr>
                </a:solidFill>
              </a:rPr>
              <a:t>SAFe</a:t>
            </a:r>
            <a:r>
              <a:rPr lang="fr-CA" sz="1800" b="1" dirty="0">
                <a:solidFill>
                  <a:schemeClr val="accent4">
                    <a:lumMod val="75000"/>
                  </a:schemeClr>
                </a:solidFill>
              </a:rPr>
              <a:t> QA </a:t>
            </a:r>
            <a:r>
              <a:rPr lang="fr-CA" sz="1800" dirty="0">
                <a:solidFill>
                  <a:schemeClr val="accent4">
                    <a:lumMod val="75000"/>
                  </a:schemeClr>
                </a:solidFill>
              </a:rPr>
              <a:t>→ Assiste et "coach" les équipes (alignement avec les normes)</a:t>
            </a:r>
          </a:p>
          <a:p>
            <a:r>
              <a:rPr lang="fr-CA" sz="1800" b="1" dirty="0" err="1">
                <a:solidFill>
                  <a:schemeClr val="accent4">
                    <a:lumMod val="75000"/>
                  </a:schemeClr>
                </a:solidFill>
              </a:rPr>
              <a:t>CARe</a:t>
            </a:r>
            <a:r>
              <a:rPr lang="fr-CA" sz="1800" b="1" dirty="0">
                <a:solidFill>
                  <a:schemeClr val="accent4">
                    <a:lumMod val="75000"/>
                  </a:schemeClr>
                </a:solidFill>
              </a:rPr>
              <a:t> QA </a:t>
            </a:r>
            <a:r>
              <a:rPr lang="fr-CA" sz="1800" dirty="0">
                <a:solidFill>
                  <a:schemeClr val="accent4">
                    <a:lumMod val="75000"/>
                  </a:schemeClr>
                </a:solidFill>
              </a:rPr>
              <a:t>→ Analyse les incidents, les rétroactions et l’utilisation dans le monde réel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4697CDA-BDB7-4883-B48B-1D4EDB2F0E9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1026190-6B62-46DB-B5FF-9E0FF9BDCD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66DA0389-D66E-4727-8EFB-E60E6C412FC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948519" y="870265"/>
            <a:ext cx="7246962" cy="1603018"/>
          </a:xfrm>
          <a:custGeom>
            <a:avLst/>
            <a:gdLst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577675 w 9662615"/>
              <a:gd name="connsiteY20" fmla="*/ 1370461 h 1583140"/>
              <a:gd name="connsiteX21" fmla="*/ 7466069 w 9662615"/>
              <a:gd name="connsiteY21" fmla="*/ 1377654 h 1583140"/>
              <a:gd name="connsiteX22" fmla="*/ 7435155 w 9662615"/>
              <a:gd name="connsiteY22" fmla="*/ 1397159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5995105 w 9662615"/>
              <a:gd name="connsiteY36" fmla="*/ 1435236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155638 w 9662615"/>
              <a:gd name="connsiteY47" fmla="*/ 1521938 h 1583140"/>
              <a:gd name="connsiteX48" fmla="*/ 5090342 w 9662615"/>
              <a:gd name="connsiteY48" fmla="*/ 1546680 h 1583140"/>
              <a:gd name="connsiteX49" fmla="*/ 5082104 w 9662615"/>
              <a:gd name="connsiteY49" fmla="*/ 1547781 h 1583140"/>
              <a:gd name="connsiteX50" fmla="*/ 5059484 w 9662615"/>
              <a:gd name="connsiteY50" fmla="*/ 1546802 h 1583140"/>
              <a:gd name="connsiteX51" fmla="*/ 5050958 w 9662615"/>
              <a:gd name="connsiteY51" fmla="*/ 1545776 h 1583140"/>
              <a:gd name="connsiteX52" fmla="*/ 5038524 w 9662615"/>
              <a:gd name="connsiteY52" fmla="*/ 1545675 h 1583140"/>
              <a:gd name="connsiteX53" fmla="*/ 5038223 w 9662615"/>
              <a:gd name="connsiteY53" fmla="*/ 1545881 h 1583140"/>
              <a:gd name="connsiteX54" fmla="*/ 5026564 w 9662615"/>
              <a:gd name="connsiteY54" fmla="*/ 1545376 h 1583140"/>
              <a:gd name="connsiteX55" fmla="*/ 4969433 w 9662615"/>
              <a:gd name="connsiteY55" fmla="*/ 1540263 h 1583140"/>
              <a:gd name="connsiteX56" fmla="*/ 4894799 w 9662615"/>
              <a:gd name="connsiteY56" fmla="*/ 1559476 h 1583140"/>
              <a:gd name="connsiteX57" fmla="*/ 4863775 w 9662615"/>
              <a:gd name="connsiteY57" fmla="*/ 1562633 h 1583140"/>
              <a:gd name="connsiteX58" fmla="*/ 4847242 w 9662615"/>
              <a:gd name="connsiteY58" fmla="*/ 1565435 h 1583140"/>
              <a:gd name="connsiteX59" fmla="*/ 4846237 w 9662615"/>
              <a:gd name="connsiteY59" fmla="*/ 1566331 h 1583140"/>
              <a:gd name="connsiteX60" fmla="*/ 4791466 w 9662615"/>
              <a:gd name="connsiteY60" fmla="*/ 1561324 h 1583140"/>
              <a:gd name="connsiteX61" fmla="*/ 4784247 w 9662615"/>
              <a:gd name="connsiteY61" fmla="*/ 1562342 h 1583140"/>
              <a:gd name="connsiteX62" fmla="*/ 4748477 w 9662615"/>
              <a:gd name="connsiteY62" fmla="*/ 1556925 h 1583140"/>
              <a:gd name="connsiteX63" fmla="*/ 4730033 w 9662615"/>
              <a:gd name="connsiteY63" fmla="*/ 1555274 h 1583140"/>
              <a:gd name="connsiteX64" fmla="*/ 4724747 w 9662615"/>
              <a:gd name="connsiteY64" fmla="*/ 1552439 h 1583140"/>
              <a:gd name="connsiteX65" fmla="*/ 4697562 w 9662615"/>
              <a:gd name="connsiteY65" fmla="*/ 1551206 h 1583140"/>
              <a:gd name="connsiteX66" fmla="*/ 4694469 w 9662615"/>
              <a:gd name="connsiteY66" fmla="*/ 1551958 h 1583140"/>
              <a:gd name="connsiteX67" fmla="*/ 4671940 w 9662615"/>
              <a:gd name="connsiteY67" fmla="*/ 1547617 h 1583140"/>
              <a:gd name="connsiteX68" fmla="*/ 4652930 w 9662615"/>
              <a:gd name="connsiteY68" fmla="*/ 1539961 h 1583140"/>
              <a:gd name="connsiteX69" fmla="*/ 4422155 w 9662615"/>
              <a:gd name="connsiteY69" fmla="*/ 1542059 h 1583140"/>
              <a:gd name="connsiteX70" fmla="*/ 4221826 w 9662615"/>
              <a:gd name="connsiteY70" fmla="*/ 1508923 h 1583140"/>
              <a:gd name="connsiteX71" fmla="*/ 4096601 w 9662615"/>
              <a:gd name="connsiteY71" fmla="*/ 1510961 h 1583140"/>
              <a:gd name="connsiteX72" fmla="*/ 4055448 w 9662615"/>
              <a:gd name="connsiteY72" fmla="*/ 1528913 h 1583140"/>
              <a:gd name="connsiteX73" fmla="*/ 3743791 w 9662615"/>
              <a:gd name="connsiteY73" fmla="*/ 1516637 h 1583140"/>
              <a:gd name="connsiteX74" fmla="*/ 3664453 w 9662615"/>
              <a:gd name="connsiteY74" fmla="*/ 1521660 h 1583140"/>
              <a:gd name="connsiteX75" fmla="*/ 3594070 w 9662615"/>
              <a:gd name="connsiteY75" fmla="*/ 1509422 h 1583140"/>
              <a:gd name="connsiteX76" fmla="*/ 3565233 w 9662615"/>
              <a:gd name="connsiteY76" fmla="*/ 1515122 h 1583140"/>
              <a:gd name="connsiteX77" fmla="*/ 3560267 w 9662615"/>
              <a:gd name="connsiteY77" fmla="*/ 1516288 h 1583140"/>
              <a:gd name="connsiteX78" fmla="*/ 3540258 w 9662615"/>
              <a:gd name="connsiteY78" fmla="*/ 1516976 h 1583140"/>
              <a:gd name="connsiteX79" fmla="*/ 3534780 w 9662615"/>
              <a:gd name="connsiteY79" fmla="*/ 1522141 h 1583140"/>
              <a:gd name="connsiteX80" fmla="*/ 3504783 w 9662615"/>
              <a:gd name="connsiteY80" fmla="*/ 1526739 h 1583140"/>
              <a:gd name="connsiteX81" fmla="*/ 3467911 w 9662615"/>
              <a:gd name="connsiteY81" fmla="*/ 1526618 h 1583140"/>
              <a:gd name="connsiteX82" fmla="*/ 3292707 w 9662615"/>
              <a:gd name="connsiteY82" fmla="*/ 1520490 h 1583140"/>
              <a:gd name="connsiteX83" fmla="*/ 3187872 w 9662615"/>
              <a:gd name="connsiteY83" fmla="*/ 1519991 h 1583140"/>
              <a:gd name="connsiteX84" fmla="*/ 3148026 w 9662615"/>
              <a:gd name="connsiteY84" fmla="*/ 1524777 h 1583140"/>
              <a:gd name="connsiteX85" fmla="*/ 3092394 w 9662615"/>
              <a:gd name="connsiteY85" fmla="*/ 1528115 h 1583140"/>
              <a:gd name="connsiteX86" fmla="*/ 2994200 w 9662615"/>
              <a:gd name="connsiteY86" fmla="*/ 1537857 h 1583140"/>
              <a:gd name="connsiteX87" fmla="*/ 2862301 w 9662615"/>
              <a:gd name="connsiteY87" fmla="*/ 1544250 h 1583140"/>
              <a:gd name="connsiteX88" fmla="*/ 2766335 w 9662615"/>
              <a:gd name="connsiteY88" fmla="*/ 1527662 h 1583140"/>
              <a:gd name="connsiteX89" fmla="*/ 2757836 w 9662615"/>
              <a:gd name="connsiteY89" fmla="*/ 1531371 h 1583140"/>
              <a:gd name="connsiteX90" fmla="*/ 2691555 w 9662615"/>
              <a:gd name="connsiteY90" fmla="*/ 1530283 h 1583140"/>
              <a:gd name="connsiteX91" fmla="*/ 2459871 w 9662615"/>
              <a:gd name="connsiteY91" fmla="*/ 1500859 h 1583140"/>
              <a:gd name="connsiteX92" fmla="*/ 2330328 w 9662615"/>
              <a:gd name="connsiteY92" fmla="*/ 1499441 h 1583140"/>
              <a:gd name="connsiteX93" fmla="*/ 2284269 w 9662615"/>
              <a:gd name="connsiteY93" fmla="*/ 1503068 h 1583140"/>
              <a:gd name="connsiteX94" fmla="*/ 2207104 w 9662615"/>
              <a:gd name="connsiteY94" fmla="*/ 1508888 h 1583140"/>
              <a:gd name="connsiteX95" fmla="*/ 2149226 w 9662615"/>
              <a:gd name="connsiteY95" fmla="*/ 1523409 h 1583140"/>
              <a:gd name="connsiteX96" fmla="*/ 2084783 w 9662615"/>
              <a:gd name="connsiteY96" fmla="*/ 1524245 h 1583140"/>
              <a:gd name="connsiteX97" fmla="*/ 2070075 w 9662615"/>
              <a:gd name="connsiteY97" fmla="*/ 1511285 h 1583140"/>
              <a:gd name="connsiteX98" fmla="*/ 2001057 w 9662615"/>
              <a:gd name="connsiteY98" fmla="*/ 1516449 h 1583140"/>
              <a:gd name="connsiteX99" fmla="*/ 1896330 w 9662615"/>
              <a:gd name="connsiteY99" fmla="*/ 1525725 h 1583140"/>
              <a:gd name="connsiteX100" fmla="*/ 1835994 w 9662615"/>
              <a:gd name="connsiteY100" fmla="*/ 1527678 h 1583140"/>
              <a:gd name="connsiteX101" fmla="*/ 1671119 w 9662615"/>
              <a:gd name="connsiteY101" fmla="*/ 1536701 h 1583140"/>
              <a:gd name="connsiteX102" fmla="*/ 1505921 w 9662615"/>
              <a:gd name="connsiteY102" fmla="*/ 1548552 h 1583140"/>
              <a:gd name="connsiteX103" fmla="*/ 1407755 w 9662615"/>
              <a:gd name="connsiteY103" fmla="*/ 1571444 h 1583140"/>
              <a:gd name="connsiteX104" fmla="*/ 1271994 w 9662615"/>
              <a:gd name="connsiteY104" fmla="*/ 1579471 h 1583140"/>
              <a:gd name="connsiteX105" fmla="*/ 1249226 w 9662615"/>
              <a:gd name="connsiteY105" fmla="*/ 1583140 h 1583140"/>
              <a:gd name="connsiteX106" fmla="*/ 1217719 w 9662615"/>
              <a:gd name="connsiteY106" fmla="*/ 1580863 h 1583140"/>
              <a:gd name="connsiteX107" fmla="*/ 1091432 w 9662615"/>
              <a:gd name="connsiteY107" fmla="*/ 1571003 h 1583140"/>
              <a:gd name="connsiteX108" fmla="*/ 992039 w 9662615"/>
              <a:gd name="connsiteY108" fmla="*/ 1556662 h 1583140"/>
              <a:gd name="connsiteX109" fmla="*/ 868264 w 9662615"/>
              <a:gd name="connsiteY109" fmla="*/ 1566392 h 1583140"/>
              <a:gd name="connsiteX110" fmla="*/ 792765 w 9662615"/>
              <a:gd name="connsiteY110" fmla="*/ 1563102 h 1583140"/>
              <a:gd name="connsiteX111" fmla="*/ 669055 w 9662615"/>
              <a:gd name="connsiteY111" fmla="*/ 1543638 h 1583140"/>
              <a:gd name="connsiteX112" fmla="*/ 506152 w 9662615"/>
              <a:gd name="connsiteY112" fmla="*/ 1549124 h 1583140"/>
              <a:gd name="connsiteX113" fmla="*/ 472797 w 9662615"/>
              <a:gd name="connsiteY113" fmla="*/ 1568904 h 1583140"/>
              <a:gd name="connsiteX114" fmla="*/ 427864 w 9662615"/>
              <a:gd name="connsiteY114" fmla="*/ 1580848 h 1583140"/>
              <a:gd name="connsiteX115" fmla="*/ 408381 w 9662615"/>
              <a:gd name="connsiteY115" fmla="*/ 1552940 h 1583140"/>
              <a:gd name="connsiteX116" fmla="*/ 267163 w 9662615"/>
              <a:gd name="connsiteY116" fmla="*/ 1531913 h 1583140"/>
              <a:gd name="connsiteX117" fmla="*/ 196644 w 9662615"/>
              <a:gd name="connsiteY117" fmla="*/ 1524565 h 1583140"/>
              <a:gd name="connsiteX118" fmla="*/ 86819 w 9662615"/>
              <a:gd name="connsiteY118" fmla="*/ 1519517 h 1583140"/>
              <a:gd name="connsiteX119" fmla="*/ 53369 w 9662615"/>
              <a:gd name="connsiteY119" fmla="*/ 1516853 h 1583140"/>
              <a:gd name="connsiteX120" fmla="*/ 2359 w 9662615"/>
              <a:gd name="connsiteY120" fmla="*/ 1515247 h 1583140"/>
              <a:gd name="connsiteX121" fmla="*/ 0 w 9662615"/>
              <a:gd name="connsiteY121" fmla="*/ 1514932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577675 w 9662615"/>
              <a:gd name="connsiteY20" fmla="*/ 1370461 h 1583140"/>
              <a:gd name="connsiteX21" fmla="*/ 7466069 w 9662615"/>
              <a:gd name="connsiteY21" fmla="*/ 1377654 h 1583140"/>
              <a:gd name="connsiteX22" fmla="*/ 7435155 w 9662615"/>
              <a:gd name="connsiteY22" fmla="*/ 1397159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5995105 w 9662615"/>
              <a:gd name="connsiteY36" fmla="*/ 1435236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155638 w 9662615"/>
              <a:gd name="connsiteY47" fmla="*/ 1521938 h 1583140"/>
              <a:gd name="connsiteX48" fmla="*/ 5090342 w 9662615"/>
              <a:gd name="connsiteY48" fmla="*/ 1546680 h 1583140"/>
              <a:gd name="connsiteX49" fmla="*/ 5082104 w 9662615"/>
              <a:gd name="connsiteY49" fmla="*/ 1547781 h 1583140"/>
              <a:gd name="connsiteX50" fmla="*/ 5059484 w 9662615"/>
              <a:gd name="connsiteY50" fmla="*/ 1546802 h 1583140"/>
              <a:gd name="connsiteX51" fmla="*/ 5050958 w 9662615"/>
              <a:gd name="connsiteY51" fmla="*/ 1545776 h 1583140"/>
              <a:gd name="connsiteX52" fmla="*/ 5038524 w 9662615"/>
              <a:gd name="connsiteY52" fmla="*/ 1545675 h 1583140"/>
              <a:gd name="connsiteX53" fmla="*/ 5038223 w 9662615"/>
              <a:gd name="connsiteY53" fmla="*/ 1545881 h 1583140"/>
              <a:gd name="connsiteX54" fmla="*/ 5026564 w 9662615"/>
              <a:gd name="connsiteY54" fmla="*/ 1545376 h 1583140"/>
              <a:gd name="connsiteX55" fmla="*/ 4969433 w 9662615"/>
              <a:gd name="connsiteY55" fmla="*/ 1540263 h 1583140"/>
              <a:gd name="connsiteX56" fmla="*/ 4894799 w 9662615"/>
              <a:gd name="connsiteY56" fmla="*/ 1559476 h 1583140"/>
              <a:gd name="connsiteX57" fmla="*/ 4863775 w 9662615"/>
              <a:gd name="connsiteY57" fmla="*/ 1562633 h 1583140"/>
              <a:gd name="connsiteX58" fmla="*/ 4847242 w 9662615"/>
              <a:gd name="connsiteY58" fmla="*/ 1565435 h 1583140"/>
              <a:gd name="connsiteX59" fmla="*/ 4846237 w 9662615"/>
              <a:gd name="connsiteY59" fmla="*/ 1566331 h 1583140"/>
              <a:gd name="connsiteX60" fmla="*/ 4791466 w 9662615"/>
              <a:gd name="connsiteY60" fmla="*/ 1561324 h 1583140"/>
              <a:gd name="connsiteX61" fmla="*/ 4784247 w 9662615"/>
              <a:gd name="connsiteY61" fmla="*/ 1562342 h 1583140"/>
              <a:gd name="connsiteX62" fmla="*/ 4748477 w 9662615"/>
              <a:gd name="connsiteY62" fmla="*/ 1556925 h 1583140"/>
              <a:gd name="connsiteX63" fmla="*/ 4730033 w 9662615"/>
              <a:gd name="connsiteY63" fmla="*/ 1555274 h 1583140"/>
              <a:gd name="connsiteX64" fmla="*/ 4724747 w 9662615"/>
              <a:gd name="connsiteY64" fmla="*/ 1552439 h 1583140"/>
              <a:gd name="connsiteX65" fmla="*/ 4697562 w 9662615"/>
              <a:gd name="connsiteY65" fmla="*/ 1551206 h 1583140"/>
              <a:gd name="connsiteX66" fmla="*/ 4694469 w 9662615"/>
              <a:gd name="connsiteY66" fmla="*/ 1551958 h 1583140"/>
              <a:gd name="connsiteX67" fmla="*/ 4671940 w 9662615"/>
              <a:gd name="connsiteY67" fmla="*/ 1547617 h 1583140"/>
              <a:gd name="connsiteX68" fmla="*/ 4652930 w 9662615"/>
              <a:gd name="connsiteY68" fmla="*/ 1539961 h 1583140"/>
              <a:gd name="connsiteX69" fmla="*/ 4422155 w 9662615"/>
              <a:gd name="connsiteY69" fmla="*/ 1542059 h 1583140"/>
              <a:gd name="connsiteX70" fmla="*/ 4221826 w 9662615"/>
              <a:gd name="connsiteY70" fmla="*/ 1508923 h 1583140"/>
              <a:gd name="connsiteX71" fmla="*/ 4096601 w 9662615"/>
              <a:gd name="connsiteY71" fmla="*/ 1510961 h 1583140"/>
              <a:gd name="connsiteX72" fmla="*/ 3986537 w 9662615"/>
              <a:gd name="connsiteY72" fmla="*/ 1523612 h 1583140"/>
              <a:gd name="connsiteX73" fmla="*/ 3743791 w 9662615"/>
              <a:gd name="connsiteY73" fmla="*/ 1516637 h 1583140"/>
              <a:gd name="connsiteX74" fmla="*/ 3664453 w 9662615"/>
              <a:gd name="connsiteY74" fmla="*/ 1521660 h 1583140"/>
              <a:gd name="connsiteX75" fmla="*/ 3594070 w 9662615"/>
              <a:gd name="connsiteY75" fmla="*/ 1509422 h 1583140"/>
              <a:gd name="connsiteX76" fmla="*/ 3565233 w 9662615"/>
              <a:gd name="connsiteY76" fmla="*/ 1515122 h 1583140"/>
              <a:gd name="connsiteX77" fmla="*/ 3560267 w 9662615"/>
              <a:gd name="connsiteY77" fmla="*/ 1516288 h 1583140"/>
              <a:gd name="connsiteX78" fmla="*/ 3540258 w 9662615"/>
              <a:gd name="connsiteY78" fmla="*/ 1516976 h 1583140"/>
              <a:gd name="connsiteX79" fmla="*/ 3534780 w 9662615"/>
              <a:gd name="connsiteY79" fmla="*/ 1522141 h 1583140"/>
              <a:gd name="connsiteX80" fmla="*/ 3504783 w 9662615"/>
              <a:gd name="connsiteY80" fmla="*/ 1526739 h 1583140"/>
              <a:gd name="connsiteX81" fmla="*/ 3467911 w 9662615"/>
              <a:gd name="connsiteY81" fmla="*/ 1526618 h 1583140"/>
              <a:gd name="connsiteX82" fmla="*/ 3292707 w 9662615"/>
              <a:gd name="connsiteY82" fmla="*/ 1520490 h 1583140"/>
              <a:gd name="connsiteX83" fmla="*/ 3187872 w 9662615"/>
              <a:gd name="connsiteY83" fmla="*/ 1519991 h 1583140"/>
              <a:gd name="connsiteX84" fmla="*/ 3148026 w 9662615"/>
              <a:gd name="connsiteY84" fmla="*/ 1524777 h 1583140"/>
              <a:gd name="connsiteX85" fmla="*/ 3092394 w 9662615"/>
              <a:gd name="connsiteY85" fmla="*/ 1528115 h 1583140"/>
              <a:gd name="connsiteX86" fmla="*/ 2994200 w 9662615"/>
              <a:gd name="connsiteY86" fmla="*/ 1537857 h 1583140"/>
              <a:gd name="connsiteX87" fmla="*/ 2862301 w 9662615"/>
              <a:gd name="connsiteY87" fmla="*/ 1544250 h 1583140"/>
              <a:gd name="connsiteX88" fmla="*/ 2766335 w 9662615"/>
              <a:gd name="connsiteY88" fmla="*/ 1527662 h 1583140"/>
              <a:gd name="connsiteX89" fmla="*/ 2757836 w 9662615"/>
              <a:gd name="connsiteY89" fmla="*/ 1531371 h 1583140"/>
              <a:gd name="connsiteX90" fmla="*/ 2691555 w 9662615"/>
              <a:gd name="connsiteY90" fmla="*/ 1530283 h 1583140"/>
              <a:gd name="connsiteX91" fmla="*/ 2459871 w 9662615"/>
              <a:gd name="connsiteY91" fmla="*/ 1500859 h 1583140"/>
              <a:gd name="connsiteX92" fmla="*/ 2330328 w 9662615"/>
              <a:gd name="connsiteY92" fmla="*/ 1499441 h 1583140"/>
              <a:gd name="connsiteX93" fmla="*/ 2284269 w 9662615"/>
              <a:gd name="connsiteY93" fmla="*/ 1503068 h 1583140"/>
              <a:gd name="connsiteX94" fmla="*/ 2207104 w 9662615"/>
              <a:gd name="connsiteY94" fmla="*/ 1508888 h 1583140"/>
              <a:gd name="connsiteX95" fmla="*/ 2149226 w 9662615"/>
              <a:gd name="connsiteY95" fmla="*/ 1523409 h 1583140"/>
              <a:gd name="connsiteX96" fmla="*/ 2084783 w 9662615"/>
              <a:gd name="connsiteY96" fmla="*/ 1524245 h 1583140"/>
              <a:gd name="connsiteX97" fmla="*/ 2070075 w 9662615"/>
              <a:gd name="connsiteY97" fmla="*/ 1511285 h 1583140"/>
              <a:gd name="connsiteX98" fmla="*/ 2001057 w 9662615"/>
              <a:gd name="connsiteY98" fmla="*/ 1516449 h 1583140"/>
              <a:gd name="connsiteX99" fmla="*/ 1896330 w 9662615"/>
              <a:gd name="connsiteY99" fmla="*/ 1525725 h 1583140"/>
              <a:gd name="connsiteX100" fmla="*/ 1835994 w 9662615"/>
              <a:gd name="connsiteY100" fmla="*/ 1527678 h 1583140"/>
              <a:gd name="connsiteX101" fmla="*/ 1671119 w 9662615"/>
              <a:gd name="connsiteY101" fmla="*/ 1536701 h 1583140"/>
              <a:gd name="connsiteX102" fmla="*/ 1505921 w 9662615"/>
              <a:gd name="connsiteY102" fmla="*/ 1548552 h 1583140"/>
              <a:gd name="connsiteX103" fmla="*/ 1407755 w 9662615"/>
              <a:gd name="connsiteY103" fmla="*/ 1571444 h 1583140"/>
              <a:gd name="connsiteX104" fmla="*/ 1271994 w 9662615"/>
              <a:gd name="connsiteY104" fmla="*/ 1579471 h 1583140"/>
              <a:gd name="connsiteX105" fmla="*/ 1249226 w 9662615"/>
              <a:gd name="connsiteY105" fmla="*/ 1583140 h 1583140"/>
              <a:gd name="connsiteX106" fmla="*/ 1217719 w 9662615"/>
              <a:gd name="connsiteY106" fmla="*/ 1580863 h 1583140"/>
              <a:gd name="connsiteX107" fmla="*/ 1091432 w 9662615"/>
              <a:gd name="connsiteY107" fmla="*/ 1571003 h 1583140"/>
              <a:gd name="connsiteX108" fmla="*/ 992039 w 9662615"/>
              <a:gd name="connsiteY108" fmla="*/ 1556662 h 1583140"/>
              <a:gd name="connsiteX109" fmla="*/ 868264 w 9662615"/>
              <a:gd name="connsiteY109" fmla="*/ 1566392 h 1583140"/>
              <a:gd name="connsiteX110" fmla="*/ 792765 w 9662615"/>
              <a:gd name="connsiteY110" fmla="*/ 1563102 h 1583140"/>
              <a:gd name="connsiteX111" fmla="*/ 669055 w 9662615"/>
              <a:gd name="connsiteY111" fmla="*/ 1543638 h 1583140"/>
              <a:gd name="connsiteX112" fmla="*/ 506152 w 9662615"/>
              <a:gd name="connsiteY112" fmla="*/ 1549124 h 1583140"/>
              <a:gd name="connsiteX113" fmla="*/ 472797 w 9662615"/>
              <a:gd name="connsiteY113" fmla="*/ 1568904 h 1583140"/>
              <a:gd name="connsiteX114" fmla="*/ 427864 w 9662615"/>
              <a:gd name="connsiteY114" fmla="*/ 1580848 h 1583140"/>
              <a:gd name="connsiteX115" fmla="*/ 408381 w 9662615"/>
              <a:gd name="connsiteY115" fmla="*/ 1552940 h 1583140"/>
              <a:gd name="connsiteX116" fmla="*/ 267163 w 9662615"/>
              <a:gd name="connsiteY116" fmla="*/ 1531913 h 1583140"/>
              <a:gd name="connsiteX117" fmla="*/ 196644 w 9662615"/>
              <a:gd name="connsiteY117" fmla="*/ 1524565 h 1583140"/>
              <a:gd name="connsiteX118" fmla="*/ 86819 w 9662615"/>
              <a:gd name="connsiteY118" fmla="*/ 1519517 h 1583140"/>
              <a:gd name="connsiteX119" fmla="*/ 53369 w 9662615"/>
              <a:gd name="connsiteY119" fmla="*/ 1516853 h 1583140"/>
              <a:gd name="connsiteX120" fmla="*/ 2359 w 9662615"/>
              <a:gd name="connsiteY120" fmla="*/ 1515247 h 1583140"/>
              <a:gd name="connsiteX121" fmla="*/ 0 w 9662615"/>
              <a:gd name="connsiteY121" fmla="*/ 1514932 h 1583140"/>
              <a:gd name="connsiteX122" fmla="*/ 0 w 9662615"/>
              <a:gd name="connsiteY122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577675 w 9662615"/>
              <a:gd name="connsiteY20" fmla="*/ 1370461 h 1583140"/>
              <a:gd name="connsiteX21" fmla="*/ 7466069 w 9662615"/>
              <a:gd name="connsiteY21" fmla="*/ 1377654 h 1583140"/>
              <a:gd name="connsiteX22" fmla="*/ 7435155 w 9662615"/>
              <a:gd name="connsiteY22" fmla="*/ 1397159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5995105 w 9662615"/>
              <a:gd name="connsiteY36" fmla="*/ 1435236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155638 w 9662615"/>
              <a:gd name="connsiteY47" fmla="*/ 1521938 h 1583140"/>
              <a:gd name="connsiteX48" fmla="*/ 5090342 w 9662615"/>
              <a:gd name="connsiteY48" fmla="*/ 1546680 h 1583140"/>
              <a:gd name="connsiteX49" fmla="*/ 5082104 w 9662615"/>
              <a:gd name="connsiteY49" fmla="*/ 1547781 h 1583140"/>
              <a:gd name="connsiteX50" fmla="*/ 5059484 w 9662615"/>
              <a:gd name="connsiteY50" fmla="*/ 1546802 h 1583140"/>
              <a:gd name="connsiteX51" fmla="*/ 5050958 w 9662615"/>
              <a:gd name="connsiteY51" fmla="*/ 1545776 h 1583140"/>
              <a:gd name="connsiteX52" fmla="*/ 5038524 w 9662615"/>
              <a:gd name="connsiteY52" fmla="*/ 1545675 h 1583140"/>
              <a:gd name="connsiteX53" fmla="*/ 5038223 w 9662615"/>
              <a:gd name="connsiteY53" fmla="*/ 1545881 h 1583140"/>
              <a:gd name="connsiteX54" fmla="*/ 5026564 w 9662615"/>
              <a:gd name="connsiteY54" fmla="*/ 1545376 h 1583140"/>
              <a:gd name="connsiteX55" fmla="*/ 4969433 w 9662615"/>
              <a:gd name="connsiteY55" fmla="*/ 1540263 h 1583140"/>
              <a:gd name="connsiteX56" fmla="*/ 4894799 w 9662615"/>
              <a:gd name="connsiteY56" fmla="*/ 1559476 h 1583140"/>
              <a:gd name="connsiteX57" fmla="*/ 4863775 w 9662615"/>
              <a:gd name="connsiteY57" fmla="*/ 1562633 h 1583140"/>
              <a:gd name="connsiteX58" fmla="*/ 4847242 w 9662615"/>
              <a:gd name="connsiteY58" fmla="*/ 1565435 h 1583140"/>
              <a:gd name="connsiteX59" fmla="*/ 4846237 w 9662615"/>
              <a:gd name="connsiteY59" fmla="*/ 1566331 h 1583140"/>
              <a:gd name="connsiteX60" fmla="*/ 4791466 w 9662615"/>
              <a:gd name="connsiteY60" fmla="*/ 1561324 h 1583140"/>
              <a:gd name="connsiteX61" fmla="*/ 4784247 w 9662615"/>
              <a:gd name="connsiteY61" fmla="*/ 1562342 h 1583140"/>
              <a:gd name="connsiteX62" fmla="*/ 4748477 w 9662615"/>
              <a:gd name="connsiteY62" fmla="*/ 1556925 h 1583140"/>
              <a:gd name="connsiteX63" fmla="*/ 4730033 w 9662615"/>
              <a:gd name="connsiteY63" fmla="*/ 1555274 h 1583140"/>
              <a:gd name="connsiteX64" fmla="*/ 4724747 w 9662615"/>
              <a:gd name="connsiteY64" fmla="*/ 1552439 h 1583140"/>
              <a:gd name="connsiteX65" fmla="*/ 4697562 w 9662615"/>
              <a:gd name="connsiteY65" fmla="*/ 1551206 h 1583140"/>
              <a:gd name="connsiteX66" fmla="*/ 4694469 w 9662615"/>
              <a:gd name="connsiteY66" fmla="*/ 1551958 h 1583140"/>
              <a:gd name="connsiteX67" fmla="*/ 4671940 w 9662615"/>
              <a:gd name="connsiteY67" fmla="*/ 1547617 h 1583140"/>
              <a:gd name="connsiteX68" fmla="*/ 4652930 w 9662615"/>
              <a:gd name="connsiteY68" fmla="*/ 1539961 h 1583140"/>
              <a:gd name="connsiteX69" fmla="*/ 4422155 w 9662615"/>
              <a:gd name="connsiteY69" fmla="*/ 1542059 h 1583140"/>
              <a:gd name="connsiteX70" fmla="*/ 4221826 w 9662615"/>
              <a:gd name="connsiteY70" fmla="*/ 1508923 h 1583140"/>
              <a:gd name="connsiteX71" fmla="*/ 4096601 w 9662615"/>
              <a:gd name="connsiteY71" fmla="*/ 1510961 h 1583140"/>
              <a:gd name="connsiteX72" fmla="*/ 3970635 w 9662615"/>
              <a:gd name="connsiteY72" fmla="*/ 1544815 h 1583140"/>
              <a:gd name="connsiteX73" fmla="*/ 3743791 w 9662615"/>
              <a:gd name="connsiteY73" fmla="*/ 1516637 h 1583140"/>
              <a:gd name="connsiteX74" fmla="*/ 3664453 w 9662615"/>
              <a:gd name="connsiteY74" fmla="*/ 1521660 h 1583140"/>
              <a:gd name="connsiteX75" fmla="*/ 3594070 w 9662615"/>
              <a:gd name="connsiteY75" fmla="*/ 1509422 h 1583140"/>
              <a:gd name="connsiteX76" fmla="*/ 3565233 w 9662615"/>
              <a:gd name="connsiteY76" fmla="*/ 1515122 h 1583140"/>
              <a:gd name="connsiteX77" fmla="*/ 3560267 w 9662615"/>
              <a:gd name="connsiteY77" fmla="*/ 1516288 h 1583140"/>
              <a:gd name="connsiteX78" fmla="*/ 3540258 w 9662615"/>
              <a:gd name="connsiteY78" fmla="*/ 1516976 h 1583140"/>
              <a:gd name="connsiteX79" fmla="*/ 3534780 w 9662615"/>
              <a:gd name="connsiteY79" fmla="*/ 1522141 h 1583140"/>
              <a:gd name="connsiteX80" fmla="*/ 3504783 w 9662615"/>
              <a:gd name="connsiteY80" fmla="*/ 1526739 h 1583140"/>
              <a:gd name="connsiteX81" fmla="*/ 3467911 w 9662615"/>
              <a:gd name="connsiteY81" fmla="*/ 1526618 h 1583140"/>
              <a:gd name="connsiteX82" fmla="*/ 3292707 w 9662615"/>
              <a:gd name="connsiteY82" fmla="*/ 1520490 h 1583140"/>
              <a:gd name="connsiteX83" fmla="*/ 3187872 w 9662615"/>
              <a:gd name="connsiteY83" fmla="*/ 1519991 h 1583140"/>
              <a:gd name="connsiteX84" fmla="*/ 3148026 w 9662615"/>
              <a:gd name="connsiteY84" fmla="*/ 1524777 h 1583140"/>
              <a:gd name="connsiteX85" fmla="*/ 3092394 w 9662615"/>
              <a:gd name="connsiteY85" fmla="*/ 1528115 h 1583140"/>
              <a:gd name="connsiteX86" fmla="*/ 2994200 w 9662615"/>
              <a:gd name="connsiteY86" fmla="*/ 1537857 h 1583140"/>
              <a:gd name="connsiteX87" fmla="*/ 2862301 w 9662615"/>
              <a:gd name="connsiteY87" fmla="*/ 1544250 h 1583140"/>
              <a:gd name="connsiteX88" fmla="*/ 2766335 w 9662615"/>
              <a:gd name="connsiteY88" fmla="*/ 1527662 h 1583140"/>
              <a:gd name="connsiteX89" fmla="*/ 2757836 w 9662615"/>
              <a:gd name="connsiteY89" fmla="*/ 1531371 h 1583140"/>
              <a:gd name="connsiteX90" fmla="*/ 2691555 w 9662615"/>
              <a:gd name="connsiteY90" fmla="*/ 1530283 h 1583140"/>
              <a:gd name="connsiteX91" fmla="*/ 2459871 w 9662615"/>
              <a:gd name="connsiteY91" fmla="*/ 1500859 h 1583140"/>
              <a:gd name="connsiteX92" fmla="*/ 2330328 w 9662615"/>
              <a:gd name="connsiteY92" fmla="*/ 1499441 h 1583140"/>
              <a:gd name="connsiteX93" fmla="*/ 2284269 w 9662615"/>
              <a:gd name="connsiteY93" fmla="*/ 1503068 h 1583140"/>
              <a:gd name="connsiteX94" fmla="*/ 2207104 w 9662615"/>
              <a:gd name="connsiteY94" fmla="*/ 1508888 h 1583140"/>
              <a:gd name="connsiteX95" fmla="*/ 2149226 w 9662615"/>
              <a:gd name="connsiteY95" fmla="*/ 1523409 h 1583140"/>
              <a:gd name="connsiteX96" fmla="*/ 2084783 w 9662615"/>
              <a:gd name="connsiteY96" fmla="*/ 1524245 h 1583140"/>
              <a:gd name="connsiteX97" fmla="*/ 2070075 w 9662615"/>
              <a:gd name="connsiteY97" fmla="*/ 1511285 h 1583140"/>
              <a:gd name="connsiteX98" fmla="*/ 2001057 w 9662615"/>
              <a:gd name="connsiteY98" fmla="*/ 1516449 h 1583140"/>
              <a:gd name="connsiteX99" fmla="*/ 1896330 w 9662615"/>
              <a:gd name="connsiteY99" fmla="*/ 1525725 h 1583140"/>
              <a:gd name="connsiteX100" fmla="*/ 1835994 w 9662615"/>
              <a:gd name="connsiteY100" fmla="*/ 1527678 h 1583140"/>
              <a:gd name="connsiteX101" fmla="*/ 1671119 w 9662615"/>
              <a:gd name="connsiteY101" fmla="*/ 1536701 h 1583140"/>
              <a:gd name="connsiteX102" fmla="*/ 1505921 w 9662615"/>
              <a:gd name="connsiteY102" fmla="*/ 1548552 h 1583140"/>
              <a:gd name="connsiteX103" fmla="*/ 1407755 w 9662615"/>
              <a:gd name="connsiteY103" fmla="*/ 1571444 h 1583140"/>
              <a:gd name="connsiteX104" fmla="*/ 1271994 w 9662615"/>
              <a:gd name="connsiteY104" fmla="*/ 1579471 h 1583140"/>
              <a:gd name="connsiteX105" fmla="*/ 1249226 w 9662615"/>
              <a:gd name="connsiteY105" fmla="*/ 1583140 h 1583140"/>
              <a:gd name="connsiteX106" fmla="*/ 1217719 w 9662615"/>
              <a:gd name="connsiteY106" fmla="*/ 1580863 h 1583140"/>
              <a:gd name="connsiteX107" fmla="*/ 1091432 w 9662615"/>
              <a:gd name="connsiteY107" fmla="*/ 1571003 h 1583140"/>
              <a:gd name="connsiteX108" fmla="*/ 992039 w 9662615"/>
              <a:gd name="connsiteY108" fmla="*/ 1556662 h 1583140"/>
              <a:gd name="connsiteX109" fmla="*/ 868264 w 9662615"/>
              <a:gd name="connsiteY109" fmla="*/ 1566392 h 1583140"/>
              <a:gd name="connsiteX110" fmla="*/ 792765 w 9662615"/>
              <a:gd name="connsiteY110" fmla="*/ 1563102 h 1583140"/>
              <a:gd name="connsiteX111" fmla="*/ 669055 w 9662615"/>
              <a:gd name="connsiteY111" fmla="*/ 1543638 h 1583140"/>
              <a:gd name="connsiteX112" fmla="*/ 506152 w 9662615"/>
              <a:gd name="connsiteY112" fmla="*/ 1549124 h 1583140"/>
              <a:gd name="connsiteX113" fmla="*/ 472797 w 9662615"/>
              <a:gd name="connsiteY113" fmla="*/ 1568904 h 1583140"/>
              <a:gd name="connsiteX114" fmla="*/ 427864 w 9662615"/>
              <a:gd name="connsiteY114" fmla="*/ 1580848 h 1583140"/>
              <a:gd name="connsiteX115" fmla="*/ 408381 w 9662615"/>
              <a:gd name="connsiteY115" fmla="*/ 1552940 h 1583140"/>
              <a:gd name="connsiteX116" fmla="*/ 267163 w 9662615"/>
              <a:gd name="connsiteY116" fmla="*/ 1531913 h 1583140"/>
              <a:gd name="connsiteX117" fmla="*/ 196644 w 9662615"/>
              <a:gd name="connsiteY117" fmla="*/ 1524565 h 1583140"/>
              <a:gd name="connsiteX118" fmla="*/ 86819 w 9662615"/>
              <a:gd name="connsiteY118" fmla="*/ 1519517 h 1583140"/>
              <a:gd name="connsiteX119" fmla="*/ 53369 w 9662615"/>
              <a:gd name="connsiteY119" fmla="*/ 1516853 h 1583140"/>
              <a:gd name="connsiteX120" fmla="*/ 2359 w 9662615"/>
              <a:gd name="connsiteY120" fmla="*/ 1515247 h 1583140"/>
              <a:gd name="connsiteX121" fmla="*/ 0 w 9662615"/>
              <a:gd name="connsiteY121" fmla="*/ 1514932 h 1583140"/>
              <a:gd name="connsiteX122" fmla="*/ 0 w 9662615"/>
              <a:gd name="connsiteY122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577675 w 9662615"/>
              <a:gd name="connsiteY20" fmla="*/ 1370461 h 1583140"/>
              <a:gd name="connsiteX21" fmla="*/ 7466069 w 9662615"/>
              <a:gd name="connsiteY21" fmla="*/ 1377654 h 1583140"/>
              <a:gd name="connsiteX22" fmla="*/ 7435155 w 9662615"/>
              <a:gd name="connsiteY22" fmla="*/ 1397159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5995105 w 9662615"/>
              <a:gd name="connsiteY36" fmla="*/ 1435236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155638 w 9662615"/>
              <a:gd name="connsiteY47" fmla="*/ 1521938 h 1583140"/>
              <a:gd name="connsiteX48" fmla="*/ 5090342 w 9662615"/>
              <a:gd name="connsiteY48" fmla="*/ 1546680 h 1583140"/>
              <a:gd name="connsiteX49" fmla="*/ 5082104 w 9662615"/>
              <a:gd name="connsiteY49" fmla="*/ 1547781 h 1583140"/>
              <a:gd name="connsiteX50" fmla="*/ 5059484 w 9662615"/>
              <a:gd name="connsiteY50" fmla="*/ 1546802 h 1583140"/>
              <a:gd name="connsiteX51" fmla="*/ 5050958 w 9662615"/>
              <a:gd name="connsiteY51" fmla="*/ 1545776 h 1583140"/>
              <a:gd name="connsiteX52" fmla="*/ 5038524 w 9662615"/>
              <a:gd name="connsiteY52" fmla="*/ 1545675 h 1583140"/>
              <a:gd name="connsiteX53" fmla="*/ 5038223 w 9662615"/>
              <a:gd name="connsiteY53" fmla="*/ 1545881 h 1583140"/>
              <a:gd name="connsiteX54" fmla="*/ 5026564 w 9662615"/>
              <a:gd name="connsiteY54" fmla="*/ 1545376 h 1583140"/>
              <a:gd name="connsiteX55" fmla="*/ 4969433 w 9662615"/>
              <a:gd name="connsiteY55" fmla="*/ 1540263 h 1583140"/>
              <a:gd name="connsiteX56" fmla="*/ 4894799 w 9662615"/>
              <a:gd name="connsiteY56" fmla="*/ 1559476 h 1583140"/>
              <a:gd name="connsiteX57" fmla="*/ 4863775 w 9662615"/>
              <a:gd name="connsiteY57" fmla="*/ 1562633 h 1583140"/>
              <a:gd name="connsiteX58" fmla="*/ 4847242 w 9662615"/>
              <a:gd name="connsiteY58" fmla="*/ 1565435 h 1583140"/>
              <a:gd name="connsiteX59" fmla="*/ 4846237 w 9662615"/>
              <a:gd name="connsiteY59" fmla="*/ 1566331 h 1583140"/>
              <a:gd name="connsiteX60" fmla="*/ 4791466 w 9662615"/>
              <a:gd name="connsiteY60" fmla="*/ 1561324 h 1583140"/>
              <a:gd name="connsiteX61" fmla="*/ 4784247 w 9662615"/>
              <a:gd name="connsiteY61" fmla="*/ 1562342 h 1583140"/>
              <a:gd name="connsiteX62" fmla="*/ 4748477 w 9662615"/>
              <a:gd name="connsiteY62" fmla="*/ 1556925 h 1583140"/>
              <a:gd name="connsiteX63" fmla="*/ 4730033 w 9662615"/>
              <a:gd name="connsiteY63" fmla="*/ 1555274 h 1583140"/>
              <a:gd name="connsiteX64" fmla="*/ 4724747 w 9662615"/>
              <a:gd name="connsiteY64" fmla="*/ 1552439 h 1583140"/>
              <a:gd name="connsiteX65" fmla="*/ 4697562 w 9662615"/>
              <a:gd name="connsiteY65" fmla="*/ 1551206 h 1583140"/>
              <a:gd name="connsiteX66" fmla="*/ 4694469 w 9662615"/>
              <a:gd name="connsiteY66" fmla="*/ 1551958 h 1583140"/>
              <a:gd name="connsiteX67" fmla="*/ 4671940 w 9662615"/>
              <a:gd name="connsiteY67" fmla="*/ 1547617 h 1583140"/>
              <a:gd name="connsiteX68" fmla="*/ 4652930 w 9662615"/>
              <a:gd name="connsiteY68" fmla="*/ 1539961 h 1583140"/>
              <a:gd name="connsiteX69" fmla="*/ 4422155 w 9662615"/>
              <a:gd name="connsiteY69" fmla="*/ 1542059 h 1583140"/>
              <a:gd name="connsiteX70" fmla="*/ 4221826 w 9662615"/>
              <a:gd name="connsiteY70" fmla="*/ 1508923 h 1583140"/>
              <a:gd name="connsiteX71" fmla="*/ 4096601 w 9662615"/>
              <a:gd name="connsiteY71" fmla="*/ 1510961 h 1583140"/>
              <a:gd name="connsiteX72" fmla="*/ 3970635 w 9662615"/>
              <a:gd name="connsiteY72" fmla="*/ 1544815 h 1583140"/>
              <a:gd name="connsiteX73" fmla="*/ 3743791 w 9662615"/>
              <a:gd name="connsiteY73" fmla="*/ 1516637 h 1583140"/>
              <a:gd name="connsiteX74" fmla="*/ 3664453 w 9662615"/>
              <a:gd name="connsiteY74" fmla="*/ 1521660 h 1583140"/>
              <a:gd name="connsiteX75" fmla="*/ 3594070 w 9662615"/>
              <a:gd name="connsiteY75" fmla="*/ 1509422 h 1583140"/>
              <a:gd name="connsiteX76" fmla="*/ 3565233 w 9662615"/>
              <a:gd name="connsiteY76" fmla="*/ 1515122 h 1583140"/>
              <a:gd name="connsiteX77" fmla="*/ 3560267 w 9662615"/>
              <a:gd name="connsiteY77" fmla="*/ 1516288 h 1583140"/>
              <a:gd name="connsiteX78" fmla="*/ 3540258 w 9662615"/>
              <a:gd name="connsiteY78" fmla="*/ 1516976 h 1583140"/>
              <a:gd name="connsiteX79" fmla="*/ 3534780 w 9662615"/>
              <a:gd name="connsiteY79" fmla="*/ 1522141 h 1583140"/>
              <a:gd name="connsiteX80" fmla="*/ 3504783 w 9662615"/>
              <a:gd name="connsiteY80" fmla="*/ 1526739 h 1583140"/>
              <a:gd name="connsiteX81" fmla="*/ 3467911 w 9662615"/>
              <a:gd name="connsiteY81" fmla="*/ 1526618 h 1583140"/>
              <a:gd name="connsiteX82" fmla="*/ 3292707 w 9662615"/>
              <a:gd name="connsiteY82" fmla="*/ 1520490 h 1583140"/>
              <a:gd name="connsiteX83" fmla="*/ 3187872 w 9662615"/>
              <a:gd name="connsiteY83" fmla="*/ 1519991 h 1583140"/>
              <a:gd name="connsiteX84" fmla="*/ 3148026 w 9662615"/>
              <a:gd name="connsiteY84" fmla="*/ 1524777 h 1583140"/>
              <a:gd name="connsiteX85" fmla="*/ 3092394 w 9662615"/>
              <a:gd name="connsiteY85" fmla="*/ 1528115 h 1583140"/>
              <a:gd name="connsiteX86" fmla="*/ 2994200 w 9662615"/>
              <a:gd name="connsiteY86" fmla="*/ 1537857 h 1583140"/>
              <a:gd name="connsiteX87" fmla="*/ 2862301 w 9662615"/>
              <a:gd name="connsiteY87" fmla="*/ 1544250 h 1583140"/>
              <a:gd name="connsiteX88" fmla="*/ 2766335 w 9662615"/>
              <a:gd name="connsiteY88" fmla="*/ 1527662 h 1583140"/>
              <a:gd name="connsiteX89" fmla="*/ 2757836 w 9662615"/>
              <a:gd name="connsiteY89" fmla="*/ 1531371 h 1583140"/>
              <a:gd name="connsiteX90" fmla="*/ 2691555 w 9662615"/>
              <a:gd name="connsiteY90" fmla="*/ 1530283 h 1583140"/>
              <a:gd name="connsiteX91" fmla="*/ 2459871 w 9662615"/>
              <a:gd name="connsiteY91" fmla="*/ 1500859 h 1583140"/>
              <a:gd name="connsiteX92" fmla="*/ 2330328 w 9662615"/>
              <a:gd name="connsiteY92" fmla="*/ 1499441 h 1583140"/>
              <a:gd name="connsiteX93" fmla="*/ 2284269 w 9662615"/>
              <a:gd name="connsiteY93" fmla="*/ 1503068 h 1583140"/>
              <a:gd name="connsiteX94" fmla="*/ 2207104 w 9662615"/>
              <a:gd name="connsiteY94" fmla="*/ 1508888 h 1583140"/>
              <a:gd name="connsiteX95" fmla="*/ 2149226 w 9662615"/>
              <a:gd name="connsiteY95" fmla="*/ 1523409 h 1583140"/>
              <a:gd name="connsiteX96" fmla="*/ 2084783 w 9662615"/>
              <a:gd name="connsiteY96" fmla="*/ 1524245 h 1583140"/>
              <a:gd name="connsiteX97" fmla="*/ 2070075 w 9662615"/>
              <a:gd name="connsiteY97" fmla="*/ 1511285 h 1583140"/>
              <a:gd name="connsiteX98" fmla="*/ 2001057 w 9662615"/>
              <a:gd name="connsiteY98" fmla="*/ 1516449 h 1583140"/>
              <a:gd name="connsiteX99" fmla="*/ 1896330 w 9662615"/>
              <a:gd name="connsiteY99" fmla="*/ 1525725 h 1583140"/>
              <a:gd name="connsiteX100" fmla="*/ 1835994 w 9662615"/>
              <a:gd name="connsiteY100" fmla="*/ 1527678 h 1583140"/>
              <a:gd name="connsiteX101" fmla="*/ 1671119 w 9662615"/>
              <a:gd name="connsiteY101" fmla="*/ 1536701 h 1583140"/>
              <a:gd name="connsiteX102" fmla="*/ 1505921 w 9662615"/>
              <a:gd name="connsiteY102" fmla="*/ 1548552 h 1583140"/>
              <a:gd name="connsiteX103" fmla="*/ 1407755 w 9662615"/>
              <a:gd name="connsiteY103" fmla="*/ 1571444 h 1583140"/>
              <a:gd name="connsiteX104" fmla="*/ 1271994 w 9662615"/>
              <a:gd name="connsiteY104" fmla="*/ 1579471 h 1583140"/>
              <a:gd name="connsiteX105" fmla="*/ 1249226 w 9662615"/>
              <a:gd name="connsiteY105" fmla="*/ 1583140 h 1583140"/>
              <a:gd name="connsiteX106" fmla="*/ 1217719 w 9662615"/>
              <a:gd name="connsiteY106" fmla="*/ 1580863 h 1583140"/>
              <a:gd name="connsiteX107" fmla="*/ 1091432 w 9662615"/>
              <a:gd name="connsiteY107" fmla="*/ 1571003 h 1583140"/>
              <a:gd name="connsiteX108" fmla="*/ 992039 w 9662615"/>
              <a:gd name="connsiteY108" fmla="*/ 1556662 h 1583140"/>
              <a:gd name="connsiteX109" fmla="*/ 868264 w 9662615"/>
              <a:gd name="connsiteY109" fmla="*/ 1566392 h 1583140"/>
              <a:gd name="connsiteX110" fmla="*/ 792765 w 9662615"/>
              <a:gd name="connsiteY110" fmla="*/ 1563102 h 1583140"/>
              <a:gd name="connsiteX111" fmla="*/ 669055 w 9662615"/>
              <a:gd name="connsiteY111" fmla="*/ 1543638 h 1583140"/>
              <a:gd name="connsiteX112" fmla="*/ 506152 w 9662615"/>
              <a:gd name="connsiteY112" fmla="*/ 1549124 h 1583140"/>
              <a:gd name="connsiteX113" fmla="*/ 472797 w 9662615"/>
              <a:gd name="connsiteY113" fmla="*/ 1568904 h 1583140"/>
              <a:gd name="connsiteX114" fmla="*/ 427864 w 9662615"/>
              <a:gd name="connsiteY114" fmla="*/ 1580848 h 1583140"/>
              <a:gd name="connsiteX115" fmla="*/ 408381 w 9662615"/>
              <a:gd name="connsiteY115" fmla="*/ 1552940 h 1583140"/>
              <a:gd name="connsiteX116" fmla="*/ 267163 w 9662615"/>
              <a:gd name="connsiteY116" fmla="*/ 1531913 h 1583140"/>
              <a:gd name="connsiteX117" fmla="*/ 196644 w 9662615"/>
              <a:gd name="connsiteY117" fmla="*/ 1524565 h 1583140"/>
              <a:gd name="connsiteX118" fmla="*/ 86819 w 9662615"/>
              <a:gd name="connsiteY118" fmla="*/ 1519517 h 1583140"/>
              <a:gd name="connsiteX119" fmla="*/ 53369 w 9662615"/>
              <a:gd name="connsiteY119" fmla="*/ 1516853 h 1583140"/>
              <a:gd name="connsiteX120" fmla="*/ 2359 w 9662615"/>
              <a:gd name="connsiteY120" fmla="*/ 1515247 h 1583140"/>
              <a:gd name="connsiteX121" fmla="*/ 0 w 9662615"/>
              <a:gd name="connsiteY121" fmla="*/ 1514932 h 1583140"/>
              <a:gd name="connsiteX122" fmla="*/ 0 w 9662615"/>
              <a:gd name="connsiteY122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577675 w 9662615"/>
              <a:gd name="connsiteY20" fmla="*/ 1370461 h 1583140"/>
              <a:gd name="connsiteX21" fmla="*/ 7466069 w 9662615"/>
              <a:gd name="connsiteY21" fmla="*/ 1377654 h 1583140"/>
              <a:gd name="connsiteX22" fmla="*/ 7435155 w 9662615"/>
              <a:gd name="connsiteY22" fmla="*/ 1397159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5995105 w 9662615"/>
              <a:gd name="connsiteY36" fmla="*/ 1435236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155638 w 9662615"/>
              <a:gd name="connsiteY47" fmla="*/ 1521938 h 1583140"/>
              <a:gd name="connsiteX48" fmla="*/ 5090342 w 9662615"/>
              <a:gd name="connsiteY48" fmla="*/ 1546680 h 1583140"/>
              <a:gd name="connsiteX49" fmla="*/ 5082104 w 9662615"/>
              <a:gd name="connsiteY49" fmla="*/ 1547781 h 1583140"/>
              <a:gd name="connsiteX50" fmla="*/ 5059484 w 9662615"/>
              <a:gd name="connsiteY50" fmla="*/ 1546802 h 1583140"/>
              <a:gd name="connsiteX51" fmla="*/ 5050958 w 9662615"/>
              <a:gd name="connsiteY51" fmla="*/ 1545776 h 1583140"/>
              <a:gd name="connsiteX52" fmla="*/ 5038524 w 9662615"/>
              <a:gd name="connsiteY52" fmla="*/ 1545675 h 1583140"/>
              <a:gd name="connsiteX53" fmla="*/ 5038223 w 9662615"/>
              <a:gd name="connsiteY53" fmla="*/ 1545881 h 1583140"/>
              <a:gd name="connsiteX54" fmla="*/ 5026564 w 9662615"/>
              <a:gd name="connsiteY54" fmla="*/ 1545376 h 1583140"/>
              <a:gd name="connsiteX55" fmla="*/ 4969433 w 9662615"/>
              <a:gd name="connsiteY55" fmla="*/ 1540263 h 1583140"/>
              <a:gd name="connsiteX56" fmla="*/ 4894799 w 9662615"/>
              <a:gd name="connsiteY56" fmla="*/ 1559476 h 1583140"/>
              <a:gd name="connsiteX57" fmla="*/ 4863775 w 9662615"/>
              <a:gd name="connsiteY57" fmla="*/ 1562633 h 1583140"/>
              <a:gd name="connsiteX58" fmla="*/ 4847242 w 9662615"/>
              <a:gd name="connsiteY58" fmla="*/ 1565435 h 1583140"/>
              <a:gd name="connsiteX59" fmla="*/ 4846237 w 9662615"/>
              <a:gd name="connsiteY59" fmla="*/ 1566331 h 1583140"/>
              <a:gd name="connsiteX60" fmla="*/ 4791466 w 9662615"/>
              <a:gd name="connsiteY60" fmla="*/ 1561324 h 1583140"/>
              <a:gd name="connsiteX61" fmla="*/ 4784247 w 9662615"/>
              <a:gd name="connsiteY61" fmla="*/ 1562342 h 1583140"/>
              <a:gd name="connsiteX62" fmla="*/ 4748477 w 9662615"/>
              <a:gd name="connsiteY62" fmla="*/ 1556925 h 1583140"/>
              <a:gd name="connsiteX63" fmla="*/ 4730033 w 9662615"/>
              <a:gd name="connsiteY63" fmla="*/ 1555274 h 1583140"/>
              <a:gd name="connsiteX64" fmla="*/ 4724747 w 9662615"/>
              <a:gd name="connsiteY64" fmla="*/ 1552439 h 1583140"/>
              <a:gd name="connsiteX65" fmla="*/ 4697562 w 9662615"/>
              <a:gd name="connsiteY65" fmla="*/ 1551206 h 1583140"/>
              <a:gd name="connsiteX66" fmla="*/ 4694469 w 9662615"/>
              <a:gd name="connsiteY66" fmla="*/ 1551958 h 1583140"/>
              <a:gd name="connsiteX67" fmla="*/ 4671940 w 9662615"/>
              <a:gd name="connsiteY67" fmla="*/ 1547617 h 1583140"/>
              <a:gd name="connsiteX68" fmla="*/ 4652930 w 9662615"/>
              <a:gd name="connsiteY68" fmla="*/ 1539961 h 1583140"/>
              <a:gd name="connsiteX69" fmla="*/ 4422155 w 9662615"/>
              <a:gd name="connsiteY69" fmla="*/ 1542059 h 1583140"/>
              <a:gd name="connsiteX70" fmla="*/ 4221826 w 9662615"/>
              <a:gd name="connsiteY70" fmla="*/ 1508923 h 1583140"/>
              <a:gd name="connsiteX71" fmla="*/ 4096601 w 9662615"/>
              <a:gd name="connsiteY71" fmla="*/ 1510961 h 1583140"/>
              <a:gd name="connsiteX72" fmla="*/ 3970635 w 9662615"/>
              <a:gd name="connsiteY72" fmla="*/ 1544815 h 1583140"/>
              <a:gd name="connsiteX73" fmla="*/ 3743791 w 9662615"/>
              <a:gd name="connsiteY73" fmla="*/ 1516637 h 1583140"/>
              <a:gd name="connsiteX74" fmla="*/ 3664453 w 9662615"/>
              <a:gd name="connsiteY74" fmla="*/ 1521660 h 1583140"/>
              <a:gd name="connsiteX75" fmla="*/ 3594070 w 9662615"/>
              <a:gd name="connsiteY75" fmla="*/ 1509422 h 1583140"/>
              <a:gd name="connsiteX76" fmla="*/ 3565233 w 9662615"/>
              <a:gd name="connsiteY76" fmla="*/ 1515122 h 1583140"/>
              <a:gd name="connsiteX77" fmla="*/ 3560267 w 9662615"/>
              <a:gd name="connsiteY77" fmla="*/ 1516288 h 1583140"/>
              <a:gd name="connsiteX78" fmla="*/ 3540258 w 9662615"/>
              <a:gd name="connsiteY78" fmla="*/ 1516976 h 1583140"/>
              <a:gd name="connsiteX79" fmla="*/ 3534780 w 9662615"/>
              <a:gd name="connsiteY79" fmla="*/ 1522141 h 1583140"/>
              <a:gd name="connsiteX80" fmla="*/ 3504783 w 9662615"/>
              <a:gd name="connsiteY80" fmla="*/ 1526739 h 1583140"/>
              <a:gd name="connsiteX81" fmla="*/ 3467911 w 9662615"/>
              <a:gd name="connsiteY81" fmla="*/ 1526618 h 1583140"/>
              <a:gd name="connsiteX82" fmla="*/ 3292707 w 9662615"/>
              <a:gd name="connsiteY82" fmla="*/ 1520490 h 1583140"/>
              <a:gd name="connsiteX83" fmla="*/ 3187872 w 9662615"/>
              <a:gd name="connsiteY83" fmla="*/ 1519991 h 1583140"/>
              <a:gd name="connsiteX84" fmla="*/ 3148026 w 9662615"/>
              <a:gd name="connsiteY84" fmla="*/ 1524777 h 1583140"/>
              <a:gd name="connsiteX85" fmla="*/ 3092394 w 9662615"/>
              <a:gd name="connsiteY85" fmla="*/ 1528115 h 1583140"/>
              <a:gd name="connsiteX86" fmla="*/ 2994200 w 9662615"/>
              <a:gd name="connsiteY86" fmla="*/ 1537857 h 1583140"/>
              <a:gd name="connsiteX87" fmla="*/ 2862301 w 9662615"/>
              <a:gd name="connsiteY87" fmla="*/ 1544250 h 1583140"/>
              <a:gd name="connsiteX88" fmla="*/ 2766335 w 9662615"/>
              <a:gd name="connsiteY88" fmla="*/ 1527662 h 1583140"/>
              <a:gd name="connsiteX89" fmla="*/ 2757836 w 9662615"/>
              <a:gd name="connsiteY89" fmla="*/ 1531371 h 1583140"/>
              <a:gd name="connsiteX90" fmla="*/ 2691555 w 9662615"/>
              <a:gd name="connsiteY90" fmla="*/ 1530283 h 1583140"/>
              <a:gd name="connsiteX91" fmla="*/ 2459871 w 9662615"/>
              <a:gd name="connsiteY91" fmla="*/ 1500859 h 1583140"/>
              <a:gd name="connsiteX92" fmla="*/ 2330328 w 9662615"/>
              <a:gd name="connsiteY92" fmla="*/ 1499441 h 1583140"/>
              <a:gd name="connsiteX93" fmla="*/ 2284269 w 9662615"/>
              <a:gd name="connsiteY93" fmla="*/ 1503068 h 1583140"/>
              <a:gd name="connsiteX94" fmla="*/ 2207104 w 9662615"/>
              <a:gd name="connsiteY94" fmla="*/ 1508888 h 1583140"/>
              <a:gd name="connsiteX95" fmla="*/ 2149226 w 9662615"/>
              <a:gd name="connsiteY95" fmla="*/ 1523409 h 1583140"/>
              <a:gd name="connsiteX96" fmla="*/ 2084783 w 9662615"/>
              <a:gd name="connsiteY96" fmla="*/ 1524245 h 1583140"/>
              <a:gd name="connsiteX97" fmla="*/ 2070075 w 9662615"/>
              <a:gd name="connsiteY97" fmla="*/ 1511285 h 1583140"/>
              <a:gd name="connsiteX98" fmla="*/ 2001057 w 9662615"/>
              <a:gd name="connsiteY98" fmla="*/ 1516449 h 1583140"/>
              <a:gd name="connsiteX99" fmla="*/ 1896330 w 9662615"/>
              <a:gd name="connsiteY99" fmla="*/ 1525725 h 1583140"/>
              <a:gd name="connsiteX100" fmla="*/ 1835994 w 9662615"/>
              <a:gd name="connsiteY100" fmla="*/ 1527678 h 1583140"/>
              <a:gd name="connsiteX101" fmla="*/ 1671119 w 9662615"/>
              <a:gd name="connsiteY101" fmla="*/ 1536701 h 1583140"/>
              <a:gd name="connsiteX102" fmla="*/ 1505921 w 9662615"/>
              <a:gd name="connsiteY102" fmla="*/ 1548552 h 1583140"/>
              <a:gd name="connsiteX103" fmla="*/ 1407755 w 9662615"/>
              <a:gd name="connsiteY103" fmla="*/ 1571444 h 1583140"/>
              <a:gd name="connsiteX104" fmla="*/ 1271994 w 9662615"/>
              <a:gd name="connsiteY104" fmla="*/ 1579471 h 1583140"/>
              <a:gd name="connsiteX105" fmla="*/ 1249226 w 9662615"/>
              <a:gd name="connsiteY105" fmla="*/ 1583140 h 1583140"/>
              <a:gd name="connsiteX106" fmla="*/ 1217719 w 9662615"/>
              <a:gd name="connsiteY106" fmla="*/ 1580863 h 1583140"/>
              <a:gd name="connsiteX107" fmla="*/ 1091432 w 9662615"/>
              <a:gd name="connsiteY107" fmla="*/ 1571003 h 1583140"/>
              <a:gd name="connsiteX108" fmla="*/ 992039 w 9662615"/>
              <a:gd name="connsiteY108" fmla="*/ 1556662 h 1583140"/>
              <a:gd name="connsiteX109" fmla="*/ 868264 w 9662615"/>
              <a:gd name="connsiteY109" fmla="*/ 1566392 h 1583140"/>
              <a:gd name="connsiteX110" fmla="*/ 792765 w 9662615"/>
              <a:gd name="connsiteY110" fmla="*/ 1563102 h 1583140"/>
              <a:gd name="connsiteX111" fmla="*/ 669055 w 9662615"/>
              <a:gd name="connsiteY111" fmla="*/ 1543638 h 1583140"/>
              <a:gd name="connsiteX112" fmla="*/ 506152 w 9662615"/>
              <a:gd name="connsiteY112" fmla="*/ 1549124 h 1583140"/>
              <a:gd name="connsiteX113" fmla="*/ 472797 w 9662615"/>
              <a:gd name="connsiteY113" fmla="*/ 1568904 h 1583140"/>
              <a:gd name="connsiteX114" fmla="*/ 427864 w 9662615"/>
              <a:gd name="connsiteY114" fmla="*/ 1580848 h 1583140"/>
              <a:gd name="connsiteX115" fmla="*/ 408381 w 9662615"/>
              <a:gd name="connsiteY115" fmla="*/ 1552940 h 1583140"/>
              <a:gd name="connsiteX116" fmla="*/ 267163 w 9662615"/>
              <a:gd name="connsiteY116" fmla="*/ 1531913 h 1583140"/>
              <a:gd name="connsiteX117" fmla="*/ 196644 w 9662615"/>
              <a:gd name="connsiteY117" fmla="*/ 1524565 h 1583140"/>
              <a:gd name="connsiteX118" fmla="*/ 86819 w 9662615"/>
              <a:gd name="connsiteY118" fmla="*/ 1519517 h 1583140"/>
              <a:gd name="connsiteX119" fmla="*/ 53369 w 9662615"/>
              <a:gd name="connsiteY119" fmla="*/ 1516853 h 1583140"/>
              <a:gd name="connsiteX120" fmla="*/ 2359 w 9662615"/>
              <a:gd name="connsiteY120" fmla="*/ 1515247 h 1583140"/>
              <a:gd name="connsiteX121" fmla="*/ 0 w 9662615"/>
              <a:gd name="connsiteY121" fmla="*/ 1514932 h 1583140"/>
              <a:gd name="connsiteX122" fmla="*/ 0 w 9662615"/>
              <a:gd name="connsiteY122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577675 w 9662615"/>
              <a:gd name="connsiteY20" fmla="*/ 1370461 h 1583140"/>
              <a:gd name="connsiteX21" fmla="*/ 7466069 w 9662615"/>
              <a:gd name="connsiteY21" fmla="*/ 1377654 h 1583140"/>
              <a:gd name="connsiteX22" fmla="*/ 7435155 w 9662615"/>
              <a:gd name="connsiteY22" fmla="*/ 1397159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5995105 w 9662615"/>
              <a:gd name="connsiteY36" fmla="*/ 1435236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155638 w 9662615"/>
              <a:gd name="connsiteY47" fmla="*/ 1521938 h 1583140"/>
              <a:gd name="connsiteX48" fmla="*/ 5090342 w 9662615"/>
              <a:gd name="connsiteY48" fmla="*/ 1546680 h 1583140"/>
              <a:gd name="connsiteX49" fmla="*/ 5082104 w 9662615"/>
              <a:gd name="connsiteY49" fmla="*/ 1547781 h 1583140"/>
              <a:gd name="connsiteX50" fmla="*/ 5059484 w 9662615"/>
              <a:gd name="connsiteY50" fmla="*/ 1546802 h 1583140"/>
              <a:gd name="connsiteX51" fmla="*/ 5050958 w 9662615"/>
              <a:gd name="connsiteY51" fmla="*/ 1545776 h 1583140"/>
              <a:gd name="connsiteX52" fmla="*/ 5038524 w 9662615"/>
              <a:gd name="connsiteY52" fmla="*/ 1545675 h 1583140"/>
              <a:gd name="connsiteX53" fmla="*/ 5038223 w 9662615"/>
              <a:gd name="connsiteY53" fmla="*/ 1545881 h 1583140"/>
              <a:gd name="connsiteX54" fmla="*/ 5026564 w 9662615"/>
              <a:gd name="connsiteY54" fmla="*/ 1545376 h 1583140"/>
              <a:gd name="connsiteX55" fmla="*/ 4969433 w 9662615"/>
              <a:gd name="connsiteY55" fmla="*/ 1540263 h 1583140"/>
              <a:gd name="connsiteX56" fmla="*/ 4894799 w 9662615"/>
              <a:gd name="connsiteY56" fmla="*/ 1559476 h 1583140"/>
              <a:gd name="connsiteX57" fmla="*/ 4863775 w 9662615"/>
              <a:gd name="connsiteY57" fmla="*/ 1562633 h 1583140"/>
              <a:gd name="connsiteX58" fmla="*/ 4847242 w 9662615"/>
              <a:gd name="connsiteY58" fmla="*/ 1565435 h 1583140"/>
              <a:gd name="connsiteX59" fmla="*/ 4846237 w 9662615"/>
              <a:gd name="connsiteY59" fmla="*/ 1566331 h 1583140"/>
              <a:gd name="connsiteX60" fmla="*/ 4791466 w 9662615"/>
              <a:gd name="connsiteY60" fmla="*/ 1561324 h 1583140"/>
              <a:gd name="connsiteX61" fmla="*/ 4784247 w 9662615"/>
              <a:gd name="connsiteY61" fmla="*/ 1562342 h 1583140"/>
              <a:gd name="connsiteX62" fmla="*/ 4748477 w 9662615"/>
              <a:gd name="connsiteY62" fmla="*/ 1556925 h 1583140"/>
              <a:gd name="connsiteX63" fmla="*/ 4730033 w 9662615"/>
              <a:gd name="connsiteY63" fmla="*/ 1555274 h 1583140"/>
              <a:gd name="connsiteX64" fmla="*/ 4724747 w 9662615"/>
              <a:gd name="connsiteY64" fmla="*/ 1552439 h 1583140"/>
              <a:gd name="connsiteX65" fmla="*/ 4697562 w 9662615"/>
              <a:gd name="connsiteY65" fmla="*/ 1551206 h 1583140"/>
              <a:gd name="connsiteX66" fmla="*/ 4694469 w 9662615"/>
              <a:gd name="connsiteY66" fmla="*/ 1551958 h 1583140"/>
              <a:gd name="connsiteX67" fmla="*/ 4671940 w 9662615"/>
              <a:gd name="connsiteY67" fmla="*/ 1547617 h 1583140"/>
              <a:gd name="connsiteX68" fmla="*/ 4589320 w 9662615"/>
              <a:gd name="connsiteY68" fmla="*/ 1534660 h 1583140"/>
              <a:gd name="connsiteX69" fmla="*/ 4422155 w 9662615"/>
              <a:gd name="connsiteY69" fmla="*/ 1542059 h 1583140"/>
              <a:gd name="connsiteX70" fmla="*/ 4221826 w 9662615"/>
              <a:gd name="connsiteY70" fmla="*/ 1508923 h 1583140"/>
              <a:gd name="connsiteX71" fmla="*/ 4096601 w 9662615"/>
              <a:gd name="connsiteY71" fmla="*/ 1510961 h 1583140"/>
              <a:gd name="connsiteX72" fmla="*/ 3970635 w 9662615"/>
              <a:gd name="connsiteY72" fmla="*/ 1544815 h 1583140"/>
              <a:gd name="connsiteX73" fmla="*/ 3743791 w 9662615"/>
              <a:gd name="connsiteY73" fmla="*/ 1516637 h 1583140"/>
              <a:gd name="connsiteX74" fmla="*/ 3664453 w 9662615"/>
              <a:gd name="connsiteY74" fmla="*/ 1521660 h 1583140"/>
              <a:gd name="connsiteX75" fmla="*/ 3594070 w 9662615"/>
              <a:gd name="connsiteY75" fmla="*/ 1509422 h 1583140"/>
              <a:gd name="connsiteX76" fmla="*/ 3565233 w 9662615"/>
              <a:gd name="connsiteY76" fmla="*/ 1515122 h 1583140"/>
              <a:gd name="connsiteX77" fmla="*/ 3560267 w 9662615"/>
              <a:gd name="connsiteY77" fmla="*/ 1516288 h 1583140"/>
              <a:gd name="connsiteX78" fmla="*/ 3540258 w 9662615"/>
              <a:gd name="connsiteY78" fmla="*/ 1516976 h 1583140"/>
              <a:gd name="connsiteX79" fmla="*/ 3534780 w 9662615"/>
              <a:gd name="connsiteY79" fmla="*/ 1522141 h 1583140"/>
              <a:gd name="connsiteX80" fmla="*/ 3504783 w 9662615"/>
              <a:gd name="connsiteY80" fmla="*/ 1526739 h 1583140"/>
              <a:gd name="connsiteX81" fmla="*/ 3467911 w 9662615"/>
              <a:gd name="connsiteY81" fmla="*/ 1526618 h 1583140"/>
              <a:gd name="connsiteX82" fmla="*/ 3292707 w 9662615"/>
              <a:gd name="connsiteY82" fmla="*/ 1520490 h 1583140"/>
              <a:gd name="connsiteX83" fmla="*/ 3187872 w 9662615"/>
              <a:gd name="connsiteY83" fmla="*/ 1519991 h 1583140"/>
              <a:gd name="connsiteX84" fmla="*/ 3148026 w 9662615"/>
              <a:gd name="connsiteY84" fmla="*/ 1524777 h 1583140"/>
              <a:gd name="connsiteX85" fmla="*/ 3092394 w 9662615"/>
              <a:gd name="connsiteY85" fmla="*/ 1528115 h 1583140"/>
              <a:gd name="connsiteX86" fmla="*/ 2994200 w 9662615"/>
              <a:gd name="connsiteY86" fmla="*/ 1537857 h 1583140"/>
              <a:gd name="connsiteX87" fmla="*/ 2862301 w 9662615"/>
              <a:gd name="connsiteY87" fmla="*/ 1544250 h 1583140"/>
              <a:gd name="connsiteX88" fmla="*/ 2766335 w 9662615"/>
              <a:gd name="connsiteY88" fmla="*/ 1527662 h 1583140"/>
              <a:gd name="connsiteX89" fmla="*/ 2757836 w 9662615"/>
              <a:gd name="connsiteY89" fmla="*/ 1531371 h 1583140"/>
              <a:gd name="connsiteX90" fmla="*/ 2691555 w 9662615"/>
              <a:gd name="connsiteY90" fmla="*/ 1530283 h 1583140"/>
              <a:gd name="connsiteX91" fmla="*/ 2459871 w 9662615"/>
              <a:gd name="connsiteY91" fmla="*/ 1500859 h 1583140"/>
              <a:gd name="connsiteX92" fmla="*/ 2330328 w 9662615"/>
              <a:gd name="connsiteY92" fmla="*/ 1499441 h 1583140"/>
              <a:gd name="connsiteX93" fmla="*/ 2284269 w 9662615"/>
              <a:gd name="connsiteY93" fmla="*/ 1503068 h 1583140"/>
              <a:gd name="connsiteX94" fmla="*/ 2207104 w 9662615"/>
              <a:gd name="connsiteY94" fmla="*/ 1508888 h 1583140"/>
              <a:gd name="connsiteX95" fmla="*/ 2149226 w 9662615"/>
              <a:gd name="connsiteY95" fmla="*/ 1523409 h 1583140"/>
              <a:gd name="connsiteX96" fmla="*/ 2084783 w 9662615"/>
              <a:gd name="connsiteY96" fmla="*/ 1524245 h 1583140"/>
              <a:gd name="connsiteX97" fmla="*/ 2070075 w 9662615"/>
              <a:gd name="connsiteY97" fmla="*/ 1511285 h 1583140"/>
              <a:gd name="connsiteX98" fmla="*/ 2001057 w 9662615"/>
              <a:gd name="connsiteY98" fmla="*/ 1516449 h 1583140"/>
              <a:gd name="connsiteX99" fmla="*/ 1896330 w 9662615"/>
              <a:gd name="connsiteY99" fmla="*/ 1525725 h 1583140"/>
              <a:gd name="connsiteX100" fmla="*/ 1835994 w 9662615"/>
              <a:gd name="connsiteY100" fmla="*/ 1527678 h 1583140"/>
              <a:gd name="connsiteX101" fmla="*/ 1671119 w 9662615"/>
              <a:gd name="connsiteY101" fmla="*/ 1536701 h 1583140"/>
              <a:gd name="connsiteX102" fmla="*/ 1505921 w 9662615"/>
              <a:gd name="connsiteY102" fmla="*/ 1548552 h 1583140"/>
              <a:gd name="connsiteX103" fmla="*/ 1407755 w 9662615"/>
              <a:gd name="connsiteY103" fmla="*/ 1571444 h 1583140"/>
              <a:gd name="connsiteX104" fmla="*/ 1271994 w 9662615"/>
              <a:gd name="connsiteY104" fmla="*/ 1579471 h 1583140"/>
              <a:gd name="connsiteX105" fmla="*/ 1249226 w 9662615"/>
              <a:gd name="connsiteY105" fmla="*/ 1583140 h 1583140"/>
              <a:gd name="connsiteX106" fmla="*/ 1217719 w 9662615"/>
              <a:gd name="connsiteY106" fmla="*/ 1580863 h 1583140"/>
              <a:gd name="connsiteX107" fmla="*/ 1091432 w 9662615"/>
              <a:gd name="connsiteY107" fmla="*/ 1571003 h 1583140"/>
              <a:gd name="connsiteX108" fmla="*/ 992039 w 9662615"/>
              <a:gd name="connsiteY108" fmla="*/ 1556662 h 1583140"/>
              <a:gd name="connsiteX109" fmla="*/ 868264 w 9662615"/>
              <a:gd name="connsiteY109" fmla="*/ 1566392 h 1583140"/>
              <a:gd name="connsiteX110" fmla="*/ 792765 w 9662615"/>
              <a:gd name="connsiteY110" fmla="*/ 1563102 h 1583140"/>
              <a:gd name="connsiteX111" fmla="*/ 669055 w 9662615"/>
              <a:gd name="connsiteY111" fmla="*/ 1543638 h 1583140"/>
              <a:gd name="connsiteX112" fmla="*/ 506152 w 9662615"/>
              <a:gd name="connsiteY112" fmla="*/ 1549124 h 1583140"/>
              <a:gd name="connsiteX113" fmla="*/ 472797 w 9662615"/>
              <a:gd name="connsiteY113" fmla="*/ 1568904 h 1583140"/>
              <a:gd name="connsiteX114" fmla="*/ 427864 w 9662615"/>
              <a:gd name="connsiteY114" fmla="*/ 1580848 h 1583140"/>
              <a:gd name="connsiteX115" fmla="*/ 408381 w 9662615"/>
              <a:gd name="connsiteY115" fmla="*/ 1552940 h 1583140"/>
              <a:gd name="connsiteX116" fmla="*/ 267163 w 9662615"/>
              <a:gd name="connsiteY116" fmla="*/ 1531913 h 1583140"/>
              <a:gd name="connsiteX117" fmla="*/ 196644 w 9662615"/>
              <a:gd name="connsiteY117" fmla="*/ 1524565 h 1583140"/>
              <a:gd name="connsiteX118" fmla="*/ 86819 w 9662615"/>
              <a:gd name="connsiteY118" fmla="*/ 1519517 h 1583140"/>
              <a:gd name="connsiteX119" fmla="*/ 53369 w 9662615"/>
              <a:gd name="connsiteY119" fmla="*/ 1516853 h 1583140"/>
              <a:gd name="connsiteX120" fmla="*/ 2359 w 9662615"/>
              <a:gd name="connsiteY120" fmla="*/ 1515247 h 1583140"/>
              <a:gd name="connsiteX121" fmla="*/ 0 w 9662615"/>
              <a:gd name="connsiteY121" fmla="*/ 1514932 h 1583140"/>
              <a:gd name="connsiteX122" fmla="*/ 0 w 9662615"/>
              <a:gd name="connsiteY122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577675 w 9662615"/>
              <a:gd name="connsiteY20" fmla="*/ 1370461 h 1583140"/>
              <a:gd name="connsiteX21" fmla="*/ 7466069 w 9662615"/>
              <a:gd name="connsiteY21" fmla="*/ 1377654 h 1583140"/>
              <a:gd name="connsiteX22" fmla="*/ 7435155 w 9662615"/>
              <a:gd name="connsiteY22" fmla="*/ 1397159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5995105 w 9662615"/>
              <a:gd name="connsiteY36" fmla="*/ 1435236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082104 w 9662615"/>
              <a:gd name="connsiteY49" fmla="*/ 1547781 h 1583140"/>
              <a:gd name="connsiteX50" fmla="*/ 5059484 w 9662615"/>
              <a:gd name="connsiteY50" fmla="*/ 1546802 h 1583140"/>
              <a:gd name="connsiteX51" fmla="*/ 5050958 w 9662615"/>
              <a:gd name="connsiteY51" fmla="*/ 1545776 h 1583140"/>
              <a:gd name="connsiteX52" fmla="*/ 5038524 w 9662615"/>
              <a:gd name="connsiteY52" fmla="*/ 1545675 h 1583140"/>
              <a:gd name="connsiteX53" fmla="*/ 5038223 w 9662615"/>
              <a:gd name="connsiteY53" fmla="*/ 1545881 h 1583140"/>
              <a:gd name="connsiteX54" fmla="*/ 5026564 w 9662615"/>
              <a:gd name="connsiteY54" fmla="*/ 1545376 h 1583140"/>
              <a:gd name="connsiteX55" fmla="*/ 4969433 w 9662615"/>
              <a:gd name="connsiteY55" fmla="*/ 1540263 h 1583140"/>
              <a:gd name="connsiteX56" fmla="*/ 4894799 w 9662615"/>
              <a:gd name="connsiteY56" fmla="*/ 1559476 h 1583140"/>
              <a:gd name="connsiteX57" fmla="*/ 4863775 w 9662615"/>
              <a:gd name="connsiteY57" fmla="*/ 1562633 h 1583140"/>
              <a:gd name="connsiteX58" fmla="*/ 4847242 w 9662615"/>
              <a:gd name="connsiteY58" fmla="*/ 1565435 h 1583140"/>
              <a:gd name="connsiteX59" fmla="*/ 4846237 w 9662615"/>
              <a:gd name="connsiteY59" fmla="*/ 1566331 h 1583140"/>
              <a:gd name="connsiteX60" fmla="*/ 4791466 w 9662615"/>
              <a:gd name="connsiteY60" fmla="*/ 1561324 h 1583140"/>
              <a:gd name="connsiteX61" fmla="*/ 4784247 w 9662615"/>
              <a:gd name="connsiteY61" fmla="*/ 1562342 h 1583140"/>
              <a:gd name="connsiteX62" fmla="*/ 4748477 w 9662615"/>
              <a:gd name="connsiteY62" fmla="*/ 1556925 h 1583140"/>
              <a:gd name="connsiteX63" fmla="*/ 4730033 w 9662615"/>
              <a:gd name="connsiteY63" fmla="*/ 1555274 h 1583140"/>
              <a:gd name="connsiteX64" fmla="*/ 4724747 w 9662615"/>
              <a:gd name="connsiteY64" fmla="*/ 1552439 h 1583140"/>
              <a:gd name="connsiteX65" fmla="*/ 4697562 w 9662615"/>
              <a:gd name="connsiteY65" fmla="*/ 1551206 h 1583140"/>
              <a:gd name="connsiteX66" fmla="*/ 4694469 w 9662615"/>
              <a:gd name="connsiteY66" fmla="*/ 1551958 h 1583140"/>
              <a:gd name="connsiteX67" fmla="*/ 4671940 w 9662615"/>
              <a:gd name="connsiteY67" fmla="*/ 1547617 h 1583140"/>
              <a:gd name="connsiteX68" fmla="*/ 4589320 w 9662615"/>
              <a:gd name="connsiteY68" fmla="*/ 1534660 h 1583140"/>
              <a:gd name="connsiteX69" fmla="*/ 4422155 w 9662615"/>
              <a:gd name="connsiteY69" fmla="*/ 1542059 h 1583140"/>
              <a:gd name="connsiteX70" fmla="*/ 4221826 w 9662615"/>
              <a:gd name="connsiteY70" fmla="*/ 1508923 h 1583140"/>
              <a:gd name="connsiteX71" fmla="*/ 4096601 w 9662615"/>
              <a:gd name="connsiteY71" fmla="*/ 1510961 h 1583140"/>
              <a:gd name="connsiteX72" fmla="*/ 3970635 w 9662615"/>
              <a:gd name="connsiteY72" fmla="*/ 1544815 h 1583140"/>
              <a:gd name="connsiteX73" fmla="*/ 3743791 w 9662615"/>
              <a:gd name="connsiteY73" fmla="*/ 1516637 h 1583140"/>
              <a:gd name="connsiteX74" fmla="*/ 3664453 w 9662615"/>
              <a:gd name="connsiteY74" fmla="*/ 1521660 h 1583140"/>
              <a:gd name="connsiteX75" fmla="*/ 3594070 w 9662615"/>
              <a:gd name="connsiteY75" fmla="*/ 1509422 h 1583140"/>
              <a:gd name="connsiteX76" fmla="*/ 3565233 w 9662615"/>
              <a:gd name="connsiteY76" fmla="*/ 1515122 h 1583140"/>
              <a:gd name="connsiteX77" fmla="*/ 3560267 w 9662615"/>
              <a:gd name="connsiteY77" fmla="*/ 1516288 h 1583140"/>
              <a:gd name="connsiteX78" fmla="*/ 3540258 w 9662615"/>
              <a:gd name="connsiteY78" fmla="*/ 1516976 h 1583140"/>
              <a:gd name="connsiteX79" fmla="*/ 3534780 w 9662615"/>
              <a:gd name="connsiteY79" fmla="*/ 1522141 h 1583140"/>
              <a:gd name="connsiteX80" fmla="*/ 3504783 w 9662615"/>
              <a:gd name="connsiteY80" fmla="*/ 1526739 h 1583140"/>
              <a:gd name="connsiteX81" fmla="*/ 3467911 w 9662615"/>
              <a:gd name="connsiteY81" fmla="*/ 1526618 h 1583140"/>
              <a:gd name="connsiteX82" fmla="*/ 3292707 w 9662615"/>
              <a:gd name="connsiteY82" fmla="*/ 1520490 h 1583140"/>
              <a:gd name="connsiteX83" fmla="*/ 3187872 w 9662615"/>
              <a:gd name="connsiteY83" fmla="*/ 1519991 h 1583140"/>
              <a:gd name="connsiteX84" fmla="*/ 3148026 w 9662615"/>
              <a:gd name="connsiteY84" fmla="*/ 1524777 h 1583140"/>
              <a:gd name="connsiteX85" fmla="*/ 3092394 w 9662615"/>
              <a:gd name="connsiteY85" fmla="*/ 1528115 h 1583140"/>
              <a:gd name="connsiteX86" fmla="*/ 2994200 w 9662615"/>
              <a:gd name="connsiteY86" fmla="*/ 1537857 h 1583140"/>
              <a:gd name="connsiteX87" fmla="*/ 2862301 w 9662615"/>
              <a:gd name="connsiteY87" fmla="*/ 1544250 h 1583140"/>
              <a:gd name="connsiteX88" fmla="*/ 2766335 w 9662615"/>
              <a:gd name="connsiteY88" fmla="*/ 1527662 h 1583140"/>
              <a:gd name="connsiteX89" fmla="*/ 2757836 w 9662615"/>
              <a:gd name="connsiteY89" fmla="*/ 1531371 h 1583140"/>
              <a:gd name="connsiteX90" fmla="*/ 2691555 w 9662615"/>
              <a:gd name="connsiteY90" fmla="*/ 1530283 h 1583140"/>
              <a:gd name="connsiteX91" fmla="*/ 2459871 w 9662615"/>
              <a:gd name="connsiteY91" fmla="*/ 1500859 h 1583140"/>
              <a:gd name="connsiteX92" fmla="*/ 2330328 w 9662615"/>
              <a:gd name="connsiteY92" fmla="*/ 1499441 h 1583140"/>
              <a:gd name="connsiteX93" fmla="*/ 2284269 w 9662615"/>
              <a:gd name="connsiteY93" fmla="*/ 1503068 h 1583140"/>
              <a:gd name="connsiteX94" fmla="*/ 2207104 w 9662615"/>
              <a:gd name="connsiteY94" fmla="*/ 1508888 h 1583140"/>
              <a:gd name="connsiteX95" fmla="*/ 2149226 w 9662615"/>
              <a:gd name="connsiteY95" fmla="*/ 1523409 h 1583140"/>
              <a:gd name="connsiteX96" fmla="*/ 2084783 w 9662615"/>
              <a:gd name="connsiteY96" fmla="*/ 1524245 h 1583140"/>
              <a:gd name="connsiteX97" fmla="*/ 2070075 w 9662615"/>
              <a:gd name="connsiteY97" fmla="*/ 1511285 h 1583140"/>
              <a:gd name="connsiteX98" fmla="*/ 2001057 w 9662615"/>
              <a:gd name="connsiteY98" fmla="*/ 1516449 h 1583140"/>
              <a:gd name="connsiteX99" fmla="*/ 1896330 w 9662615"/>
              <a:gd name="connsiteY99" fmla="*/ 1525725 h 1583140"/>
              <a:gd name="connsiteX100" fmla="*/ 1835994 w 9662615"/>
              <a:gd name="connsiteY100" fmla="*/ 1527678 h 1583140"/>
              <a:gd name="connsiteX101" fmla="*/ 1671119 w 9662615"/>
              <a:gd name="connsiteY101" fmla="*/ 1536701 h 1583140"/>
              <a:gd name="connsiteX102" fmla="*/ 1505921 w 9662615"/>
              <a:gd name="connsiteY102" fmla="*/ 1548552 h 1583140"/>
              <a:gd name="connsiteX103" fmla="*/ 1407755 w 9662615"/>
              <a:gd name="connsiteY103" fmla="*/ 1571444 h 1583140"/>
              <a:gd name="connsiteX104" fmla="*/ 1271994 w 9662615"/>
              <a:gd name="connsiteY104" fmla="*/ 1579471 h 1583140"/>
              <a:gd name="connsiteX105" fmla="*/ 1249226 w 9662615"/>
              <a:gd name="connsiteY105" fmla="*/ 1583140 h 1583140"/>
              <a:gd name="connsiteX106" fmla="*/ 1217719 w 9662615"/>
              <a:gd name="connsiteY106" fmla="*/ 1580863 h 1583140"/>
              <a:gd name="connsiteX107" fmla="*/ 1091432 w 9662615"/>
              <a:gd name="connsiteY107" fmla="*/ 1571003 h 1583140"/>
              <a:gd name="connsiteX108" fmla="*/ 992039 w 9662615"/>
              <a:gd name="connsiteY108" fmla="*/ 1556662 h 1583140"/>
              <a:gd name="connsiteX109" fmla="*/ 868264 w 9662615"/>
              <a:gd name="connsiteY109" fmla="*/ 1566392 h 1583140"/>
              <a:gd name="connsiteX110" fmla="*/ 792765 w 9662615"/>
              <a:gd name="connsiteY110" fmla="*/ 1563102 h 1583140"/>
              <a:gd name="connsiteX111" fmla="*/ 669055 w 9662615"/>
              <a:gd name="connsiteY111" fmla="*/ 1543638 h 1583140"/>
              <a:gd name="connsiteX112" fmla="*/ 506152 w 9662615"/>
              <a:gd name="connsiteY112" fmla="*/ 1549124 h 1583140"/>
              <a:gd name="connsiteX113" fmla="*/ 472797 w 9662615"/>
              <a:gd name="connsiteY113" fmla="*/ 1568904 h 1583140"/>
              <a:gd name="connsiteX114" fmla="*/ 427864 w 9662615"/>
              <a:gd name="connsiteY114" fmla="*/ 1580848 h 1583140"/>
              <a:gd name="connsiteX115" fmla="*/ 408381 w 9662615"/>
              <a:gd name="connsiteY115" fmla="*/ 1552940 h 1583140"/>
              <a:gd name="connsiteX116" fmla="*/ 267163 w 9662615"/>
              <a:gd name="connsiteY116" fmla="*/ 1531913 h 1583140"/>
              <a:gd name="connsiteX117" fmla="*/ 196644 w 9662615"/>
              <a:gd name="connsiteY117" fmla="*/ 1524565 h 1583140"/>
              <a:gd name="connsiteX118" fmla="*/ 86819 w 9662615"/>
              <a:gd name="connsiteY118" fmla="*/ 1519517 h 1583140"/>
              <a:gd name="connsiteX119" fmla="*/ 53369 w 9662615"/>
              <a:gd name="connsiteY119" fmla="*/ 1516853 h 1583140"/>
              <a:gd name="connsiteX120" fmla="*/ 2359 w 9662615"/>
              <a:gd name="connsiteY120" fmla="*/ 1515247 h 1583140"/>
              <a:gd name="connsiteX121" fmla="*/ 0 w 9662615"/>
              <a:gd name="connsiteY121" fmla="*/ 1514932 h 1583140"/>
              <a:gd name="connsiteX122" fmla="*/ 0 w 9662615"/>
              <a:gd name="connsiteY122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577675 w 9662615"/>
              <a:gd name="connsiteY20" fmla="*/ 1370461 h 1583140"/>
              <a:gd name="connsiteX21" fmla="*/ 7466069 w 9662615"/>
              <a:gd name="connsiteY21" fmla="*/ 1377654 h 1583140"/>
              <a:gd name="connsiteX22" fmla="*/ 7435155 w 9662615"/>
              <a:gd name="connsiteY22" fmla="*/ 1397159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082104 w 9662615"/>
              <a:gd name="connsiteY49" fmla="*/ 1547781 h 1583140"/>
              <a:gd name="connsiteX50" fmla="*/ 5059484 w 9662615"/>
              <a:gd name="connsiteY50" fmla="*/ 1546802 h 1583140"/>
              <a:gd name="connsiteX51" fmla="*/ 5050958 w 9662615"/>
              <a:gd name="connsiteY51" fmla="*/ 1545776 h 1583140"/>
              <a:gd name="connsiteX52" fmla="*/ 5038524 w 9662615"/>
              <a:gd name="connsiteY52" fmla="*/ 1545675 h 1583140"/>
              <a:gd name="connsiteX53" fmla="*/ 5038223 w 9662615"/>
              <a:gd name="connsiteY53" fmla="*/ 1545881 h 1583140"/>
              <a:gd name="connsiteX54" fmla="*/ 5026564 w 9662615"/>
              <a:gd name="connsiteY54" fmla="*/ 1545376 h 1583140"/>
              <a:gd name="connsiteX55" fmla="*/ 4969433 w 9662615"/>
              <a:gd name="connsiteY55" fmla="*/ 1540263 h 1583140"/>
              <a:gd name="connsiteX56" fmla="*/ 4894799 w 9662615"/>
              <a:gd name="connsiteY56" fmla="*/ 1559476 h 1583140"/>
              <a:gd name="connsiteX57" fmla="*/ 4863775 w 9662615"/>
              <a:gd name="connsiteY57" fmla="*/ 1562633 h 1583140"/>
              <a:gd name="connsiteX58" fmla="*/ 4847242 w 9662615"/>
              <a:gd name="connsiteY58" fmla="*/ 1565435 h 1583140"/>
              <a:gd name="connsiteX59" fmla="*/ 4846237 w 9662615"/>
              <a:gd name="connsiteY59" fmla="*/ 1566331 h 1583140"/>
              <a:gd name="connsiteX60" fmla="*/ 4791466 w 9662615"/>
              <a:gd name="connsiteY60" fmla="*/ 1561324 h 1583140"/>
              <a:gd name="connsiteX61" fmla="*/ 4784247 w 9662615"/>
              <a:gd name="connsiteY61" fmla="*/ 1562342 h 1583140"/>
              <a:gd name="connsiteX62" fmla="*/ 4748477 w 9662615"/>
              <a:gd name="connsiteY62" fmla="*/ 1556925 h 1583140"/>
              <a:gd name="connsiteX63" fmla="*/ 4730033 w 9662615"/>
              <a:gd name="connsiteY63" fmla="*/ 1555274 h 1583140"/>
              <a:gd name="connsiteX64" fmla="*/ 4724747 w 9662615"/>
              <a:gd name="connsiteY64" fmla="*/ 1552439 h 1583140"/>
              <a:gd name="connsiteX65" fmla="*/ 4697562 w 9662615"/>
              <a:gd name="connsiteY65" fmla="*/ 1551206 h 1583140"/>
              <a:gd name="connsiteX66" fmla="*/ 4694469 w 9662615"/>
              <a:gd name="connsiteY66" fmla="*/ 1551958 h 1583140"/>
              <a:gd name="connsiteX67" fmla="*/ 4671940 w 9662615"/>
              <a:gd name="connsiteY67" fmla="*/ 1547617 h 1583140"/>
              <a:gd name="connsiteX68" fmla="*/ 4589320 w 9662615"/>
              <a:gd name="connsiteY68" fmla="*/ 1534660 h 1583140"/>
              <a:gd name="connsiteX69" fmla="*/ 4422155 w 9662615"/>
              <a:gd name="connsiteY69" fmla="*/ 1542059 h 1583140"/>
              <a:gd name="connsiteX70" fmla="*/ 4221826 w 9662615"/>
              <a:gd name="connsiteY70" fmla="*/ 1508923 h 1583140"/>
              <a:gd name="connsiteX71" fmla="*/ 4096601 w 9662615"/>
              <a:gd name="connsiteY71" fmla="*/ 1510961 h 1583140"/>
              <a:gd name="connsiteX72" fmla="*/ 3970635 w 9662615"/>
              <a:gd name="connsiteY72" fmla="*/ 1544815 h 1583140"/>
              <a:gd name="connsiteX73" fmla="*/ 3743791 w 9662615"/>
              <a:gd name="connsiteY73" fmla="*/ 1516637 h 1583140"/>
              <a:gd name="connsiteX74" fmla="*/ 3664453 w 9662615"/>
              <a:gd name="connsiteY74" fmla="*/ 1521660 h 1583140"/>
              <a:gd name="connsiteX75" fmla="*/ 3594070 w 9662615"/>
              <a:gd name="connsiteY75" fmla="*/ 1509422 h 1583140"/>
              <a:gd name="connsiteX76" fmla="*/ 3565233 w 9662615"/>
              <a:gd name="connsiteY76" fmla="*/ 1515122 h 1583140"/>
              <a:gd name="connsiteX77" fmla="*/ 3560267 w 9662615"/>
              <a:gd name="connsiteY77" fmla="*/ 1516288 h 1583140"/>
              <a:gd name="connsiteX78" fmla="*/ 3540258 w 9662615"/>
              <a:gd name="connsiteY78" fmla="*/ 1516976 h 1583140"/>
              <a:gd name="connsiteX79" fmla="*/ 3534780 w 9662615"/>
              <a:gd name="connsiteY79" fmla="*/ 1522141 h 1583140"/>
              <a:gd name="connsiteX80" fmla="*/ 3504783 w 9662615"/>
              <a:gd name="connsiteY80" fmla="*/ 1526739 h 1583140"/>
              <a:gd name="connsiteX81" fmla="*/ 3467911 w 9662615"/>
              <a:gd name="connsiteY81" fmla="*/ 1526618 h 1583140"/>
              <a:gd name="connsiteX82" fmla="*/ 3292707 w 9662615"/>
              <a:gd name="connsiteY82" fmla="*/ 1520490 h 1583140"/>
              <a:gd name="connsiteX83" fmla="*/ 3187872 w 9662615"/>
              <a:gd name="connsiteY83" fmla="*/ 1519991 h 1583140"/>
              <a:gd name="connsiteX84" fmla="*/ 3148026 w 9662615"/>
              <a:gd name="connsiteY84" fmla="*/ 1524777 h 1583140"/>
              <a:gd name="connsiteX85" fmla="*/ 3092394 w 9662615"/>
              <a:gd name="connsiteY85" fmla="*/ 1528115 h 1583140"/>
              <a:gd name="connsiteX86" fmla="*/ 2994200 w 9662615"/>
              <a:gd name="connsiteY86" fmla="*/ 1537857 h 1583140"/>
              <a:gd name="connsiteX87" fmla="*/ 2862301 w 9662615"/>
              <a:gd name="connsiteY87" fmla="*/ 1544250 h 1583140"/>
              <a:gd name="connsiteX88" fmla="*/ 2766335 w 9662615"/>
              <a:gd name="connsiteY88" fmla="*/ 1527662 h 1583140"/>
              <a:gd name="connsiteX89" fmla="*/ 2757836 w 9662615"/>
              <a:gd name="connsiteY89" fmla="*/ 1531371 h 1583140"/>
              <a:gd name="connsiteX90" fmla="*/ 2691555 w 9662615"/>
              <a:gd name="connsiteY90" fmla="*/ 1530283 h 1583140"/>
              <a:gd name="connsiteX91" fmla="*/ 2459871 w 9662615"/>
              <a:gd name="connsiteY91" fmla="*/ 1500859 h 1583140"/>
              <a:gd name="connsiteX92" fmla="*/ 2330328 w 9662615"/>
              <a:gd name="connsiteY92" fmla="*/ 1499441 h 1583140"/>
              <a:gd name="connsiteX93" fmla="*/ 2284269 w 9662615"/>
              <a:gd name="connsiteY93" fmla="*/ 1503068 h 1583140"/>
              <a:gd name="connsiteX94" fmla="*/ 2207104 w 9662615"/>
              <a:gd name="connsiteY94" fmla="*/ 1508888 h 1583140"/>
              <a:gd name="connsiteX95" fmla="*/ 2149226 w 9662615"/>
              <a:gd name="connsiteY95" fmla="*/ 1523409 h 1583140"/>
              <a:gd name="connsiteX96" fmla="*/ 2084783 w 9662615"/>
              <a:gd name="connsiteY96" fmla="*/ 1524245 h 1583140"/>
              <a:gd name="connsiteX97" fmla="*/ 2070075 w 9662615"/>
              <a:gd name="connsiteY97" fmla="*/ 1511285 h 1583140"/>
              <a:gd name="connsiteX98" fmla="*/ 2001057 w 9662615"/>
              <a:gd name="connsiteY98" fmla="*/ 1516449 h 1583140"/>
              <a:gd name="connsiteX99" fmla="*/ 1896330 w 9662615"/>
              <a:gd name="connsiteY99" fmla="*/ 1525725 h 1583140"/>
              <a:gd name="connsiteX100" fmla="*/ 1835994 w 9662615"/>
              <a:gd name="connsiteY100" fmla="*/ 1527678 h 1583140"/>
              <a:gd name="connsiteX101" fmla="*/ 1671119 w 9662615"/>
              <a:gd name="connsiteY101" fmla="*/ 1536701 h 1583140"/>
              <a:gd name="connsiteX102" fmla="*/ 1505921 w 9662615"/>
              <a:gd name="connsiteY102" fmla="*/ 1548552 h 1583140"/>
              <a:gd name="connsiteX103" fmla="*/ 1407755 w 9662615"/>
              <a:gd name="connsiteY103" fmla="*/ 1571444 h 1583140"/>
              <a:gd name="connsiteX104" fmla="*/ 1271994 w 9662615"/>
              <a:gd name="connsiteY104" fmla="*/ 1579471 h 1583140"/>
              <a:gd name="connsiteX105" fmla="*/ 1249226 w 9662615"/>
              <a:gd name="connsiteY105" fmla="*/ 1583140 h 1583140"/>
              <a:gd name="connsiteX106" fmla="*/ 1217719 w 9662615"/>
              <a:gd name="connsiteY106" fmla="*/ 1580863 h 1583140"/>
              <a:gd name="connsiteX107" fmla="*/ 1091432 w 9662615"/>
              <a:gd name="connsiteY107" fmla="*/ 1571003 h 1583140"/>
              <a:gd name="connsiteX108" fmla="*/ 992039 w 9662615"/>
              <a:gd name="connsiteY108" fmla="*/ 1556662 h 1583140"/>
              <a:gd name="connsiteX109" fmla="*/ 868264 w 9662615"/>
              <a:gd name="connsiteY109" fmla="*/ 1566392 h 1583140"/>
              <a:gd name="connsiteX110" fmla="*/ 792765 w 9662615"/>
              <a:gd name="connsiteY110" fmla="*/ 1563102 h 1583140"/>
              <a:gd name="connsiteX111" fmla="*/ 669055 w 9662615"/>
              <a:gd name="connsiteY111" fmla="*/ 1543638 h 1583140"/>
              <a:gd name="connsiteX112" fmla="*/ 506152 w 9662615"/>
              <a:gd name="connsiteY112" fmla="*/ 1549124 h 1583140"/>
              <a:gd name="connsiteX113" fmla="*/ 472797 w 9662615"/>
              <a:gd name="connsiteY113" fmla="*/ 1568904 h 1583140"/>
              <a:gd name="connsiteX114" fmla="*/ 427864 w 9662615"/>
              <a:gd name="connsiteY114" fmla="*/ 1580848 h 1583140"/>
              <a:gd name="connsiteX115" fmla="*/ 408381 w 9662615"/>
              <a:gd name="connsiteY115" fmla="*/ 1552940 h 1583140"/>
              <a:gd name="connsiteX116" fmla="*/ 267163 w 9662615"/>
              <a:gd name="connsiteY116" fmla="*/ 1531913 h 1583140"/>
              <a:gd name="connsiteX117" fmla="*/ 196644 w 9662615"/>
              <a:gd name="connsiteY117" fmla="*/ 1524565 h 1583140"/>
              <a:gd name="connsiteX118" fmla="*/ 86819 w 9662615"/>
              <a:gd name="connsiteY118" fmla="*/ 1519517 h 1583140"/>
              <a:gd name="connsiteX119" fmla="*/ 53369 w 9662615"/>
              <a:gd name="connsiteY119" fmla="*/ 1516853 h 1583140"/>
              <a:gd name="connsiteX120" fmla="*/ 2359 w 9662615"/>
              <a:gd name="connsiteY120" fmla="*/ 1515247 h 1583140"/>
              <a:gd name="connsiteX121" fmla="*/ 0 w 9662615"/>
              <a:gd name="connsiteY121" fmla="*/ 1514932 h 1583140"/>
              <a:gd name="connsiteX122" fmla="*/ 0 w 9662615"/>
              <a:gd name="connsiteY122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577675 w 9662615"/>
              <a:gd name="connsiteY20" fmla="*/ 1370461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082104 w 9662615"/>
              <a:gd name="connsiteY49" fmla="*/ 1547781 h 1583140"/>
              <a:gd name="connsiteX50" fmla="*/ 5059484 w 9662615"/>
              <a:gd name="connsiteY50" fmla="*/ 1546802 h 1583140"/>
              <a:gd name="connsiteX51" fmla="*/ 5050958 w 9662615"/>
              <a:gd name="connsiteY51" fmla="*/ 1545776 h 1583140"/>
              <a:gd name="connsiteX52" fmla="*/ 5038524 w 9662615"/>
              <a:gd name="connsiteY52" fmla="*/ 1545675 h 1583140"/>
              <a:gd name="connsiteX53" fmla="*/ 5038223 w 9662615"/>
              <a:gd name="connsiteY53" fmla="*/ 1545881 h 1583140"/>
              <a:gd name="connsiteX54" fmla="*/ 5026564 w 9662615"/>
              <a:gd name="connsiteY54" fmla="*/ 1545376 h 1583140"/>
              <a:gd name="connsiteX55" fmla="*/ 4969433 w 9662615"/>
              <a:gd name="connsiteY55" fmla="*/ 1540263 h 1583140"/>
              <a:gd name="connsiteX56" fmla="*/ 4894799 w 9662615"/>
              <a:gd name="connsiteY56" fmla="*/ 1559476 h 1583140"/>
              <a:gd name="connsiteX57" fmla="*/ 4863775 w 9662615"/>
              <a:gd name="connsiteY57" fmla="*/ 1562633 h 1583140"/>
              <a:gd name="connsiteX58" fmla="*/ 4847242 w 9662615"/>
              <a:gd name="connsiteY58" fmla="*/ 1565435 h 1583140"/>
              <a:gd name="connsiteX59" fmla="*/ 4846237 w 9662615"/>
              <a:gd name="connsiteY59" fmla="*/ 1566331 h 1583140"/>
              <a:gd name="connsiteX60" fmla="*/ 4791466 w 9662615"/>
              <a:gd name="connsiteY60" fmla="*/ 1561324 h 1583140"/>
              <a:gd name="connsiteX61" fmla="*/ 4784247 w 9662615"/>
              <a:gd name="connsiteY61" fmla="*/ 1562342 h 1583140"/>
              <a:gd name="connsiteX62" fmla="*/ 4748477 w 9662615"/>
              <a:gd name="connsiteY62" fmla="*/ 1556925 h 1583140"/>
              <a:gd name="connsiteX63" fmla="*/ 4730033 w 9662615"/>
              <a:gd name="connsiteY63" fmla="*/ 1555274 h 1583140"/>
              <a:gd name="connsiteX64" fmla="*/ 4724747 w 9662615"/>
              <a:gd name="connsiteY64" fmla="*/ 1552439 h 1583140"/>
              <a:gd name="connsiteX65" fmla="*/ 4697562 w 9662615"/>
              <a:gd name="connsiteY65" fmla="*/ 1551206 h 1583140"/>
              <a:gd name="connsiteX66" fmla="*/ 4694469 w 9662615"/>
              <a:gd name="connsiteY66" fmla="*/ 1551958 h 1583140"/>
              <a:gd name="connsiteX67" fmla="*/ 4671940 w 9662615"/>
              <a:gd name="connsiteY67" fmla="*/ 1547617 h 1583140"/>
              <a:gd name="connsiteX68" fmla="*/ 4589320 w 9662615"/>
              <a:gd name="connsiteY68" fmla="*/ 1534660 h 1583140"/>
              <a:gd name="connsiteX69" fmla="*/ 4422155 w 9662615"/>
              <a:gd name="connsiteY69" fmla="*/ 1542059 h 1583140"/>
              <a:gd name="connsiteX70" fmla="*/ 4221826 w 9662615"/>
              <a:gd name="connsiteY70" fmla="*/ 1508923 h 1583140"/>
              <a:gd name="connsiteX71" fmla="*/ 4096601 w 9662615"/>
              <a:gd name="connsiteY71" fmla="*/ 1510961 h 1583140"/>
              <a:gd name="connsiteX72" fmla="*/ 3970635 w 9662615"/>
              <a:gd name="connsiteY72" fmla="*/ 1544815 h 1583140"/>
              <a:gd name="connsiteX73" fmla="*/ 3743791 w 9662615"/>
              <a:gd name="connsiteY73" fmla="*/ 1516637 h 1583140"/>
              <a:gd name="connsiteX74" fmla="*/ 3664453 w 9662615"/>
              <a:gd name="connsiteY74" fmla="*/ 1521660 h 1583140"/>
              <a:gd name="connsiteX75" fmla="*/ 3594070 w 9662615"/>
              <a:gd name="connsiteY75" fmla="*/ 1509422 h 1583140"/>
              <a:gd name="connsiteX76" fmla="*/ 3565233 w 9662615"/>
              <a:gd name="connsiteY76" fmla="*/ 1515122 h 1583140"/>
              <a:gd name="connsiteX77" fmla="*/ 3560267 w 9662615"/>
              <a:gd name="connsiteY77" fmla="*/ 1516288 h 1583140"/>
              <a:gd name="connsiteX78" fmla="*/ 3540258 w 9662615"/>
              <a:gd name="connsiteY78" fmla="*/ 1516976 h 1583140"/>
              <a:gd name="connsiteX79" fmla="*/ 3534780 w 9662615"/>
              <a:gd name="connsiteY79" fmla="*/ 1522141 h 1583140"/>
              <a:gd name="connsiteX80" fmla="*/ 3504783 w 9662615"/>
              <a:gd name="connsiteY80" fmla="*/ 1526739 h 1583140"/>
              <a:gd name="connsiteX81" fmla="*/ 3467911 w 9662615"/>
              <a:gd name="connsiteY81" fmla="*/ 1526618 h 1583140"/>
              <a:gd name="connsiteX82" fmla="*/ 3292707 w 9662615"/>
              <a:gd name="connsiteY82" fmla="*/ 1520490 h 1583140"/>
              <a:gd name="connsiteX83" fmla="*/ 3187872 w 9662615"/>
              <a:gd name="connsiteY83" fmla="*/ 1519991 h 1583140"/>
              <a:gd name="connsiteX84" fmla="*/ 3148026 w 9662615"/>
              <a:gd name="connsiteY84" fmla="*/ 1524777 h 1583140"/>
              <a:gd name="connsiteX85" fmla="*/ 3092394 w 9662615"/>
              <a:gd name="connsiteY85" fmla="*/ 1528115 h 1583140"/>
              <a:gd name="connsiteX86" fmla="*/ 2994200 w 9662615"/>
              <a:gd name="connsiteY86" fmla="*/ 1537857 h 1583140"/>
              <a:gd name="connsiteX87" fmla="*/ 2862301 w 9662615"/>
              <a:gd name="connsiteY87" fmla="*/ 1544250 h 1583140"/>
              <a:gd name="connsiteX88" fmla="*/ 2766335 w 9662615"/>
              <a:gd name="connsiteY88" fmla="*/ 1527662 h 1583140"/>
              <a:gd name="connsiteX89" fmla="*/ 2757836 w 9662615"/>
              <a:gd name="connsiteY89" fmla="*/ 1531371 h 1583140"/>
              <a:gd name="connsiteX90" fmla="*/ 2691555 w 9662615"/>
              <a:gd name="connsiteY90" fmla="*/ 1530283 h 1583140"/>
              <a:gd name="connsiteX91" fmla="*/ 2459871 w 9662615"/>
              <a:gd name="connsiteY91" fmla="*/ 1500859 h 1583140"/>
              <a:gd name="connsiteX92" fmla="*/ 2330328 w 9662615"/>
              <a:gd name="connsiteY92" fmla="*/ 1499441 h 1583140"/>
              <a:gd name="connsiteX93" fmla="*/ 2284269 w 9662615"/>
              <a:gd name="connsiteY93" fmla="*/ 1503068 h 1583140"/>
              <a:gd name="connsiteX94" fmla="*/ 2207104 w 9662615"/>
              <a:gd name="connsiteY94" fmla="*/ 1508888 h 1583140"/>
              <a:gd name="connsiteX95" fmla="*/ 2149226 w 9662615"/>
              <a:gd name="connsiteY95" fmla="*/ 1523409 h 1583140"/>
              <a:gd name="connsiteX96" fmla="*/ 2084783 w 9662615"/>
              <a:gd name="connsiteY96" fmla="*/ 1524245 h 1583140"/>
              <a:gd name="connsiteX97" fmla="*/ 2070075 w 9662615"/>
              <a:gd name="connsiteY97" fmla="*/ 1511285 h 1583140"/>
              <a:gd name="connsiteX98" fmla="*/ 2001057 w 9662615"/>
              <a:gd name="connsiteY98" fmla="*/ 1516449 h 1583140"/>
              <a:gd name="connsiteX99" fmla="*/ 1896330 w 9662615"/>
              <a:gd name="connsiteY99" fmla="*/ 1525725 h 1583140"/>
              <a:gd name="connsiteX100" fmla="*/ 1835994 w 9662615"/>
              <a:gd name="connsiteY100" fmla="*/ 1527678 h 1583140"/>
              <a:gd name="connsiteX101" fmla="*/ 1671119 w 9662615"/>
              <a:gd name="connsiteY101" fmla="*/ 1536701 h 1583140"/>
              <a:gd name="connsiteX102" fmla="*/ 1505921 w 9662615"/>
              <a:gd name="connsiteY102" fmla="*/ 1548552 h 1583140"/>
              <a:gd name="connsiteX103" fmla="*/ 1407755 w 9662615"/>
              <a:gd name="connsiteY103" fmla="*/ 1571444 h 1583140"/>
              <a:gd name="connsiteX104" fmla="*/ 1271994 w 9662615"/>
              <a:gd name="connsiteY104" fmla="*/ 1579471 h 1583140"/>
              <a:gd name="connsiteX105" fmla="*/ 1249226 w 9662615"/>
              <a:gd name="connsiteY105" fmla="*/ 1583140 h 1583140"/>
              <a:gd name="connsiteX106" fmla="*/ 1217719 w 9662615"/>
              <a:gd name="connsiteY106" fmla="*/ 1580863 h 1583140"/>
              <a:gd name="connsiteX107" fmla="*/ 1091432 w 9662615"/>
              <a:gd name="connsiteY107" fmla="*/ 1571003 h 1583140"/>
              <a:gd name="connsiteX108" fmla="*/ 992039 w 9662615"/>
              <a:gd name="connsiteY108" fmla="*/ 1556662 h 1583140"/>
              <a:gd name="connsiteX109" fmla="*/ 868264 w 9662615"/>
              <a:gd name="connsiteY109" fmla="*/ 1566392 h 1583140"/>
              <a:gd name="connsiteX110" fmla="*/ 792765 w 9662615"/>
              <a:gd name="connsiteY110" fmla="*/ 1563102 h 1583140"/>
              <a:gd name="connsiteX111" fmla="*/ 669055 w 9662615"/>
              <a:gd name="connsiteY111" fmla="*/ 1543638 h 1583140"/>
              <a:gd name="connsiteX112" fmla="*/ 506152 w 9662615"/>
              <a:gd name="connsiteY112" fmla="*/ 1549124 h 1583140"/>
              <a:gd name="connsiteX113" fmla="*/ 472797 w 9662615"/>
              <a:gd name="connsiteY113" fmla="*/ 1568904 h 1583140"/>
              <a:gd name="connsiteX114" fmla="*/ 427864 w 9662615"/>
              <a:gd name="connsiteY114" fmla="*/ 1580848 h 1583140"/>
              <a:gd name="connsiteX115" fmla="*/ 408381 w 9662615"/>
              <a:gd name="connsiteY115" fmla="*/ 1552940 h 1583140"/>
              <a:gd name="connsiteX116" fmla="*/ 267163 w 9662615"/>
              <a:gd name="connsiteY116" fmla="*/ 1531913 h 1583140"/>
              <a:gd name="connsiteX117" fmla="*/ 196644 w 9662615"/>
              <a:gd name="connsiteY117" fmla="*/ 1524565 h 1583140"/>
              <a:gd name="connsiteX118" fmla="*/ 86819 w 9662615"/>
              <a:gd name="connsiteY118" fmla="*/ 1519517 h 1583140"/>
              <a:gd name="connsiteX119" fmla="*/ 53369 w 9662615"/>
              <a:gd name="connsiteY119" fmla="*/ 1516853 h 1583140"/>
              <a:gd name="connsiteX120" fmla="*/ 2359 w 9662615"/>
              <a:gd name="connsiteY120" fmla="*/ 1515247 h 1583140"/>
              <a:gd name="connsiteX121" fmla="*/ 0 w 9662615"/>
              <a:gd name="connsiteY121" fmla="*/ 1514932 h 1583140"/>
              <a:gd name="connsiteX122" fmla="*/ 0 w 9662615"/>
              <a:gd name="connsiteY122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082104 w 9662615"/>
              <a:gd name="connsiteY49" fmla="*/ 1547781 h 1583140"/>
              <a:gd name="connsiteX50" fmla="*/ 5059484 w 9662615"/>
              <a:gd name="connsiteY50" fmla="*/ 1546802 h 1583140"/>
              <a:gd name="connsiteX51" fmla="*/ 5050958 w 9662615"/>
              <a:gd name="connsiteY51" fmla="*/ 1545776 h 1583140"/>
              <a:gd name="connsiteX52" fmla="*/ 5038524 w 9662615"/>
              <a:gd name="connsiteY52" fmla="*/ 1545675 h 1583140"/>
              <a:gd name="connsiteX53" fmla="*/ 5038223 w 9662615"/>
              <a:gd name="connsiteY53" fmla="*/ 1545881 h 1583140"/>
              <a:gd name="connsiteX54" fmla="*/ 5026564 w 9662615"/>
              <a:gd name="connsiteY54" fmla="*/ 1545376 h 1583140"/>
              <a:gd name="connsiteX55" fmla="*/ 4969433 w 9662615"/>
              <a:gd name="connsiteY55" fmla="*/ 1540263 h 1583140"/>
              <a:gd name="connsiteX56" fmla="*/ 4894799 w 9662615"/>
              <a:gd name="connsiteY56" fmla="*/ 1559476 h 1583140"/>
              <a:gd name="connsiteX57" fmla="*/ 4863775 w 9662615"/>
              <a:gd name="connsiteY57" fmla="*/ 1562633 h 1583140"/>
              <a:gd name="connsiteX58" fmla="*/ 4847242 w 9662615"/>
              <a:gd name="connsiteY58" fmla="*/ 1565435 h 1583140"/>
              <a:gd name="connsiteX59" fmla="*/ 4846237 w 9662615"/>
              <a:gd name="connsiteY59" fmla="*/ 1566331 h 1583140"/>
              <a:gd name="connsiteX60" fmla="*/ 4791466 w 9662615"/>
              <a:gd name="connsiteY60" fmla="*/ 1561324 h 1583140"/>
              <a:gd name="connsiteX61" fmla="*/ 4784247 w 9662615"/>
              <a:gd name="connsiteY61" fmla="*/ 1562342 h 1583140"/>
              <a:gd name="connsiteX62" fmla="*/ 4748477 w 9662615"/>
              <a:gd name="connsiteY62" fmla="*/ 1556925 h 1583140"/>
              <a:gd name="connsiteX63" fmla="*/ 4730033 w 9662615"/>
              <a:gd name="connsiteY63" fmla="*/ 1555274 h 1583140"/>
              <a:gd name="connsiteX64" fmla="*/ 4724747 w 9662615"/>
              <a:gd name="connsiteY64" fmla="*/ 1552439 h 1583140"/>
              <a:gd name="connsiteX65" fmla="*/ 4697562 w 9662615"/>
              <a:gd name="connsiteY65" fmla="*/ 1551206 h 1583140"/>
              <a:gd name="connsiteX66" fmla="*/ 4694469 w 9662615"/>
              <a:gd name="connsiteY66" fmla="*/ 1551958 h 1583140"/>
              <a:gd name="connsiteX67" fmla="*/ 4671940 w 9662615"/>
              <a:gd name="connsiteY67" fmla="*/ 1547617 h 1583140"/>
              <a:gd name="connsiteX68" fmla="*/ 4589320 w 9662615"/>
              <a:gd name="connsiteY68" fmla="*/ 1534660 h 1583140"/>
              <a:gd name="connsiteX69" fmla="*/ 4422155 w 9662615"/>
              <a:gd name="connsiteY69" fmla="*/ 1542059 h 1583140"/>
              <a:gd name="connsiteX70" fmla="*/ 4221826 w 9662615"/>
              <a:gd name="connsiteY70" fmla="*/ 1508923 h 1583140"/>
              <a:gd name="connsiteX71" fmla="*/ 4096601 w 9662615"/>
              <a:gd name="connsiteY71" fmla="*/ 1510961 h 1583140"/>
              <a:gd name="connsiteX72" fmla="*/ 3970635 w 9662615"/>
              <a:gd name="connsiteY72" fmla="*/ 1544815 h 1583140"/>
              <a:gd name="connsiteX73" fmla="*/ 3743791 w 9662615"/>
              <a:gd name="connsiteY73" fmla="*/ 1516637 h 1583140"/>
              <a:gd name="connsiteX74" fmla="*/ 3664453 w 9662615"/>
              <a:gd name="connsiteY74" fmla="*/ 1521660 h 1583140"/>
              <a:gd name="connsiteX75" fmla="*/ 3594070 w 9662615"/>
              <a:gd name="connsiteY75" fmla="*/ 1509422 h 1583140"/>
              <a:gd name="connsiteX76" fmla="*/ 3565233 w 9662615"/>
              <a:gd name="connsiteY76" fmla="*/ 1515122 h 1583140"/>
              <a:gd name="connsiteX77" fmla="*/ 3560267 w 9662615"/>
              <a:gd name="connsiteY77" fmla="*/ 1516288 h 1583140"/>
              <a:gd name="connsiteX78" fmla="*/ 3540258 w 9662615"/>
              <a:gd name="connsiteY78" fmla="*/ 1516976 h 1583140"/>
              <a:gd name="connsiteX79" fmla="*/ 3534780 w 9662615"/>
              <a:gd name="connsiteY79" fmla="*/ 1522141 h 1583140"/>
              <a:gd name="connsiteX80" fmla="*/ 3504783 w 9662615"/>
              <a:gd name="connsiteY80" fmla="*/ 1526739 h 1583140"/>
              <a:gd name="connsiteX81" fmla="*/ 3467911 w 9662615"/>
              <a:gd name="connsiteY81" fmla="*/ 1526618 h 1583140"/>
              <a:gd name="connsiteX82" fmla="*/ 3292707 w 9662615"/>
              <a:gd name="connsiteY82" fmla="*/ 1520490 h 1583140"/>
              <a:gd name="connsiteX83" fmla="*/ 3187872 w 9662615"/>
              <a:gd name="connsiteY83" fmla="*/ 1519991 h 1583140"/>
              <a:gd name="connsiteX84" fmla="*/ 3148026 w 9662615"/>
              <a:gd name="connsiteY84" fmla="*/ 1524777 h 1583140"/>
              <a:gd name="connsiteX85" fmla="*/ 3092394 w 9662615"/>
              <a:gd name="connsiteY85" fmla="*/ 1528115 h 1583140"/>
              <a:gd name="connsiteX86" fmla="*/ 2994200 w 9662615"/>
              <a:gd name="connsiteY86" fmla="*/ 1537857 h 1583140"/>
              <a:gd name="connsiteX87" fmla="*/ 2862301 w 9662615"/>
              <a:gd name="connsiteY87" fmla="*/ 1544250 h 1583140"/>
              <a:gd name="connsiteX88" fmla="*/ 2766335 w 9662615"/>
              <a:gd name="connsiteY88" fmla="*/ 1527662 h 1583140"/>
              <a:gd name="connsiteX89" fmla="*/ 2757836 w 9662615"/>
              <a:gd name="connsiteY89" fmla="*/ 1531371 h 1583140"/>
              <a:gd name="connsiteX90" fmla="*/ 2691555 w 9662615"/>
              <a:gd name="connsiteY90" fmla="*/ 1530283 h 1583140"/>
              <a:gd name="connsiteX91" fmla="*/ 2459871 w 9662615"/>
              <a:gd name="connsiteY91" fmla="*/ 1500859 h 1583140"/>
              <a:gd name="connsiteX92" fmla="*/ 2330328 w 9662615"/>
              <a:gd name="connsiteY92" fmla="*/ 1499441 h 1583140"/>
              <a:gd name="connsiteX93" fmla="*/ 2284269 w 9662615"/>
              <a:gd name="connsiteY93" fmla="*/ 1503068 h 1583140"/>
              <a:gd name="connsiteX94" fmla="*/ 2207104 w 9662615"/>
              <a:gd name="connsiteY94" fmla="*/ 1508888 h 1583140"/>
              <a:gd name="connsiteX95" fmla="*/ 2149226 w 9662615"/>
              <a:gd name="connsiteY95" fmla="*/ 1523409 h 1583140"/>
              <a:gd name="connsiteX96" fmla="*/ 2084783 w 9662615"/>
              <a:gd name="connsiteY96" fmla="*/ 1524245 h 1583140"/>
              <a:gd name="connsiteX97" fmla="*/ 2070075 w 9662615"/>
              <a:gd name="connsiteY97" fmla="*/ 1511285 h 1583140"/>
              <a:gd name="connsiteX98" fmla="*/ 2001057 w 9662615"/>
              <a:gd name="connsiteY98" fmla="*/ 1516449 h 1583140"/>
              <a:gd name="connsiteX99" fmla="*/ 1896330 w 9662615"/>
              <a:gd name="connsiteY99" fmla="*/ 1525725 h 1583140"/>
              <a:gd name="connsiteX100" fmla="*/ 1835994 w 9662615"/>
              <a:gd name="connsiteY100" fmla="*/ 1527678 h 1583140"/>
              <a:gd name="connsiteX101" fmla="*/ 1671119 w 9662615"/>
              <a:gd name="connsiteY101" fmla="*/ 1536701 h 1583140"/>
              <a:gd name="connsiteX102" fmla="*/ 1505921 w 9662615"/>
              <a:gd name="connsiteY102" fmla="*/ 1548552 h 1583140"/>
              <a:gd name="connsiteX103" fmla="*/ 1407755 w 9662615"/>
              <a:gd name="connsiteY103" fmla="*/ 1571444 h 1583140"/>
              <a:gd name="connsiteX104" fmla="*/ 1271994 w 9662615"/>
              <a:gd name="connsiteY104" fmla="*/ 1579471 h 1583140"/>
              <a:gd name="connsiteX105" fmla="*/ 1249226 w 9662615"/>
              <a:gd name="connsiteY105" fmla="*/ 1583140 h 1583140"/>
              <a:gd name="connsiteX106" fmla="*/ 1217719 w 9662615"/>
              <a:gd name="connsiteY106" fmla="*/ 1580863 h 1583140"/>
              <a:gd name="connsiteX107" fmla="*/ 1091432 w 9662615"/>
              <a:gd name="connsiteY107" fmla="*/ 1571003 h 1583140"/>
              <a:gd name="connsiteX108" fmla="*/ 992039 w 9662615"/>
              <a:gd name="connsiteY108" fmla="*/ 1556662 h 1583140"/>
              <a:gd name="connsiteX109" fmla="*/ 868264 w 9662615"/>
              <a:gd name="connsiteY109" fmla="*/ 1566392 h 1583140"/>
              <a:gd name="connsiteX110" fmla="*/ 792765 w 9662615"/>
              <a:gd name="connsiteY110" fmla="*/ 1563102 h 1583140"/>
              <a:gd name="connsiteX111" fmla="*/ 669055 w 9662615"/>
              <a:gd name="connsiteY111" fmla="*/ 1543638 h 1583140"/>
              <a:gd name="connsiteX112" fmla="*/ 506152 w 9662615"/>
              <a:gd name="connsiteY112" fmla="*/ 1549124 h 1583140"/>
              <a:gd name="connsiteX113" fmla="*/ 472797 w 9662615"/>
              <a:gd name="connsiteY113" fmla="*/ 1568904 h 1583140"/>
              <a:gd name="connsiteX114" fmla="*/ 427864 w 9662615"/>
              <a:gd name="connsiteY114" fmla="*/ 1580848 h 1583140"/>
              <a:gd name="connsiteX115" fmla="*/ 408381 w 9662615"/>
              <a:gd name="connsiteY115" fmla="*/ 1552940 h 1583140"/>
              <a:gd name="connsiteX116" fmla="*/ 267163 w 9662615"/>
              <a:gd name="connsiteY116" fmla="*/ 1531913 h 1583140"/>
              <a:gd name="connsiteX117" fmla="*/ 196644 w 9662615"/>
              <a:gd name="connsiteY117" fmla="*/ 1524565 h 1583140"/>
              <a:gd name="connsiteX118" fmla="*/ 86819 w 9662615"/>
              <a:gd name="connsiteY118" fmla="*/ 1519517 h 1583140"/>
              <a:gd name="connsiteX119" fmla="*/ 53369 w 9662615"/>
              <a:gd name="connsiteY119" fmla="*/ 1516853 h 1583140"/>
              <a:gd name="connsiteX120" fmla="*/ 2359 w 9662615"/>
              <a:gd name="connsiteY120" fmla="*/ 1515247 h 1583140"/>
              <a:gd name="connsiteX121" fmla="*/ 0 w 9662615"/>
              <a:gd name="connsiteY121" fmla="*/ 1514932 h 1583140"/>
              <a:gd name="connsiteX122" fmla="*/ 0 w 9662615"/>
              <a:gd name="connsiteY122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082104 w 9662615"/>
              <a:gd name="connsiteY49" fmla="*/ 1547781 h 1583140"/>
              <a:gd name="connsiteX50" fmla="*/ 5059484 w 9662615"/>
              <a:gd name="connsiteY50" fmla="*/ 1546802 h 1583140"/>
              <a:gd name="connsiteX51" fmla="*/ 5050958 w 9662615"/>
              <a:gd name="connsiteY51" fmla="*/ 1545776 h 1583140"/>
              <a:gd name="connsiteX52" fmla="*/ 5038524 w 9662615"/>
              <a:gd name="connsiteY52" fmla="*/ 1545675 h 1583140"/>
              <a:gd name="connsiteX53" fmla="*/ 5038223 w 9662615"/>
              <a:gd name="connsiteY53" fmla="*/ 1545881 h 1583140"/>
              <a:gd name="connsiteX54" fmla="*/ 5026564 w 9662615"/>
              <a:gd name="connsiteY54" fmla="*/ 1545376 h 1583140"/>
              <a:gd name="connsiteX55" fmla="*/ 4969433 w 9662615"/>
              <a:gd name="connsiteY55" fmla="*/ 1540263 h 1583140"/>
              <a:gd name="connsiteX56" fmla="*/ 4894799 w 9662615"/>
              <a:gd name="connsiteY56" fmla="*/ 1559476 h 1583140"/>
              <a:gd name="connsiteX57" fmla="*/ 4863775 w 9662615"/>
              <a:gd name="connsiteY57" fmla="*/ 1562633 h 1583140"/>
              <a:gd name="connsiteX58" fmla="*/ 4847242 w 9662615"/>
              <a:gd name="connsiteY58" fmla="*/ 1565435 h 1583140"/>
              <a:gd name="connsiteX59" fmla="*/ 4846237 w 9662615"/>
              <a:gd name="connsiteY59" fmla="*/ 1566331 h 1583140"/>
              <a:gd name="connsiteX60" fmla="*/ 4791466 w 9662615"/>
              <a:gd name="connsiteY60" fmla="*/ 1561324 h 1583140"/>
              <a:gd name="connsiteX61" fmla="*/ 4784247 w 9662615"/>
              <a:gd name="connsiteY61" fmla="*/ 1562342 h 1583140"/>
              <a:gd name="connsiteX62" fmla="*/ 4748477 w 9662615"/>
              <a:gd name="connsiteY62" fmla="*/ 1556925 h 1583140"/>
              <a:gd name="connsiteX63" fmla="*/ 4730033 w 9662615"/>
              <a:gd name="connsiteY63" fmla="*/ 1555274 h 1583140"/>
              <a:gd name="connsiteX64" fmla="*/ 4724747 w 9662615"/>
              <a:gd name="connsiteY64" fmla="*/ 1552439 h 1583140"/>
              <a:gd name="connsiteX65" fmla="*/ 4697562 w 9662615"/>
              <a:gd name="connsiteY65" fmla="*/ 1551206 h 1583140"/>
              <a:gd name="connsiteX66" fmla="*/ 4694469 w 9662615"/>
              <a:gd name="connsiteY66" fmla="*/ 1551958 h 1583140"/>
              <a:gd name="connsiteX67" fmla="*/ 4671940 w 9662615"/>
              <a:gd name="connsiteY67" fmla="*/ 1547617 h 1583140"/>
              <a:gd name="connsiteX68" fmla="*/ 4589320 w 9662615"/>
              <a:gd name="connsiteY68" fmla="*/ 1534660 h 1583140"/>
              <a:gd name="connsiteX69" fmla="*/ 4422155 w 9662615"/>
              <a:gd name="connsiteY69" fmla="*/ 1542059 h 1583140"/>
              <a:gd name="connsiteX70" fmla="*/ 4221826 w 9662615"/>
              <a:gd name="connsiteY70" fmla="*/ 1508923 h 1583140"/>
              <a:gd name="connsiteX71" fmla="*/ 4096601 w 9662615"/>
              <a:gd name="connsiteY71" fmla="*/ 1510961 h 1583140"/>
              <a:gd name="connsiteX72" fmla="*/ 3970635 w 9662615"/>
              <a:gd name="connsiteY72" fmla="*/ 1544815 h 1583140"/>
              <a:gd name="connsiteX73" fmla="*/ 3743791 w 9662615"/>
              <a:gd name="connsiteY73" fmla="*/ 1516637 h 1583140"/>
              <a:gd name="connsiteX74" fmla="*/ 3664453 w 9662615"/>
              <a:gd name="connsiteY74" fmla="*/ 1521660 h 1583140"/>
              <a:gd name="connsiteX75" fmla="*/ 3594070 w 9662615"/>
              <a:gd name="connsiteY75" fmla="*/ 1509422 h 1583140"/>
              <a:gd name="connsiteX76" fmla="*/ 3565233 w 9662615"/>
              <a:gd name="connsiteY76" fmla="*/ 1515122 h 1583140"/>
              <a:gd name="connsiteX77" fmla="*/ 3560267 w 9662615"/>
              <a:gd name="connsiteY77" fmla="*/ 1516288 h 1583140"/>
              <a:gd name="connsiteX78" fmla="*/ 3540258 w 9662615"/>
              <a:gd name="connsiteY78" fmla="*/ 1516976 h 1583140"/>
              <a:gd name="connsiteX79" fmla="*/ 3534780 w 9662615"/>
              <a:gd name="connsiteY79" fmla="*/ 1522141 h 1583140"/>
              <a:gd name="connsiteX80" fmla="*/ 3504783 w 9662615"/>
              <a:gd name="connsiteY80" fmla="*/ 1526739 h 1583140"/>
              <a:gd name="connsiteX81" fmla="*/ 3467911 w 9662615"/>
              <a:gd name="connsiteY81" fmla="*/ 1526618 h 1583140"/>
              <a:gd name="connsiteX82" fmla="*/ 3292707 w 9662615"/>
              <a:gd name="connsiteY82" fmla="*/ 1520490 h 1583140"/>
              <a:gd name="connsiteX83" fmla="*/ 3187872 w 9662615"/>
              <a:gd name="connsiteY83" fmla="*/ 1519991 h 1583140"/>
              <a:gd name="connsiteX84" fmla="*/ 3148026 w 9662615"/>
              <a:gd name="connsiteY84" fmla="*/ 1524777 h 1583140"/>
              <a:gd name="connsiteX85" fmla="*/ 3092394 w 9662615"/>
              <a:gd name="connsiteY85" fmla="*/ 1528115 h 1583140"/>
              <a:gd name="connsiteX86" fmla="*/ 2994200 w 9662615"/>
              <a:gd name="connsiteY86" fmla="*/ 1537857 h 1583140"/>
              <a:gd name="connsiteX87" fmla="*/ 2862301 w 9662615"/>
              <a:gd name="connsiteY87" fmla="*/ 1544250 h 1583140"/>
              <a:gd name="connsiteX88" fmla="*/ 2766335 w 9662615"/>
              <a:gd name="connsiteY88" fmla="*/ 1527662 h 1583140"/>
              <a:gd name="connsiteX89" fmla="*/ 2757836 w 9662615"/>
              <a:gd name="connsiteY89" fmla="*/ 1531371 h 1583140"/>
              <a:gd name="connsiteX90" fmla="*/ 2691555 w 9662615"/>
              <a:gd name="connsiteY90" fmla="*/ 1530283 h 1583140"/>
              <a:gd name="connsiteX91" fmla="*/ 2459871 w 9662615"/>
              <a:gd name="connsiteY91" fmla="*/ 1500859 h 1583140"/>
              <a:gd name="connsiteX92" fmla="*/ 2330328 w 9662615"/>
              <a:gd name="connsiteY92" fmla="*/ 1499441 h 1583140"/>
              <a:gd name="connsiteX93" fmla="*/ 2284269 w 9662615"/>
              <a:gd name="connsiteY93" fmla="*/ 1503068 h 1583140"/>
              <a:gd name="connsiteX94" fmla="*/ 2207104 w 9662615"/>
              <a:gd name="connsiteY94" fmla="*/ 1508888 h 1583140"/>
              <a:gd name="connsiteX95" fmla="*/ 2149226 w 9662615"/>
              <a:gd name="connsiteY95" fmla="*/ 1523409 h 1583140"/>
              <a:gd name="connsiteX96" fmla="*/ 2084783 w 9662615"/>
              <a:gd name="connsiteY96" fmla="*/ 1524245 h 1583140"/>
              <a:gd name="connsiteX97" fmla="*/ 2070075 w 9662615"/>
              <a:gd name="connsiteY97" fmla="*/ 1511285 h 1583140"/>
              <a:gd name="connsiteX98" fmla="*/ 2001057 w 9662615"/>
              <a:gd name="connsiteY98" fmla="*/ 1516449 h 1583140"/>
              <a:gd name="connsiteX99" fmla="*/ 1896330 w 9662615"/>
              <a:gd name="connsiteY99" fmla="*/ 1525725 h 1583140"/>
              <a:gd name="connsiteX100" fmla="*/ 1835994 w 9662615"/>
              <a:gd name="connsiteY100" fmla="*/ 1527678 h 1583140"/>
              <a:gd name="connsiteX101" fmla="*/ 1671119 w 9662615"/>
              <a:gd name="connsiteY101" fmla="*/ 1536701 h 1583140"/>
              <a:gd name="connsiteX102" fmla="*/ 1601337 w 9662615"/>
              <a:gd name="connsiteY102" fmla="*/ 1548552 h 1583140"/>
              <a:gd name="connsiteX103" fmla="*/ 1407755 w 9662615"/>
              <a:gd name="connsiteY103" fmla="*/ 1571444 h 1583140"/>
              <a:gd name="connsiteX104" fmla="*/ 1271994 w 9662615"/>
              <a:gd name="connsiteY104" fmla="*/ 1579471 h 1583140"/>
              <a:gd name="connsiteX105" fmla="*/ 1249226 w 9662615"/>
              <a:gd name="connsiteY105" fmla="*/ 1583140 h 1583140"/>
              <a:gd name="connsiteX106" fmla="*/ 1217719 w 9662615"/>
              <a:gd name="connsiteY106" fmla="*/ 1580863 h 1583140"/>
              <a:gd name="connsiteX107" fmla="*/ 1091432 w 9662615"/>
              <a:gd name="connsiteY107" fmla="*/ 1571003 h 1583140"/>
              <a:gd name="connsiteX108" fmla="*/ 992039 w 9662615"/>
              <a:gd name="connsiteY108" fmla="*/ 1556662 h 1583140"/>
              <a:gd name="connsiteX109" fmla="*/ 868264 w 9662615"/>
              <a:gd name="connsiteY109" fmla="*/ 1566392 h 1583140"/>
              <a:gd name="connsiteX110" fmla="*/ 792765 w 9662615"/>
              <a:gd name="connsiteY110" fmla="*/ 1563102 h 1583140"/>
              <a:gd name="connsiteX111" fmla="*/ 669055 w 9662615"/>
              <a:gd name="connsiteY111" fmla="*/ 1543638 h 1583140"/>
              <a:gd name="connsiteX112" fmla="*/ 506152 w 9662615"/>
              <a:gd name="connsiteY112" fmla="*/ 1549124 h 1583140"/>
              <a:gd name="connsiteX113" fmla="*/ 472797 w 9662615"/>
              <a:gd name="connsiteY113" fmla="*/ 1568904 h 1583140"/>
              <a:gd name="connsiteX114" fmla="*/ 427864 w 9662615"/>
              <a:gd name="connsiteY114" fmla="*/ 1580848 h 1583140"/>
              <a:gd name="connsiteX115" fmla="*/ 408381 w 9662615"/>
              <a:gd name="connsiteY115" fmla="*/ 1552940 h 1583140"/>
              <a:gd name="connsiteX116" fmla="*/ 267163 w 9662615"/>
              <a:gd name="connsiteY116" fmla="*/ 1531913 h 1583140"/>
              <a:gd name="connsiteX117" fmla="*/ 196644 w 9662615"/>
              <a:gd name="connsiteY117" fmla="*/ 1524565 h 1583140"/>
              <a:gd name="connsiteX118" fmla="*/ 86819 w 9662615"/>
              <a:gd name="connsiteY118" fmla="*/ 1519517 h 1583140"/>
              <a:gd name="connsiteX119" fmla="*/ 53369 w 9662615"/>
              <a:gd name="connsiteY119" fmla="*/ 1516853 h 1583140"/>
              <a:gd name="connsiteX120" fmla="*/ 2359 w 9662615"/>
              <a:gd name="connsiteY120" fmla="*/ 1515247 h 1583140"/>
              <a:gd name="connsiteX121" fmla="*/ 0 w 9662615"/>
              <a:gd name="connsiteY121" fmla="*/ 1514932 h 1583140"/>
              <a:gd name="connsiteX122" fmla="*/ 0 w 9662615"/>
              <a:gd name="connsiteY122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082104 w 9662615"/>
              <a:gd name="connsiteY49" fmla="*/ 1547781 h 1583140"/>
              <a:gd name="connsiteX50" fmla="*/ 5059484 w 9662615"/>
              <a:gd name="connsiteY50" fmla="*/ 1546802 h 1583140"/>
              <a:gd name="connsiteX51" fmla="*/ 5050958 w 9662615"/>
              <a:gd name="connsiteY51" fmla="*/ 1545776 h 1583140"/>
              <a:gd name="connsiteX52" fmla="*/ 5038524 w 9662615"/>
              <a:gd name="connsiteY52" fmla="*/ 1545675 h 1583140"/>
              <a:gd name="connsiteX53" fmla="*/ 5038223 w 9662615"/>
              <a:gd name="connsiteY53" fmla="*/ 1545881 h 1583140"/>
              <a:gd name="connsiteX54" fmla="*/ 5026564 w 9662615"/>
              <a:gd name="connsiteY54" fmla="*/ 1545376 h 1583140"/>
              <a:gd name="connsiteX55" fmla="*/ 4969433 w 9662615"/>
              <a:gd name="connsiteY55" fmla="*/ 1540263 h 1583140"/>
              <a:gd name="connsiteX56" fmla="*/ 4894799 w 9662615"/>
              <a:gd name="connsiteY56" fmla="*/ 1559476 h 1583140"/>
              <a:gd name="connsiteX57" fmla="*/ 4863775 w 9662615"/>
              <a:gd name="connsiteY57" fmla="*/ 1562633 h 1583140"/>
              <a:gd name="connsiteX58" fmla="*/ 4847242 w 9662615"/>
              <a:gd name="connsiteY58" fmla="*/ 1565435 h 1583140"/>
              <a:gd name="connsiteX59" fmla="*/ 4846237 w 9662615"/>
              <a:gd name="connsiteY59" fmla="*/ 1566331 h 1583140"/>
              <a:gd name="connsiteX60" fmla="*/ 4791466 w 9662615"/>
              <a:gd name="connsiteY60" fmla="*/ 1561324 h 1583140"/>
              <a:gd name="connsiteX61" fmla="*/ 4784247 w 9662615"/>
              <a:gd name="connsiteY61" fmla="*/ 1562342 h 1583140"/>
              <a:gd name="connsiteX62" fmla="*/ 4748477 w 9662615"/>
              <a:gd name="connsiteY62" fmla="*/ 1556925 h 1583140"/>
              <a:gd name="connsiteX63" fmla="*/ 4730033 w 9662615"/>
              <a:gd name="connsiteY63" fmla="*/ 1555274 h 1583140"/>
              <a:gd name="connsiteX64" fmla="*/ 4724747 w 9662615"/>
              <a:gd name="connsiteY64" fmla="*/ 1552439 h 1583140"/>
              <a:gd name="connsiteX65" fmla="*/ 4697562 w 9662615"/>
              <a:gd name="connsiteY65" fmla="*/ 1551206 h 1583140"/>
              <a:gd name="connsiteX66" fmla="*/ 4694469 w 9662615"/>
              <a:gd name="connsiteY66" fmla="*/ 1551958 h 1583140"/>
              <a:gd name="connsiteX67" fmla="*/ 4671940 w 9662615"/>
              <a:gd name="connsiteY67" fmla="*/ 1547617 h 1583140"/>
              <a:gd name="connsiteX68" fmla="*/ 4589320 w 9662615"/>
              <a:gd name="connsiteY68" fmla="*/ 1534660 h 1583140"/>
              <a:gd name="connsiteX69" fmla="*/ 4422155 w 9662615"/>
              <a:gd name="connsiteY69" fmla="*/ 1542059 h 1583140"/>
              <a:gd name="connsiteX70" fmla="*/ 4221826 w 9662615"/>
              <a:gd name="connsiteY70" fmla="*/ 1508923 h 1583140"/>
              <a:gd name="connsiteX71" fmla="*/ 4096601 w 9662615"/>
              <a:gd name="connsiteY71" fmla="*/ 1521563 h 1583140"/>
              <a:gd name="connsiteX72" fmla="*/ 3970635 w 9662615"/>
              <a:gd name="connsiteY72" fmla="*/ 1544815 h 1583140"/>
              <a:gd name="connsiteX73" fmla="*/ 3743791 w 9662615"/>
              <a:gd name="connsiteY73" fmla="*/ 1516637 h 1583140"/>
              <a:gd name="connsiteX74" fmla="*/ 3664453 w 9662615"/>
              <a:gd name="connsiteY74" fmla="*/ 1521660 h 1583140"/>
              <a:gd name="connsiteX75" fmla="*/ 3594070 w 9662615"/>
              <a:gd name="connsiteY75" fmla="*/ 1509422 h 1583140"/>
              <a:gd name="connsiteX76" fmla="*/ 3565233 w 9662615"/>
              <a:gd name="connsiteY76" fmla="*/ 1515122 h 1583140"/>
              <a:gd name="connsiteX77" fmla="*/ 3560267 w 9662615"/>
              <a:gd name="connsiteY77" fmla="*/ 1516288 h 1583140"/>
              <a:gd name="connsiteX78" fmla="*/ 3540258 w 9662615"/>
              <a:gd name="connsiteY78" fmla="*/ 1516976 h 1583140"/>
              <a:gd name="connsiteX79" fmla="*/ 3534780 w 9662615"/>
              <a:gd name="connsiteY79" fmla="*/ 1522141 h 1583140"/>
              <a:gd name="connsiteX80" fmla="*/ 3504783 w 9662615"/>
              <a:gd name="connsiteY80" fmla="*/ 1526739 h 1583140"/>
              <a:gd name="connsiteX81" fmla="*/ 3467911 w 9662615"/>
              <a:gd name="connsiteY81" fmla="*/ 1526618 h 1583140"/>
              <a:gd name="connsiteX82" fmla="*/ 3292707 w 9662615"/>
              <a:gd name="connsiteY82" fmla="*/ 1520490 h 1583140"/>
              <a:gd name="connsiteX83" fmla="*/ 3187872 w 9662615"/>
              <a:gd name="connsiteY83" fmla="*/ 1519991 h 1583140"/>
              <a:gd name="connsiteX84" fmla="*/ 3148026 w 9662615"/>
              <a:gd name="connsiteY84" fmla="*/ 1524777 h 1583140"/>
              <a:gd name="connsiteX85" fmla="*/ 3092394 w 9662615"/>
              <a:gd name="connsiteY85" fmla="*/ 1528115 h 1583140"/>
              <a:gd name="connsiteX86" fmla="*/ 2994200 w 9662615"/>
              <a:gd name="connsiteY86" fmla="*/ 1537857 h 1583140"/>
              <a:gd name="connsiteX87" fmla="*/ 2862301 w 9662615"/>
              <a:gd name="connsiteY87" fmla="*/ 1544250 h 1583140"/>
              <a:gd name="connsiteX88" fmla="*/ 2766335 w 9662615"/>
              <a:gd name="connsiteY88" fmla="*/ 1527662 h 1583140"/>
              <a:gd name="connsiteX89" fmla="*/ 2757836 w 9662615"/>
              <a:gd name="connsiteY89" fmla="*/ 1531371 h 1583140"/>
              <a:gd name="connsiteX90" fmla="*/ 2691555 w 9662615"/>
              <a:gd name="connsiteY90" fmla="*/ 1530283 h 1583140"/>
              <a:gd name="connsiteX91" fmla="*/ 2459871 w 9662615"/>
              <a:gd name="connsiteY91" fmla="*/ 1500859 h 1583140"/>
              <a:gd name="connsiteX92" fmla="*/ 2330328 w 9662615"/>
              <a:gd name="connsiteY92" fmla="*/ 1499441 h 1583140"/>
              <a:gd name="connsiteX93" fmla="*/ 2284269 w 9662615"/>
              <a:gd name="connsiteY93" fmla="*/ 1503068 h 1583140"/>
              <a:gd name="connsiteX94" fmla="*/ 2207104 w 9662615"/>
              <a:gd name="connsiteY94" fmla="*/ 1508888 h 1583140"/>
              <a:gd name="connsiteX95" fmla="*/ 2149226 w 9662615"/>
              <a:gd name="connsiteY95" fmla="*/ 1523409 h 1583140"/>
              <a:gd name="connsiteX96" fmla="*/ 2084783 w 9662615"/>
              <a:gd name="connsiteY96" fmla="*/ 1524245 h 1583140"/>
              <a:gd name="connsiteX97" fmla="*/ 2070075 w 9662615"/>
              <a:gd name="connsiteY97" fmla="*/ 1511285 h 1583140"/>
              <a:gd name="connsiteX98" fmla="*/ 2001057 w 9662615"/>
              <a:gd name="connsiteY98" fmla="*/ 1516449 h 1583140"/>
              <a:gd name="connsiteX99" fmla="*/ 1896330 w 9662615"/>
              <a:gd name="connsiteY99" fmla="*/ 1525725 h 1583140"/>
              <a:gd name="connsiteX100" fmla="*/ 1835994 w 9662615"/>
              <a:gd name="connsiteY100" fmla="*/ 1527678 h 1583140"/>
              <a:gd name="connsiteX101" fmla="*/ 1671119 w 9662615"/>
              <a:gd name="connsiteY101" fmla="*/ 1536701 h 1583140"/>
              <a:gd name="connsiteX102" fmla="*/ 1601337 w 9662615"/>
              <a:gd name="connsiteY102" fmla="*/ 1548552 h 1583140"/>
              <a:gd name="connsiteX103" fmla="*/ 1407755 w 9662615"/>
              <a:gd name="connsiteY103" fmla="*/ 1571444 h 1583140"/>
              <a:gd name="connsiteX104" fmla="*/ 1271994 w 9662615"/>
              <a:gd name="connsiteY104" fmla="*/ 1579471 h 1583140"/>
              <a:gd name="connsiteX105" fmla="*/ 1249226 w 9662615"/>
              <a:gd name="connsiteY105" fmla="*/ 1583140 h 1583140"/>
              <a:gd name="connsiteX106" fmla="*/ 1217719 w 9662615"/>
              <a:gd name="connsiteY106" fmla="*/ 1580863 h 1583140"/>
              <a:gd name="connsiteX107" fmla="*/ 1091432 w 9662615"/>
              <a:gd name="connsiteY107" fmla="*/ 1571003 h 1583140"/>
              <a:gd name="connsiteX108" fmla="*/ 992039 w 9662615"/>
              <a:gd name="connsiteY108" fmla="*/ 1556662 h 1583140"/>
              <a:gd name="connsiteX109" fmla="*/ 868264 w 9662615"/>
              <a:gd name="connsiteY109" fmla="*/ 1566392 h 1583140"/>
              <a:gd name="connsiteX110" fmla="*/ 792765 w 9662615"/>
              <a:gd name="connsiteY110" fmla="*/ 1563102 h 1583140"/>
              <a:gd name="connsiteX111" fmla="*/ 669055 w 9662615"/>
              <a:gd name="connsiteY111" fmla="*/ 1543638 h 1583140"/>
              <a:gd name="connsiteX112" fmla="*/ 506152 w 9662615"/>
              <a:gd name="connsiteY112" fmla="*/ 1549124 h 1583140"/>
              <a:gd name="connsiteX113" fmla="*/ 472797 w 9662615"/>
              <a:gd name="connsiteY113" fmla="*/ 1568904 h 1583140"/>
              <a:gd name="connsiteX114" fmla="*/ 427864 w 9662615"/>
              <a:gd name="connsiteY114" fmla="*/ 1580848 h 1583140"/>
              <a:gd name="connsiteX115" fmla="*/ 408381 w 9662615"/>
              <a:gd name="connsiteY115" fmla="*/ 1552940 h 1583140"/>
              <a:gd name="connsiteX116" fmla="*/ 267163 w 9662615"/>
              <a:gd name="connsiteY116" fmla="*/ 1531913 h 1583140"/>
              <a:gd name="connsiteX117" fmla="*/ 196644 w 9662615"/>
              <a:gd name="connsiteY117" fmla="*/ 1524565 h 1583140"/>
              <a:gd name="connsiteX118" fmla="*/ 86819 w 9662615"/>
              <a:gd name="connsiteY118" fmla="*/ 1519517 h 1583140"/>
              <a:gd name="connsiteX119" fmla="*/ 53369 w 9662615"/>
              <a:gd name="connsiteY119" fmla="*/ 1516853 h 1583140"/>
              <a:gd name="connsiteX120" fmla="*/ 2359 w 9662615"/>
              <a:gd name="connsiteY120" fmla="*/ 1515247 h 1583140"/>
              <a:gd name="connsiteX121" fmla="*/ 0 w 9662615"/>
              <a:gd name="connsiteY121" fmla="*/ 1514932 h 1583140"/>
              <a:gd name="connsiteX122" fmla="*/ 0 w 9662615"/>
              <a:gd name="connsiteY122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082104 w 9662615"/>
              <a:gd name="connsiteY49" fmla="*/ 1547781 h 1583140"/>
              <a:gd name="connsiteX50" fmla="*/ 5059484 w 9662615"/>
              <a:gd name="connsiteY50" fmla="*/ 1546802 h 1583140"/>
              <a:gd name="connsiteX51" fmla="*/ 5050958 w 9662615"/>
              <a:gd name="connsiteY51" fmla="*/ 1545776 h 1583140"/>
              <a:gd name="connsiteX52" fmla="*/ 5038524 w 9662615"/>
              <a:gd name="connsiteY52" fmla="*/ 1545675 h 1583140"/>
              <a:gd name="connsiteX53" fmla="*/ 5038223 w 9662615"/>
              <a:gd name="connsiteY53" fmla="*/ 1545881 h 1583140"/>
              <a:gd name="connsiteX54" fmla="*/ 5026564 w 9662615"/>
              <a:gd name="connsiteY54" fmla="*/ 1545376 h 1583140"/>
              <a:gd name="connsiteX55" fmla="*/ 4969433 w 9662615"/>
              <a:gd name="connsiteY55" fmla="*/ 1540263 h 1583140"/>
              <a:gd name="connsiteX56" fmla="*/ 4894799 w 9662615"/>
              <a:gd name="connsiteY56" fmla="*/ 1559476 h 1583140"/>
              <a:gd name="connsiteX57" fmla="*/ 4863775 w 9662615"/>
              <a:gd name="connsiteY57" fmla="*/ 1562633 h 1583140"/>
              <a:gd name="connsiteX58" fmla="*/ 4847242 w 9662615"/>
              <a:gd name="connsiteY58" fmla="*/ 1565435 h 1583140"/>
              <a:gd name="connsiteX59" fmla="*/ 4846237 w 9662615"/>
              <a:gd name="connsiteY59" fmla="*/ 1566331 h 1583140"/>
              <a:gd name="connsiteX60" fmla="*/ 4791466 w 9662615"/>
              <a:gd name="connsiteY60" fmla="*/ 1561324 h 1583140"/>
              <a:gd name="connsiteX61" fmla="*/ 4784247 w 9662615"/>
              <a:gd name="connsiteY61" fmla="*/ 1562342 h 1583140"/>
              <a:gd name="connsiteX62" fmla="*/ 4748477 w 9662615"/>
              <a:gd name="connsiteY62" fmla="*/ 1556925 h 1583140"/>
              <a:gd name="connsiteX63" fmla="*/ 4730033 w 9662615"/>
              <a:gd name="connsiteY63" fmla="*/ 1555274 h 1583140"/>
              <a:gd name="connsiteX64" fmla="*/ 4724747 w 9662615"/>
              <a:gd name="connsiteY64" fmla="*/ 1552439 h 1583140"/>
              <a:gd name="connsiteX65" fmla="*/ 4697562 w 9662615"/>
              <a:gd name="connsiteY65" fmla="*/ 1551206 h 1583140"/>
              <a:gd name="connsiteX66" fmla="*/ 4694469 w 9662615"/>
              <a:gd name="connsiteY66" fmla="*/ 1551958 h 1583140"/>
              <a:gd name="connsiteX67" fmla="*/ 4671940 w 9662615"/>
              <a:gd name="connsiteY67" fmla="*/ 1547617 h 1583140"/>
              <a:gd name="connsiteX68" fmla="*/ 4589320 w 9662615"/>
              <a:gd name="connsiteY68" fmla="*/ 1534660 h 1583140"/>
              <a:gd name="connsiteX69" fmla="*/ 4422155 w 9662615"/>
              <a:gd name="connsiteY69" fmla="*/ 1542059 h 1583140"/>
              <a:gd name="connsiteX70" fmla="*/ 4221826 w 9662615"/>
              <a:gd name="connsiteY70" fmla="*/ 1508923 h 1583140"/>
              <a:gd name="connsiteX71" fmla="*/ 4096601 w 9662615"/>
              <a:gd name="connsiteY71" fmla="*/ 1521563 h 1583140"/>
              <a:gd name="connsiteX72" fmla="*/ 3970635 w 9662615"/>
              <a:gd name="connsiteY72" fmla="*/ 1544815 h 1583140"/>
              <a:gd name="connsiteX73" fmla="*/ 3743791 w 9662615"/>
              <a:gd name="connsiteY73" fmla="*/ 1516637 h 1583140"/>
              <a:gd name="connsiteX74" fmla="*/ 3664453 w 9662615"/>
              <a:gd name="connsiteY74" fmla="*/ 1521660 h 1583140"/>
              <a:gd name="connsiteX75" fmla="*/ 3594070 w 9662615"/>
              <a:gd name="connsiteY75" fmla="*/ 1509422 h 1583140"/>
              <a:gd name="connsiteX76" fmla="*/ 3565233 w 9662615"/>
              <a:gd name="connsiteY76" fmla="*/ 1515122 h 1583140"/>
              <a:gd name="connsiteX77" fmla="*/ 3560267 w 9662615"/>
              <a:gd name="connsiteY77" fmla="*/ 1516288 h 1583140"/>
              <a:gd name="connsiteX78" fmla="*/ 3540258 w 9662615"/>
              <a:gd name="connsiteY78" fmla="*/ 1516976 h 1583140"/>
              <a:gd name="connsiteX79" fmla="*/ 3534780 w 9662615"/>
              <a:gd name="connsiteY79" fmla="*/ 1522141 h 1583140"/>
              <a:gd name="connsiteX80" fmla="*/ 3504783 w 9662615"/>
              <a:gd name="connsiteY80" fmla="*/ 1526739 h 1583140"/>
              <a:gd name="connsiteX81" fmla="*/ 3467911 w 9662615"/>
              <a:gd name="connsiteY81" fmla="*/ 1526618 h 1583140"/>
              <a:gd name="connsiteX82" fmla="*/ 3292707 w 9662615"/>
              <a:gd name="connsiteY82" fmla="*/ 1520490 h 1583140"/>
              <a:gd name="connsiteX83" fmla="*/ 3187872 w 9662615"/>
              <a:gd name="connsiteY83" fmla="*/ 1519991 h 1583140"/>
              <a:gd name="connsiteX84" fmla="*/ 3148026 w 9662615"/>
              <a:gd name="connsiteY84" fmla="*/ 1524777 h 1583140"/>
              <a:gd name="connsiteX85" fmla="*/ 3092394 w 9662615"/>
              <a:gd name="connsiteY85" fmla="*/ 1528115 h 1583140"/>
              <a:gd name="connsiteX86" fmla="*/ 2994200 w 9662615"/>
              <a:gd name="connsiteY86" fmla="*/ 1537857 h 1583140"/>
              <a:gd name="connsiteX87" fmla="*/ 2862301 w 9662615"/>
              <a:gd name="connsiteY87" fmla="*/ 1544250 h 1583140"/>
              <a:gd name="connsiteX88" fmla="*/ 2766335 w 9662615"/>
              <a:gd name="connsiteY88" fmla="*/ 1527662 h 1583140"/>
              <a:gd name="connsiteX89" fmla="*/ 2757836 w 9662615"/>
              <a:gd name="connsiteY89" fmla="*/ 1531371 h 1583140"/>
              <a:gd name="connsiteX90" fmla="*/ 2691555 w 9662615"/>
              <a:gd name="connsiteY90" fmla="*/ 1530283 h 1583140"/>
              <a:gd name="connsiteX91" fmla="*/ 2459871 w 9662615"/>
              <a:gd name="connsiteY91" fmla="*/ 1500859 h 1583140"/>
              <a:gd name="connsiteX92" fmla="*/ 2330328 w 9662615"/>
              <a:gd name="connsiteY92" fmla="*/ 1499441 h 1583140"/>
              <a:gd name="connsiteX93" fmla="*/ 2284269 w 9662615"/>
              <a:gd name="connsiteY93" fmla="*/ 1503068 h 1583140"/>
              <a:gd name="connsiteX94" fmla="*/ 2207104 w 9662615"/>
              <a:gd name="connsiteY94" fmla="*/ 1508888 h 1583140"/>
              <a:gd name="connsiteX95" fmla="*/ 2149226 w 9662615"/>
              <a:gd name="connsiteY95" fmla="*/ 1523409 h 1583140"/>
              <a:gd name="connsiteX96" fmla="*/ 2084783 w 9662615"/>
              <a:gd name="connsiteY96" fmla="*/ 1524245 h 1583140"/>
              <a:gd name="connsiteX97" fmla="*/ 2070075 w 9662615"/>
              <a:gd name="connsiteY97" fmla="*/ 1511285 h 1583140"/>
              <a:gd name="connsiteX98" fmla="*/ 2001057 w 9662615"/>
              <a:gd name="connsiteY98" fmla="*/ 1516449 h 1583140"/>
              <a:gd name="connsiteX99" fmla="*/ 1896330 w 9662615"/>
              <a:gd name="connsiteY99" fmla="*/ 1525725 h 1583140"/>
              <a:gd name="connsiteX100" fmla="*/ 1835994 w 9662615"/>
              <a:gd name="connsiteY100" fmla="*/ 1527678 h 1583140"/>
              <a:gd name="connsiteX101" fmla="*/ 1671119 w 9662615"/>
              <a:gd name="connsiteY101" fmla="*/ 1536701 h 1583140"/>
              <a:gd name="connsiteX102" fmla="*/ 1601337 w 9662615"/>
              <a:gd name="connsiteY102" fmla="*/ 1548552 h 1583140"/>
              <a:gd name="connsiteX103" fmla="*/ 1407755 w 9662615"/>
              <a:gd name="connsiteY103" fmla="*/ 1571444 h 1583140"/>
              <a:gd name="connsiteX104" fmla="*/ 1271994 w 9662615"/>
              <a:gd name="connsiteY104" fmla="*/ 1579471 h 1583140"/>
              <a:gd name="connsiteX105" fmla="*/ 1249226 w 9662615"/>
              <a:gd name="connsiteY105" fmla="*/ 1583140 h 1583140"/>
              <a:gd name="connsiteX106" fmla="*/ 1217719 w 9662615"/>
              <a:gd name="connsiteY106" fmla="*/ 1580863 h 1583140"/>
              <a:gd name="connsiteX107" fmla="*/ 1091432 w 9662615"/>
              <a:gd name="connsiteY107" fmla="*/ 1571003 h 1583140"/>
              <a:gd name="connsiteX108" fmla="*/ 992039 w 9662615"/>
              <a:gd name="connsiteY108" fmla="*/ 1556662 h 1583140"/>
              <a:gd name="connsiteX109" fmla="*/ 868264 w 9662615"/>
              <a:gd name="connsiteY109" fmla="*/ 1566392 h 1583140"/>
              <a:gd name="connsiteX110" fmla="*/ 792765 w 9662615"/>
              <a:gd name="connsiteY110" fmla="*/ 1563102 h 1583140"/>
              <a:gd name="connsiteX111" fmla="*/ 669055 w 9662615"/>
              <a:gd name="connsiteY111" fmla="*/ 1543638 h 1583140"/>
              <a:gd name="connsiteX112" fmla="*/ 506152 w 9662615"/>
              <a:gd name="connsiteY112" fmla="*/ 1549124 h 1583140"/>
              <a:gd name="connsiteX113" fmla="*/ 472797 w 9662615"/>
              <a:gd name="connsiteY113" fmla="*/ 1568904 h 1583140"/>
              <a:gd name="connsiteX114" fmla="*/ 427864 w 9662615"/>
              <a:gd name="connsiteY114" fmla="*/ 1580848 h 1583140"/>
              <a:gd name="connsiteX115" fmla="*/ 408381 w 9662615"/>
              <a:gd name="connsiteY115" fmla="*/ 1552940 h 1583140"/>
              <a:gd name="connsiteX116" fmla="*/ 267163 w 9662615"/>
              <a:gd name="connsiteY116" fmla="*/ 1531913 h 1583140"/>
              <a:gd name="connsiteX117" fmla="*/ 196644 w 9662615"/>
              <a:gd name="connsiteY117" fmla="*/ 1524565 h 1583140"/>
              <a:gd name="connsiteX118" fmla="*/ 86819 w 9662615"/>
              <a:gd name="connsiteY118" fmla="*/ 1519517 h 1583140"/>
              <a:gd name="connsiteX119" fmla="*/ 53369 w 9662615"/>
              <a:gd name="connsiteY119" fmla="*/ 1516853 h 1583140"/>
              <a:gd name="connsiteX120" fmla="*/ 2359 w 9662615"/>
              <a:gd name="connsiteY120" fmla="*/ 1515247 h 1583140"/>
              <a:gd name="connsiteX121" fmla="*/ 0 w 9662615"/>
              <a:gd name="connsiteY121" fmla="*/ 1514932 h 1583140"/>
              <a:gd name="connsiteX122" fmla="*/ 0 w 9662615"/>
              <a:gd name="connsiteY122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082104 w 9662615"/>
              <a:gd name="connsiteY49" fmla="*/ 1547781 h 1583140"/>
              <a:gd name="connsiteX50" fmla="*/ 5059484 w 9662615"/>
              <a:gd name="connsiteY50" fmla="*/ 1546802 h 1583140"/>
              <a:gd name="connsiteX51" fmla="*/ 5050958 w 9662615"/>
              <a:gd name="connsiteY51" fmla="*/ 1545776 h 1583140"/>
              <a:gd name="connsiteX52" fmla="*/ 5038524 w 9662615"/>
              <a:gd name="connsiteY52" fmla="*/ 1545675 h 1583140"/>
              <a:gd name="connsiteX53" fmla="*/ 5038223 w 9662615"/>
              <a:gd name="connsiteY53" fmla="*/ 1545881 h 1583140"/>
              <a:gd name="connsiteX54" fmla="*/ 5026564 w 9662615"/>
              <a:gd name="connsiteY54" fmla="*/ 1545376 h 1583140"/>
              <a:gd name="connsiteX55" fmla="*/ 4969433 w 9662615"/>
              <a:gd name="connsiteY55" fmla="*/ 1540263 h 1583140"/>
              <a:gd name="connsiteX56" fmla="*/ 4894799 w 9662615"/>
              <a:gd name="connsiteY56" fmla="*/ 1559476 h 1583140"/>
              <a:gd name="connsiteX57" fmla="*/ 4863775 w 9662615"/>
              <a:gd name="connsiteY57" fmla="*/ 1562633 h 1583140"/>
              <a:gd name="connsiteX58" fmla="*/ 4847242 w 9662615"/>
              <a:gd name="connsiteY58" fmla="*/ 1565435 h 1583140"/>
              <a:gd name="connsiteX59" fmla="*/ 4846237 w 9662615"/>
              <a:gd name="connsiteY59" fmla="*/ 1566331 h 1583140"/>
              <a:gd name="connsiteX60" fmla="*/ 4791466 w 9662615"/>
              <a:gd name="connsiteY60" fmla="*/ 1561324 h 1583140"/>
              <a:gd name="connsiteX61" fmla="*/ 4784247 w 9662615"/>
              <a:gd name="connsiteY61" fmla="*/ 1562342 h 1583140"/>
              <a:gd name="connsiteX62" fmla="*/ 4748477 w 9662615"/>
              <a:gd name="connsiteY62" fmla="*/ 1556925 h 1583140"/>
              <a:gd name="connsiteX63" fmla="*/ 4730033 w 9662615"/>
              <a:gd name="connsiteY63" fmla="*/ 1555274 h 1583140"/>
              <a:gd name="connsiteX64" fmla="*/ 4724747 w 9662615"/>
              <a:gd name="connsiteY64" fmla="*/ 1552439 h 1583140"/>
              <a:gd name="connsiteX65" fmla="*/ 4697562 w 9662615"/>
              <a:gd name="connsiteY65" fmla="*/ 1551206 h 1583140"/>
              <a:gd name="connsiteX66" fmla="*/ 4694469 w 9662615"/>
              <a:gd name="connsiteY66" fmla="*/ 1551958 h 1583140"/>
              <a:gd name="connsiteX67" fmla="*/ 4671940 w 9662615"/>
              <a:gd name="connsiteY67" fmla="*/ 1547617 h 1583140"/>
              <a:gd name="connsiteX68" fmla="*/ 4589320 w 9662615"/>
              <a:gd name="connsiteY68" fmla="*/ 1534660 h 1583140"/>
              <a:gd name="connsiteX69" fmla="*/ 4422155 w 9662615"/>
              <a:gd name="connsiteY69" fmla="*/ 1542059 h 1583140"/>
              <a:gd name="connsiteX70" fmla="*/ 4221826 w 9662615"/>
              <a:gd name="connsiteY70" fmla="*/ 1508923 h 1583140"/>
              <a:gd name="connsiteX71" fmla="*/ 4096601 w 9662615"/>
              <a:gd name="connsiteY71" fmla="*/ 1521563 h 1583140"/>
              <a:gd name="connsiteX72" fmla="*/ 3970635 w 9662615"/>
              <a:gd name="connsiteY72" fmla="*/ 1544815 h 1583140"/>
              <a:gd name="connsiteX73" fmla="*/ 3743791 w 9662615"/>
              <a:gd name="connsiteY73" fmla="*/ 1516637 h 1583140"/>
              <a:gd name="connsiteX74" fmla="*/ 3664453 w 9662615"/>
              <a:gd name="connsiteY74" fmla="*/ 1521660 h 1583140"/>
              <a:gd name="connsiteX75" fmla="*/ 3594070 w 9662615"/>
              <a:gd name="connsiteY75" fmla="*/ 1509422 h 1583140"/>
              <a:gd name="connsiteX76" fmla="*/ 3565233 w 9662615"/>
              <a:gd name="connsiteY76" fmla="*/ 1515122 h 1583140"/>
              <a:gd name="connsiteX77" fmla="*/ 3560267 w 9662615"/>
              <a:gd name="connsiteY77" fmla="*/ 1516288 h 1583140"/>
              <a:gd name="connsiteX78" fmla="*/ 3540258 w 9662615"/>
              <a:gd name="connsiteY78" fmla="*/ 1516976 h 1583140"/>
              <a:gd name="connsiteX79" fmla="*/ 3534780 w 9662615"/>
              <a:gd name="connsiteY79" fmla="*/ 1522141 h 1583140"/>
              <a:gd name="connsiteX80" fmla="*/ 3504783 w 9662615"/>
              <a:gd name="connsiteY80" fmla="*/ 1526739 h 1583140"/>
              <a:gd name="connsiteX81" fmla="*/ 3467911 w 9662615"/>
              <a:gd name="connsiteY81" fmla="*/ 1526618 h 1583140"/>
              <a:gd name="connsiteX82" fmla="*/ 3292707 w 9662615"/>
              <a:gd name="connsiteY82" fmla="*/ 1520490 h 1583140"/>
              <a:gd name="connsiteX83" fmla="*/ 3187872 w 9662615"/>
              <a:gd name="connsiteY83" fmla="*/ 1519991 h 1583140"/>
              <a:gd name="connsiteX84" fmla="*/ 3148026 w 9662615"/>
              <a:gd name="connsiteY84" fmla="*/ 1524777 h 1583140"/>
              <a:gd name="connsiteX85" fmla="*/ 3092394 w 9662615"/>
              <a:gd name="connsiteY85" fmla="*/ 1528115 h 1583140"/>
              <a:gd name="connsiteX86" fmla="*/ 2994200 w 9662615"/>
              <a:gd name="connsiteY86" fmla="*/ 1537857 h 1583140"/>
              <a:gd name="connsiteX87" fmla="*/ 2862301 w 9662615"/>
              <a:gd name="connsiteY87" fmla="*/ 1544250 h 1583140"/>
              <a:gd name="connsiteX88" fmla="*/ 2766335 w 9662615"/>
              <a:gd name="connsiteY88" fmla="*/ 1527662 h 1583140"/>
              <a:gd name="connsiteX89" fmla="*/ 2757836 w 9662615"/>
              <a:gd name="connsiteY89" fmla="*/ 1531371 h 1583140"/>
              <a:gd name="connsiteX90" fmla="*/ 2691555 w 9662615"/>
              <a:gd name="connsiteY90" fmla="*/ 1530283 h 1583140"/>
              <a:gd name="connsiteX91" fmla="*/ 2459871 w 9662615"/>
              <a:gd name="connsiteY91" fmla="*/ 1500859 h 1583140"/>
              <a:gd name="connsiteX92" fmla="*/ 2330328 w 9662615"/>
              <a:gd name="connsiteY92" fmla="*/ 1499441 h 1583140"/>
              <a:gd name="connsiteX93" fmla="*/ 2284269 w 9662615"/>
              <a:gd name="connsiteY93" fmla="*/ 1503068 h 1583140"/>
              <a:gd name="connsiteX94" fmla="*/ 2207104 w 9662615"/>
              <a:gd name="connsiteY94" fmla="*/ 1508888 h 1583140"/>
              <a:gd name="connsiteX95" fmla="*/ 2149226 w 9662615"/>
              <a:gd name="connsiteY95" fmla="*/ 1523409 h 1583140"/>
              <a:gd name="connsiteX96" fmla="*/ 2084783 w 9662615"/>
              <a:gd name="connsiteY96" fmla="*/ 1524245 h 1583140"/>
              <a:gd name="connsiteX97" fmla="*/ 2070075 w 9662615"/>
              <a:gd name="connsiteY97" fmla="*/ 1511285 h 1583140"/>
              <a:gd name="connsiteX98" fmla="*/ 2001057 w 9662615"/>
              <a:gd name="connsiteY98" fmla="*/ 1516449 h 1583140"/>
              <a:gd name="connsiteX99" fmla="*/ 1896330 w 9662615"/>
              <a:gd name="connsiteY99" fmla="*/ 1525725 h 1583140"/>
              <a:gd name="connsiteX100" fmla="*/ 1835994 w 9662615"/>
              <a:gd name="connsiteY100" fmla="*/ 1527678 h 1583140"/>
              <a:gd name="connsiteX101" fmla="*/ 1671119 w 9662615"/>
              <a:gd name="connsiteY101" fmla="*/ 1536701 h 1583140"/>
              <a:gd name="connsiteX102" fmla="*/ 1601337 w 9662615"/>
              <a:gd name="connsiteY102" fmla="*/ 1548552 h 1583140"/>
              <a:gd name="connsiteX103" fmla="*/ 1407755 w 9662615"/>
              <a:gd name="connsiteY103" fmla="*/ 1571444 h 1583140"/>
              <a:gd name="connsiteX104" fmla="*/ 1271994 w 9662615"/>
              <a:gd name="connsiteY104" fmla="*/ 1579471 h 1583140"/>
              <a:gd name="connsiteX105" fmla="*/ 1249226 w 9662615"/>
              <a:gd name="connsiteY105" fmla="*/ 1583140 h 1583140"/>
              <a:gd name="connsiteX106" fmla="*/ 1217719 w 9662615"/>
              <a:gd name="connsiteY106" fmla="*/ 1580863 h 1583140"/>
              <a:gd name="connsiteX107" fmla="*/ 1091432 w 9662615"/>
              <a:gd name="connsiteY107" fmla="*/ 1571003 h 1583140"/>
              <a:gd name="connsiteX108" fmla="*/ 992039 w 9662615"/>
              <a:gd name="connsiteY108" fmla="*/ 1556662 h 1583140"/>
              <a:gd name="connsiteX109" fmla="*/ 868264 w 9662615"/>
              <a:gd name="connsiteY109" fmla="*/ 1566392 h 1583140"/>
              <a:gd name="connsiteX110" fmla="*/ 792765 w 9662615"/>
              <a:gd name="connsiteY110" fmla="*/ 1563102 h 1583140"/>
              <a:gd name="connsiteX111" fmla="*/ 669055 w 9662615"/>
              <a:gd name="connsiteY111" fmla="*/ 1543638 h 1583140"/>
              <a:gd name="connsiteX112" fmla="*/ 506152 w 9662615"/>
              <a:gd name="connsiteY112" fmla="*/ 1549124 h 1583140"/>
              <a:gd name="connsiteX113" fmla="*/ 472797 w 9662615"/>
              <a:gd name="connsiteY113" fmla="*/ 1568904 h 1583140"/>
              <a:gd name="connsiteX114" fmla="*/ 427864 w 9662615"/>
              <a:gd name="connsiteY114" fmla="*/ 1580848 h 1583140"/>
              <a:gd name="connsiteX115" fmla="*/ 408381 w 9662615"/>
              <a:gd name="connsiteY115" fmla="*/ 1552940 h 1583140"/>
              <a:gd name="connsiteX116" fmla="*/ 267163 w 9662615"/>
              <a:gd name="connsiteY116" fmla="*/ 1531913 h 1583140"/>
              <a:gd name="connsiteX117" fmla="*/ 196644 w 9662615"/>
              <a:gd name="connsiteY117" fmla="*/ 1524565 h 1583140"/>
              <a:gd name="connsiteX118" fmla="*/ 86819 w 9662615"/>
              <a:gd name="connsiteY118" fmla="*/ 1519517 h 1583140"/>
              <a:gd name="connsiteX119" fmla="*/ 53369 w 9662615"/>
              <a:gd name="connsiteY119" fmla="*/ 1516853 h 1583140"/>
              <a:gd name="connsiteX120" fmla="*/ 2359 w 9662615"/>
              <a:gd name="connsiteY120" fmla="*/ 1515247 h 1583140"/>
              <a:gd name="connsiteX121" fmla="*/ 0 w 9662615"/>
              <a:gd name="connsiteY121" fmla="*/ 1514932 h 1583140"/>
              <a:gd name="connsiteX122" fmla="*/ 0 w 9662615"/>
              <a:gd name="connsiteY122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082104 w 9662615"/>
              <a:gd name="connsiteY49" fmla="*/ 1547781 h 1583140"/>
              <a:gd name="connsiteX50" fmla="*/ 5059484 w 9662615"/>
              <a:gd name="connsiteY50" fmla="*/ 1546802 h 1583140"/>
              <a:gd name="connsiteX51" fmla="*/ 5050958 w 9662615"/>
              <a:gd name="connsiteY51" fmla="*/ 1545776 h 1583140"/>
              <a:gd name="connsiteX52" fmla="*/ 5038524 w 9662615"/>
              <a:gd name="connsiteY52" fmla="*/ 1545675 h 1583140"/>
              <a:gd name="connsiteX53" fmla="*/ 5038223 w 9662615"/>
              <a:gd name="connsiteY53" fmla="*/ 1545881 h 1583140"/>
              <a:gd name="connsiteX54" fmla="*/ 5026564 w 9662615"/>
              <a:gd name="connsiteY54" fmla="*/ 1545376 h 1583140"/>
              <a:gd name="connsiteX55" fmla="*/ 4969433 w 9662615"/>
              <a:gd name="connsiteY55" fmla="*/ 1540263 h 1583140"/>
              <a:gd name="connsiteX56" fmla="*/ 4894799 w 9662615"/>
              <a:gd name="connsiteY56" fmla="*/ 1559476 h 1583140"/>
              <a:gd name="connsiteX57" fmla="*/ 4863775 w 9662615"/>
              <a:gd name="connsiteY57" fmla="*/ 1562633 h 1583140"/>
              <a:gd name="connsiteX58" fmla="*/ 4847242 w 9662615"/>
              <a:gd name="connsiteY58" fmla="*/ 1565435 h 1583140"/>
              <a:gd name="connsiteX59" fmla="*/ 4846237 w 9662615"/>
              <a:gd name="connsiteY59" fmla="*/ 1566331 h 1583140"/>
              <a:gd name="connsiteX60" fmla="*/ 4791466 w 9662615"/>
              <a:gd name="connsiteY60" fmla="*/ 1561324 h 1583140"/>
              <a:gd name="connsiteX61" fmla="*/ 4784247 w 9662615"/>
              <a:gd name="connsiteY61" fmla="*/ 1562342 h 1583140"/>
              <a:gd name="connsiteX62" fmla="*/ 4748477 w 9662615"/>
              <a:gd name="connsiteY62" fmla="*/ 1556925 h 1583140"/>
              <a:gd name="connsiteX63" fmla="*/ 4730033 w 9662615"/>
              <a:gd name="connsiteY63" fmla="*/ 1555274 h 1583140"/>
              <a:gd name="connsiteX64" fmla="*/ 4724747 w 9662615"/>
              <a:gd name="connsiteY64" fmla="*/ 1552439 h 1583140"/>
              <a:gd name="connsiteX65" fmla="*/ 4697562 w 9662615"/>
              <a:gd name="connsiteY65" fmla="*/ 1551206 h 1583140"/>
              <a:gd name="connsiteX66" fmla="*/ 4694469 w 9662615"/>
              <a:gd name="connsiteY66" fmla="*/ 1551958 h 1583140"/>
              <a:gd name="connsiteX67" fmla="*/ 4671940 w 9662615"/>
              <a:gd name="connsiteY67" fmla="*/ 1547617 h 1583140"/>
              <a:gd name="connsiteX68" fmla="*/ 4589320 w 9662615"/>
              <a:gd name="connsiteY68" fmla="*/ 1534660 h 1583140"/>
              <a:gd name="connsiteX69" fmla="*/ 4422155 w 9662615"/>
              <a:gd name="connsiteY69" fmla="*/ 1542059 h 1583140"/>
              <a:gd name="connsiteX70" fmla="*/ 4221826 w 9662615"/>
              <a:gd name="connsiteY70" fmla="*/ 1508923 h 1583140"/>
              <a:gd name="connsiteX71" fmla="*/ 4096601 w 9662615"/>
              <a:gd name="connsiteY71" fmla="*/ 1521563 h 1583140"/>
              <a:gd name="connsiteX72" fmla="*/ 3970635 w 9662615"/>
              <a:gd name="connsiteY72" fmla="*/ 1544815 h 1583140"/>
              <a:gd name="connsiteX73" fmla="*/ 3833906 w 9662615"/>
              <a:gd name="connsiteY73" fmla="*/ 1516637 h 1583140"/>
              <a:gd name="connsiteX74" fmla="*/ 3664453 w 9662615"/>
              <a:gd name="connsiteY74" fmla="*/ 1521660 h 1583140"/>
              <a:gd name="connsiteX75" fmla="*/ 3594070 w 9662615"/>
              <a:gd name="connsiteY75" fmla="*/ 1509422 h 1583140"/>
              <a:gd name="connsiteX76" fmla="*/ 3565233 w 9662615"/>
              <a:gd name="connsiteY76" fmla="*/ 1515122 h 1583140"/>
              <a:gd name="connsiteX77" fmla="*/ 3560267 w 9662615"/>
              <a:gd name="connsiteY77" fmla="*/ 1516288 h 1583140"/>
              <a:gd name="connsiteX78" fmla="*/ 3540258 w 9662615"/>
              <a:gd name="connsiteY78" fmla="*/ 1516976 h 1583140"/>
              <a:gd name="connsiteX79" fmla="*/ 3534780 w 9662615"/>
              <a:gd name="connsiteY79" fmla="*/ 1522141 h 1583140"/>
              <a:gd name="connsiteX80" fmla="*/ 3504783 w 9662615"/>
              <a:gd name="connsiteY80" fmla="*/ 1526739 h 1583140"/>
              <a:gd name="connsiteX81" fmla="*/ 3467911 w 9662615"/>
              <a:gd name="connsiteY81" fmla="*/ 1526618 h 1583140"/>
              <a:gd name="connsiteX82" fmla="*/ 3292707 w 9662615"/>
              <a:gd name="connsiteY82" fmla="*/ 1520490 h 1583140"/>
              <a:gd name="connsiteX83" fmla="*/ 3187872 w 9662615"/>
              <a:gd name="connsiteY83" fmla="*/ 1519991 h 1583140"/>
              <a:gd name="connsiteX84" fmla="*/ 3148026 w 9662615"/>
              <a:gd name="connsiteY84" fmla="*/ 1524777 h 1583140"/>
              <a:gd name="connsiteX85" fmla="*/ 3092394 w 9662615"/>
              <a:gd name="connsiteY85" fmla="*/ 1528115 h 1583140"/>
              <a:gd name="connsiteX86" fmla="*/ 2994200 w 9662615"/>
              <a:gd name="connsiteY86" fmla="*/ 1537857 h 1583140"/>
              <a:gd name="connsiteX87" fmla="*/ 2862301 w 9662615"/>
              <a:gd name="connsiteY87" fmla="*/ 1544250 h 1583140"/>
              <a:gd name="connsiteX88" fmla="*/ 2766335 w 9662615"/>
              <a:gd name="connsiteY88" fmla="*/ 1527662 h 1583140"/>
              <a:gd name="connsiteX89" fmla="*/ 2757836 w 9662615"/>
              <a:gd name="connsiteY89" fmla="*/ 1531371 h 1583140"/>
              <a:gd name="connsiteX90" fmla="*/ 2691555 w 9662615"/>
              <a:gd name="connsiteY90" fmla="*/ 1530283 h 1583140"/>
              <a:gd name="connsiteX91" fmla="*/ 2459871 w 9662615"/>
              <a:gd name="connsiteY91" fmla="*/ 1500859 h 1583140"/>
              <a:gd name="connsiteX92" fmla="*/ 2330328 w 9662615"/>
              <a:gd name="connsiteY92" fmla="*/ 1499441 h 1583140"/>
              <a:gd name="connsiteX93" fmla="*/ 2284269 w 9662615"/>
              <a:gd name="connsiteY93" fmla="*/ 1503068 h 1583140"/>
              <a:gd name="connsiteX94" fmla="*/ 2207104 w 9662615"/>
              <a:gd name="connsiteY94" fmla="*/ 1508888 h 1583140"/>
              <a:gd name="connsiteX95" fmla="*/ 2149226 w 9662615"/>
              <a:gd name="connsiteY95" fmla="*/ 1523409 h 1583140"/>
              <a:gd name="connsiteX96" fmla="*/ 2084783 w 9662615"/>
              <a:gd name="connsiteY96" fmla="*/ 1524245 h 1583140"/>
              <a:gd name="connsiteX97" fmla="*/ 2070075 w 9662615"/>
              <a:gd name="connsiteY97" fmla="*/ 1511285 h 1583140"/>
              <a:gd name="connsiteX98" fmla="*/ 2001057 w 9662615"/>
              <a:gd name="connsiteY98" fmla="*/ 1516449 h 1583140"/>
              <a:gd name="connsiteX99" fmla="*/ 1896330 w 9662615"/>
              <a:gd name="connsiteY99" fmla="*/ 1525725 h 1583140"/>
              <a:gd name="connsiteX100" fmla="*/ 1835994 w 9662615"/>
              <a:gd name="connsiteY100" fmla="*/ 1527678 h 1583140"/>
              <a:gd name="connsiteX101" fmla="*/ 1671119 w 9662615"/>
              <a:gd name="connsiteY101" fmla="*/ 1536701 h 1583140"/>
              <a:gd name="connsiteX102" fmla="*/ 1601337 w 9662615"/>
              <a:gd name="connsiteY102" fmla="*/ 1548552 h 1583140"/>
              <a:gd name="connsiteX103" fmla="*/ 1407755 w 9662615"/>
              <a:gd name="connsiteY103" fmla="*/ 1571444 h 1583140"/>
              <a:gd name="connsiteX104" fmla="*/ 1271994 w 9662615"/>
              <a:gd name="connsiteY104" fmla="*/ 1579471 h 1583140"/>
              <a:gd name="connsiteX105" fmla="*/ 1249226 w 9662615"/>
              <a:gd name="connsiteY105" fmla="*/ 1583140 h 1583140"/>
              <a:gd name="connsiteX106" fmla="*/ 1217719 w 9662615"/>
              <a:gd name="connsiteY106" fmla="*/ 1580863 h 1583140"/>
              <a:gd name="connsiteX107" fmla="*/ 1091432 w 9662615"/>
              <a:gd name="connsiteY107" fmla="*/ 1571003 h 1583140"/>
              <a:gd name="connsiteX108" fmla="*/ 992039 w 9662615"/>
              <a:gd name="connsiteY108" fmla="*/ 1556662 h 1583140"/>
              <a:gd name="connsiteX109" fmla="*/ 868264 w 9662615"/>
              <a:gd name="connsiteY109" fmla="*/ 1566392 h 1583140"/>
              <a:gd name="connsiteX110" fmla="*/ 792765 w 9662615"/>
              <a:gd name="connsiteY110" fmla="*/ 1563102 h 1583140"/>
              <a:gd name="connsiteX111" fmla="*/ 669055 w 9662615"/>
              <a:gd name="connsiteY111" fmla="*/ 1543638 h 1583140"/>
              <a:gd name="connsiteX112" fmla="*/ 506152 w 9662615"/>
              <a:gd name="connsiteY112" fmla="*/ 1549124 h 1583140"/>
              <a:gd name="connsiteX113" fmla="*/ 472797 w 9662615"/>
              <a:gd name="connsiteY113" fmla="*/ 1568904 h 1583140"/>
              <a:gd name="connsiteX114" fmla="*/ 427864 w 9662615"/>
              <a:gd name="connsiteY114" fmla="*/ 1580848 h 1583140"/>
              <a:gd name="connsiteX115" fmla="*/ 408381 w 9662615"/>
              <a:gd name="connsiteY115" fmla="*/ 1552940 h 1583140"/>
              <a:gd name="connsiteX116" fmla="*/ 267163 w 9662615"/>
              <a:gd name="connsiteY116" fmla="*/ 1531913 h 1583140"/>
              <a:gd name="connsiteX117" fmla="*/ 196644 w 9662615"/>
              <a:gd name="connsiteY117" fmla="*/ 1524565 h 1583140"/>
              <a:gd name="connsiteX118" fmla="*/ 86819 w 9662615"/>
              <a:gd name="connsiteY118" fmla="*/ 1519517 h 1583140"/>
              <a:gd name="connsiteX119" fmla="*/ 53369 w 9662615"/>
              <a:gd name="connsiteY119" fmla="*/ 1516853 h 1583140"/>
              <a:gd name="connsiteX120" fmla="*/ 2359 w 9662615"/>
              <a:gd name="connsiteY120" fmla="*/ 1515247 h 1583140"/>
              <a:gd name="connsiteX121" fmla="*/ 0 w 9662615"/>
              <a:gd name="connsiteY121" fmla="*/ 1514932 h 1583140"/>
              <a:gd name="connsiteX122" fmla="*/ 0 w 9662615"/>
              <a:gd name="connsiteY122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082104 w 9662615"/>
              <a:gd name="connsiteY49" fmla="*/ 1547781 h 1583140"/>
              <a:gd name="connsiteX50" fmla="*/ 5059484 w 9662615"/>
              <a:gd name="connsiteY50" fmla="*/ 1546802 h 1583140"/>
              <a:gd name="connsiteX51" fmla="*/ 5050958 w 9662615"/>
              <a:gd name="connsiteY51" fmla="*/ 1545776 h 1583140"/>
              <a:gd name="connsiteX52" fmla="*/ 5038524 w 9662615"/>
              <a:gd name="connsiteY52" fmla="*/ 1545675 h 1583140"/>
              <a:gd name="connsiteX53" fmla="*/ 5038223 w 9662615"/>
              <a:gd name="connsiteY53" fmla="*/ 1545881 h 1583140"/>
              <a:gd name="connsiteX54" fmla="*/ 5026564 w 9662615"/>
              <a:gd name="connsiteY54" fmla="*/ 1545376 h 1583140"/>
              <a:gd name="connsiteX55" fmla="*/ 4969433 w 9662615"/>
              <a:gd name="connsiteY55" fmla="*/ 1540263 h 1583140"/>
              <a:gd name="connsiteX56" fmla="*/ 4894799 w 9662615"/>
              <a:gd name="connsiteY56" fmla="*/ 1559476 h 1583140"/>
              <a:gd name="connsiteX57" fmla="*/ 4863775 w 9662615"/>
              <a:gd name="connsiteY57" fmla="*/ 1562633 h 1583140"/>
              <a:gd name="connsiteX58" fmla="*/ 4847242 w 9662615"/>
              <a:gd name="connsiteY58" fmla="*/ 1565435 h 1583140"/>
              <a:gd name="connsiteX59" fmla="*/ 4846237 w 9662615"/>
              <a:gd name="connsiteY59" fmla="*/ 1566331 h 1583140"/>
              <a:gd name="connsiteX60" fmla="*/ 4791466 w 9662615"/>
              <a:gd name="connsiteY60" fmla="*/ 1561324 h 1583140"/>
              <a:gd name="connsiteX61" fmla="*/ 4784247 w 9662615"/>
              <a:gd name="connsiteY61" fmla="*/ 1562342 h 1583140"/>
              <a:gd name="connsiteX62" fmla="*/ 4748477 w 9662615"/>
              <a:gd name="connsiteY62" fmla="*/ 1556925 h 1583140"/>
              <a:gd name="connsiteX63" fmla="*/ 4730033 w 9662615"/>
              <a:gd name="connsiteY63" fmla="*/ 1555274 h 1583140"/>
              <a:gd name="connsiteX64" fmla="*/ 4724747 w 9662615"/>
              <a:gd name="connsiteY64" fmla="*/ 1552439 h 1583140"/>
              <a:gd name="connsiteX65" fmla="*/ 4697562 w 9662615"/>
              <a:gd name="connsiteY65" fmla="*/ 1551206 h 1583140"/>
              <a:gd name="connsiteX66" fmla="*/ 4694469 w 9662615"/>
              <a:gd name="connsiteY66" fmla="*/ 1551958 h 1583140"/>
              <a:gd name="connsiteX67" fmla="*/ 4671940 w 9662615"/>
              <a:gd name="connsiteY67" fmla="*/ 1547617 h 1583140"/>
              <a:gd name="connsiteX68" fmla="*/ 4589320 w 9662615"/>
              <a:gd name="connsiteY68" fmla="*/ 1534660 h 1583140"/>
              <a:gd name="connsiteX69" fmla="*/ 4422155 w 9662615"/>
              <a:gd name="connsiteY69" fmla="*/ 1542059 h 1583140"/>
              <a:gd name="connsiteX70" fmla="*/ 4221826 w 9662615"/>
              <a:gd name="connsiteY70" fmla="*/ 1508923 h 1583140"/>
              <a:gd name="connsiteX71" fmla="*/ 4096601 w 9662615"/>
              <a:gd name="connsiteY71" fmla="*/ 1521563 h 1583140"/>
              <a:gd name="connsiteX72" fmla="*/ 3970635 w 9662615"/>
              <a:gd name="connsiteY72" fmla="*/ 1544815 h 1583140"/>
              <a:gd name="connsiteX73" fmla="*/ 3833906 w 9662615"/>
              <a:gd name="connsiteY73" fmla="*/ 1516637 h 1583140"/>
              <a:gd name="connsiteX74" fmla="*/ 3696258 w 9662615"/>
              <a:gd name="connsiteY74" fmla="*/ 1537563 h 1583140"/>
              <a:gd name="connsiteX75" fmla="*/ 3594070 w 9662615"/>
              <a:gd name="connsiteY75" fmla="*/ 1509422 h 1583140"/>
              <a:gd name="connsiteX76" fmla="*/ 3565233 w 9662615"/>
              <a:gd name="connsiteY76" fmla="*/ 1515122 h 1583140"/>
              <a:gd name="connsiteX77" fmla="*/ 3560267 w 9662615"/>
              <a:gd name="connsiteY77" fmla="*/ 1516288 h 1583140"/>
              <a:gd name="connsiteX78" fmla="*/ 3540258 w 9662615"/>
              <a:gd name="connsiteY78" fmla="*/ 1516976 h 1583140"/>
              <a:gd name="connsiteX79" fmla="*/ 3534780 w 9662615"/>
              <a:gd name="connsiteY79" fmla="*/ 1522141 h 1583140"/>
              <a:gd name="connsiteX80" fmla="*/ 3504783 w 9662615"/>
              <a:gd name="connsiteY80" fmla="*/ 1526739 h 1583140"/>
              <a:gd name="connsiteX81" fmla="*/ 3467911 w 9662615"/>
              <a:gd name="connsiteY81" fmla="*/ 1526618 h 1583140"/>
              <a:gd name="connsiteX82" fmla="*/ 3292707 w 9662615"/>
              <a:gd name="connsiteY82" fmla="*/ 1520490 h 1583140"/>
              <a:gd name="connsiteX83" fmla="*/ 3187872 w 9662615"/>
              <a:gd name="connsiteY83" fmla="*/ 1519991 h 1583140"/>
              <a:gd name="connsiteX84" fmla="*/ 3148026 w 9662615"/>
              <a:gd name="connsiteY84" fmla="*/ 1524777 h 1583140"/>
              <a:gd name="connsiteX85" fmla="*/ 3092394 w 9662615"/>
              <a:gd name="connsiteY85" fmla="*/ 1528115 h 1583140"/>
              <a:gd name="connsiteX86" fmla="*/ 2994200 w 9662615"/>
              <a:gd name="connsiteY86" fmla="*/ 1537857 h 1583140"/>
              <a:gd name="connsiteX87" fmla="*/ 2862301 w 9662615"/>
              <a:gd name="connsiteY87" fmla="*/ 1544250 h 1583140"/>
              <a:gd name="connsiteX88" fmla="*/ 2766335 w 9662615"/>
              <a:gd name="connsiteY88" fmla="*/ 1527662 h 1583140"/>
              <a:gd name="connsiteX89" fmla="*/ 2757836 w 9662615"/>
              <a:gd name="connsiteY89" fmla="*/ 1531371 h 1583140"/>
              <a:gd name="connsiteX90" fmla="*/ 2691555 w 9662615"/>
              <a:gd name="connsiteY90" fmla="*/ 1530283 h 1583140"/>
              <a:gd name="connsiteX91" fmla="*/ 2459871 w 9662615"/>
              <a:gd name="connsiteY91" fmla="*/ 1500859 h 1583140"/>
              <a:gd name="connsiteX92" fmla="*/ 2330328 w 9662615"/>
              <a:gd name="connsiteY92" fmla="*/ 1499441 h 1583140"/>
              <a:gd name="connsiteX93" fmla="*/ 2284269 w 9662615"/>
              <a:gd name="connsiteY93" fmla="*/ 1503068 h 1583140"/>
              <a:gd name="connsiteX94" fmla="*/ 2207104 w 9662615"/>
              <a:gd name="connsiteY94" fmla="*/ 1508888 h 1583140"/>
              <a:gd name="connsiteX95" fmla="*/ 2149226 w 9662615"/>
              <a:gd name="connsiteY95" fmla="*/ 1523409 h 1583140"/>
              <a:gd name="connsiteX96" fmla="*/ 2084783 w 9662615"/>
              <a:gd name="connsiteY96" fmla="*/ 1524245 h 1583140"/>
              <a:gd name="connsiteX97" fmla="*/ 2070075 w 9662615"/>
              <a:gd name="connsiteY97" fmla="*/ 1511285 h 1583140"/>
              <a:gd name="connsiteX98" fmla="*/ 2001057 w 9662615"/>
              <a:gd name="connsiteY98" fmla="*/ 1516449 h 1583140"/>
              <a:gd name="connsiteX99" fmla="*/ 1896330 w 9662615"/>
              <a:gd name="connsiteY99" fmla="*/ 1525725 h 1583140"/>
              <a:gd name="connsiteX100" fmla="*/ 1835994 w 9662615"/>
              <a:gd name="connsiteY100" fmla="*/ 1527678 h 1583140"/>
              <a:gd name="connsiteX101" fmla="*/ 1671119 w 9662615"/>
              <a:gd name="connsiteY101" fmla="*/ 1536701 h 1583140"/>
              <a:gd name="connsiteX102" fmla="*/ 1601337 w 9662615"/>
              <a:gd name="connsiteY102" fmla="*/ 1548552 h 1583140"/>
              <a:gd name="connsiteX103" fmla="*/ 1407755 w 9662615"/>
              <a:gd name="connsiteY103" fmla="*/ 1571444 h 1583140"/>
              <a:gd name="connsiteX104" fmla="*/ 1271994 w 9662615"/>
              <a:gd name="connsiteY104" fmla="*/ 1579471 h 1583140"/>
              <a:gd name="connsiteX105" fmla="*/ 1249226 w 9662615"/>
              <a:gd name="connsiteY105" fmla="*/ 1583140 h 1583140"/>
              <a:gd name="connsiteX106" fmla="*/ 1217719 w 9662615"/>
              <a:gd name="connsiteY106" fmla="*/ 1580863 h 1583140"/>
              <a:gd name="connsiteX107" fmla="*/ 1091432 w 9662615"/>
              <a:gd name="connsiteY107" fmla="*/ 1571003 h 1583140"/>
              <a:gd name="connsiteX108" fmla="*/ 992039 w 9662615"/>
              <a:gd name="connsiteY108" fmla="*/ 1556662 h 1583140"/>
              <a:gd name="connsiteX109" fmla="*/ 868264 w 9662615"/>
              <a:gd name="connsiteY109" fmla="*/ 1566392 h 1583140"/>
              <a:gd name="connsiteX110" fmla="*/ 792765 w 9662615"/>
              <a:gd name="connsiteY110" fmla="*/ 1563102 h 1583140"/>
              <a:gd name="connsiteX111" fmla="*/ 669055 w 9662615"/>
              <a:gd name="connsiteY111" fmla="*/ 1543638 h 1583140"/>
              <a:gd name="connsiteX112" fmla="*/ 506152 w 9662615"/>
              <a:gd name="connsiteY112" fmla="*/ 1549124 h 1583140"/>
              <a:gd name="connsiteX113" fmla="*/ 472797 w 9662615"/>
              <a:gd name="connsiteY113" fmla="*/ 1568904 h 1583140"/>
              <a:gd name="connsiteX114" fmla="*/ 427864 w 9662615"/>
              <a:gd name="connsiteY114" fmla="*/ 1580848 h 1583140"/>
              <a:gd name="connsiteX115" fmla="*/ 408381 w 9662615"/>
              <a:gd name="connsiteY115" fmla="*/ 1552940 h 1583140"/>
              <a:gd name="connsiteX116" fmla="*/ 267163 w 9662615"/>
              <a:gd name="connsiteY116" fmla="*/ 1531913 h 1583140"/>
              <a:gd name="connsiteX117" fmla="*/ 196644 w 9662615"/>
              <a:gd name="connsiteY117" fmla="*/ 1524565 h 1583140"/>
              <a:gd name="connsiteX118" fmla="*/ 86819 w 9662615"/>
              <a:gd name="connsiteY118" fmla="*/ 1519517 h 1583140"/>
              <a:gd name="connsiteX119" fmla="*/ 53369 w 9662615"/>
              <a:gd name="connsiteY119" fmla="*/ 1516853 h 1583140"/>
              <a:gd name="connsiteX120" fmla="*/ 2359 w 9662615"/>
              <a:gd name="connsiteY120" fmla="*/ 1515247 h 1583140"/>
              <a:gd name="connsiteX121" fmla="*/ 0 w 9662615"/>
              <a:gd name="connsiteY121" fmla="*/ 1514932 h 1583140"/>
              <a:gd name="connsiteX122" fmla="*/ 0 w 9662615"/>
              <a:gd name="connsiteY122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082104 w 9662615"/>
              <a:gd name="connsiteY49" fmla="*/ 1547781 h 1583140"/>
              <a:gd name="connsiteX50" fmla="*/ 5059484 w 9662615"/>
              <a:gd name="connsiteY50" fmla="*/ 1546802 h 1583140"/>
              <a:gd name="connsiteX51" fmla="*/ 5050958 w 9662615"/>
              <a:gd name="connsiteY51" fmla="*/ 1545776 h 1583140"/>
              <a:gd name="connsiteX52" fmla="*/ 5038524 w 9662615"/>
              <a:gd name="connsiteY52" fmla="*/ 1545675 h 1583140"/>
              <a:gd name="connsiteX53" fmla="*/ 5038223 w 9662615"/>
              <a:gd name="connsiteY53" fmla="*/ 1545881 h 1583140"/>
              <a:gd name="connsiteX54" fmla="*/ 5026564 w 9662615"/>
              <a:gd name="connsiteY54" fmla="*/ 1545376 h 1583140"/>
              <a:gd name="connsiteX55" fmla="*/ 4969433 w 9662615"/>
              <a:gd name="connsiteY55" fmla="*/ 1540263 h 1583140"/>
              <a:gd name="connsiteX56" fmla="*/ 4894799 w 9662615"/>
              <a:gd name="connsiteY56" fmla="*/ 1559476 h 1583140"/>
              <a:gd name="connsiteX57" fmla="*/ 4863775 w 9662615"/>
              <a:gd name="connsiteY57" fmla="*/ 1562633 h 1583140"/>
              <a:gd name="connsiteX58" fmla="*/ 4847242 w 9662615"/>
              <a:gd name="connsiteY58" fmla="*/ 1565435 h 1583140"/>
              <a:gd name="connsiteX59" fmla="*/ 4846237 w 9662615"/>
              <a:gd name="connsiteY59" fmla="*/ 1566331 h 1583140"/>
              <a:gd name="connsiteX60" fmla="*/ 4791466 w 9662615"/>
              <a:gd name="connsiteY60" fmla="*/ 1561324 h 1583140"/>
              <a:gd name="connsiteX61" fmla="*/ 4784247 w 9662615"/>
              <a:gd name="connsiteY61" fmla="*/ 1562342 h 1583140"/>
              <a:gd name="connsiteX62" fmla="*/ 4748477 w 9662615"/>
              <a:gd name="connsiteY62" fmla="*/ 1556925 h 1583140"/>
              <a:gd name="connsiteX63" fmla="*/ 4730033 w 9662615"/>
              <a:gd name="connsiteY63" fmla="*/ 1555274 h 1583140"/>
              <a:gd name="connsiteX64" fmla="*/ 4724747 w 9662615"/>
              <a:gd name="connsiteY64" fmla="*/ 1552439 h 1583140"/>
              <a:gd name="connsiteX65" fmla="*/ 4697562 w 9662615"/>
              <a:gd name="connsiteY65" fmla="*/ 1551206 h 1583140"/>
              <a:gd name="connsiteX66" fmla="*/ 4694469 w 9662615"/>
              <a:gd name="connsiteY66" fmla="*/ 1551958 h 1583140"/>
              <a:gd name="connsiteX67" fmla="*/ 4671940 w 9662615"/>
              <a:gd name="connsiteY67" fmla="*/ 1547617 h 1583140"/>
              <a:gd name="connsiteX68" fmla="*/ 4589320 w 9662615"/>
              <a:gd name="connsiteY68" fmla="*/ 1534660 h 1583140"/>
              <a:gd name="connsiteX69" fmla="*/ 4422155 w 9662615"/>
              <a:gd name="connsiteY69" fmla="*/ 1542059 h 1583140"/>
              <a:gd name="connsiteX70" fmla="*/ 4221826 w 9662615"/>
              <a:gd name="connsiteY70" fmla="*/ 1508923 h 1583140"/>
              <a:gd name="connsiteX71" fmla="*/ 4096601 w 9662615"/>
              <a:gd name="connsiteY71" fmla="*/ 1521563 h 1583140"/>
              <a:gd name="connsiteX72" fmla="*/ 3970635 w 9662615"/>
              <a:gd name="connsiteY72" fmla="*/ 1544815 h 1583140"/>
              <a:gd name="connsiteX73" fmla="*/ 3833906 w 9662615"/>
              <a:gd name="connsiteY73" fmla="*/ 1516637 h 1583140"/>
              <a:gd name="connsiteX74" fmla="*/ 3696258 w 9662615"/>
              <a:gd name="connsiteY74" fmla="*/ 1537563 h 1583140"/>
              <a:gd name="connsiteX75" fmla="*/ 3594070 w 9662615"/>
              <a:gd name="connsiteY75" fmla="*/ 1509422 h 1583140"/>
              <a:gd name="connsiteX76" fmla="*/ 3565233 w 9662615"/>
              <a:gd name="connsiteY76" fmla="*/ 1515122 h 1583140"/>
              <a:gd name="connsiteX77" fmla="*/ 3560267 w 9662615"/>
              <a:gd name="connsiteY77" fmla="*/ 1516288 h 1583140"/>
              <a:gd name="connsiteX78" fmla="*/ 3540258 w 9662615"/>
              <a:gd name="connsiteY78" fmla="*/ 1516976 h 1583140"/>
              <a:gd name="connsiteX79" fmla="*/ 3534780 w 9662615"/>
              <a:gd name="connsiteY79" fmla="*/ 1522141 h 1583140"/>
              <a:gd name="connsiteX80" fmla="*/ 3504783 w 9662615"/>
              <a:gd name="connsiteY80" fmla="*/ 1526739 h 1583140"/>
              <a:gd name="connsiteX81" fmla="*/ 3430805 w 9662615"/>
              <a:gd name="connsiteY81" fmla="*/ 1542521 h 1583140"/>
              <a:gd name="connsiteX82" fmla="*/ 3292707 w 9662615"/>
              <a:gd name="connsiteY82" fmla="*/ 1520490 h 1583140"/>
              <a:gd name="connsiteX83" fmla="*/ 3187872 w 9662615"/>
              <a:gd name="connsiteY83" fmla="*/ 1519991 h 1583140"/>
              <a:gd name="connsiteX84" fmla="*/ 3148026 w 9662615"/>
              <a:gd name="connsiteY84" fmla="*/ 1524777 h 1583140"/>
              <a:gd name="connsiteX85" fmla="*/ 3092394 w 9662615"/>
              <a:gd name="connsiteY85" fmla="*/ 1528115 h 1583140"/>
              <a:gd name="connsiteX86" fmla="*/ 2994200 w 9662615"/>
              <a:gd name="connsiteY86" fmla="*/ 1537857 h 1583140"/>
              <a:gd name="connsiteX87" fmla="*/ 2862301 w 9662615"/>
              <a:gd name="connsiteY87" fmla="*/ 1544250 h 1583140"/>
              <a:gd name="connsiteX88" fmla="*/ 2766335 w 9662615"/>
              <a:gd name="connsiteY88" fmla="*/ 1527662 h 1583140"/>
              <a:gd name="connsiteX89" fmla="*/ 2757836 w 9662615"/>
              <a:gd name="connsiteY89" fmla="*/ 1531371 h 1583140"/>
              <a:gd name="connsiteX90" fmla="*/ 2691555 w 9662615"/>
              <a:gd name="connsiteY90" fmla="*/ 1530283 h 1583140"/>
              <a:gd name="connsiteX91" fmla="*/ 2459871 w 9662615"/>
              <a:gd name="connsiteY91" fmla="*/ 1500859 h 1583140"/>
              <a:gd name="connsiteX92" fmla="*/ 2330328 w 9662615"/>
              <a:gd name="connsiteY92" fmla="*/ 1499441 h 1583140"/>
              <a:gd name="connsiteX93" fmla="*/ 2284269 w 9662615"/>
              <a:gd name="connsiteY93" fmla="*/ 1503068 h 1583140"/>
              <a:gd name="connsiteX94" fmla="*/ 2207104 w 9662615"/>
              <a:gd name="connsiteY94" fmla="*/ 1508888 h 1583140"/>
              <a:gd name="connsiteX95" fmla="*/ 2149226 w 9662615"/>
              <a:gd name="connsiteY95" fmla="*/ 1523409 h 1583140"/>
              <a:gd name="connsiteX96" fmla="*/ 2084783 w 9662615"/>
              <a:gd name="connsiteY96" fmla="*/ 1524245 h 1583140"/>
              <a:gd name="connsiteX97" fmla="*/ 2070075 w 9662615"/>
              <a:gd name="connsiteY97" fmla="*/ 1511285 h 1583140"/>
              <a:gd name="connsiteX98" fmla="*/ 2001057 w 9662615"/>
              <a:gd name="connsiteY98" fmla="*/ 1516449 h 1583140"/>
              <a:gd name="connsiteX99" fmla="*/ 1896330 w 9662615"/>
              <a:gd name="connsiteY99" fmla="*/ 1525725 h 1583140"/>
              <a:gd name="connsiteX100" fmla="*/ 1835994 w 9662615"/>
              <a:gd name="connsiteY100" fmla="*/ 1527678 h 1583140"/>
              <a:gd name="connsiteX101" fmla="*/ 1671119 w 9662615"/>
              <a:gd name="connsiteY101" fmla="*/ 1536701 h 1583140"/>
              <a:gd name="connsiteX102" fmla="*/ 1601337 w 9662615"/>
              <a:gd name="connsiteY102" fmla="*/ 1548552 h 1583140"/>
              <a:gd name="connsiteX103" fmla="*/ 1407755 w 9662615"/>
              <a:gd name="connsiteY103" fmla="*/ 1571444 h 1583140"/>
              <a:gd name="connsiteX104" fmla="*/ 1271994 w 9662615"/>
              <a:gd name="connsiteY104" fmla="*/ 1579471 h 1583140"/>
              <a:gd name="connsiteX105" fmla="*/ 1249226 w 9662615"/>
              <a:gd name="connsiteY105" fmla="*/ 1583140 h 1583140"/>
              <a:gd name="connsiteX106" fmla="*/ 1217719 w 9662615"/>
              <a:gd name="connsiteY106" fmla="*/ 1580863 h 1583140"/>
              <a:gd name="connsiteX107" fmla="*/ 1091432 w 9662615"/>
              <a:gd name="connsiteY107" fmla="*/ 1571003 h 1583140"/>
              <a:gd name="connsiteX108" fmla="*/ 992039 w 9662615"/>
              <a:gd name="connsiteY108" fmla="*/ 1556662 h 1583140"/>
              <a:gd name="connsiteX109" fmla="*/ 868264 w 9662615"/>
              <a:gd name="connsiteY109" fmla="*/ 1566392 h 1583140"/>
              <a:gd name="connsiteX110" fmla="*/ 792765 w 9662615"/>
              <a:gd name="connsiteY110" fmla="*/ 1563102 h 1583140"/>
              <a:gd name="connsiteX111" fmla="*/ 669055 w 9662615"/>
              <a:gd name="connsiteY111" fmla="*/ 1543638 h 1583140"/>
              <a:gd name="connsiteX112" fmla="*/ 506152 w 9662615"/>
              <a:gd name="connsiteY112" fmla="*/ 1549124 h 1583140"/>
              <a:gd name="connsiteX113" fmla="*/ 472797 w 9662615"/>
              <a:gd name="connsiteY113" fmla="*/ 1568904 h 1583140"/>
              <a:gd name="connsiteX114" fmla="*/ 427864 w 9662615"/>
              <a:gd name="connsiteY114" fmla="*/ 1580848 h 1583140"/>
              <a:gd name="connsiteX115" fmla="*/ 408381 w 9662615"/>
              <a:gd name="connsiteY115" fmla="*/ 1552940 h 1583140"/>
              <a:gd name="connsiteX116" fmla="*/ 267163 w 9662615"/>
              <a:gd name="connsiteY116" fmla="*/ 1531913 h 1583140"/>
              <a:gd name="connsiteX117" fmla="*/ 196644 w 9662615"/>
              <a:gd name="connsiteY117" fmla="*/ 1524565 h 1583140"/>
              <a:gd name="connsiteX118" fmla="*/ 86819 w 9662615"/>
              <a:gd name="connsiteY118" fmla="*/ 1519517 h 1583140"/>
              <a:gd name="connsiteX119" fmla="*/ 53369 w 9662615"/>
              <a:gd name="connsiteY119" fmla="*/ 1516853 h 1583140"/>
              <a:gd name="connsiteX120" fmla="*/ 2359 w 9662615"/>
              <a:gd name="connsiteY120" fmla="*/ 1515247 h 1583140"/>
              <a:gd name="connsiteX121" fmla="*/ 0 w 9662615"/>
              <a:gd name="connsiteY121" fmla="*/ 1514932 h 1583140"/>
              <a:gd name="connsiteX122" fmla="*/ 0 w 9662615"/>
              <a:gd name="connsiteY122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082104 w 9662615"/>
              <a:gd name="connsiteY49" fmla="*/ 1547781 h 1583140"/>
              <a:gd name="connsiteX50" fmla="*/ 5059484 w 9662615"/>
              <a:gd name="connsiteY50" fmla="*/ 1546802 h 1583140"/>
              <a:gd name="connsiteX51" fmla="*/ 5050958 w 9662615"/>
              <a:gd name="connsiteY51" fmla="*/ 1545776 h 1583140"/>
              <a:gd name="connsiteX52" fmla="*/ 5038524 w 9662615"/>
              <a:gd name="connsiteY52" fmla="*/ 1545675 h 1583140"/>
              <a:gd name="connsiteX53" fmla="*/ 5038223 w 9662615"/>
              <a:gd name="connsiteY53" fmla="*/ 1545881 h 1583140"/>
              <a:gd name="connsiteX54" fmla="*/ 5026564 w 9662615"/>
              <a:gd name="connsiteY54" fmla="*/ 1545376 h 1583140"/>
              <a:gd name="connsiteX55" fmla="*/ 4969433 w 9662615"/>
              <a:gd name="connsiteY55" fmla="*/ 1540263 h 1583140"/>
              <a:gd name="connsiteX56" fmla="*/ 4894799 w 9662615"/>
              <a:gd name="connsiteY56" fmla="*/ 1559476 h 1583140"/>
              <a:gd name="connsiteX57" fmla="*/ 4863775 w 9662615"/>
              <a:gd name="connsiteY57" fmla="*/ 1562633 h 1583140"/>
              <a:gd name="connsiteX58" fmla="*/ 4847242 w 9662615"/>
              <a:gd name="connsiteY58" fmla="*/ 1565435 h 1583140"/>
              <a:gd name="connsiteX59" fmla="*/ 4846237 w 9662615"/>
              <a:gd name="connsiteY59" fmla="*/ 1566331 h 1583140"/>
              <a:gd name="connsiteX60" fmla="*/ 4791466 w 9662615"/>
              <a:gd name="connsiteY60" fmla="*/ 1561324 h 1583140"/>
              <a:gd name="connsiteX61" fmla="*/ 4784247 w 9662615"/>
              <a:gd name="connsiteY61" fmla="*/ 1562342 h 1583140"/>
              <a:gd name="connsiteX62" fmla="*/ 4748477 w 9662615"/>
              <a:gd name="connsiteY62" fmla="*/ 1556925 h 1583140"/>
              <a:gd name="connsiteX63" fmla="*/ 4730033 w 9662615"/>
              <a:gd name="connsiteY63" fmla="*/ 1555274 h 1583140"/>
              <a:gd name="connsiteX64" fmla="*/ 4724747 w 9662615"/>
              <a:gd name="connsiteY64" fmla="*/ 1552439 h 1583140"/>
              <a:gd name="connsiteX65" fmla="*/ 4697562 w 9662615"/>
              <a:gd name="connsiteY65" fmla="*/ 1551206 h 1583140"/>
              <a:gd name="connsiteX66" fmla="*/ 4694469 w 9662615"/>
              <a:gd name="connsiteY66" fmla="*/ 1551958 h 1583140"/>
              <a:gd name="connsiteX67" fmla="*/ 4671940 w 9662615"/>
              <a:gd name="connsiteY67" fmla="*/ 1547617 h 1583140"/>
              <a:gd name="connsiteX68" fmla="*/ 4589320 w 9662615"/>
              <a:gd name="connsiteY68" fmla="*/ 1534660 h 1583140"/>
              <a:gd name="connsiteX69" fmla="*/ 4422155 w 9662615"/>
              <a:gd name="connsiteY69" fmla="*/ 1542059 h 1583140"/>
              <a:gd name="connsiteX70" fmla="*/ 4221826 w 9662615"/>
              <a:gd name="connsiteY70" fmla="*/ 1508923 h 1583140"/>
              <a:gd name="connsiteX71" fmla="*/ 4096601 w 9662615"/>
              <a:gd name="connsiteY71" fmla="*/ 1521563 h 1583140"/>
              <a:gd name="connsiteX72" fmla="*/ 3970635 w 9662615"/>
              <a:gd name="connsiteY72" fmla="*/ 1544815 h 1583140"/>
              <a:gd name="connsiteX73" fmla="*/ 3833906 w 9662615"/>
              <a:gd name="connsiteY73" fmla="*/ 1516637 h 1583140"/>
              <a:gd name="connsiteX74" fmla="*/ 3696258 w 9662615"/>
              <a:gd name="connsiteY74" fmla="*/ 1537563 h 1583140"/>
              <a:gd name="connsiteX75" fmla="*/ 3594070 w 9662615"/>
              <a:gd name="connsiteY75" fmla="*/ 1509422 h 1583140"/>
              <a:gd name="connsiteX76" fmla="*/ 3565233 w 9662615"/>
              <a:gd name="connsiteY76" fmla="*/ 1515122 h 1583140"/>
              <a:gd name="connsiteX77" fmla="*/ 3560267 w 9662615"/>
              <a:gd name="connsiteY77" fmla="*/ 1516288 h 1583140"/>
              <a:gd name="connsiteX78" fmla="*/ 3540258 w 9662615"/>
              <a:gd name="connsiteY78" fmla="*/ 1516976 h 1583140"/>
              <a:gd name="connsiteX79" fmla="*/ 3534780 w 9662615"/>
              <a:gd name="connsiteY79" fmla="*/ 1522141 h 1583140"/>
              <a:gd name="connsiteX80" fmla="*/ 3504783 w 9662615"/>
              <a:gd name="connsiteY80" fmla="*/ 1526739 h 1583140"/>
              <a:gd name="connsiteX81" fmla="*/ 3430805 w 9662615"/>
              <a:gd name="connsiteY81" fmla="*/ 1542521 h 1583140"/>
              <a:gd name="connsiteX82" fmla="*/ 3292707 w 9662615"/>
              <a:gd name="connsiteY82" fmla="*/ 1520490 h 1583140"/>
              <a:gd name="connsiteX83" fmla="*/ 3187872 w 9662615"/>
              <a:gd name="connsiteY83" fmla="*/ 1519991 h 1583140"/>
              <a:gd name="connsiteX84" fmla="*/ 3148026 w 9662615"/>
              <a:gd name="connsiteY84" fmla="*/ 1524777 h 1583140"/>
              <a:gd name="connsiteX85" fmla="*/ 3092394 w 9662615"/>
              <a:gd name="connsiteY85" fmla="*/ 1528115 h 1583140"/>
              <a:gd name="connsiteX86" fmla="*/ 2994200 w 9662615"/>
              <a:gd name="connsiteY86" fmla="*/ 1537857 h 1583140"/>
              <a:gd name="connsiteX87" fmla="*/ 2862301 w 9662615"/>
              <a:gd name="connsiteY87" fmla="*/ 1544250 h 1583140"/>
              <a:gd name="connsiteX88" fmla="*/ 2766335 w 9662615"/>
              <a:gd name="connsiteY88" fmla="*/ 1527662 h 1583140"/>
              <a:gd name="connsiteX89" fmla="*/ 2757836 w 9662615"/>
              <a:gd name="connsiteY89" fmla="*/ 1531371 h 1583140"/>
              <a:gd name="connsiteX90" fmla="*/ 2691555 w 9662615"/>
              <a:gd name="connsiteY90" fmla="*/ 1530283 h 1583140"/>
              <a:gd name="connsiteX91" fmla="*/ 2491676 w 9662615"/>
              <a:gd name="connsiteY91" fmla="*/ 1500859 h 1583140"/>
              <a:gd name="connsiteX92" fmla="*/ 2330328 w 9662615"/>
              <a:gd name="connsiteY92" fmla="*/ 1499441 h 1583140"/>
              <a:gd name="connsiteX93" fmla="*/ 2284269 w 9662615"/>
              <a:gd name="connsiteY93" fmla="*/ 1503068 h 1583140"/>
              <a:gd name="connsiteX94" fmla="*/ 2207104 w 9662615"/>
              <a:gd name="connsiteY94" fmla="*/ 1508888 h 1583140"/>
              <a:gd name="connsiteX95" fmla="*/ 2149226 w 9662615"/>
              <a:gd name="connsiteY95" fmla="*/ 1523409 h 1583140"/>
              <a:gd name="connsiteX96" fmla="*/ 2084783 w 9662615"/>
              <a:gd name="connsiteY96" fmla="*/ 1524245 h 1583140"/>
              <a:gd name="connsiteX97" fmla="*/ 2070075 w 9662615"/>
              <a:gd name="connsiteY97" fmla="*/ 1511285 h 1583140"/>
              <a:gd name="connsiteX98" fmla="*/ 2001057 w 9662615"/>
              <a:gd name="connsiteY98" fmla="*/ 1516449 h 1583140"/>
              <a:gd name="connsiteX99" fmla="*/ 1896330 w 9662615"/>
              <a:gd name="connsiteY99" fmla="*/ 1525725 h 1583140"/>
              <a:gd name="connsiteX100" fmla="*/ 1835994 w 9662615"/>
              <a:gd name="connsiteY100" fmla="*/ 1527678 h 1583140"/>
              <a:gd name="connsiteX101" fmla="*/ 1671119 w 9662615"/>
              <a:gd name="connsiteY101" fmla="*/ 1536701 h 1583140"/>
              <a:gd name="connsiteX102" fmla="*/ 1601337 w 9662615"/>
              <a:gd name="connsiteY102" fmla="*/ 1548552 h 1583140"/>
              <a:gd name="connsiteX103" fmla="*/ 1407755 w 9662615"/>
              <a:gd name="connsiteY103" fmla="*/ 1571444 h 1583140"/>
              <a:gd name="connsiteX104" fmla="*/ 1271994 w 9662615"/>
              <a:gd name="connsiteY104" fmla="*/ 1579471 h 1583140"/>
              <a:gd name="connsiteX105" fmla="*/ 1249226 w 9662615"/>
              <a:gd name="connsiteY105" fmla="*/ 1583140 h 1583140"/>
              <a:gd name="connsiteX106" fmla="*/ 1217719 w 9662615"/>
              <a:gd name="connsiteY106" fmla="*/ 1580863 h 1583140"/>
              <a:gd name="connsiteX107" fmla="*/ 1091432 w 9662615"/>
              <a:gd name="connsiteY107" fmla="*/ 1571003 h 1583140"/>
              <a:gd name="connsiteX108" fmla="*/ 992039 w 9662615"/>
              <a:gd name="connsiteY108" fmla="*/ 1556662 h 1583140"/>
              <a:gd name="connsiteX109" fmla="*/ 868264 w 9662615"/>
              <a:gd name="connsiteY109" fmla="*/ 1566392 h 1583140"/>
              <a:gd name="connsiteX110" fmla="*/ 792765 w 9662615"/>
              <a:gd name="connsiteY110" fmla="*/ 1563102 h 1583140"/>
              <a:gd name="connsiteX111" fmla="*/ 669055 w 9662615"/>
              <a:gd name="connsiteY111" fmla="*/ 1543638 h 1583140"/>
              <a:gd name="connsiteX112" fmla="*/ 506152 w 9662615"/>
              <a:gd name="connsiteY112" fmla="*/ 1549124 h 1583140"/>
              <a:gd name="connsiteX113" fmla="*/ 472797 w 9662615"/>
              <a:gd name="connsiteY113" fmla="*/ 1568904 h 1583140"/>
              <a:gd name="connsiteX114" fmla="*/ 427864 w 9662615"/>
              <a:gd name="connsiteY114" fmla="*/ 1580848 h 1583140"/>
              <a:gd name="connsiteX115" fmla="*/ 408381 w 9662615"/>
              <a:gd name="connsiteY115" fmla="*/ 1552940 h 1583140"/>
              <a:gd name="connsiteX116" fmla="*/ 267163 w 9662615"/>
              <a:gd name="connsiteY116" fmla="*/ 1531913 h 1583140"/>
              <a:gd name="connsiteX117" fmla="*/ 196644 w 9662615"/>
              <a:gd name="connsiteY117" fmla="*/ 1524565 h 1583140"/>
              <a:gd name="connsiteX118" fmla="*/ 86819 w 9662615"/>
              <a:gd name="connsiteY118" fmla="*/ 1519517 h 1583140"/>
              <a:gd name="connsiteX119" fmla="*/ 53369 w 9662615"/>
              <a:gd name="connsiteY119" fmla="*/ 1516853 h 1583140"/>
              <a:gd name="connsiteX120" fmla="*/ 2359 w 9662615"/>
              <a:gd name="connsiteY120" fmla="*/ 1515247 h 1583140"/>
              <a:gd name="connsiteX121" fmla="*/ 0 w 9662615"/>
              <a:gd name="connsiteY121" fmla="*/ 1514932 h 1583140"/>
              <a:gd name="connsiteX122" fmla="*/ 0 w 9662615"/>
              <a:gd name="connsiteY122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082104 w 9662615"/>
              <a:gd name="connsiteY49" fmla="*/ 1547781 h 1583140"/>
              <a:gd name="connsiteX50" fmla="*/ 5059484 w 9662615"/>
              <a:gd name="connsiteY50" fmla="*/ 1546802 h 1583140"/>
              <a:gd name="connsiteX51" fmla="*/ 5050958 w 9662615"/>
              <a:gd name="connsiteY51" fmla="*/ 1545776 h 1583140"/>
              <a:gd name="connsiteX52" fmla="*/ 5038524 w 9662615"/>
              <a:gd name="connsiteY52" fmla="*/ 1545675 h 1583140"/>
              <a:gd name="connsiteX53" fmla="*/ 5038223 w 9662615"/>
              <a:gd name="connsiteY53" fmla="*/ 1545881 h 1583140"/>
              <a:gd name="connsiteX54" fmla="*/ 5026564 w 9662615"/>
              <a:gd name="connsiteY54" fmla="*/ 1545376 h 1583140"/>
              <a:gd name="connsiteX55" fmla="*/ 4969433 w 9662615"/>
              <a:gd name="connsiteY55" fmla="*/ 1540263 h 1583140"/>
              <a:gd name="connsiteX56" fmla="*/ 4894799 w 9662615"/>
              <a:gd name="connsiteY56" fmla="*/ 1559476 h 1583140"/>
              <a:gd name="connsiteX57" fmla="*/ 4863775 w 9662615"/>
              <a:gd name="connsiteY57" fmla="*/ 1562633 h 1583140"/>
              <a:gd name="connsiteX58" fmla="*/ 4847242 w 9662615"/>
              <a:gd name="connsiteY58" fmla="*/ 1565435 h 1583140"/>
              <a:gd name="connsiteX59" fmla="*/ 4846237 w 9662615"/>
              <a:gd name="connsiteY59" fmla="*/ 1566331 h 1583140"/>
              <a:gd name="connsiteX60" fmla="*/ 4791466 w 9662615"/>
              <a:gd name="connsiteY60" fmla="*/ 1561324 h 1583140"/>
              <a:gd name="connsiteX61" fmla="*/ 4784247 w 9662615"/>
              <a:gd name="connsiteY61" fmla="*/ 1562342 h 1583140"/>
              <a:gd name="connsiteX62" fmla="*/ 4748477 w 9662615"/>
              <a:gd name="connsiteY62" fmla="*/ 1556925 h 1583140"/>
              <a:gd name="connsiteX63" fmla="*/ 4730033 w 9662615"/>
              <a:gd name="connsiteY63" fmla="*/ 1555274 h 1583140"/>
              <a:gd name="connsiteX64" fmla="*/ 4724747 w 9662615"/>
              <a:gd name="connsiteY64" fmla="*/ 1552439 h 1583140"/>
              <a:gd name="connsiteX65" fmla="*/ 4697562 w 9662615"/>
              <a:gd name="connsiteY65" fmla="*/ 1551206 h 1583140"/>
              <a:gd name="connsiteX66" fmla="*/ 4694469 w 9662615"/>
              <a:gd name="connsiteY66" fmla="*/ 1551958 h 1583140"/>
              <a:gd name="connsiteX67" fmla="*/ 4671940 w 9662615"/>
              <a:gd name="connsiteY67" fmla="*/ 1547617 h 1583140"/>
              <a:gd name="connsiteX68" fmla="*/ 4589320 w 9662615"/>
              <a:gd name="connsiteY68" fmla="*/ 1534660 h 1583140"/>
              <a:gd name="connsiteX69" fmla="*/ 4422155 w 9662615"/>
              <a:gd name="connsiteY69" fmla="*/ 1542059 h 1583140"/>
              <a:gd name="connsiteX70" fmla="*/ 4221826 w 9662615"/>
              <a:gd name="connsiteY70" fmla="*/ 1508923 h 1583140"/>
              <a:gd name="connsiteX71" fmla="*/ 4096601 w 9662615"/>
              <a:gd name="connsiteY71" fmla="*/ 1521563 h 1583140"/>
              <a:gd name="connsiteX72" fmla="*/ 3970635 w 9662615"/>
              <a:gd name="connsiteY72" fmla="*/ 1544815 h 1583140"/>
              <a:gd name="connsiteX73" fmla="*/ 3833906 w 9662615"/>
              <a:gd name="connsiteY73" fmla="*/ 1516637 h 1583140"/>
              <a:gd name="connsiteX74" fmla="*/ 3696258 w 9662615"/>
              <a:gd name="connsiteY74" fmla="*/ 1537563 h 1583140"/>
              <a:gd name="connsiteX75" fmla="*/ 3594070 w 9662615"/>
              <a:gd name="connsiteY75" fmla="*/ 1509422 h 1583140"/>
              <a:gd name="connsiteX76" fmla="*/ 3565233 w 9662615"/>
              <a:gd name="connsiteY76" fmla="*/ 1515122 h 1583140"/>
              <a:gd name="connsiteX77" fmla="*/ 3560267 w 9662615"/>
              <a:gd name="connsiteY77" fmla="*/ 1516288 h 1583140"/>
              <a:gd name="connsiteX78" fmla="*/ 3540258 w 9662615"/>
              <a:gd name="connsiteY78" fmla="*/ 1516976 h 1583140"/>
              <a:gd name="connsiteX79" fmla="*/ 3534780 w 9662615"/>
              <a:gd name="connsiteY79" fmla="*/ 1522141 h 1583140"/>
              <a:gd name="connsiteX80" fmla="*/ 3504783 w 9662615"/>
              <a:gd name="connsiteY80" fmla="*/ 1526739 h 1583140"/>
              <a:gd name="connsiteX81" fmla="*/ 3430805 w 9662615"/>
              <a:gd name="connsiteY81" fmla="*/ 1542521 h 1583140"/>
              <a:gd name="connsiteX82" fmla="*/ 3292707 w 9662615"/>
              <a:gd name="connsiteY82" fmla="*/ 1520490 h 1583140"/>
              <a:gd name="connsiteX83" fmla="*/ 3187872 w 9662615"/>
              <a:gd name="connsiteY83" fmla="*/ 1519991 h 1583140"/>
              <a:gd name="connsiteX84" fmla="*/ 3148026 w 9662615"/>
              <a:gd name="connsiteY84" fmla="*/ 1524777 h 1583140"/>
              <a:gd name="connsiteX85" fmla="*/ 3092394 w 9662615"/>
              <a:gd name="connsiteY85" fmla="*/ 1528115 h 1583140"/>
              <a:gd name="connsiteX86" fmla="*/ 2994200 w 9662615"/>
              <a:gd name="connsiteY86" fmla="*/ 1537857 h 1583140"/>
              <a:gd name="connsiteX87" fmla="*/ 2862301 w 9662615"/>
              <a:gd name="connsiteY87" fmla="*/ 1544250 h 1583140"/>
              <a:gd name="connsiteX88" fmla="*/ 2766335 w 9662615"/>
              <a:gd name="connsiteY88" fmla="*/ 1527662 h 1583140"/>
              <a:gd name="connsiteX89" fmla="*/ 2757836 w 9662615"/>
              <a:gd name="connsiteY89" fmla="*/ 1531371 h 1583140"/>
              <a:gd name="connsiteX90" fmla="*/ 2691555 w 9662615"/>
              <a:gd name="connsiteY90" fmla="*/ 1530283 h 1583140"/>
              <a:gd name="connsiteX91" fmla="*/ 2491676 w 9662615"/>
              <a:gd name="connsiteY91" fmla="*/ 1500859 h 1583140"/>
              <a:gd name="connsiteX92" fmla="*/ 2378036 w 9662615"/>
              <a:gd name="connsiteY92" fmla="*/ 1520645 h 1583140"/>
              <a:gd name="connsiteX93" fmla="*/ 2284269 w 9662615"/>
              <a:gd name="connsiteY93" fmla="*/ 1503068 h 1583140"/>
              <a:gd name="connsiteX94" fmla="*/ 2207104 w 9662615"/>
              <a:gd name="connsiteY94" fmla="*/ 1508888 h 1583140"/>
              <a:gd name="connsiteX95" fmla="*/ 2149226 w 9662615"/>
              <a:gd name="connsiteY95" fmla="*/ 1523409 h 1583140"/>
              <a:gd name="connsiteX96" fmla="*/ 2084783 w 9662615"/>
              <a:gd name="connsiteY96" fmla="*/ 1524245 h 1583140"/>
              <a:gd name="connsiteX97" fmla="*/ 2070075 w 9662615"/>
              <a:gd name="connsiteY97" fmla="*/ 1511285 h 1583140"/>
              <a:gd name="connsiteX98" fmla="*/ 2001057 w 9662615"/>
              <a:gd name="connsiteY98" fmla="*/ 1516449 h 1583140"/>
              <a:gd name="connsiteX99" fmla="*/ 1896330 w 9662615"/>
              <a:gd name="connsiteY99" fmla="*/ 1525725 h 1583140"/>
              <a:gd name="connsiteX100" fmla="*/ 1835994 w 9662615"/>
              <a:gd name="connsiteY100" fmla="*/ 1527678 h 1583140"/>
              <a:gd name="connsiteX101" fmla="*/ 1671119 w 9662615"/>
              <a:gd name="connsiteY101" fmla="*/ 1536701 h 1583140"/>
              <a:gd name="connsiteX102" fmla="*/ 1601337 w 9662615"/>
              <a:gd name="connsiteY102" fmla="*/ 1548552 h 1583140"/>
              <a:gd name="connsiteX103" fmla="*/ 1407755 w 9662615"/>
              <a:gd name="connsiteY103" fmla="*/ 1571444 h 1583140"/>
              <a:gd name="connsiteX104" fmla="*/ 1271994 w 9662615"/>
              <a:gd name="connsiteY104" fmla="*/ 1579471 h 1583140"/>
              <a:gd name="connsiteX105" fmla="*/ 1249226 w 9662615"/>
              <a:gd name="connsiteY105" fmla="*/ 1583140 h 1583140"/>
              <a:gd name="connsiteX106" fmla="*/ 1217719 w 9662615"/>
              <a:gd name="connsiteY106" fmla="*/ 1580863 h 1583140"/>
              <a:gd name="connsiteX107" fmla="*/ 1091432 w 9662615"/>
              <a:gd name="connsiteY107" fmla="*/ 1571003 h 1583140"/>
              <a:gd name="connsiteX108" fmla="*/ 992039 w 9662615"/>
              <a:gd name="connsiteY108" fmla="*/ 1556662 h 1583140"/>
              <a:gd name="connsiteX109" fmla="*/ 868264 w 9662615"/>
              <a:gd name="connsiteY109" fmla="*/ 1566392 h 1583140"/>
              <a:gd name="connsiteX110" fmla="*/ 792765 w 9662615"/>
              <a:gd name="connsiteY110" fmla="*/ 1563102 h 1583140"/>
              <a:gd name="connsiteX111" fmla="*/ 669055 w 9662615"/>
              <a:gd name="connsiteY111" fmla="*/ 1543638 h 1583140"/>
              <a:gd name="connsiteX112" fmla="*/ 506152 w 9662615"/>
              <a:gd name="connsiteY112" fmla="*/ 1549124 h 1583140"/>
              <a:gd name="connsiteX113" fmla="*/ 472797 w 9662615"/>
              <a:gd name="connsiteY113" fmla="*/ 1568904 h 1583140"/>
              <a:gd name="connsiteX114" fmla="*/ 427864 w 9662615"/>
              <a:gd name="connsiteY114" fmla="*/ 1580848 h 1583140"/>
              <a:gd name="connsiteX115" fmla="*/ 408381 w 9662615"/>
              <a:gd name="connsiteY115" fmla="*/ 1552940 h 1583140"/>
              <a:gd name="connsiteX116" fmla="*/ 267163 w 9662615"/>
              <a:gd name="connsiteY116" fmla="*/ 1531913 h 1583140"/>
              <a:gd name="connsiteX117" fmla="*/ 196644 w 9662615"/>
              <a:gd name="connsiteY117" fmla="*/ 1524565 h 1583140"/>
              <a:gd name="connsiteX118" fmla="*/ 86819 w 9662615"/>
              <a:gd name="connsiteY118" fmla="*/ 1519517 h 1583140"/>
              <a:gd name="connsiteX119" fmla="*/ 53369 w 9662615"/>
              <a:gd name="connsiteY119" fmla="*/ 1516853 h 1583140"/>
              <a:gd name="connsiteX120" fmla="*/ 2359 w 9662615"/>
              <a:gd name="connsiteY120" fmla="*/ 1515247 h 1583140"/>
              <a:gd name="connsiteX121" fmla="*/ 0 w 9662615"/>
              <a:gd name="connsiteY121" fmla="*/ 1514932 h 1583140"/>
              <a:gd name="connsiteX122" fmla="*/ 0 w 9662615"/>
              <a:gd name="connsiteY122" fmla="*/ 0 h 1583140"/>
              <a:gd name="connsiteX0" fmla="*/ 0 w 9662615"/>
              <a:gd name="connsiteY0" fmla="*/ 0 h 1587534"/>
              <a:gd name="connsiteX1" fmla="*/ 9662615 w 9662615"/>
              <a:gd name="connsiteY1" fmla="*/ 0 h 1587534"/>
              <a:gd name="connsiteX2" fmla="*/ 9662615 w 9662615"/>
              <a:gd name="connsiteY2" fmla="*/ 1280346 h 1587534"/>
              <a:gd name="connsiteX3" fmla="*/ 9658420 w 9662615"/>
              <a:gd name="connsiteY3" fmla="*/ 1280106 h 1587534"/>
              <a:gd name="connsiteX4" fmla="*/ 9469546 w 9662615"/>
              <a:gd name="connsiteY4" fmla="*/ 1289837 h 1587534"/>
              <a:gd name="connsiteX5" fmla="*/ 9385895 w 9662615"/>
              <a:gd name="connsiteY5" fmla="*/ 1269203 h 1587534"/>
              <a:gd name="connsiteX6" fmla="*/ 9144767 w 9662615"/>
              <a:gd name="connsiteY6" fmla="*/ 1264120 h 1587534"/>
              <a:gd name="connsiteX7" fmla="*/ 8837252 w 9662615"/>
              <a:gd name="connsiteY7" fmla="*/ 1350515 h 1587534"/>
              <a:gd name="connsiteX8" fmla="*/ 8705466 w 9662615"/>
              <a:gd name="connsiteY8" fmla="*/ 1342419 h 1587534"/>
              <a:gd name="connsiteX9" fmla="*/ 8652221 w 9662615"/>
              <a:gd name="connsiteY9" fmla="*/ 1326906 h 1587534"/>
              <a:gd name="connsiteX10" fmla="*/ 8632312 w 9662615"/>
              <a:gd name="connsiteY10" fmla="*/ 1326025 h 1587534"/>
              <a:gd name="connsiteX11" fmla="*/ 8591582 w 9662615"/>
              <a:gd name="connsiteY11" fmla="*/ 1341666 h 1587534"/>
              <a:gd name="connsiteX12" fmla="*/ 8537336 w 9662615"/>
              <a:gd name="connsiteY12" fmla="*/ 1341684 h 1587534"/>
              <a:gd name="connsiteX13" fmla="*/ 8472508 w 9662615"/>
              <a:gd name="connsiteY13" fmla="*/ 1363109 h 1587534"/>
              <a:gd name="connsiteX14" fmla="*/ 8258477 w 9662615"/>
              <a:gd name="connsiteY14" fmla="*/ 1370666 h 1587534"/>
              <a:gd name="connsiteX15" fmla="*/ 8197961 w 9662615"/>
              <a:gd name="connsiteY15" fmla="*/ 1392804 h 1587534"/>
              <a:gd name="connsiteX16" fmla="*/ 8171196 w 9662615"/>
              <a:gd name="connsiteY16" fmla="*/ 1397216 h 1587534"/>
              <a:gd name="connsiteX17" fmla="*/ 8127667 w 9662615"/>
              <a:gd name="connsiteY17" fmla="*/ 1418254 h 1587534"/>
              <a:gd name="connsiteX18" fmla="*/ 7974579 w 9662615"/>
              <a:gd name="connsiteY18" fmla="*/ 1383439 h 1587534"/>
              <a:gd name="connsiteX19" fmla="*/ 7768351 w 9662615"/>
              <a:gd name="connsiteY19" fmla="*/ 1395051 h 1587534"/>
              <a:gd name="connsiteX20" fmla="*/ 7635985 w 9662615"/>
              <a:gd name="connsiteY20" fmla="*/ 1386363 h 1587534"/>
              <a:gd name="connsiteX21" fmla="*/ 7466069 w 9662615"/>
              <a:gd name="connsiteY21" fmla="*/ 1377654 h 1587534"/>
              <a:gd name="connsiteX22" fmla="*/ 7355642 w 9662615"/>
              <a:gd name="connsiteY22" fmla="*/ 1407761 h 1587534"/>
              <a:gd name="connsiteX23" fmla="*/ 7151610 w 9662615"/>
              <a:gd name="connsiteY23" fmla="*/ 1397856 h 1587534"/>
              <a:gd name="connsiteX24" fmla="*/ 7082147 w 9662615"/>
              <a:gd name="connsiteY24" fmla="*/ 1406113 h 1587534"/>
              <a:gd name="connsiteX25" fmla="*/ 7014958 w 9662615"/>
              <a:gd name="connsiteY25" fmla="*/ 1396883 h 1587534"/>
              <a:gd name="connsiteX26" fmla="*/ 6907567 w 9662615"/>
              <a:gd name="connsiteY26" fmla="*/ 1419149 h 1587534"/>
              <a:gd name="connsiteX27" fmla="*/ 6748428 w 9662615"/>
              <a:gd name="connsiteY27" fmla="*/ 1420308 h 1587534"/>
              <a:gd name="connsiteX28" fmla="*/ 6654257 w 9662615"/>
              <a:gd name="connsiteY28" fmla="*/ 1424143 h 1587534"/>
              <a:gd name="connsiteX29" fmla="*/ 6620123 w 9662615"/>
              <a:gd name="connsiteY29" fmla="*/ 1430535 h 1587534"/>
              <a:gd name="connsiteX30" fmla="*/ 6571355 w 9662615"/>
              <a:gd name="connsiteY30" fmla="*/ 1436144 h 1587534"/>
              <a:gd name="connsiteX31" fmla="*/ 6486557 w 9662615"/>
              <a:gd name="connsiteY31" fmla="*/ 1449861 h 1587534"/>
              <a:gd name="connsiteX32" fmla="*/ 6370419 w 9662615"/>
              <a:gd name="connsiteY32" fmla="*/ 1461649 h 1587534"/>
              <a:gd name="connsiteX33" fmla="*/ 6278839 w 9662615"/>
              <a:gd name="connsiteY33" fmla="*/ 1449160 h 1587534"/>
              <a:gd name="connsiteX34" fmla="*/ 6272455 w 9662615"/>
              <a:gd name="connsiteY34" fmla="*/ 1453191 h 1587534"/>
              <a:gd name="connsiteX35" fmla="*/ 6212659 w 9662615"/>
              <a:gd name="connsiteY35" fmla="*/ 1454850 h 1587534"/>
              <a:gd name="connsiteX36" fmla="*/ 6069317 w 9662615"/>
              <a:gd name="connsiteY36" fmla="*/ 1445838 h 1587534"/>
              <a:gd name="connsiteX37" fmla="*/ 5878477 w 9662615"/>
              <a:gd name="connsiteY37" fmla="*/ 1439180 h 1587534"/>
              <a:gd name="connsiteX38" fmla="*/ 5838387 w 9662615"/>
              <a:gd name="connsiteY38" fmla="*/ 1444679 h 1587534"/>
              <a:gd name="connsiteX39" fmla="*/ 5771136 w 9662615"/>
              <a:gd name="connsiteY39" fmla="*/ 1453639 h 1587534"/>
              <a:gd name="connsiteX40" fmla="*/ 5724081 w 9662615"/>
              <a:gd name="connsiteY40" fmla="*/ 1470431 h 1587534"/>
              <a:gd name="connsiteX41" fmla="*/ 5666577 w 9662615"/>
              <a:gd name="connsiteY41" fmla="*/ 1473921 h 1587534"/>
              <a:gd name="connsiteX42" fmla="*/ 5649068 w 9662615"/>
              <a:gd name="connsiteY42" fmla="*/ 1461676 h 1587534"/>
              <a:gd name="connsiteX43" fmla="*/ 5588902 w 9662615"/>
              <a:gd name="connsiteY43" fmla="*/ 1469647 h 1587534"/>
              <a:gd name="connsiteX44" fmla="*/ 5498090 w 9662615"/>
              <a:gd name="connsiteY44" fmla="*/ 1483173 h 1587534"/>
              <a:gd name="connsiteX45" fmla="*/ 5444641 w 9662615"/>
              <a:gd name="connsiteY45" fmla="*/ 1487602 h 1587534"/>
              <a:gd name="connsiteX46" fmla="*/ 5299812 w 9662615"/>
              <a:gd name="connsiteY46" fmla="*/ 1503362 h 1587534"/>
              <a:gd name="connsiteX47" fmla="*/ 5213947 w 9662615"/>
              <a:gd name="connsiteY47" fmla="*/ 1516637 h 1587534"/>
              <a:gd name="connsiteX48" fmla="*/ 5090342 w 9662615"/>
              <a:gd name="connsiteY48" fmla="*/ 1546680 h 1587534"/>
              <a:gd name="connsiteX49" fmla="*/ 5082104 w 9662615"/>
              <a:gd name="connsiteY49" fmla="*/ 1547781 h 1587534"/>
              <a:gd name="connsiteX50" fmla="*/ 5059484 w 9662615"/>
              <a:gd name="connsiteY50" fmla="*/ 1546802 h 1587534"/>
              <a:gd name="connsiteX51" fmla="*/ 5050958 w 9662615"/>
              <a:gd name="connsiteY51" fmla="*/ 1545776 h 1587534"/>
              <a:gd name="connsiteX52" fmla="*/ 5038524 w 9662615"/>
              <a:gd name="connsiteY52" fmla="*/ 1545675 h 1587534"/>
              <a:gd name="connsiteX53" fmla="*/ 5038223 w 9662615"/>
              <a:gd name="connsiteY53" fmla="*/ 1545881 h 1587534"/>
              <a:gd name="connsiteX54" fmla="*/ 5026564 w 9662615"/>
              <a:gd name="connsiteY54" fmla="*/ 1545376 h 1587534"/>
              <a:gd name="connsiteX55" fmla="*/ 4969433 w 9662615"/>
              <a:gd name="connsiteY55" fmla="*/ 1540263 h 1587534"/>
              <a:gd name="connsiteX56" fmla="*/ 4894799 w 9662615"/>
              <a:gd name="connsiteY56" fmla="*/ 1559476 h 1587534"/>
              <a:gd name="connsiteX57" fmla="*/ 4863775 w 9662615"/>
              <a:gd name="connsiteY57" fmla="*/ 1562633 h 1587534"/>
              <a:gd name="connsiteX58" fmla="*/ 4847242 w 9662615"/>
              <a:gd name="connsiteY58" fmla="*/ 1565435 h 1587534"/>
              <a:gd name="connsiteX59" fmla="*/ 4830335 w 9662615"/>
              <a:gd name="connsiteY59" fmla="*/ 1587534 h 1587534"/>
              <a:gd name="connsiteX60" fmla="*/ 4791466 w 9662615"/>
              <a:gd name="connsiteY60" fmla="*/ 1561324 h 1587534"/>
              <a:gd name="connsiteX61" fmla="*/ 4784247 w 9662615"/>
              <a:gd name="connsiteY61" fmla="*/ 1562342 h 1587534"/>
              <a:gd name="connsiteX62" fmla="*/ 4748477 w 9662615"/>
              <a:gd name="connsiteY62" fmla="*/ 1556925 h 1587534"/>
              <a:gd name="connsiteX63" fmla="*/ 4730033 w 9662615"/>
              <a:gd name="connsiteY63" fmla="*/ 1555274 h 1587534"/>
              <a:gd name="connsiteX64" fmla="*/ 4724747 w 9662615"/>
              <a:gd name="connsiteY64" fmla="*/ 1552439 h 1587534"/>
              <a:gd name="connsiteX65" fmla="*/ 4697562 w 9662615"/>
              <a:gd name="connsiteY65" fmla="*/ 1551206 h 1587534"/>
              <a:gd name="connsiteX66" fmla="*/ 4694469 w 9662615"/>
              <a:gd name="connsiteY66" fmla="*/ 1551958 h 1587534"/>
              <a:gd name="connsiteX67" fmla="*/ 4671940 w 9662615"/>
              <a:gd name="connsiteY67" fmla="*/ 1547617 h 1587534"/>
              <a:gd name="connsiteX68" fmla="*/ 4589320 w 9662615"/>
              <a:gd name="connsiteY68" fmla="*/ 1534660 h 1587534"/>
              <a:gd name="connsiteX69" fmla="*/ 4422155 w 9662615"/>
              <a:gd name="connsiteY69" fmla="*/ 1542059 h 1587534"/>
              <a:gd name="connsiteX70" fmla="*/ 4221826 w 9662615"/>
              <a:gd name="connsiteY70" fmla="*/ 1508923 h 1587534"/>
              <a:gd name="connsiteX71" fmla="*/ 4096601 w 9662615"/>
              <a:gd name="connsiteY71" fmla="*/ 1521563 h 1587534"/>
              <a:gd name="connsiteX72" fmla="*/ 3970635 w 9662615"/>
              <a:gd name="connsiteY72" fmla="*/ 1544815 h 1587534"/>
              <a:gd name="connsiteX73" fmla="*/ 3833906 w 9662615"/>
              <a:gd name="connsiteY73" fmla="*/ 1516637 h 1587534"/>
              <a:gd name="connsiteX74" fmla="*/ 3696258 w 9662615"/>
              <a:gd name="connsiteY74" fmla="*/ 1537563 h 1587534"/>
              <a:gd name="connsiteX75" fmla="*/ 3594070 w 9662615"/>
              <a:gd name="connsiteY75" fmla="*/ 1509422 h 1587534"/>
              <a:gd name="connsiteX76" fmla="*/ 3565233 w 9662615"/>
              <a:gd name="connsiteY76" fmla="*/ 1515122 h 1587534"/>
              <a:gd name="connsiteX77" fmla="*/ 3560267 w 9662615"/>
              <a:gd name="connsiteY77" fmla="*/ 1516288 h 1587534"/>
              <a:gd name="connsiteX78" fmla="*/ 3540258 w 9662615"/>
              <a:gd name="connsiteY78" fmla="*/ 1516976 h 1587534"/>
              <a:gd name="connsiteX79" fmla="*/ 3534780 w 9662615"/>
              <a:gd name="connsiteY79" fmla="*/ 1522141 h 1587534"/>
              <a:gd name="connsiteX80" fmla="*/ 3504783 w 9662615"/>
              <a:gd name="connsiteY80" fmla="*/ 1526739 h 1587534"/>
              <a:gd name="connsiteX81" fmla="*/ 3430805 w 9662615"/>
              <a:gd name="connsiteY81" fmla="*/ 1542521 h 1587534"/>
              <a:gd name="connsiteX82" fmla="*/ 3292707 w 9662615"/>
              <a:gd name="connsiteY82" fmla="*/ 1520490 h 1587534"/>
              <a:gd name="connsiteX83" fmla="*/ 3187872 w 9662615"/>
              <a:gd name="connsiteY83" fmla="*/ 1519991 h 1587534"/>
              <a:gd name="connsiteX84" fmla="*/ 3148026 w 9662615"/>
              <a:gd name="connsiteY84" fmla="*/ 1524777 h 1587534"/>
              <a:gd name="connsiteX85" fmla="*/ 3092394 w 9662615"/>
              <a:gd name="connsiteY85" fmla="*/ 1528115 h 1587534"/>
              <a:gd name="connsiteX86" fmla="*/ 2994200 w 9662615"/>
              <a:gd name="connsiteY86" fmla="*/ 1537857 h 1587534"/>
              <a:gd name="connsiteX87" fmla="*/ 2862301 w 9662615"/>
              <a:gd name="connsiteY87" fmla="*/ 1544250 h 1587534"/>
              <a:gd name="connsiteX88" fmla="*/ 2766335 w 9662615"/>
              <a:gd name="connsiteY88" fmla="*/ 1527662 h 1587534"/>
              <a:gd name="connsiteX89" fmla="*/ 2757836 w 9662615"/>
              <a:gd name="connsiteY89" fmla="*/ 1531371 h 1587534"/>
              <a:gd name="connsiteX90" fmla="*/ 2691555 w 9662615"/>
              <a:gd name="connsiteY90" fmla="*/ 1530283 h 1587534"/>
              <a:gd name="connsiteX91" fmla="*/ 2491676 w 9662615"/>
              <a:gd name="connsiteY91" fmla="*/ 1500859 h 1587534"/>
              <a:gd name="connsiteX92" fmla="*/ 2378036 w 9662615"/>
              <a:gd name="connsiteY92" fmla="*/ 1520645 h 1587534"/>
              <a:gd name="connsiteX93" fmla="*/ 2284269 w 9662615"/>
              <a:gd name="connsiteY93" fmla="*/ 1503068 h 1587534"/>
              <a:gd name="connsiteX94" fmla="*/ 2207104 w 9662615"/>
              <a:gd name="connsiteY94" fmla="*/ 1508888 h 1587534"/>
              <a:gd name="connsiteX95" fmla="*/ 2149226 w 9662615"/>
              <a:gd name="connsiteY95" fmla="*/ 1523409 h 1587534"/>
              <a:gd name="connsiteX96" fmla="*/ 2084783 w 9662615"/>
              <a:gd name="connsiteY96" fmla="*/ 1524245 h 1587534"/>
              <a:gd name="connsiteX97" fmla="*/ 2070075 w 9662615"/>
              <a:gd name="connsiteY97" fmla="*/ 1511285 h 1587534"/>
              <a:gd name="connsiteX98" fmla="*/ 2001057 w 9662615"/>
              <a:gd name="connsiteY98" fmla="*/ 1516449 h 1587534"/>
              <a:gd name="connsiteX99" fmla="*/ 1896330 w 9662615"/>
              <a:gd name="connsiteY99" fmla="*/ 1525725 h 1587534"/>
              <a:gd name="connsiteX100" fmla="*/ 1835994 w 9662615"/>
              <a:gd name="connsiteY100" fmla="*/ 1527678 h 1587534"/>
              <a:gd name="connsiteX101" fmla="*/ 1671119 w 9662615"/>
              <a:gd name="connsiteY101" fmla="*/ 1536701 h 1587534"/>
              <a:gd name="connsiteX102" fmla="*/ 1601337 w 9662615"/>
              <a:gd name="connsiteY102" fmla="*/ 1548552 h 1587534"/>
              <a:gd name="connsiteX103" fmla="*/ 1407755 w 9662615"/>
              <a:gd name="connsiteY103" fmla="*/ 1571444 h 1587534"/>
              <a:gd name="connsiteX104" fmla="*/ 1271994 w 9662615"/>
              <a:gd name="connsiteY104" fmla="*/ 1579471 h 1587534"/>
              <a:gd name="connsiteX105" fmla="*/ 1249226 w 9662615"/>
              <a:gd name="connsiteY105" fmla="*/ 1583140 h 1587534"/>
              <a:gd name="connsiteX106" fmla="*/ 1217719 w 9662615"/>
              <a:gd name="connsiteY106" fmla="*/ 1580863 h 1587534"/>
              <a:gd name="connsiteX107" fmla="*/ 1091432 w 9662615"/>
              <a:gd name="connsiteY107" fmla="*/ 1571003 h 1587534"/>
              <a:gd name="connsiteX108" fmla="*/ 992039 w 9662615"/>
              <a:gd name="connsiteY108" fmla="*/ 1556662 h 1587534"/>
              <a:gd name="connsiteX109" fmla="*/ 868264 w 9662615"/>
              <a:gd name="connsiteY109" fmla="*/ 1566392 h 1587534"/>
              <a:gd name="connsiteX110" fmla="*/ 792765 w 9662615"/>
              <a:gd name="connsiteY110" fmla="*/ 1563102 h 1587534"/>
              <a:gd name="connsiteX111" fmla="*/ 669055 w 9662615"/>
              <a:gd name="connsiteY111" fmla="*/ 1543638 h 1587534"/>
              <a:gd name="connsiteX112" fmla="*/ 506152 w 9662615"/>
              <a:gd name="connsiteY112" fmla="*/ 1549124 h 1587534"/>
              <a:gd name="connsiteX113" fmla="*/ 472797 w 9662615"/>
              <a:gd name="connsiteY113" fmla="*/ 1568904 h 1587534"/>
              <a:gd name="connsiteX114" fmla="*/ 427864 w 9662615"/>
              <a:gd name="connsiteY114" fmla="*/ 1580848 h 1587534"/>
              <a:gd name="connsiteX115" fmla="*/ 408381 w 9662615"/>
              <a:gd name="connsiteY115" fmla="*/ 1552940 h 1587534"/>
              <a:gd name="connsiteX116" fmla="*/ 267163 w 9662615"/>
              <a:gd name="connsiteY116" fmla="*/ 1531913 h 1587534"/>
              <a:gd name="connsiteX117" fmla="*/ 196644 w 9662615"/>
              <a:gd name="connsiteY117" fmla="*/ 1524565 h 1587534"/>
              <a:gd name="connsiteX118" fmla="*/ 86819 w 9662615"/>
              <a:gd name="connsiteY118" fmla="*/ 1519517 h 1587534"/>
              <a:gd name="connsiteX119" fmla="*/ 53369 w 9662615"/>
              <a:gd name="connsiteY119" fmla="*/ 1516853 h 1587534"/>
              <a:gd name="connsiteX120" fmla="*/ 2359 w 9662615"/>
              <a:gd name="connsiteY120" fmla="*/ 1515247 h 1587534"/>
              <a:gd name="connsiteX121" fmla="*/ 0 w 9662615"/>
              <a:gd name="connsiteY121" fmla="*/ 1514932 h 1587534"/>
              <a:gd name="connsiteX122" fmla="*/ 0 w 9662615"/>
              <a:gd name="connsiteY122" fmla="*/ 0 h 1587534"/>
              <a:gd name="connsiteX0" fmla="*/ 0 w 9662615"/>
              <a:gd name="connsiteY0" fmla="*/ 0 h 1587534"/>
              <a:gd name="connsiteX1" fmla="*/ 9662615 w 9662615"/>
              <a:gd name="connsiteY1" fmla="*/ 0 h 1587534"/>
              <a:gd name="connsiteX2" fmla="*/ 9662615 w 9662615"/>
              <a:gd name="connsiteY2" fmla="*/ 1280346 h 1587534"/>
              <a:gd name="connsiteX3" fmla="*/ 9658420 w 9662615"/>
              <a:gd name="connsiteY3" fmla="*/ 1280106 h 1587534"/>
              <a:gd name="connsiteX4" fmla="*/ 9469546 w 9662615"/>
              <a:gd name="connsiteY4" fmla="*/ 1289837 h 1587534"/>
              <a:gd name="connsiteX5" fmla="*/ 9385895 w 9662615"/>
              <a:gd name="connsiteY5" fmla="*/ 1269203 h 1587534"/>
              <a:gd name="connsiteX6" fmla="*/ 9144767 w 9662615"/>
              <a:gd name="connsiteY6" fmla="*/ 1264120 h 1587534"/>
              <a:gd name="connsiteX7" fmla="*/ 8837252 w 9662615"/>
              <a:gd name="connsiteY7" fmla="*/ 1350515 h 1587534"/>
              <a:gd name="connsiteX8" fmla="*/ 8705466 w 9662615"/>
              <a:gd name="connsiteY8" fmla="*/ 1342419 h 1587534"/>
              <a:gd name="connsiteX9" fmla="*/ 8652221 w 9662615"/>
              <a:gd name="connsiteY9" fmla="*/ 1326906 h 1587534"/>
              <a:gd name="connsiteX10" fmla="*/ 8632312 w 9662615"/>
              <a:gd name="connsiteY10" fmla="*/ 1326025 h 1587534"/>
              <a:gd name="connsiteX11" fmla="*/ 8591582 w 9662615"/>
              <a:gd name="connsiteY11" fmla="*/ 1341666 h 1587534"/>
              <a:gd name="connsiteX12" fmla="*/ 8537336 w 9662615"/>
              <a:gd name="connsiteY12" fmla="*/ 1341684 h 1587534"/>
              <a:gd name="connsiteX13" fmla="*/ 8472508 w 9662615"/>
              <a:gd name="connsiteY13" fmla="*/ 1363109 h 1587534"/>
              <a:gd name="connsiteX14" fmla="*/ 8258477 w 9662615"/>
              <a:gd name="connsiteY14" fmla="*/ 1370666 h 1587534"/>
              <a:gd name="connsiteX15" fmla="*/ 8197961 w 9662615"/>
              <a:gd name="connsiteY15" fmla="*/ 1392804 h 1587534"/>
              <a:gd name="connsiteX16" fmla="*/ 8171196 w 9662615"/>
              <a:gd name="connsiteY16" fmla="*/ 1397216 h 1587534"/>
              <a:gd name="connsiteX17" fmla="*/ 8127667 w 9662615"/>
              <a:gd name="connsiteY17" fmla="*/ 1418254 h 1587534"/>
              <a:gd name="connsiteX18" fmla="*/ 7974579 w 9662615"/>
              <a:gd name="connsiteY18" fmla="*/ 1383439 h 1587534"/>
              <a:gd name="connsiteX19" fmla="*/ 7768351 w 9662615"/>
              <a:gd name="connsiteY19" fmla="*/ 1395051 h 1587534"/>
              <a:gd name="connsiteX20" fmla="*/ 7635985 w 9662615"/>
              <a:gd name="connsiteY20" fmla="*/ 1386363 h 1587534"/>
              <a:gd name="connsiteX21" fmla="*/ 7466069 w 9662615"/>
              <a:gd name="connsiteY21" fmla="*/ 1377654 h 1587534"/>
              <a:gd name="connsiteX22" fmla="*/ 7355642 w 9662615"/>
              <a:gd name="connsiteY22" fmla="*/ 1407761 h 1587534"/>
              <a:gd name="connsiteX23" fmla="*/ 7151610 w 9662615"/>
              <a:gd name="connsiteY23" fmla="*/ 1397856 h 1587534"/>
              <a:gd name="connsiteX24" fmla="*/ 7082147 w 9662615"/>
              <a:gd name="connsiteY24" fmla="*/ 1406113 h 1587534"/>
              <a:gd name="connsiteX25" fmla="*/ 7014958 w 9662615"/>
              <a:gd name="connsiteY25" fmla="*/ 1396883 h 1587534"/>
              <a:gd name="connsiteX26" fmla="*/ 6907567 w 9662615"/>
              <a:gd name="connsiteY26" fmla="*/ 1419149 h 1587534"/>
              <a:gd name="connsiteX27" fmla="*/ 6748428 w 9662615"/>
              <a:gd name="connsiteY27" fmla="*/ 1420308 h 1587534"/>
              <a:gd name="connsiteX28" fmla="*/ 6654257 w 9662615"/>
              <a:gd name="connsiteY28" fmla="*/ 1424143 h 1587534"/>
              <a:gd name="connsiteX29" fmla="*/ 6620123 w 9662615"/>
              <a:gd name="connsiteY29" fmla="*/ 1430535 h 1587534"/>
              <a:gd name="connsiteX30" fmla="*/ 6571355 w 9662615"/>
              <a:gd name="connsiteY30" fmla="*/ 1436144 h 1587534"/>
              <a:gd name="connsiteX31" fmla="*/ 6486557 w 9662615"/>
              <a:gd name="connsiteY31" fmla="*/ 1449861 h 1587534"/>
              <a:gd name="connsiteX32" fmla="*/ 6370419 w 9662615"/>
              <a:gd name="connsiteY32" fmla="*/ 1461649 h 1587534"/>
              <a:gd name="connsiteX33" fmla="*/ 6278839 w 9662615"/>
              <a:gd name="connsiteY33" fmla="*/ 1449160 h 1587534"/>
              <a:gd name="connsiteX34" fmla="*/ 6272455 w 9662615"/>
              <a:gd name="connsiteY34" fmla="*/ 1453191 h 1587534"/>
              <a:gd name="connsiteX35" fmla="*/ 6212659 w 9662615"/>
              <a:gd name="connsiteY35" fmla="*/ 1454850 h 1587534"/>
              <a:gd name="connsiteX36" fmla="*/ 6069317 w 9662615"/>
              <a:gd name="connsiteY36" fmla="*/ 1445838 h 1587534"/>
              <a:gd name="connsiteX37" fmla="*/ 5878477 w 9662615"/>
              <a:gd name="connsiteY37" fmla="*/ 1439180 h 1587534"/>
              <a:gd name="connsiteX38" fmla="*/ 5838387 w 9662615"/>
              <a:gd name="connsiteY38" fmla="*/ 1444679 h 1587534"/>
              <a:gd name="connsiteX39" fmla="*/ 5771136 w 9662615"/>
              <a:gd name="connsiteY39" fmla="*/ 1453639 h 1587534"/>
              <a:gd name="connsiteX40" fmla="*/ 5724081 w 9662615"/>
              <a:gd name="connsiteY40" fmla="*/ 1470431 h 1587534"/>
              <a:gd name="connsiteX41" fmla="*/ 5666577 w 9662615"/>
              <a:gd name="connsiteY41" fmla="*/ 1473921 h 1587534"/>
              <a:gd name="connsiteX42" fmla="*/ 5649068 w 9662615"/>
              <a:gd name="connsiteY42" fmla="*/ 1461676 h 1587534"/>
              <a:gd name="connsiteX43" fmla="*/ 5588902 w 9662615"/>
              <a:gd name="connsiteY43" fmla="*/ 1469647 h 1587534"/>
              <a:gd name="connsiteX44" fmla="*/ 5498090 w 9662615"/>
              <a:gd name="connsiteY44" fmla="*/ 1483173 h 1587534"/>
              <a:gd name="connsiteX45" fmla="*/ 5444641 w 9662615"/>
              <a:gd name="connsiteY45" fmla="*/ 1487602 h 1587534"/>
              <a:gd name="connsiteX46" fmla="*/ 5299812 w 9662615"/>
              <a:gd name="connsiteY46" fmla="*/ 1503362 h 1587534"/>
              <a:gd name="connsiteX47" fmla="*/ 5213947 w 9662615"/>
              <a:gd name="connsiteY47" fmla="*/ 1516637 h 1587534"/>
              <a:gd name="connsiteX48" fmla="*/ 5090342 w 9662615"/>
              <a:gd name="connsiteY48" fmla="*/ 1546680 h 1587534"/>
              <a:gd name="connsiteX49" fmla="*/ 5082104 w 9662615"/>
              <a:gd name="connsiteY49" fmla="*/ 1547781 h 1587534"/>
              <a:gd name="connsiteX50" fmla="*/ 5059484 w 9662615"/>
              <a:gd name="connsiteY50" fmla="*/ 1546802 h 1587534"/>
              <a:gd name="connsiteX51" fmla="*/ 5050958 w 9662615"/>
              <a:gd name="connsiteY51" fmla="*/ 1545776 h 1587534"/>
              <a:gd name="connsiteX52" fmla="*/ 5038524 w 9662615"/>
              <a:gd name="connsiteY52" fmla="*/ 1545675 h 1587534"/>
              <a:gd name="connsiteX53" fmla="*/ 5038223 w 9662615"/>
              <a:gd name="connsiteY53" fmla="*/ 1545881 h 1587534"/>
              <a:gd name="connsiteX54" fmla="*/ 5026564 w 9662615"/>
              <a:gd name="connsiteY54" fmla="*/ 1545376 h 1587534"/>
              <a:gd name="connsiteX55" fmla="*/ 4969433 w 9662615"/>
              <a:gd name="connsiteY55" fmla="*/ 1540263 h 1587534"/>
              <a:gd name="connsiteX56" fmla="*/ 4894799 w 9662615"/>
              <a:gd name="connsiteY56" fmla="*/ 1559476 h 1587534"/>
              <a:gd name="connsiteX57" fmla="*/ 4863775 w 9662615"/>
              <a:gd name="connsiteY57" fmla="*/ 1562633 h 1587534"/>
              <a:gd name="connsiteX58" fmla="*/ 4847242 w 9662615"/>
              <a:gd name="connsiteY58" fmla="*/ 1565435 h 1587534"/>
              <a:gd name="connsiteX59" fmla="*/ 4830335 w 9662615"/>
              <a:gd name="connsiteY59" fmla="*/ 1587534 h 1587534"/>
              <a:gd name="connsiteX60" fmla="*/ 4791466 w 9662615"/>
              <a:gd name="connsiteY60" fmla="*/ 1561324 h 1587534"/>
              <a:gd name="connsiteX61" fmla="*/ 4784247 w 9662615"/>
              <a:gd name="connsiteY61" fmla="*/ 1562342 h 1587534"/>
              <a:gd name="connsiteX62" fmla="*/ 4748477 w 9662615"/>
              <a:gd name="connsiteY62" fmla="*/ 1556925 h 1587534"/>
              <a:gd name="connsiteX63" fmla="*/ 4730033 w 9662615"/>
              <a:gd name="connsiteY63" fmla="*/ 1555274 h 1587534"/>
              <a:gd name="connsiteX64" fmla="*/ 4724747 w 9662615"/>
              <a:gd name="connsiteY64" fmla="*/ 1552439 h 1587534"/>
              <a:gd name="connsiteX65" fmla="*/ 4697562 w 9662615"/>
              <a:gd name="connsiteY65" fmla="*/ 1551206 h 1587534"/>
              <a:gd name="connsiteX66" fmla="*/ 4694469 w 9662615"/>
              <a:gd name="connsiteY66" fmla="*/ 1551958 h 1587534"/>
              <a:gd name="connsiteX67" fmla="*/ 4671940 w 9662615"/>
              <a:gd name="connsiteY67" fmla="*/ 1547617 h 1587534"/>
              <a:gd name="connsiteX68" fmla="*/ 4541612 w 9662615"/>
              <a:gd name="connsiteY68" fmla="*/ 1545262 h 1587534"/>
              <a:gd name="connsiteX69" fmla="*/ 4422155 w 9662615"/>
              <a:gd name="connsiteY69" fmla="*/ 1542059 h 1587534"/>
              <a:gd name="connsiteX70" fmla="*/ 4221826 w 9662615"/>
              <a:gd name="connsiteY70" fmla="*/ 1508923 h 1587534"/>
              <a:gd name="connsiteX71" fmla="*/ 4096601 w 9662615"/>
              <a:gd name="connsiteY71" fmla="*/ 1521563 h 1587534"/>
              <a:gd name="connsiteX72" fmla="*/ 3970635 w 9662615"/>
              <a:gd name="connsiteY72" fmla="*/ 1544815 h 1587534"/>
              <a:gd name="connsiteX73" fmla="*/ 3833906 w 9662615"/>
              <a:gd name="connsiteY73" fmla="*/ 1516637 h 1587534"/>
              <a:gd name="connsiteX74" fmla="*/ 3696258 w 9662615"/>
              <a:gd name="connsiteY74" fmla="*/ 1537563 h 1587534"/>
              <a:gd name="connsiteX75" fmla="*/ 3594070 w 9662615"/>
              <a:gd name="connsiteY75" fmla="*/ 1509422 h 1587534"/>
              <a:gd name="connsiteX76" fmla="*/ 3565233 w 9662615"/>
              <a:gd name="connsiteY76" fmla="*/ 1515122 h 1587534"/>
              <a:gd name="connsiteX77" fmla="*/ 3560267 w 9662615"/>
              <a:gd name="connsiteY77" fmla="*/ 1516288 h 1587534"/>
              <a:gd name="connsiteX78" fmla="*/ 3540258 w 9662615"/>
              <a:gd name="connsiteY78" fmla="*/ 1516976 h 1587534"/>
              <a:gd name="connsiteX79" fmla="*/ 3534780 w 9662615"/>
              <a:gd name="connsiteY79" fmla="*/ 1522141 h 1587534"/>
              <a:gd name="connsiteX80" fmla="*/ 3504783 w 9662615"/>
              <a:gd name="connsiteY80" fmla="*/ 1526739 h 1587534"/>
              <a:gd name="connsiteX81" fmla="*/ 3430805 w 9662615"/>
              <a:gd name="connsiteY81" fmla="*/ 1542521 h 1587534"/>
              <a:gd name="connsiteX82" fmla="*/ 3292707 w 9662615"/>
              <a:gd name="connsiteY82" fmla="*/ 1520490 h 1587534"/>
              <a:gd name="connsiteX83" fmla="*/ 3187872 w 9662615"/>
              <a:gd name="connsiteY83" fmla="*/ 1519991 h 1587534"/>
              <a:gd name="connsiteX84" fmla="*/ 3148026 w 9662615"/>
              <a:gd name="connsiteY84" fmla="*/ 1524777 h 1587534"/>
              <a:gd name="connsiteX85" fmla="*/ 3092394 w 9662615"/>
              <a:gd name="connsiteY85" fmla="*/ 1528115 h 1587534"/>
              <a:gd name="connsiteX86" fmla="*/ 2994200 w 9662615"/>
              <a:gd name="connsiteY86" fmla="*/ 1537857 h 1587534"/>
              <a:gd name="connsiteX87" fmla="*/ 2862301 w 9662615"/>
              <a:gd name="connsiteY87" fmla="*/ 1544250 h 1587534"/>
              <a:gd name="connsiteX88" fmla="*/ 2766335 w 9662615"/>
              <a:gd name="connsiteY88" fmla="*/ 1527662 h 1587534"/>
              <a:gd name="connsiteX89" fmla="*/ 2757836 w 9662615"/>
              <a:gd name="connsiteY89" fmla="*/ 1531371 h 1587534"/>
              <a:gd name="connsiteX90" fmla="*/ 2691555 w 9662615"/>
              <a:gd name="connsiteY90" fmla="*/ 1530283 h 1587534"/>
              <a:gd name="connsiteX91" fmla="*/ 2491676 w 9662615"/>
              <a:gd name="connsiteY91" fmla="*/ 1500859 h 1587534"/>
              <a:gd name="connsiteX92" fmla="*/ 2378036 w 9662615"/>
              <a:gd name="connsiteY92" fmla="*/ 1520645 h 1587534"/>
              <a:gd name="connsiteX93" fmla="*/ 2284269 w 9662615"/>
              <a:gd name="connsiteY93" fmla="*/ 1503068 h 1587534"/>
              <a:gd name="connsiteX94" fmla="*/ 2207104 w 9662615"/>
              <a:gd name="connsiteY94" fmla="*/ 1508888 h 1587534"/>
              <a:gd name="connsiteX95" fmla="*/ 2149226 w 9662615"/>
              <a:gd name="connsiteY95" fmla="*/ 1523409 h 1587534"/>
              <a:gd name="connsiteX96" fmla="*/ 2084783 w 9662615"/>
              <a:gd name="connsiteY96" fmla="*/ 1524245 h 1587534"/>
              <a:gd name="connsiteX97" fmla="*/ 2070075 w 9662615"/>
              <a:gd name="connsiteY97" fmla="*/ 1511285 h 1587534"/>
              <a:gd name="connsiteX98" fmla="*/ 2001057 w 9662615"/>
              <a:gd name="connsiteY98" fmla="*/ 1516449 h 1587534"/>
              <a:gd name="connsiteX99" fmla="*/ 1896330 w 9662615"/>
              <a:gd name="connsiteY99" fmla="*/ 1525725 h 1587534"/>
              <a:gd name="connsiteX100" fmla="*/ 1835994 w 9662615"/>
              <a:gd name="connsiteY100" fmla="*/ 1527678 h 1587534"/>
              <a:gd name="connsiteX101" fmla="*/ 1671119 w 9662615"/>
              <a:gd name="connsiteY101" fmla="*/ 1536701 h 1587534"/>
              <a:gd name="connsiteX102" fmla="*/ 1601337 w 9662615"/>
              <a:gd name="connsiteY102" fmla="*/ 1548552 h 1587534"/>
              <a:gd name="connsiteX103" fmla="*/ 1407755 w 9662615"/>
              <a:gd name="connsiteY103" fmla="*/ 1571444 h 1587534"/>
              <a:gd name="connsiteX104" fmla="*/ 1271994 w 9662615"/>
              <a:gd name="connsiteY104" fmla="*/ 1579471 h 1587534"/>
              <a:gd name="connsiteX105" fmla="*/ 1249226 w 9662615"/>
              <a:gd name="connsiteY105" fmla="*/ 1583140 h 1587534"/>
              <a:gd name="connsiteX106" fmla="*/ 1217719 w 9662615"/>
              <a:gd name="connsiteY106" fmla="*/ 1580863 h 1587534"/>
              <a:gd name="connsiteX107" fmla="*/ 1091432 w 9662615"/>
              <a:gd name="connsiteY107" fmla="*/ 1571003 h 1587534"/>
              <a:gd name="connsiteX108" fmla="*/ 992039 w 9662615"/>
              <a:gd name="connsiteY108" fmla="*/ 1556662 h 1587534"/>
              <a:gd name="connsiteX109" fmla="*/ 868264 w 9662615"/>
              <a:gd name="connsiteY109" fmla="*/ 1566392 h 1587534"/>
              <a:gd name="connsiteX110" fmla="*/ 792765 w 9662615"/>
              <a:gd name="connsiteY110" fmla="*/ 1563102 h 1587534"/>
              <a:gd name="connsiteX111" fmla="*/ 669055 w 9662615"/>
              <a:gd name="connsiteY111" fmla="*/ 1543638 h 1587534"/>
              <a:gd name="connsiteX112" fmla="*/ 506152 w 9662615"/>
              <a:gd name="connsiteY112" fmla="*/ 1549124 h 1587534"/>
              <a:gd name="connsiteX113" fmla="*/ 472797 w 9662615"/>
              <a:gd name="connsiteY113" fmla="*/ 1568904 h 1587534"/>
              <a:gd name="connsiteX114" fmla="*/ 427864 w 9662615"/>
              <a:gd name="connsiteY114" fmla="*/ 1580848 h 1587534"/>
              <a:gd name="connsiteX115" fmla="*/ 408381 w 9662615"/>
              <a:gd name="connsiteY115" fmla="*/ 1552940 h 1587534"/>
              <a:gd name="connsiteX116" fmla="*/ 267163 w 9662615"/>
              <a:gd name="connsiteY116" fmla="*/ 1531913 h 1587534"/>
              <a:gd name="connsiteX117" fmla="*/ 196644 w 9662615"/>
              <a:gd name="connsiteY117" fmla="*/ 1524565 h 1587534"/>
              <a:gd name="connsiteX118" fmla="*/ 86819 w 9662615"/>
              <a:gd name="connsiteY118" fmla="*/ 1519517 h 1587534"/>
              <a:gd name="connsiteX119" fmla="*/ 53369 w 9662615"/>
              <a:gd name="connsiteY119" fmla="*/ 1516853 h 1587534"/>
              <a:gd name="connsiteX120" fmla="*/ 2359 w 9662615"/>
              <a:gd name="connsiteY120" fmla="*/ 1515247 h 1587534"/>
              <a:gd name="connsiteX121" fmla="*/ 0 w 9662615"/>
              <a:gd name="connsiteY121" fmla="*/ 1514932 h 1587534"/>
              <a:gd name="connsiteX122" fmla="*/ 0 w 9662615"/>
              <a:gd name="connsiteY122" fmla="*/ 0 h 1587534"/>
              <a:gd name="connsiteX0" fmla="*/ 0 w 9662615"/>
              <a:gd name="connsiteY0" fmla="*/ 0 h 1587534"/>
              <a:gd name="connsiteX1" fmla="*/ 9662615 w 9662615"/>
              <a:gd name="connsiteY1" fmla="*/ 0 h 1587534"/>
              <a:gd name="connsiteX2" fmla="*/ 9662615 w 9662615"/>
              <a:gd name="connsiteY2" fmla="*/ 1280346 h 1587534"/>
              <a:gd name="connsiteX3" fmla="*/ 9658420 w 9662615"/>
              <a:gd name="connsiteY3" fmla="*/ 1280106 h 1587534"/>
              <a:gd name="connsiteX4" fmla="*/ 9469546 w 9662615"/>
              <a:gd name="connsiteY4" fmla="*/ 1289837 h 1587534"/>
              <a:gd name="connsiteX5" fmla="*/ 9385895 w 9662615"/>
              <a:gd name="connsiteY5" fmla="*/ 1269203 h 1587534"/>
              <a:gd name="connsiteX6" fmla="*/ 9144767 w 9662615"/>
              <a:gd name="connsiteY6" fmla="*/ 1264120 h 1587534"/>
              <a:gd name="connsiteX7" fmla="*/ 8837252 w 9662615"/>
              <a:gd name="connsiteY7" fmla="*/ 1350515 h 1587534"/>
              <a:gd name="connsiteX8" fmla="*/ 8705466 w 9662615"/>
              <a:gd name="connsiteY8" fmla="*/ 1342419 h 1587534"/>
              <a:gd name="connsiteX9" fmla="*/ 8652221 w 9662615"/>
              <a:gd name="connsiteY9" fmla="*/ 1326906 h 1587534"/>
              <a:gd name="connsiteX10" fmla="*/ 8632312 w 9662615"/>
              <a:gd name="connsiteY10" fmla="*/ 1326025 h 1587534"/>
              <a:gd name="connsiteX11" fmla="*/ 8591582 w 9662615"/>
              <a:gd name="connsiteY11" fmla="*/ 1341666 h 1587534"/>
              <a:gd name="connsiteX12" fmla="*/ 8537336 w 9662615"/>
              <a:gd name="connsiteY12" fmla="*/ 1341684 h 1587534"/>
              <a:gd name="connsiteX13" fmla="*/ 8472508 w 9662615"/>
              <a:gd name="connsiteY13" fmla="*/ 1363109 h 1587534"/>
              <a:gd name="connsiteX14" fmla="*/ 8258477 w 9662615"/>
              <a:gd name="connsiteY14" fmla="*/ 1370666 h 1587534"/>
              <a:gd name="connsiteX15" fmla="*/ 8197961 w 9662615"/>
              <a:gd name="connsiteY15" fmla="*/ 1392804 h 1587534"/>
              <a:gd name="connsiteX16" fmla="*/ 8171196 w 9662615"/>
              <a:gd name="connsiteY16" fmla="*/ 1397216 h 1587534"/>
              <a:gd name="connsiteX17" fmla="*/ 8127667 w 9662615"/>
              <a:gd name="connsiteY17" fmla="*/ 1418254 h 1587534"/>
              <a:gd name="connsiteX18" fmla="*/ 7974579 w 9662615"/>
              <a:gd name="connsiteY18" fmla="*/ 1383439 h 1587534"/>
              <a:gd name="connsiteX19" fmla="*/ 7768351 w 9662615"/>
              <a:gd name="connsiteY19" fmla="*/ 1395051 h 1587534"/>
              <a:gd name="connsiteX20" fmla="*/ 7635985 w 9662615"/>
              <a:gd name="connsiteY20" fmla="*/ 1386363 h 1587534"/>
              <a:gd name="connsiteX21" fmla="*/ 7466069 w 9662615"/>
              <a:gd name="connsiteY21" fmla="*/ 1377654 h 1587534"/>
              <a:gd name="connsiteX22" fmla="*/ 7355642 w 9662615"/>
              <a:gd name="connsiteY22" fmla="*/ 1407761 h 1587534"/>
              <a:gd name="connsiteX23" fmla="*/ 7151610 w 9662615"/>
              <a:gd name="connsiteY23" fmla="*/ 1397856 h 1587534"/>
              <a:gd name="connsiteX24" fmla="*/ 7082147 w 9662615"/>
              <a:gd name="connsiteY24" fmla="*/ 1406113 h 1587534"/>
              <a:gd name="connsiteX25" fmla="*/ 7014958 w 9662615"/>
              <a:gd name="connsiteY25" fmla="*/ 1396883 h 1587534"/>
              <a:gd name="connsiteX26" fmla="*/ 6907567 w 9662615"/>
              <a:gd name="connsiteY26" fmla="*/ 1419149 h 1587534"/>
              <a:gd name="connsiteX27" fmla="*/ 6748428 w 9662615"/>
              <a:gd name="connsiteY27" fmla="*/ 1420308 h 1587534"/>
              <a:gd name="connsiteX28" fmla="*/ 6654257 w 9662615"/>
              <a:gd name="connsiteY28" fmla="*/ 1424143 h 1587534"/>
              <a:gd name="connsiteX29" fmla="*/ 6620123 w 9662615"/>
              <a:gd name="connsiteY29" fmla="*/ 1430535 h 1587534"/>
              <a:gd name="connsiteX30" fmla="*/ 6571355 w 9662615"/>
              <a:gd name="connsiteY30" fmla="*/ 1436144 h 1587534"/>
              <a:gd name="connsiteX31" fmla="*/ 6486557 w 9662615"/>
              <a:gd name="connsiteY31" fmla="*/ 1449861 h 1587534"/>
              <a:gd name="connsiteX32" fmla="*/ 6370419 w 9662615"/>
              <a:gd name="connsiteY32" fmla="*/ 1461649 h 1587534"/>
              <a:gd name="connsiteX33" fmla="*/ 6278839 w 9662615"/>
              <a:gd name="connsiteY33" fmla="*/ 1449160 h 1587534"/>
              <a:gd name="connsiteX34" fmla="*/ 6272455 w 9662615"/>
              <a:gd name="connsiteY34" fmla="*/ 1453191 h 1587534"/>
              <a:gd name="connsiteX35" fmla="*/ 6212659 w 9662615"/>
              <a:gd name="connsiteY35" fmla="*/ 1454850 h 1587534"/>
              <a:gd name="connsiteX36" fmla="*/ 6069317 w 9662615"/>
              <a:gd name="connsiteY36" fmla="*/ 1445838 h 1587534"/>
              <a:gd name="connsiteX37" fmla="*/ 5878477 w 9662615"/>
              <a:gd name="connsiteY37" fmla="*/ 1439180 h 1587534"/>
              <a:gd name="connsiteX38" fmla="*/ 5838387 w 9662615"/>
              <a:gd name="connsiteY38" fmla="*/ 1444679 h 1587534"/>
              <a:gd name="connsiteX39" fmla="*/ 5771136 w 9662615"/>
              <a:gd name="connsiteY39" fmla="*/ 1453639 h 1587534"/>
              <a:gd name="connsiteX40" fmla="*/ 5724081 w 9662615"/>
              <a:gd name="connsiteY40" fmla="*/ 1470431 h 1587534"/>
              <a:gd name="connsiteX41" fmla="*/ 5666577 w 9662615"/>
              <a:gd name="connsiteY41" fmla="*/ 1473921 h 1587534"/>
              <a:gd name="connsiteX42" fmla="*/ 5649068 w 9662615"/>
              <a:gd name="connsiteY42" fmla="*/ 1461676 h 1587534"/>
              <a:gd name="connsiteX43" fmla="*/ 5588902 w 9662615"/>
              <a:gd name="connsiteY43" fmla="*/ 1469647 h 1587534"/>
              <a:gd name="connsiteX44" fmla="*/ 5498090 w 9662615"/>
              <a:gd name="connsiteY44" fmla="*/ 1483173 h 1587534"/>
              <a:gd name="connsiteX45" fmla="*/ 5444641 w 9662615"/>
              <a:gd name="connsiteY45" fmla="*/ 1487602 h 1587534"/>
              <a:gd name="connsiteX46" fmla="*/ 5299812 w 9662615"/>
              <a:gd name="connsiteY46" fmla="*/ 1503362 h 1587534"/>
              <a:gd name="connsiteX47" fmla="*/ 5213947 w 9662615"/>
              <a:gd name="connsiteY47" fmla="*/ 1516637 h 1587534"/>
              <a:gd name="connsiteX48" fmla="*/ 5090342 w 9662615"/>
              <a:gd name="connsiteY48" fmla="*/ 1546680 h 1587534"/>
              <a:gd name="connsiteX49" fmla="*/ 5082104 w 9662615"/>
              <a:gd name="connsiteY49" fmla="*/ 1547781 h 1587534"/>
              <a:gd name="connsiteX50" fmla="*/ 5059484 w 9662615"/>
              <a:gd name="connsiteY50" fmla="*/ 1546802 h 1587534"/>
              <a:gd name="connsiteX51" fmla="*/ 5050958 w 9662615"/>
              <a:gd name="connsiteY51" fmla="*/ 1545776 h 1587534"/>
              <a:gd name="connsiteX52" fmla="*/ 5038524 w 9662615"/>
              <a:gd name="connsiteY52" fmla="*/ 1545675 h 1587534"/>
              <a:gd name="connsiteX53" fmla="*/ 5038223 w 9662615"/>
              <a:gd name="connsiteY53" fmla="*/ 1545881 h 1587534"/>
              <a:gd name="connsiteX54" fmla="*/ 5026564 w 9662615"/>
              <a:gd name="connsiteY54" fmla="*/ 1545376 h 1587534"/>
              <a:gd name="connsiteX55" fmla="*/ 4969433 w 9662615"/>
              <a:gd name="connsiteY55" fmla="*/ 1540263 h 1587534"/>
              <a:gd name="connsiteX56" fmla="*/ 4894799 w 9662615"/>
              <a:gd name="connsiteY56" fmla="*/ 1559476 h 1587534"/>
              <a:gd name="connsiteX57" fmla="*/ 4863775 w 9662615"/>
              <a:gd name="connsiteY57" fmla="*/ 1562633 h 1587534"/>
              <a:gd name="connsiteX58" fmla="*/ 4847242 w 9662615"/>
              <a:gd name="connsiteY58" fmla="*/ 1565435 h 1587534"/>
              <a:gd name="connsiteX59" fmla="*/ 4830335 w 9662615"/>
              <a:gd name="connsiteY59" fmla="*/ 1587534 h 1587534"/>
              <a:gd name="connsiteX60" fmla="*/ 4791466 w 9662615"/>
              <a:gd name="connsiteY60" fmla="*/ 1561324 h 1587534"/>
              <a:gd name="connsiteX61" fmla="*/ 4784247 w 9662615"/>
              <a:gd name="connsiteY61" fmla="*/ 1562342 h 1587534"/>
              <a:gd name="connsiteX62" fmla="*/ 4748477 w 9662615"/>
              <a:gd name="connsiteY62" fmla="*/ 1556925 h 1587534"/>
              <a:gd name="connsiteX63" fmla="*/ 4730033 w 9662615"/>
              <a:gd name="connsiteY63" fmla="*/ 1555274 h 1587534"/>
              <a:gd name="connsiteX64" fmla="*/ 4724747 w 9662615"/>
              <a:gd name="connsiteY64" fmla="*/ 1552439 h 1587534"/>
              <a:gd name="connsiteX65" fmla="*/ 4697562 w 9662615"/>
              <a:gd name="connsiteY65" fmla="*/ 1551206 h 1587534"/>
              <a:gd name="connsiteX66" fmla="*/ 4694469 w 9662615"/>
              <a:gd name="connsiteY66" fmla="*/ 1551958 h 1587534"/>
              <a:gd name="connsiteX67" fmla="*/ 4603028 w 9662615"/>
              <a:gd name="connsiteY67" fmla="*/ 1568821 h 1587534"/>
              <a:gd name="connsiteX68" fmla="*/ 4541612 w 9662615"/>
              <a:gd name="connsiteY68" fmla="*/ 1545262 h 1587534"/>
              <a:gd name="connsiteX69" fmla="*/ 4422155 w 9662615"/>
              <a:gd name="connsiteY69" fmla="*/ 1542059 h 1587534"/>
              <a:gd name="connsiteX70" fmla="*/ 4221826 w 9662615"/>
              <a:gd name="connsiteY70" fmla="*/ 1508923 h 1587534"/>
              <a:gd name="connsiteX71" fmla="*/ 4096601 w 9662615"/>
              <a:gd name="connsiteY71" fmla="*/ 1521563 h 1587534"/>
              <a:gd name="connsiteX72" fmla="*/ 3970635 w 9662615"/>
              <a:gd name="connsiteY72" fmla="*/ 1544815 h 1587534"/>
              <a:gd name="connsiteX73" fmla="*/ 3833906 w 9662615"/>
              <a:gd name="connsiteY73" fmla="*/ 1516637 h 1587534"/>
              <a:gd name="connsiteX74" fmla="*/ 3696258 w 9662615"/>
              <a:gd name="connsiteY74" fmla="*/ 1537563 h 1587534"/>
              <a:gd name="connsiteX75" fmla="*/ 3594070 w 9662615"/>
              <a:gd name="connsiteY75" fmla="*/ 1509422 h 1587534"/>
              <a:gd name="connsiteX76" fmla="*/ 3565233 w 9662615"/>
              <a:gd name="connsiteY76" fmla="*/ 1515122 h 1587534"/>
              <a:gd name="connsiteX77" fmla="*/ 3560267 w 9662615"/>
              <a:gd name="connsiteY77" fmla="*/ 1516288 h 1587534"/>
              <a:gd name="connsiteX78" fmla="*/ 3540258 w 9662615"/>
              <a:gd name="connsiteY78" fmla="*/ 1516976 h 1587534"/>
              <a:gd name="connsiteX79" fmla="*/ 3534780 w 9662615"/>
              <a:gd name="connsiteY79" fmla="*/ 1522141 h 1587534"/>
              <a:gd name="connsiteX80" fmla="*/ 3504783 w 9662615"/>
              <a:gd name="connsiteY80" fmla="*/ 1526739 h 1587534"/>
              <a:gd name="connsiteX81" fmla="*/ 3430805 w 9662615"/>
              <a:gd name="connsiteY81" fmla="*/ 1542521 h 1587534"/>
              <a:gd name="connsiteX82" fmla="*/ 3292707 w 9662615"/>
              <a:gd name="connsiteY82" fmla="*/ 1520490 h 1587534"/>
              <a:gd name="connsiteX83" fmla="*/ 3187872 w 9662615"/>
              <a:gd name="connsiteY83" fmla="*/ 1519991 h 1587534"/>
              <a:gd name="connsiteX84" fmla="*/ 3148026 w 9662615"/>
              <a:gd name="connsiteY84" fmla="*/ 1524777 h 1587534"/>
              <a:gd name="connsiteX85" fmla="*/ 3092394 w 9662615"/>
              <a:gd name="connsiteY85" fmla="*/ 1528115 h 1587534"/>
              <a:gd name="connsiteX86" fmla="*/ 2994200 w 9662615"/>
              <a:gd name="connsiteY86" fmla="*/ 1537857 h 1587534"/>
              <a:gd name="connsiteX87" fmla="*/ 2862301 w 9662615"/>
              <a:gd name="connsiteY87" fmla="*/ 1544250 h 1587534"/>
              <a:gd name="connsiteX88" fmla="*/ 2766335 w 9662615"/>
              <a:gd name="connsiteY88" fmla="*/ 1527662 h 1587534"/>
              <a:gd name="connsiteX89" fmla="*/ 2757836 w 9662615"/>
              <a:gd name="connsiteY89" fmla="*/ 1531371 h 1587534"/>
              <a:gd name="connsiteX90" fmla="*/ 2691555 w 9662615"/>
              <a:gd name="connsiteY90" fmla="*/ 1530283 h 1587534"/>
              <a:gd name="connsiteX91" fmla="*/ 2491676 w 9662615"/>
              <a:gd name="connsiteY91" fmla="*/ 1500859 h 1587534"/>
              <a:gd name="connsiteX92" fmla="*/ 2378036 w 9662615"/>
              <a:gd name="connsiteY92" fmla="*/ 1520645 h 1587534"/>
              <a:gd name="connsiteX93" fmla="*/ 2284269 w 9662615"/>
              <a:gd name="connsiteY93" fmla="*/ 1503068 h 1587534"/>
              <a:gd name="connsiteX94" fmla="*/ 2207104 w 9662615"/>
              <a:gd name="connsiteY94" fmla="*/ 1508888 h 1587534"/>
              <a:gd name="connsiteX95" fmla="*/ 2149226 w 9662615"/>
              <a:gd name="connsiteY95" fmla="*/ 1523409 h 1587534"/>
              <a:gd name="connsiteX96" fmla="*/ 2084783 w 9662615"/>
              <a:gd name="connsiteY96" fmla="*/ 1524245 h 1587534"/>
              <a:gd name="connsiteX97" fmla="*/ 2070075 w 9662615"/>
              <a:gd name="connsiteY97" fmla="*/ 1511285 h 1587534"/>
              <a:gd name="connsiteX98" fmla="*/ 2001057 w 9662615"/>
              <a:gd name="connsiteY98" fmla="*/ 1516449 h 1587534"/>
              <a:gd name="connsiteX99" fmla="*/ 1896330 w 9662615"/>
              <a:gd name="connsiteY99" fmla="*/ 1525725 h 1587534"/>
              <a:gd name="connsiteX100" fmla="*/ 1835994 w 9662615"/>
              <a:gd name="connsiteY100" fmla="*/ 1527678 h 1587534"/>
              <a:gd name="connsiteX101" fmla="*/ 1671119 w 9662615"/>
              <a:gd name="connsiteY101" fmla="*/ 1536701 h 1587534"/>
              <a:gd name="connsiteX102" fmla="*/ 1601337 w 9662615"/>
              <a:gd name="connsiteY102" fmla="*/ 1548552 h 1587534"/>
              <a:gd name="connsiteX103" fmla="*/ 1407755 w 9662615"/>
              <a:gd name="connsiteY103" fmla="*/ 1571444 h 1587534"/>
              <a:gd name="connsiteX104" fmla="*/ 1271994 w 9662615"/>
              <a:gd name="connsiteY104" fmla="*/ 1579471 h 1587534"/>
              <a:gd name="connsiteX105" fmla="*/ 1249226 w 9662615"/>
              <a:gd name="connsiteY105" fmla="*/ 1583140 h 1587534"/>
              <a:gd name="connsiteX106" fmla="*/ 1217719 w 9662615"/>
              <a:gd name="connsiteY106" fmla="*/ 1580863 h 1587534"/>
              <a:gd name="connsiteX107" fmla="*/ 1091432 w 9662615"/>
              <a:gd name="connsiteY107" fmla="*/ 1571003 h 1587534"/>
              <a:gd name="connsiteX108" fmla="*/ 992039 w 9662615"/>
              <a:gd name="connsiteY108" fmla="*/ 1556662 h 1587534"/>
              <a:gd name="connsiteX109" fmla="*/ 868264 w 9662615"/>
              <a:gd name="connsiteY109" fmla="*/ 1566392 h 1587534"/>
              <a:gd name="connsiteX110" fmla="*/ 792765 w 9662615"/>
              <a:gd name="connsiteY110" fmla="*/ 1563102 h 1587534"/>
              <a:gd name="connsiteX111" fmla="*/ 669055 w 9662615"/>
              <a:gd name="connsiteY111" fmla="*/ 1543638 h 1587534"/>
              <a:gd name="connsiteX112" fmla="*/ 506152 w 9662615"/>
              <a:gd name="connsiteY112" fmla="*/ 1549124 h 1587534"/>
              <a:gd name="connsiteX113" fmla="*/ 472797 w 9662615"/>
              <a:gd name="connsiteY113" fmla="*/ 1568904 h 1587534"/>
              <a:gd name="connsiteX114" fmla="*/ 427864 w 9662615"/>
              <a:gd name="connsiteY114" fmla="*/ 1580848 h 1587534"/>
              <a:gd name="connsiteX115" fmla="*/ 408381 w 9662615"/>
              <a:gd name="connsiteY115" fmla="*/ 1552940 h 1587534"/>
              <a:gd name="connsiteX116" fmla="*/ 267163 w 9662615"/>
              <a:gd name="connsiteY116" fmla="*/ 1531913 h 1587534"/>
              <a:gd name="connsiteX117" fmla="*/ 196644 w 9662615"/>
              <a:gd name="connsiteY117" fmla="*/ 1524565 h 1587534"/>
              <a:gd name="connsiteX118" fmla="*/ 86819 w 9662615"/>
              <a:gd name="connsiteY118" fmla="*/ 1519517 h 1587534"/>
              <a:gd name="connsiteX119" fmla="*/ 53369 w 9662615"/>
              <a:gd name="connsiteY119" fmla="*/ 1516853 h 1587534"/>
              <a:gd name="connsiteX120" fmla="*/ 2359 w 9662615"/>
              <a:gd name="connsiteY120" fmla="*/ 1515247 h 1587534"/>
              <a:gd name="connsiteX121" fmla="*/ 0 w 9662615"/>
              <a:gd name="connsiteY121" fmla="*/ 1514932 h 1587534"/>
              <a:gd name="connsiteX122" fmla="*/ 0 w 9662615"/>
              <a:gd name="connsiteY122" fmla="*/ 0 h 1587534"/>
              <a:gd name="connsiteX0" fmla="*/ 0 w 9662615"/>
              <a:gd name="connsiteY0" fmla="*/ 0 h 1587534"/>
              <a:gd name="connsiteX1" fmla="*/ 9662615 w 9662615"/>
              <a:gd name="connsiteY1" fmla="*/ 0 h 1587534"/>
              <a:gd name="connsiteX2" fmla="*/ 9662615 w 9662615"/>
              <a:gd name="connsiteY2" fmla="*/ 1280346 h 1587534"/>
              <a:gd name="connsiteX3" fmla="*/ 9658420 w 9662615"/>
              <a:gd name="connsiteY3" fmla="*/ 1280106 h 1587534"/>
              <a:gd name="connsiteX4" fmla="*/ 9469546 w 9662615"/>
              <a:gd name="connsiteY4" fmla="*/ 1289837 h 1587534"/>
              <a:gd name="connsiteX5" fmla="*/ 9385895 w 9662615"/>
              <a:gd name="connsiteY5" fmla="*/ 1269203 h 1587534"/>
              <a:gd name="connsiteX6" fmla="*/ 9144767 w 9662615"/>
              <a:gd name="connsiteY6" fmla="*/ 1264120 h 1587534"/>
              <a:gd name="connsiteX7" fmla="*/ 8837252 w 9662615"/>
              <a:gd name="connsiteY7" fmla="*/ 1350515 h 1587534"/>
              <a:gd name="connsiteX8" fmla="*/ 8705466 w 9662615"/>
              <a:gd name="connsiteY8" fmla="*/ 1342419 h 1587534"/>
              <a:gd name="connsiteX9" fmla="*/ 8652221 w 9662615"/>
              <a:gd name="connsiteY9" fmla="*/ 1326906 h 1587534"/>
              <a:gd name="connsiteX10" fmla="*/ 8632312 w 9662615"/>
              <a:gd name="connsiteY10" fmla="*/ 1326025 h 1587534"/>
              <a:gd name="connsiteX11" fmla="*/ 8591582 w 9662615"/>
              <a:gd name="connsiteY11" fmla="*/ 1341666 h 1587534"/>
              <a:gd name="connsiteX12" fmla="*/ 8537336 w 9662615"/>
              <a:gd name="connsiteY12" fmla="*/ 1341684 h 1587534"/>
              <a:gd name="connsiteX13" fmla="*/ 8472508 w 9662615"/>
              <a:gd name="connsiteY13" fmla="*/ 1363109 h 1587534"/>
              <a:gd name="connsiteX14" fmla="*/ 8258477 w 9662615"/>
              <a:gd name="connsiteY14" fmla="*/ 1370666 h 1587534"/>
              <a:gd name="connsiteX15" fmla="*/ 8197961 w 9662615"/>
              <a:gd name="connsiteY15" fmla="*/ 1392804 h 1587534"/>
              <a:gd name="connsiteX16" fmla="*/ 8171196 w 9662615"/>
              <a:gd name="connsiteY16" fmla="*/ 1397216 h 1587534"/>
              <a:gd name="connsiteX17" fmla="*/ 8127667 w 9662615"/>
              <a:gd name="connsiteY17" fmla="*/ 1418254 h 1587534"/>
              <a:gd name="connsiteX18" fmla="*/ 7974579 w 9662615"/>
              <a:gd name="connsiteY18" fmla="*/ 1383439 h 1587534"/>
              <a:gd name="connsiteX19" fmla="*/ 7768351 w 9662615"/>
              <a:gd name="connsiteY19" fmla="*/ 1395051 h 1587534"/>
              <a:gd name="connsiteX20" fmla="*/ 7635985 w 9662615"/>
              <a:gd name="connsiteY20" fmla="*/ 1386363 h 1587534"/>
              <a:gd name="connsiteX21" fmla="*/ 7466069 w 9662615"/>
              <a:gd name="connsiteY21" fmla="*/ 1377654 h 1587534"/>
              <a:gd name="connsiteX22" fmla="*/ 7355642 w 9662615"/>
              <a:gd name="connsiteY22" fmla="*/ 1407761 h 1587534"/>
              <a:gd name="connsiteX23" fmla="*/ 7151610 w 9662615"/>
              <a:gd name="connsiteY23" fmla="*/ 1397856 h 1587534"/>
              <a:gd name="connsiteX24" fmla="*/ 7082147 w 9662615"/>
              <a:gd name="connsiteY24" fmla="*/ 1406113 h 1587534"/>
              <a:gd name="connsiteX25" fmla="*/ 7014958 w 9662615"/>
              <a:gd name="connsiteY25" fmla="*/ 1396883 h 1587534"/>
              <a:gd name="connsiteX26" fmla="*/ 6907567 w 9662615"/>
              <a:gd name="connsiteY26" fmla="*/ 1419149 h 1587534"/>
              <a:gd name="connsiteX27" fmla="*/ 6748428 w 9662615"/>
              <a:gd name="connsiteY27" fmla="*/ 1420308 h 1587534"/>
              <a:gd name="connsiteX28" fmla="*/ 6654257 w 9662615"/>
              <a:gd name="connsiteY28" fmla="*/ 1424143 h 1587534"/>
              <a:gd name="connsiteX29" fmla="*/ 6620123 w 9662615"/>
              <a:gd name="connsiteY29" fmla="*/ 1430535 h 1587534"/>
              <a:gd name="connsiteX30" fmla="*/ 6571355 w 9662615"/>
              <a:gd name="connsiteY30" fmla="*/ 1436144 h 1587534"/>
              <a:gd name="connsiteX31" fmla="*/ 6486557 w 9662615"/>
              <a:gd name="connsiteY31" fmla="*/ 1449861 h 1587534"/>
              <a:gd name="connsiteX32" fmla="*/ 6370419 w 9662615"/>
              <a:gd name="connsiteY32" fmla="*/ 1461649 h 1587534"/>
              <a:gd name="connsiteX33" fmla="*/ 6278839 w 9662615"/>
              <a:gd name="connsiteY33" fmla="*/ 1449160 h 1587534"/>
              <a:gd name="connsiteX34" fmla="*/ 6272455 w 9662615"/>
              <a:gd name="connsiteY34" fmla="*/ 1453191 h 1587534"/>
              <a:gd name="connsiteX35" fmla="*/ 6212659 w 9662615"/>
              <a:gd name="connsiteY35" fmla="*/ 1454850 h 1587534"/>
              <a:gd name="connsiteX36" fmla="*/ 6069317 w 9662615"/>
              <a:gd name="connsiteY36" fmla="*/ 1445838 h 1587534"/>
              <a:gd name="connsiteX37" fmla="*/ 5878477 w 9662615"/>
              <a:gd name="connsiteY37" fmla="*/ 1439180 h 1587534"/>
              <a:gd name="connsiteX38" fmla="*/ 5838387 w 9662615"/>
              <a:gd name="connsiteY38" fmla="*/ 1444679 h 1587534"/>
              <a:gd name="connsiteX39" fmla="*/ 5771136 w 9662615"/>
              <a:gd name="connsiteY39" fmla="*/ 1453639 h 1587534"/>
              <a:gd name="connsiteX40" fmla="*/ 5724081 w 9662615"/>
              <a:gd name="connsiteY40" fmla="*/ 1470431 h 1587534"/>
              <a:gd name="connsiteX41" fmla="*/ 5666577 w 9662615"/>
              <a:gd name="connsiteY41" fmla="*/ 1473921 h 1587534"/>
              <a:gd name="connsiteX42" fmla="*/ 5649068 w 9662615"/>
              <a:gd name="connsiteY42" fmla="*/ 1461676 h 1587534"/>
              <a:gd name="connsiteX43" fmla="*/ 5588902 w 9662615"/>
              <a:gd name="connsiteY43" fmla="*/ 1469647 h 1587534"/>
              <a:gd name="connsiteX44" fmla="*/ 5498090 w 9662615"/>
              <a:gd name="connsiteY44" fmla="*/ 1483173 h 1587534"/>
              <a:gd name="connsiteX45" fmla="*/ 5444641 w 9662615"/>
              <a:gd name="connsiteY45" fmla="*/ 1487602 h 1587534"/>
              <a:gd name="connsiteX46" fmla="*/ 5299812 w 9662615"/>
              <a:gd name="connsiteY46" fmla="*/ 1503362 h 1587534"/>
              <a:gd name="connsiteX47" fmla="*/ 5213947 w 9662615"/>
              <a:gd name="connsiteY47" fmla="*/ 1516637 h 1587534"/>
              <a:gd name="connsiteX48" fmla="*/ 5090342 w 9662615"/>
              <a:gd name="connsiteY48" fmla="*/ 1546680 h 1587534"/>
              <a:gd name="connsiteX49" fmla="*/ 5082104 w 9662615"/>
              <a:gd name="connsiteY49" fmla="*/ 1547781 h 1587534"/>
              <a:gd name="connsiteX50" fmla="*/ 5059484 w 9662615"/>
              <a:gd name="connsiteY50" fmla="*/ 1546802 h 1587534"/>
              <a:gd name="connsiteX51" fmla="*/ 5050958 w 9662615"/>
              <a:gd name="connsiteY51" fmla="*/ 1545776 h 1587534"/>
              <a:gd name="connsiteX52" fmla="*/ 5038524 w 9662615"/>
              <a:gd name="connsiteY52" fmla="*/ 1545675 h 1587534"/>
              <a:gd name="connsiteX53" fmla="*/ 5038223 w 9662615"/>
              <a:gd name="connsiteY53" fmla="*/ 1545881 h 1587534"/>
              <a:gd name="connsiteX54" fmla="*/ 5026564 w 9662615"/>
              <a:gd name="connsiteY54" fmla="*/ 1545376 h 1587534"/>
              <a:gd name="connsiteX55" fmla="*/ 4969433 w 9662615"/>
              <a:gd name="connsiteY55" fmla="*/ 1540263 h 1587534"/>
              <a:gd name="connsiteX56" fmla="*/ 4894799 w 9662615"/>
              <a:gd name="connsiteY56" fmla="*/ 1559476 h 1587534"/>
              <a:gd name="connsiteX57" fmla="*/ 4863775 w 9662615"/>
              <a:gd name="connsiteY57" fmla="*/ 1562633 h 1587534"/>
              <a:gd name="connsiteX58" fmla="*/ 4847242 w 9662615"/>
              <a:gd name="connsiteY58" fmla="*/ 1565435 h 1587534"/>
              <a:gd name="connsiteX59" fmla="*/ 4830335 w 9662615"/>
              <a:gd name="connsiteY59" fmla="*/ 1587534 h 1587534"/>
              <a:gd name="connsiteX60" fmla="*/ 4791466 w 9662615"/>
              <a:gd name="connsiteY60" fmla="*/ 1561324 h 1587534"/>
              <a:gd name="connsiteX61" fmla="*/ 4784247 w 9662615"/>
              <a:gd name="connsiteY61" fmla="*/ 1562342 h 1587534"/>
              <a:gd name="connsiteX62" fmla="*/ 4748477 w 9662615"/>
              <a:gd name="connsiteY62" fmla="*/ 1556925 h 1587534"/>
              <a:gd name="connsiteX63" fmla="*/ 4730033 w 9662615"/>
              <a:gd name="connsiteY63" fmla="*/ 1555274 h 1587534"/>
              <a:gd name="connsiteX64" fmla="*/ 4724747 w 9662615"/>
              <a:gd name="connsiteY64" fmla="*/ 1552439 h 1587534"/>
              <a:gd name="connsiteX65" fmla="*/ 4697562 w 9662615"/>
              <a:gd name="connsiteY65" fmla="*/ 1551206 h 1587534"/>
              <a:gd name="connsiteX66" fmla="*/ 4662664 w 9662615"/>
              <a:gd name="connsiteY66" fmla="*/ 1573162 h 1587534"/>
              <a:gd name="connsiteX67" fmla="*/ 4603028 w 9662615"/>
              <a:gd name="connsiteY67" fmla="*/ 1568821 h 1587534"/>
              <a:gd name="connsiteX68" fmla="*/ 4541612 w 9662615"/>
              <a:gd name="connsiteY68" fmla="*/ 1545262 h 1587534"/>
              <a:gd name="connsiteX69" fmla="*/ 4422155 w 9662615"/>
              <a:gd name="connsiteY69" fmla="*/ 1542059 h 1587534"/>
              <a:gd name="connsiteX70" fmla="*/ 4221826 w 9662615"/>
              <a:gd name="connsiteY70" fmla="*/ 1508923 h 1587534"/>
              <a:gd name="connsiteX71" fmla="*/ 4096601 w 9662615"/>
              <a:gd name="connsiteY71" fmla="*/ 1521563 h 1587534"/>
              <a:gd name="connsiteX72" fmla="*/ 3970635 w 9662615"/>
              <a:gd name="connsiteY72" fmla="*/ 1544815 h 1587534"/>
              <a:gd name="connsiteX73" fmla="*/ 3833906 w 9662615"/>
              <a:gd name="connsiteY73" fmla="*/ 1516637 h 1587534"/>
              <a:gd name="connsiteX74" fmla="*/ 3696258 w 9662615"/>
              <a:gd name="connsiteY74" fmla="*/ 1537563 h 1587534"/>
              <a:gd name="connsiteX75" fmla="*/ 3594070 w 9662615"/>
              <a:gd name="connsiteY75" fmla="*/ 1509422 h 1587534"/>
              <a:gd name="connsiteX76" fmla="*/ 3565233 w 9662615"/>
              <a:gd name="connsiteY76" fmla="*/ 1515122 h 1587534"/>
              <a:gd name="connsiteX77" fmla="*/ 3560267 w 9662615"/>
              <a:gd name="connsiteY77" fmla="*/ 1516288 h 1587534"/>
              <a:gd name="connsiteX78" fmla="*/ 3540258 w 9662615"/>
              <a:gd name="connsiteY78" fmla="*/ 1516976 h 1587534"/>
              <a:gd name="connsiteX79" fmla="*/ 3534780 w 9662615"/>
              <a:gd name="connsiteY79" fmla="*/ 1522141 h 1587534"/>
              <a:gd name="connsiteX80" fmla="*/ 3504783 w 9662615"/>
              <a:gd name="connsiteY80" fmla="*/ 1526739 h 1587534"/>
              <a:gd name="connsiteX81" fmla="*/ 3430805 w 9662615"/>
              <a:gd name="connsiteY81" fmla="*/ 1542521 h 1587534"/>
              <a:gd name="connsiteX82" fmla="*/ 3292707 w 9662615"/>
              <a:gd name="connsiteY82" fmla="*/ 1520490 h 1587534"/>
              <a:gd name="connsiteX83" fmla="*/ 3187872 w 9662615"/>
              <a:gd name="connsiteY83" fmla="*/ 1519991 h 1587534"/>
              <a:gd name="connsiteX84" fmla="*/ 3148026 w 9662615"/>
              <a:gd name="connsiteY84" fmla="*/ 1524777 h 1587534"/>
              <a:gd name="connsiteX85" fmla="*/ 3092394 w 9662615"/>
              <a:gd name="connsiteY85" fmla="*/ 1528115 h 1587534"/>
              <a:gd name="connsiteX86" fmla="*/ 2994200 w 9662615"/>
              <a:gd name="connsiteY86" fmla="*/ 1537857 h 1587534"/>
              <a:gd name="connsiteX87" fmla="*/ 2862301 w 9662615"/>
              <a:gd name="connsiteY87" fmla="*/ 1544250 h 1587534"/>
              <a:gd name="connsiteX88" fmla="*/ 2766335 w 9662615"/>
              <a:gd name="connsiteY88" fmla="*/ 1527662 h 1587534"/>
              <a:gd name="connsiteX89" fmla="*/ 2757836 w 9662615"/>
              <a:gd name="connsiteY89" fmla="*/ 1531371 h 1587534"/>
              <a:gd name="connsiteX90" fmla="*/ 2691555 w 9662615"/>
              <a:gd name="connsiteY90" fmla="*/ 1530283 h 1587534"/>
              <a:gd name="connsiteX91" fmla="*/ 2491676 w 9662615"/>
              <a:gd name="connsiteY91" fmla="*/ 1500859 h 1587534"/>
              <a:gd name="connsiteX92" fmla="*/ 2378036 w 9662615"/>
              <a:gd name="connsiteY92" fmla="*/ 1520645 h 1587534"/>
              <a:gd name="connsiteX93" fmla="*/ 2284269 w 9662615"/>
              <a:gd name="connsiteY93" fmla="*/ 1503068 h 1587534"/>
              <a:gd name="connsiteX94" fmla="*/ 2207104 w 9662615"/>
              <a:gd name="connsiteY94" fmla="*/ 1508888 h 1587534"/>
              <a:gd name="connsiteX95" fmla="*/ 2149226 w 9662615"/>
              <a:gd name="connsiteY95" fmla="*/ 1523409 h 1587534"/>
              <a:gd name="connsiteX96" fmla="*/ 2084783 w 9662615"/>
              <a:gd name="connsiteY96" fmla="*/ 1524245 h 1587534"/>
              <a:gd name="connsiteX97" fmla="*/ 2070075 w 9662615"/>
              <a:gd name="connsiteY97" fmla="*/ 1511285 h 1587534"/>
              <a:gd name="connsiteX98" fmla="*/ 2001057 w 9662615"/>
              <a:gd name="connsiteY98" fmla="*/ 1516449 h 1587534"/>
              <a:gd name="connsiteX99" fmla="*/ 1896330 w 9662615"/>
              <a:gd name="connsiteY99" fmla="*/ 1525725 h 1587534"/>
              <a:gd name="connsiteX100" fmla="*/ 1835994 w 9662615"/>
              <a:gd name="connsiteY100" fmla="*/ 1527678 h 1587534"/>
              <a:gd name="connsiteX101" fmla="*/ 1671119 w 9662615"/>
              <a:gd name="connsiteY101" fmla="*/ 1536701 h 1587534"/>
              <a:gd name="connsiteX102" fmla="*/ 1601337 w 9662615"/>
              <a:gd name="connsiteY102" fmla="*/ 1548552 h 1587534"/>
              <a:gd name="connsiteX103" fmla="*/ 1407755 w 9662615"/>
              <a:gd name="connsiteY103" fmla="*/ 1571444 h 1587534"/>
              <a:gd name="connsiteX104" fmla="*/ 1271994 w 9662615"/>
              <a:gd name="connsiteY104" fmla="*/ 1579471 h 1587534"/>
              <a:gd name="connsiteX105" fmla="*/ 1249226 w 9662615"/>
              <a:gd name="connsiteY105" fmla="*/ 1583140 h 1587534"/>
              <a:gd name="connsiteX106" fmla="*/ 1217719 w 9662615"/>
              <a:gd name="connsiteY106" fmla="*/ 1580863 h 1587534"/>
              <a:gd name="connsiteX107" fmla="*/ 1091432 w 9662615"/>
              <a:gd name="connsiteY107" fmla="*/ 1571003 h 1587534"/>
              <a:gd name="connsiteX108" fmla="*/ 992039 w 9662615"/>
              <a:gd name="connsiteY108" fmla="*/ 1556662 h 1587534"/>
              <a:gd name="connsiteX109" fmla="*/ 868264 w 9662615"/>
              <a:gd name="connsiteY109" fmla="*/ 1566392 h 1587534"/>
              <a:gd name="connsiteX110" fmla="*/ 792765 w 9662615"/>
              <a:gd name="connsiteY110" fmla="*/ 1563102 h 1587534"/>
              <a:gd name="connsiteX111" fmla="*/ 669055 w 9662615"/>
              <a:gd name="connsiteY111" fmla="*/ 1543638 h 1587534"/>
              <a:gd name="connsiteX112" fmla="*/ 506152 w 9662615"/>
              <a:gd name="connsiteY112" fmla="*/ 1549124 h 1587534"/>
              <a:gd name="connsiteX113" fmla="*/ 472797 w 9662615"/>
              <a:gd name="connsiteY113" fmla="*/ 1568904 h 1587534"/>
              <a:gd name="connsiteX114" fmla="*/ 427864 w 9662615"/>
              <a:gd name="connsiteY114" fmla="*/ 1580848 h 1587534"/>
              <a:gd name="connsiteX115" fmla="*/ 408381 w 9662615"/>
              <a:gd name="connsiteY115" fmla="*/ 1552940 h 1587534"/>
              <a:gd name="connsiteX116" fmla="*/ 267163 w 9662615"/>
              <a:gd name="connsiteY116" fmla="*/ 1531913 h 1587534"/>
              <a:gd name="connsiteX117" fmla="*/ 196644 w 9662615"/>
              <a:gd name="connsiteY117" fmla="*/ 1524565 h 1587534"/>
              <a:gd name="connsiteX118" fmla="*/ 86819 w 9662615"/>
              <a:gd name="connsiteY118" fmla="*/ 1519517 h 1587534"/>
              <a:gd name="connsiteX119" fmla="*/ 53369 w 9662615"/>
              <a:gd name="connsiteY119" fmla="*/ 1516853 h 1587534"/>
              <a:gd name="connsiteX120" fmla="*/ 2359 w 9662615"/>
              <a:gd name="connsiteY120" fmla="*/ 1515247 h 1587534"/>
              <a:gd name="connsiteX121" fmla="*/ 0 w 9662615"/>
              <a:gd name="connsiteY121" fmla="*/ 1514932 h 1587534"/>
              <a:gd name="connsiteX122" fmla="*/ 0 w 9662615"/>
              <a:gd name="connsiteY122" fmla="*/ 0 h 1587534"/>
              <a:gd name="connsiteX0" fmla="*/ 0 w 9662615"/>
              <a:gd name="connsiteY0" fmla="*/ 0 h 1587534"/>
              <a:gd name="connsiteX1" fmla="*/ 9662615 w 9662615"/>
              <a:gd name="connsiteY1" fmla="*/ 0 h 1587534"/>
              <a:gd name="connsiteX2" fmla="*/ 9662615 w 9662615"/>
              <a:gd name="connsiteY2" fmla="*/ 1280346 h 1587534"/>
              <a:gd name="connsiteX3" fmla="*/ 9658420 w 9662615"/>
              <a:gd name="connsiteY3" fmla="*/ 1280106 h 1587534"/>
              <a:gd name="connsiteX4" fmla="*/ 9469546 w 9662615"/>
              <a:gd name="connsiteY4" fmla="*/ 1289837 h 1587534"/>
              <a:gd name="connsiteX5" fmla="*/ 9385895 w 9662615"/>
              <a:gd name="connsiteY5" fmla="*/ 1269203 h 1587534"/>
              <a:gd name="connsiteX6" fmla="*/ 9144767 w 9662615"/>
              <a:gd name="connsiteY6" fmla="*/ 1264120 h 1587534"/>
              <a:gd name="connsiteX7" fmla="*/ 8837252 w 9662615"/>
              <a:gd name="connsiteY7" fmla="*/ 1350515 h 1587534"/>
              <a:gd name="connsiteX8" fmla="*/ 8705466 w 9662615"/>
              <a:gd name="connsiteY8" fmla="*/ 1342419 h 1587534"/>
              <a:gd name="connsiteX9" fmla="*/ 8652221 w 9662615"/>
              <a:gd name="connsiteY9" fmla="*/ 1326906 h 1587534"/>
              <a:gd name="connsiteX10" fmla="*/ 8632312 w 9662615"/>
              <a:gd name="connsiteY10" fmla="*/ 1326025 h 1587534"/>
              <a:gd name="connsiteX11" fmla="*/ 8591582 w 9662615"/>
              <a:gd name="connsiteY11" fmla="*/ 1341666 h 1587534"/>
              <a:gd name="connsiteX12" fmla="*/ 8537336 w 9662615"/>
              <a:gd name="connsiteY12" fmla="*/ 1341684 h 1587534"/>
              <a:gd name="connsiteX13" fmla="*/ 8472508 w 9662615"/>
              <a:gd name="connsiteY13" fmla="*/ 1363109 h 1587534"/>
              <a:gd name="connsiteX14" fmla="*/ 8258477 w 9662615"/>
              <a:gd name="connsiteY14" fmla="*/ 1370666 h 1587534"/>
              <a:gd name="connsiteX15" fmla="*/ 8197961 w 9662615"/>
              <a:gd name="connsiteY15" fmla="*/ 1392804 h 1587534"/>
              <a:gd name="connsiteX16" fmla="*/ 8171196 w 9662615"/>
              <a:gd name="connsiteY16" fmla="*/ 1397216 h 1587534"/>
              <a:gd name="connsiteX17" fmla="*/ 8127667 w 9662615"/>
              <a:gd name="connsiteY17" fmla="*/ 1418254 h 1587534"/>
              <a:gd name="connsiteX18" fmla="*/ 7974579 w 9662615"/>
              <a:gd name="connsiteY18" fmla="*/ 1383439 h 1587534"/>
              <a:gd name="connsiteX19" fmla="*/ 7768351 w 9662615"/>
              <a:gd name="connsiteY19" fmla="*/ 1395051 h 1587534"/>
              <a:gd name="connsiteX20" fmla="*/ 7635985 w 9662615"/>
              <a:gd name="connsiteY20" fmla="*/ 1386363 h 1587534"/>
              <a:gd name="connsiteX21" fmla="*/ 7466069 w 9662615"/>
              <a:gd name="connsiteY21" fmla="*/ 1377654 h 1587534"/>
              <a:gd name="connsiteX22" fmla="*/ 7355642 w 9662615"/>
              <a:gd name="connsiteY22" fmla="*/ 1407761 h 1587534"/>
              <a:gd name="connsiteX23" fmla="*/ 7151610 w 9662615"/>
              <a:gd name="connsiteY23" fmla="*/ 1397856 h 1587534"/>
              <a:gd name="connsiteX24" fmla="*/ 7082147 w 9662615"/>
              <a:gd name="connsiteY24" fmla="*/ 1406113 h 1587534"/>
              <a:gd name="connsiteX25" fmla="*/ 7014958 w 9662615"/>
              <a:gd name="connsiteY25" fmla="*/ 1396883 h 1587534"/>
              <a:gd name="connsiteX26" fmla="*/ 6907567 w 9662615"/>
              <a:gd name="connsiteY26" fmla="*/ 1419149 h 1587534"/>
              <a:gd name="connsiteX27" fmla="*/ 6748428 w 9662615"/>
              <a:gd name="connsiteY27" fmla="*/ 1420308 h 1587534"/>
              <a:gd name="connsiteX28" fmla="*/ 6654257 w 9662615"/>
              <a:gd name="connsiteY28" fmla="*/ 1424143 h 1587534"/>
              <a:gd name="connsiteX29" fmla="*/ 6620123 w 9662615"/>
              <a:gd name="connsiteY29" fmla="*/ 1430535 h 1587534"/>
              <a:gd name="connsiteX30" fmla="*/ 6571355 w 9662615"/>
              <a:gd name="connsiteY30" fmla="*/ 1436144 h 1587534"/>
              <a:gd name="connsiteX31" fmla="*/ 6486557 w 9662615"/>
              <a:gd name="connsiteY31" fmla="*/ 1449861 h 1587534"/>
              <a:gd name="connsiteX32" fmla="*/ 6370419 w 9662615"/>
              <a:gd name="connsiteY32" fmla="*/ 1461649 h 1587534"/>
              <a:gd name="connsiteX33" fmla="*/ 6278839 w 9662615"/>
              <a:gd name="connsiteY33" fmla="*/ 1449160 h 1587534"/>
              <a:gd name="connsiteX34" fmla="*/ 6272455 w 9662615"/>
              <a:gd name="connsiteY34" fmla="*/ 1453191 h 1587534"/>
              <a:gd name="connsiteX35" fmla="*/ 6212659 w 9662615"/>
              <a:gd name="connsiteY35" fmla="*/ 1454850 h 1587534"/>
              <a:gd name="connsiteX36" fmla="*/ 6069317 w 9662615"/>
              <a:gd name="connsiteY36" fmla="*/ 1445838 h 1587534"/>
              <a:gd name="connsiteX37" fmla="*/ 5878477 w 9662615"/>
              <a:gd name="connsiteY37" fmla="*/ 1439180 h 1587534"/>
              <a:gd name="connsiteX38" fmla="*/ 5838387 w 9662615"/>
              <a:gd name="connsiteY38" fmla="*/ 1444679 h 1587534"/>
              <a:gd name="connsiteX39" fmla="*/ 5771136 w 9662615"/>
              <a:gd name="connsiteY39" fmla="*/ 1453639 h 1587534"/>
              <a:gd name="connsiteX40" fmla="*/ 5724081 w 9662615"/>
              <a:gd name="connsiteY40" fmla="*/ 1470431 h 1587534"/>
              <a:gd name="connsiteX41" fmla="*/ 5666577 w 9662615"/>
              <a:gd name="connsiteY41" fmla="*/ 1473921 h 1587534"/>
              <a:gd name="connsiteX42" fmla="*/ 5649068 w 9662615"/>
              <a:gd name="connsiteY42" fmla="*/ 1461676 h 1587534"/>
              <a:gd name="connsiteX43" fmla="*/ 5588902 w 9662615"/>
              <a:gd name="connsiteY43" fmla="*/ 1469647 h 1587534"/>
              <a:gd name="connsiteX44" fmla="*/ 5498090 w 9662615"/>
              <a:gd name="connsiteY44" fmla="*/ 1483173 h 1587534"/>
              <a:gd name="connsiteX45" fmla="*/ 5444641 w 9662615"/>
              <a:gd name="connsiteY45" fmla="*/ 1487602 h 1587534"/>
              <a:gd name="connsiteX46" fmla="*/ 5299812 w 9662615"/>
              <a:gd name="connsiteY46" fmla="*/ 1503362 h 1587534"/>
              <a:gd name="connsiteX47" fmla="*/ 5213947 w 9662615"/>
              <a:gd name="connsiteY47" fmla="*/ 1516637 h 1587534"/>
              <a:gd name="connsiteX48" fmla="*/ 5090342 w 9662615"/>
              <a:gd name="connsiteY48" fmla="*/ 1546680 h 1587534"/>
              <a:gd name="connsiteX49" fmla="*/ 5082104 w 9662615"/>
              <a:gd name="connsiteY49" fmla="*/ 1547781 h 1587534"/>
              <a:gd name="connsiteX50" fmla="*/ 5059484 w 9662615"/>
              <a:gd name="connsiteY50" fmla="*/ 1546802 h 1587534"/>
              <a:gd name="connsiteX51" fmla="*/ 5050958 w 9662615"/>
              <a:gd name="connsiteY51" fmla="*/ 1545776 h 1587534"/>
              <a:gd name="connsiteX52" fmla="*/ 5038524 w 9662615"/>
              <a:gd name="connsiteY52" fmla="*/ 1545675 h 1587534"/>
              <a:gd name="connsiteX53" fmla="*/ 5038223 w 9662615"/>
              <a:gd name="connsiteY53" fmla="*/ 1545881 h 1587534"/>
              <a:gd name="connsiteX54" fmla="*/ 5026564 w 9662615"/>
              <a:gd name="connsiteY54" fmla="*/ 1545376 h 1587534"/>
              <a:gd name="connsiteX55" fmla="*/ 4969433 w 9662615"/>
              <a:gd name="connsiteY55" fmla="*/ 1540263 h 1587534"/>
              <a:gd name="connsiteX56" fmla="*/ 4921303 w 9662615"/>
              <a:gd name="connsiteY56" fmla="*/ 1575379 h 1587534"/>
              <a:gd name="connsiteX57" fmla="*/ 4863775 w 9662615"/>
              <a:gd name="connsiteY57" fmla="*/ 1562633 h 1587534"/>
              <a:gd name="connsiteX58" fmla="*/ 4847242 w 9662615"/>
              <a:gd name="connsiteY58" fmla="*/ 1565435 h 1587534"/>
              <a:gd name="connsiteX59" fmla="*/ 4830335 w 9662615"/>
              <a:gd name="connsiteY59" fmla="*/ 1587534 h 1587534"/>
              <a:gd name="connsiteX60" fmla="*/ 4791466 w 9662615"/>
              <a:gd name="connsiteY60" fmla="*/ 1561324 h 1587534"/>
              <a:gd name="connsiteX61" fmla="*/ 4784247 w 9662615"/>
              <a:gd name="connsiteY61" fmla="*/ 1562342 h 1587534"/>
              <a:gd name="connsiteX62" fmla="*/ 4748477 w 9662615"/>
              <a:gd name="connsiteY62" fmla="*/ 1556925 h 1587534"/>
              <a:gd name="connsiteX63" fmla="*/ 4730033 w 9662615"/>
              <a:gd name="connsiteY63" fmla="*/ 1555274 h 1587534"/>
              <a:gd name="connsiteX64" fmla="*/ 4724747 w 9662615"/>
              <a:gd name="connsiteY64" fmla="*/ 1552439 h 1587534"/>
              <a:gd name="connsiteX65" fmla="*/ 4697562 w 9662615"/>
              <a:gd name="connsiteY65" fmla="*/ 1551206 h 1587534"/>
              <a:gd name="connsiteX66" fmla="*/ 4662664 w 9662615"/>
              <a:gd name="connsiteY66" fmla="*/ 1573162 h 1587534"/>
              <a:gd name="connsiteX67" fmla="*/ 4603028 w 9662615"/>
              <a:gd name="connsiteY67" fmla="*/ 1568821 h 1587534"/>
              <a:gd name="connsiteX68" fmla="*/ 4541612 w 9662615"/>
              <a:gd name="connsiteY68" fmla="*/ 1545262 h 1587534"/>
              <a:gd name="connsiteX69" fmla="*/ 4422155 w 9662615"/>
              <a:gd name="connsiteY69" fmla="*/ 1542059 h 1587534"/>
              <a:gd name="connsiteX70" fmla="*/ 4221826 w 9662615"/>
              <a:gd name="connsiteY70" fmla="*/ 1508923 h 1587534"/>
              <a:gd name="connsiteX71" fmla="*/ 4096601 w 9662615"/>
              <a:gd name="connsiteY71" fmla="*/ 1521563 h 1587534"/>
              <a:gd name="connsiteX72" fmla="*/ 3970635 w 9662615"/>
              <a:gd name="connsiteY72" fmla="*/ 1544815 h 1587534"/>
              <a:gd name="connsiteX73" fmla="*/ 3833906 w 9662615"/>
              <a:gd name="connsiteY73" fmla="*/ 1516637 h 1587534"/>
              <a:gd name="connsiteX74" fmla="*/ 3696258 w 9662615"/>
              <a:gd name="connsiteY74" fmla="*/ 1537563 h 1587534"/>
              <a:gd name="connsiteX75" fmla="*/ 3594070 w 9662615"/>
              <a:gd name="connsiteY75" fmla="*/ 1509422 h 1587534"/>
              <a:gd name="connsiteX76" fmla="*/ 3565233 w 9662615"/>
              <a:gd name="connsiteY76" fmla="*/ 1515122 h 1587534"/>
              <a:gd name="connsiteX77" fmla="*/ 3560267 w 9662615"/>
              <a:gd name="connsiteY77" fmla="*/ 1516288 h 1587534"/>
              <a:gd name="connsiteX78" fmla="*/ 3540258 w 9662615"/>
              <a:gd name="connsiteY78" fmla="*/ 1516976 h 1587534"/>
              <a:gd name="connsiteX79" fmla="*/ 3534780 w 9662615"/>
              <a:gd name="connsiteY79" fmla="*/ 1522141 h 1587534"/>
              <a:gd name="connsiteX80" fmla="*/ 3504783 w 9662615"/>
              <a:gd name="connsiteY80" fmla="*/ 1526739 h 1587534"/>
              <a:gd name="connsiteX81" fmla="*/ 3430805 w 9662615"/>
              <a:gd name="connsiteY81" fmla="*/ 1542521 h 1587534"/>
              <a:gd name="connsiteX82" fmla="*/ 3292707 w 9662615"/>
              <a:gd name="connsiteY82" fmla="*/ 1520490 h 1587534"/>
              <a:gd name="connsiteX83" fmla="*/ 3187872 w 9662615"/>
              <a:gd name="connsiteY83" fmla="*/ 1519991 h 1587534"/>
              <a:gd name="connsiteX84" fmla="*/ 3148026 w 9662615"/>
              <a:gd name="connsiteY84" fmla="*/ 1524777 h 1587534"/>
              <a:gd name="connsiteX85" fmla="*/ 3092394 w 9662615"/>
              <a:gd name="connsiteY85" fmla="*/ 1528115 h 1587534"/>
              <a:gd name="connsiteX86" fmla="*/ 2994200 w 9662615"/>
              <a:gd name="connsiteY86" fmla="*/ 1537857 h 1587534"/>
              <a:gd name="connsiteX87" fmla="*/ 2862301 w 9662615"/>
              <a:gd name="connsiteY87" fmla="*/ 1544250 h 1587534"/>
              <a:gd name="connsiteX88" fmla="*/ 2766335 w 9662615"/>
              <a:gd name="connsiteY88" fmla="*/ 1527662 h 1587534"/>
              <a:gd name="connsiteX89" fmla="*/ 2757836 w 9662615"/>
              <a:gd name="connsiteY89" fmla="*/ 1531371 h 1587534"/>
              <a:gd name="connsiteX90" fmla="*/ 2691555 w 9662615"/>
              <a:gd name="connsiteY90" fmla="*/ 1530283 h 1587534"/>
              <a:gd name="connsiteX91" fmla="*/ 2491676 w 9662615"/>
              <a:gd name="connsiteY91" fmla="*/ 1500859 h 1587534"/>
              <a:gd name="connsiteX92" fmla="*/ 2378036 w 9662615"/>
              <a:gd name="connsiteY92" fmla="*/ 1520645 h 1587534"/>
              <a:gd name="connsiteX93" fmla="*/ 2284269 w 9662615"/>
              <a:gd name="connsiteY93" fmla="*/ 1503068 h 1587534"/>
              <a:gd name="connsiteX94" fmla="*/ 2207104 w 9662615"/>
              <a:gd name="connsiteY94" fmla="*/ 1508888 h 1587534"/>
              <a:gd name="connsiteX95" fmla="*/ 2149226 w 9662615"/>
              <a:gd name="connsiteY95" fmla="*/ 1523409 h 1587534"/>
              <a:gd name="connsiteX96" fmla="*/ 2084783 w 9662615"/>
              <a:gd name="connsiteY96" fmla="*/ 1524245 h 1587534"/>
              <a:gd name="connsiteX97" fmla="*/ 2070075 w 9662615"/>
              <a:gd name="connsiteY97" fmla="*/ 1511285 h 1587534"/>
              <a:gd name="connsiteX98" fmla="*/ 2001057 w 9662615"/>
              <a:gd name="connsiteY98" fmla="*/ 1516449 h 1587534"/>
              <a:gd name="connsiteX99" fmla="*/ 1896330 w 9662615"/>
              <a:gd name="connsiteY99" fmla="*/ 1525725 h 1587534"/>
              <a:gd name="connsiteX100" fmla="*/ 1835994 w 9662615"/>
              <a:gd name="connsiteY100" fmla="*/ 1527678 h 1587534"/>
              <a:gd name="connsiteX101" fmla="*/ 1671119 w 9662615"/>
              <a:gd name="connsiteY101" fmla="*/ 1536701 h 1587534"/>
              <a:gd name="connsiteX102" fmla="*/ 1601337 w 9662615"/>
              <a:gd name="connsiteY102" fmla="*/ 1548552 h 1587534"/>
              <a:gd name="connsiteX103" fmla="*/ 1407755 w 9662615"/>
              <a:gd name="connsiteY103" fmla="*/ 1571444 h 1587534"/>
              <a:gd name="connsiteX104" fmla="*/ 1271994 w 9662615"/>
              <a:gd name="connsiteY104" fmla="*/ 1579471 h 1587534"/>
              <a:gd name="connsiteX105" fmla="*/ 1249226 w 9662615"/>
              <a:gd name="connsiteY105" fmla="*/ 1583140 h 1587534"/>
              <a:gd name="connsiteX106" fmla="*/ 1217719 w 9662615"/>
              <a:gd name="connsiteY106" fmla="*/ 1580863 h 1587534"/>
              <a:gd name="connsiteX107" fmla="*/ 1091432 w 9662615"/>
              <a:gd name="connsiteY107" fmla="*/ 1571003 h 1587534"/>
              <a:gd name="connsiteX108" fmla="*/ 992039 w 9662615"/>
              <a:gd name="connsiteY108" fmla="*/ 1556662 h 1587534"/>
              <a:gd name="connsiteX109" fmla="*/ 868264 w 9662615"/>
              <a:gd name="connsiteY109" fmla="*/ 1566392 h 1587534"/>
              <a:gd name="connsiteX110" fmla="*/ 792765 w 9662615"/>
              <a:gd name="connsiteY110" fmla="*/ 1563102 h 1587534"/>
              <a:gd name="connsiteX111" fmla="*/ 669055 w 9662615"/>
              <a:gd name="connsiteY111" fmla="*/ 1543638 h 1587534"/>
              <a:gd name="connsiteX112" fmla="*/ 506152 w 9662615"/>
              <a:gd name="connsiteY112" fmla="*/ 1549124 h 1587534"/>
              <a:gd name="connsiteX113" fmla="*/ 472797 w 9662615"/>
              <a:gd name="connsiteY113" fmla="*/ 1568904 h 1587534"/>
              <a:gd name="connsiteX114" fmla="*/ 427864 w 9662615"/>
              <a:gd name="connsiteY114" fmla="*/ 1580848 h 1587534"/>
              <a:gd name="connsiteX115" fmla="*/ 408381 w 9662615"/>
              <a:gd name="connsiteY115" fmla="*/ 1552940 h 1587534"/>
              <a:gd name="connsiteX116" fmla="*/ 267163 w 9662615"/>
              <a:gd name="connsiteY116" fmla="*/ 1531913 h 1587534"/>
              <a:gd name="connsiteX117" fmla="*/ 196644 w 9662615"/>
              <a:gd name="connsiteY117" fmla="*/ 1524565 h 1587534"/>
              <a:gd name="connsiteX118" fmla="*/ 86819 w 9662615"/>
              <a:gd name="connsiteY118" fmla="*/ 1519517 h 1587534"/>
              <a:gd name="connsiteX119" fmla="*/ 53369 w 9662615"/>
              <a:gd name="connsiteY119" fmla="*/ 1516853 h 1587534"/>
              <a:gd name="connsiteX120" fmla="*/ 2359 w 9662615"/>
              <a:gd name="connsiteY120" fmla="*/ 1515247 h 1587534"/>
              <a:gd name="connsiteX121" fmla="*/ 0 w 9662615"/>
              <a:gd name="connsiteY121" fmla="*/ 1514932 h 1587534"/>
              <a:gd name="connsiteX122" fmla="*/ 0 w 9662615"/>
              <a:gd name="connsiteY122" fmla="*/ 0 h 1587534"/>
              <a:gd name="connsiteX0" fmla="*/ 0 w 9662615"/>
              <a:gd name="connsiteY0" fmla="*/ 0 h 1598136"/>
              <a:gd name="connsiteX1" fmla="*/ 9662615 w 9662615"/>
              <a:gd name="connsiteY1" fmla="*/ 0 h 1598136"/>
              <a:gd name="connsiteX2" fmla="*/ 9662615 w 9662615"/>
              <a:gd name="connsiteY2" fmla="*/ 1280346 h 1598136"/>
              <a:gd name="connsiteX3" fmla="*/ 9658420 w 9662615"/>
              <a:gd name="connsiteY3" fmla="*/ 1280106 h 1598136"/>
              <a:gd name="connsiteX4" fmla="*/ 9469546 w 9662615"/>
              <a:gd name="connsiteY4" fmla="*/ 1289837 h 1598136"/>
              <a:gd name="connsiteX5" fmla="*/ 9385895 w 9662615"/>
              <a:gd name="connsiteY5" fmla="*/ 1269203 h 1598136"/>
              <a:gd name="connsiteX6" fmla="*/ 9144767 w 9662615"/>
              <a:gd name="connsiteY6" fmla="*/ 1264120 h 1598136"/>
              <a:gd name="connsiteX7" fmla="*/ 8837252 w 9662615"/>
              <a:gd name="connsiteY7" fmla="*/ 1350515 h 1598136"/>
              <a:gd name="connsiteX8" fmla="*/ 8705466 w 9662615"/>
              <a:gd name="connsiteY8" fmla="*/ 1342419 h 1598136"/>
              <a:gd name="connsiteX9" fmla="*/ 8652221 w 9662615"/>
              <a:gd name="connsiteY9" fmla="*/ 1326906 h 1598136"/>
              <a:gd name="connsiteX10" fmla="*/ 8632312 w 9662615"/>
              <a:gd name="connsiteY10" fmla="*/ 1326025 h 1598136"/>
              <a:gd name="connsiteX11" fmla="*/ 8591582 w 9662615"/>
              <a:gd name="connsiteY11" fmla="*/ 1341666 h 1598136"/>
              <a:gd name="connsiteX12" fmla="*/ 8537336 w 9662615"/>
              <a:gd name="connsiteY12" fmla="*/ 1341684 h 1598136"/>
              <a:gd name="connsiteX13" fmla="*/ 8472508 w 9662615"/>
              <a:gd name="connsiteY13" fmla="*/ 1363109 h 1598136"/>
              <a:gd name="connsiteX14" fmla="*/ 8258477 w 9662615"/>
              <a:gd name="connsiteY14" fmla="*/ 1370666 h 1598136"/>
              <a:gd name="connsiteX15" fmla="*/ 8197961 w 9662615"/>
              <a:gd name="connsiteY15" fmla="*/ 1392804 h 1598136"/>
              <a:gd name="connsiteX16" fmla="*/ 8171196 w 9662615"/>
              <a:gd name="connsiteY16" fmla="*/ 1397216 h 1598136"/>
              <a:gd name="connsiteX17" fmla="*/ 8127667 w 9662615"/>
              <a:gd name="connsiteY17" fmla="*/ 1418254 h 1598136"/>
              <a:gd name="connsiteX18" fmla="*/ 7974579 w 9662615"/>
              <a:gd name="connsiteY18" fmla="*/ 1383439 h 1598136"/>
              <a:gd name="connsiteX19" fmla="*/ 7768351 w 9662615"/>
              <a:gd name="connsiteY19" fmla="*/ 1395051 h 1598136"/>
              <a:gd name="connsiteX20" fmla="*/ 7635985 w 9662615"/>
              <a:gd name="connsiteY20" fmla="*/ 1386363 h 1598136"/>
              <a:gd name="connsiteX21" fmla="*/ 7466069 w 9662615"/>
              <a:gd name="connsiteY21" fmla="*/ 1377654 h 1598136"/>
              <a:gd name="connsiteX22" fmla="*/ 7355642 w 9662615"/>
              <a:gd name="connsiteY22" fmla="*/ 1407761 h 1598136"/>
              <a:gd name="connsiteX23" fmla="*/ 7151610 w 9662615"/>
              <a:gd name="connsiteY23" fmla="*/ 1397856 h 1598136"/>
              <a:gd name="connsiteX24" fmla="*/ 7082147 w 9662615"/>
              <a:gd name="connsiteY24" fmla="*/ 1406113 h 1598136"/>
              <a:gd name="connsiteX25" fmla="*/ 7014958 w 9662615"/>
              <a:gd name="connsiteY25" fmla="*/ 1396883 h 1598136"/>
              <a:gd name="connsiteX26" fmla="*/ 6907567 w 9662615"/>
              <a:gd name="connsiteY26" fmla="*/ 1419149 h 1598136"/>
              <a:gd name="connsiteX27" fmla="*/ 6748428 w 9662615"/>
              <a:gd name="connsiteY27" fmla="*/ 1420308 h 1598136"/>
              <a:gd name="connsiteX28" fmla="*/ 6654257 w 9662615"/>
              <a:gd name="connsiteY28" fmla="*/ 1424143 h 1598136"/>
              <a:gd name="connsiteX29" fmla="*/ 6620123 w 9662615"/>
              <a:gd name="connsiteY29" fmla="*/ 1430535 h 1598136"/>
              <a:gd name="connsiteX30" fmla="*/ 6571355 w 9662615"/>
              <a:gd name="connsiteY30" fmla="*/ 1436144 h 1598136"/>
              <a:gd name="connsiteX31" fmla="*/ 6486557 w 9662615"/>
              <a:gd name="connsiteY31" fmla="*/ 1449861 h 1598136"/>
              <a:gd name="connsiteX32" fmla="*/ 6370419 w 9662615"/>
              <a:gd name="connsiteY32" fmla="*/ 1461649 h 1598136"/>
              <a:gd name="connsiteX33" fmla="*/ 6278839 w 9662615"/>
              <a:gd name="connsiteY33" fmla="*/ 1449160 h 1598136"/>
              <a:gd name="connsiteX34" fmla="*/ 6272455 w 9662615"/>
              <a:gd name="connsiteY34" fmla="*/ 1453191 h 1598136"/>
              <a:gd name="connsiteX35" fmla="*/ 6212659 w 9662615"/>
              <a:gd name="connsiteY35" fmla="*/ 1454850 h 1598136"/>
              <a:gd name="connsiteX36" fmla="*/ 6069317 w 9662615"/>
              <a:gd name="connsiteY36" fmla="*/ 1445838 h 1598136"/>
              <a:gd name="connsiteX37" fmla="*/ 5878477 w 9662615"/>
              <a:gd name="connsiteY37" fmla="*/ 1439180 h 1598136"/>
              <a:gd name="connsiteX38" fmla="*/ 5838387 w 9662615"/>
              <a:gd name="connsiteY38" fmla="*/ 1444679 h 1598136"/>
              <a:gd name="connsiteX39" fmla="*/ 5771136 w 9662615"/>
              <a:gd name="connsiteY39" fmla="*/ 1453639 h 1598136"/>
              <a:gd name="connsiteX40" fmla="*/ 5724081 w 9662615"/>
              <a:gd name="connsiteY40" fmla="*/ 1470431 h 1598136"/>
              <a:gd name="connsiteX41" fmla="*/ 5666577 w 9662615"/>
              <a:gd name="connsiteY41" fmla="*/ 1473921 h 1598136"/>
              <a:gd name="connsiteX42" fmla="*/ 5649068 w 9662615"/>
              <a:gd name="connsiteY42" fmla="*/ 1461676 h 1598136"/>
              <a:gd name="connsiteX43" fmla="*/ 5588902 w 9662615"/>
              <a:gd name="connsiteY43" fmla="*/ 1469647 h 1598136"/>
              <a:gd name="connsiteX44" fmla="*/ 5498090 w 9662615"/>
              <a:gd name="connsiteY44" fmla="*/ 1483173 h 1598136"/>
              <a:gd name="connsiteX45" fmla="*/ 5444641 w 9662615"/>
              <a:gd name="connsiteY45" fmla="*/ 1487602 h 1598136"/>
              <a:gd name="connsiteX46" fmla="*/ 5299812 w 9662615"/>
              <a:gd name="connsiteY46" fmla="*/ 1503362 h 1598136"/>
              <a:gd name="connsiteX47" fmla="*/ 5213947 w 9662615"/>
              <a:gd name="connsiteY47" fmla="*/ 1516637 h 1598136"/>
              <a:gd name="connsiteX48" fmla="*/ 5090342 w 9662615"/>
              <a:gd name="connsiteY48" fmla="*/ 1546680 h 1598136"/>
              <a:gd name="connsiteX49" fmla="*/ 5082104 w 9662615"/>
              <a:gd name="connsiteY49" fmla="*/ 1547781 h 1598136"/>
              <a:gd name="connsiteX50" fmla="*/ 5059484 w 9662615"/>
              <a:gd name="connsiteY50" fmla="*/ 1546802 h 1598136"/>
              <a:gd name="connsiteX51" fmla="*/ 5050958 w 9662615"/>
              <a:gd name="connsiteY51" fmla="*/ 1545776 h 1598136"/>
              <a:gd name="connsiteX52" fmla="*/ 5038524 w 9662615"/>
              <a:gd name="connsiteY52" fmla="*/ 1545675 h 1598136"/>
              <a:gd name="connsiteX53" fmla="*/ 5038223 w 9662615"/>
              <a:gd name="connsiteY53" fmla="*/ 1545881 h 1598136"/>
              <a:gd name="connsiteX54" fmla="*/ 5026564 w 9662615"/>
              <a:gd name="connsiteY54" fmla="*/ 1545376 h 1598136"/>
              <a:gd name="connsiteX55" fmla="*/ 4969433 w 9662615"/>
              <a:gd name="connsiteY55" fmla="*/ 1540263 h 1598136"/>
              <a:gd name="connsiteX56" fmla="*/ 4921303 w 9662615"/>
              <a:gd name="connsiteY56" fmla="*/ 1575379 h 1598136"/>
              <a:gd name="connsiteX57" fmla="*/ 4863775 w 9662615"/>
              <a:gd name="connsiteY57" fmla="*/ 1562633 h 1598136"/>
              <a:gd name="connsiteX58" fmla="*/ 4847242 w 9662615"/>
              <a:gd name="connsiteY58" fmla="*/ 1565435 h 1598136"/>
              <a:gd name="connsiteX59" fmla="*/ 4856839 w 9662615"/>
              <a:gd name="connsiteY59" fmla="*/ 1598136 h 1598136"/>
              <a:gd name="connsiteX60" fmla="*/ 4791466 w 9662615"/>
              <a:gd name="connsiteY60" fmla="*/ 1561324 h 1598136"/>
              <a:gd name="connsiteX61" fmla="*/ 4784247 w 9662615"/>
              <a:gd name="connsiteY61" fmla="*/ 1562342 h 1598136"/>
              <a:gd name="connsiteX62" fmla="*/ 4748477 w 9662615"/>
              <a:gd name="connsiteY62" fmla="*/ 1556925 h 1598136"/>
              <a:gd name="connsiteX63" fmla="*/ 4730033 w 9662615"/>
              <a:gd name="connsiteY63" fmla="*/ 1555274 h 1598136"/>
              <a:gd name="connsiteX64" fmla="*/ 4724747 w 9662615"/>
              <a:gd name="connsiteY64" fmla="*/ 1552439 h 1598136"/>
              <a:gd name="connsiteX65" fmla="*/ 4697562 w 9662615"/>
              <a:gd name="connsiteY65" fmla="*/ 1551206 h 1598136"/>
              <a:gd name="connsiteX66" fmla="*/ 4662664 w 9662615"/>
              <a:gd name="connsiteY66" fmla="*/ 1573162 h 1598136"/>
              <a:gd name="connsiteX67" fmla="*/ 4603028 w 9662615"/>
              <a:gd name="connsiteY67" fmla="*/ 1568821 h 1598136"/>
              <a:gd name="connsiteX68" fmla="*/ 4541612 w 9662615"/>
              <a:gd name="connsiteY68" fmla="*/ 1545262 h 1598136"/>
              <a:gd name="connsiteX69" fmla="*/ 4422155 w 9662615"/>
              <a:gd name="connsiteY69" fmla="*/ 1542059 h 1598136"/>
              <a:gd name="connsiteX70" fmla="*/ 4221826 w 9662615"/>
              <a:gd name="connsiteY70" fmla="*/ 1508923 h 1598136"/>
              <a:gd name="connsiteX71" fmla="*/ 4096601 w 9662615"/>
              <a:gd name="connsiteY71" fmla="*/ 1521563 h 1598136"/>
              <a:gd name="connsiteX72" fmla="*/ 3970635 w 9662615"/>
              <a:gd name="connsiteY72" fmla="*/ 1544815 h 1598136"/>
              <a:gd name="connsiteX73" fmla="*/ 3833906 w 9662615"/>
              <a:gd name="connsiteY73" fmla="*/ 1516637 h 1598136"/>
              <a:gd name="connsiteX74" fmla="*/ 3696258 w 9662615"/>
              <a:gd name="connsiteY74" fmla="*/ 1537563 h 1598136"/>
              <a:gd name="connsiteX75" fmla="*/ 3594070 w 9662615"/>
              <a:gd name="connsiteY75" fmla="*/ 1509422 h 1598136"/>
              <a:gd name="connsiteX76" fmla="*/ 3565233 w 9662615"/>
              <a:gd name="connsiteY76" fmla="*/ 1515122 h 1598136"/>
              <a:gd name="connsiteX77" fmla="*/ 3560267 w 9662615"/>
              <a:gd name="connsiteY77" fmla="*/ 1516288 h 1598136"/>
              <a:gd name="connsiteX78" fmla="*/ 3540258 w 9662615"/>
              <a:gd name="connsiteY78" fmla="*/ 1516976 h 1598136"/>
              <a:gd name="connsiteX79" fmla="*/ 3534780 w 9662615"/>
              <a:gd name="connsiteY79" fmla="*/ 1522141 h 1598136"/>
              <a:gd name="connsiteX80" fmla="*/ 3504783 w 9662615"/>
              <a:gd name="connsiteY80" fmla="*/ 1526739 h 1598136"/>
              <a:gd name="connsiteX81" fmla="*/ 3430805 w 9662615"/>
              <a:gd name="connsiteY81" fmla="*/ 1542521 h 1598136"/>
              <a:gd name="connsiteX82" fmla="*/ 3292707 w 9662615"/>
              <a:gd name="connsiteY82" fmla="*/ 1520490 h 1598136"/>
              <a:gd name="connsiteX83" fmla="*/ 3187872 w 9662615"/>
              <a:gd name="connsiteY83" fmla="*/ 1519991 h 1598136"/>
              <a:gd name="connsiteX84" fmla="*/ 3148026 w 9662615"/>
              <a:gd name="connsiteY84" fmla="*/ 1524777 h 1598136"/>
              <a:gd name="connsiteX85" fmla="*/ 3092394 w 9662615"/>
              <a:gd name="connsiteY85" fmla="*/ 1528115 h 1598136"/>
              <a:gd name="connsiteX86" fmla="*/ 2994200 w 9662615"/>
              <a:gd name="connsiteY86" fmla="*/ 1537857 h 1598136"/>
              <a:gd name="connsiteX87" fmla="*/ 2862301 w 9662615"/>
              <a:gd name="connsiteY87" fmla="*/ 1544250 h 1598136"/>
              <a:gd name="connsiteX88" fmla="*/ 2766335 w 9662615"/>
              <a:gd name="connsiteY88" fmla="*/ 1527662 h 1598136"/>
              <a:gd name="connsiteX89" fmla="*/ 2757836 w 9662615"/>
              <a:gd name="connsiteY89" fmla="*/ 1531371 h 1598136"/>
              <a:gd name="connsiteX90" fmla="*/ 2691555 w 9662615"/>
              <a:gd name="connsiteY90" fmla="*/ 1530283 h 1598136"/>
              <a:gd name="connsiteX91" fmla="*/ 2491676 w 9662615"/>
              <a:gd name="connsiteY91" fmla="*/ 1500859 h 1598136"/>
              <a:gd name="connsiteX92" fmla="*/ 2378036 w 9662615"/>
              <a:gd name="connsiteY92" fmla="*/ 1520645 h 1598136"/>
              <a:gd name="connsiteX93" fmla="*/ 2284269 w 9662615"/>
              <a:gd name="connsiteY93" fmla="*/ 1503068 h 1598136"/>
              <a:gd name="connsiteX94" fmla="*/ 2207104 w 9662615"/>
              <a:gd name="connsiteY94" fmla="*/ 1508888 h 1598136"/>
              <a:gd name="connsiteX95" fmla="*/ 2149226 w 9662615"/>
              <a:gd name="connsiteY95" fmla="*/ 1523409 h 1598136"/>
              <a:gd name="connsiteX96" fmla="*/ 2084783 w 9662615"/>
              <a:gd name="connsiteY96" fmla="*/ 1524245 h 1598136"/>
              <a:gd name="connsiteX97" fmla="*/ 2070075 w 9662615"/>
              <a:gd name="connsiteY97" fmla="*/ 1511285 h 1598136"/>
              <a:gd name="connsiteX98" fmla="*/ 2001057 w 9662615"/>
              <a:gd name="connsiteY98" fmla="*/ 1516449 h 1598136"/>
              <a:gd name="connsiteX99" fmla="*/ 1896330 w 9662615"/>
              <a:gd name="connsiteY99" fmla="*/ 1525725 h 1598136"/>
              <a:gd name="connsiteX100" fmla="*/ 1835994 w 9662615"/>
              <a:gd name="connsiteY100" fmla="*/ 1527678 h 1598136"/>
              <a:gd name="connsiteX101" fmla="*/ 1671119 w 9662615"/>
              <a:gd name="connsiteY101" fmla="*/ 1536701 h 1598136"/>
              <a:gd name="connsiteX102" fmla="*/ 1601337 w 9662615"/>
              <a:gd name="connsiteY102" fmla="*/ 1548552 h 1598136"/>
              <a:gd name="connsiteX103" fmla="*/ 1407755 w 9662615"/>
              <a:gd name="connsiteY103" fmla="*/ 1571444 h 1598136"/>
              <a:gd name="connsiteX104" fmla="*/ 1271994 w 9662615"/>
              <a:gd name="connsiteY104" fmla="*/ 1579471 h 1598136"/>
              <a:gd name="connsiteX105" fmla="*/ 1249226 w 9662615"/>
              <a:gd name="connsiteY105" fmla="*/ 1583140 h 1598136"/>
              <a:gd name="connsiteX106" fmla="*/ 1217719 w 9662615"/>
              <a:gd name="connsiteY106" fmla="*/ 1580863 h 1598136"/>
              <a:gd name="connsiteX107" fmla="*/ 1091432 w 9662615"/>
              <a:gd name="connsiteY107" fmla="*/ 1571003 h 1598136"/>
              <a:gd name="connsiteX108" fmla="*/ 992039 w 9662615"/>
              <a:gd name="connsiteY108" fmla="*/ 1556662 h 1598136"/>
              <a:gd name="connsiteX109" fmla="*/ 868264 w 9662615"/>
              <a:gd name="connsiteY109" fmla="*/ 1566392 h 1598136"/>
              <a:gd name="connsiteX110" fmla="*/ 792765 w 9662615"/>
              <a:gd name="connsiteY110" fmla="*/ 1563102 h 1598136"/>
              <a:gd name="connsiteX111" fmla="*/ 669055 w 9662615"/>
              <a:gd name="connsiteY111" fmla="*/ 1543638 h 1598136"/>
              <a:gd name="connsiteX112" fmla="*/ 506152 w 9662615"/>
              <a:gd name="connsiteY112" fmla="*/ 1549124 h 1598136"/>
              <a:gd name="connsiteX113" fmla="*/ 472797 w 9662615"/>
              <a:gd name="connsiteY113" fmla="*/ 1568904 h 1598136"/>
              <a:gd name="connsiteX114" fmla="*/ 427864 w 9662615"/>
              <a:gd name="connsiteY114" fmla="*/ 1580848 h 1598136"/>
              <a:gd name="connsiteX115" fmla="*/ 408381 w 9662615"/>
              <a:gd name="connsiteY115" fmla="*/ 1552940 h 1598136"/>
              <a:gd name="connsiteX116" fmla="*/ 267163 w 9662615"/>
              <a:gd name="connsiteY116" fmla="*/ 1531913 h 1598136"/>
              <a:gd name="connsiteX117" fmla="*/ 196644 w 9662615"/>
              <a:gd name="connsiteY117" fmla="*/ 1524565 h 1598136"/>
              <a:gd name="connsiteX118" fmla="*/ 86819 w 9662615"/>
              <a:gd name="connsiteY118" fmla="*/ 1519517 h 1598136"/>
              <a:gd name="connsiteX119" fmla="*/ 53369 w 9662615"/>
              <a:gd name="connsiteY119" fmla="*/ 1516853 h 1598136"/>
              <a:gd name="connsiteX120" fmla="*/ 2359 w 9662615"/>
              <a:gd name="connsiteY120" fmla="*/ 1515247 h 1598136"/>
              <a:gd name="connsiteX121" fmla="*/ 0 w 9662615"/>
              <a:gd name="connsiteY121" fmla="*/ 1514932 h 1598136"/>
              <a:gd name="connsiteX122" fmla="*/ 0 w 9662615"/>
              <a:gd name="connsiteY122" fmla="*/ 0 h 1598136"/>
              <a:gd name="connsiteX0" fmla="*/ 0 w 9662615"/>
              <a:gd name="connsiteY0" fmla="*/ 0 h 1598136"/>
              <a:gd name="connsiteX1" fmla="*/ 9662615 w 9662615"/>
              <a:gd name="connsiteY1" fmla="*/ 0 h 1598136"/>
              <a:gd name="connsiteX2" fmla="*/ 9662615 w 9662615"/>
              <a:gd name="connsiteY2" fmla="*/ 1280346 h 1598136"/>
              <a:gd name="connsiteX3" fmla="*/ 9658420 w 9662615"/>
              <a:gd name="connsiteY3" fmla="*/ 1280106 h 1598136"/>
              <a:gd name="connsiteX4" fmla="*/ 9469546 w 9662615"/>
              <a:gd name="connsiteY4" fmla="*/ 1289837 h 1598136"/>
              <a:gd name="connsiteX5" fmla="*/ 9385895 w 9662615"/>
              <a:gd name="connsiteY5" fmla="*/ 1269203 h 1598136"/>
              <a:gd name="connsiteX6" fmla="*/ 9144767 w 9662615"/>
              <a:gd name="connsiteY6" fmla="*/ 1264120 h 1598136"/>
              <a:gd name="connsiteX7" fmla="*/ 8837252 w 9662615"/>
              <a:gd name="connsiteY7" fmla="*/ 1350515 h 1598136"/>
              <a:gd name="connsiteX8" fmla="*/ 8705466 w 9662615"/>
              <a:gd name="connsiteY8" fmla="*/ 1342419 h 1598136"/>
              <a:gd name="connsiteX9" fmla="*/ 8652221 w 9662615"/>
              <a:gd name="connsiteY9" fmla="*/ 1326906 h 1598136"/>
              <a:gd name="connsiteX10" fmla="*/ 8632312 w 9662615"/>
              <a:gd name="connsiteY10" fmla="*/ 1326025 h 1598136"/>
              <a:gd name="connsiteX11" fmla="*/ 8591582 w 9662615"/>
              <a:gd name="connsiteY11" fmla="*/ 1341666 h 1598136"/>
              <a:gd name="connsiteX12" fmla="*/ 8537336 w 9662615"/>
              <a:gd name="connsiteY12" fmla="*/ 1341684 h 1598136"/>
              <a:gd name="connsiteX13" fmla="*/ 8472508 w 9662615"/>
              <a:gd name="connsiteY13" fmla="*/ 1363109 h 1598136"/>
              <a:gd name="connsiteX14" fmla="*/ 8258477 w 9662615"/>
              <a:gd name="connsiteY14" fmla="*/ 1370666 h 1598136"/>
              <a:gd name="connsiteX15" fmla="*/ 8197961 w 9662615"/>
              <a:gd name="connsiteY15" fmla="*/ 1392804 h 1598136"/>
              <a:gd name="connsiteX16" fmla="*/ 8171196 w 9662615"/>
              <a:gd name="connsiteY16" fmla="*/ 1397216 h 1598136"/>
              <a:gd name="connsiteX17" fmla="*/ 8127667 w 9662615"/>
              <a:gd name="connsiteY17" fmla="*/ 1418254 h 1598136"/>
              <a:gd name="connsiteX18" fmla="*/ 7974579 w 9662615"/>
              <a:gd name="connsiteY18" fmla="*/ 1383439 h 1598136"/>
              <a:gd name="connsiteX19" fmla="*/ 7768351 w 9662615"/>
              <a:gd name="connsiteY19" fmla="*/ 1395051 h 1598136"/>
              <a:gd name="connsiteX20" fmla="*/ 7635985 w 9662615"/>
              <a:gd name="connsiteY20" fmla="*/ 1386363 h 1598136"/>
              <a:gd name="connsiteX21" fmla="*/ 7466069 w 9662615"/>
              <a:gd name="connsiteY21" fmla="*/ 1377654 h 1598136"/>
              <a:gd name="connsiteX22" fmla="*/ 7355642 w 9662615"/>
              <a:gd name="connsiteY22" fmla="*/ 1407761 h 1598136"/>
              <a:gd name="connsiteX23" fmla="*/ 7151610 w 9662615"/>
              <a:gd name="connsiteY23" fmla="*/ 1397856 h 1598136"/>
              <a:gd name="connsiteX24" fmla="*/ 7082147 w 9662615"/>
              <a:gd name="connsiteY24" fmla="*/ 1406113 h 1598136"/>
              <a:gd name="connsiteX25" fmla="*/ 7014958 w 9662615"/>
              <a:gd name="connsiteY25" fmla="*/ 1396883 h 1598136"/>
              <a:gd name="connsiteX26" fmla="*/ 6907567 w 9662615"/>
              <a:gd name="connsiteY26" fmla="*/ 1419149 h 1598136"/>
              <a:gd name="connsiteX27" fmla="*/ 6748428 w 9662615"/>
              <a:gd name="connsiteY27" fmla="*/ 1420308 h 1598136"/>
              <a:gd name="connsiteX28" fmla="*/ 6654257 w 9662615"/>
              <a:gd name="connsiteY28" fmla="*/ 1424143 h 1598136"/>
              <a:gd name="connsiteX29" fmla="*/ 6620123 w 9662615"/>
              <a:gd name="connsiteY29" fmla="*/ 1430535 h 1598136"/>
              <a:gd name="connsiteX30" fmla="*/ 6571355 w 9662615"/>
              <a:gd name="connsiteY30" fmla="*/ 1436144 h 1598136"/>
              <a:gd name="connsiteX31" fmla="*/ 6486557 w 9662615"/>
              <a:gd name="connsiteY31" fmla="*/ 1449861 h 1598136"/>
              <a:gd name="connsiteX32" fmla="*/ 6370419 w 9662615"/>
              <a:gd name="connsiteY32" fmla="*/ 1461649 h 1598136"/>
              <a:gd name="connsiteX33" fmla="*/ 6278839 w 9662615"/>
              <a:gd name="connsiteY33" fmla="*/ 1449160 h 1598136"/>
              <a:gd name="connsiteX34" fmla="*/ 6272455 w 9662615"/>
              <a:gd name="connsiteY34" fmla="*/ 1453191 h 1598136"/>
              <a:gd name="connsiteX35" fmla="*/ 6212659 w 9662615"/>
              <a:gd name="connsiteY35" fmla="*/ 1454850 h 1598136"/>
              <a:gd name="connsiteX36" fmla="*/ 6069317 w 9662615"/>
              <a:gd name="connsiteY36" fmla="*/ 1445838 h 1598136"/>
              <a:gd name="connsiteX37" fmla="*/ 5878477 w 9662615"/>
              <a:gd name="connsiteY37" fmla="*/ 1439180 h 1598136"/>
              <a:gd name="connsiteX38" fmla="*/ 5838387 w 9662615"/>
              <a:gd name="connsiteY38" fmla="*/ 1444679 h 1598136"/>
              <a:gd name="connsiteX39" fmla="*/ 5771136 w 9662615"/>
              <a:gd name="connsiteY39" fmla="*/ 1453639 h 1598136"/>
              <a:gd name="connsiteX40" fmla="*/ 5724081 w 9662615"/>
              <a:gd name="connsiteY40" fmla="*/ 1470431 h 1598136"/>
              <a:gd name="connsiteX41" fmla="*/ 5666577 w 9662615"/>
              <a:gd name="connsiteY41" fmla="*/ 1473921 h 1598136"/>
              <a:gd name="connsiteX42" fmla="*/ 5649068 w 9662615"/>
              <a:gd name="connsiteY42" fmla="*/ 1461676 h 1598136"/>
              <a:gd name="connsiteX43" fmla="*/ 5588902 w 9662615"/>
              <a:gd name="connsiteY43" fmla="*/ 1469647 h 1598136"/>
              <a:gd name="connsiteX44" fmla="*/ 5498090 w 9662615"/>
              <a:gd name="connsiteY44" fmla="*/ 1483173 h 1598136"/>
              <a:gd name="connsiteX45" fmla="*/ 5444641 w 9662615"/>
              <a:gd name="connsiteY45" fmla="*/ 1487602 h 1598136"/>
              <a:gd name="connsiteX46" fmla="*/ 5299812 w 9662615"/>
              <a:gd name="connsiteY46" fmla="*/ 1503362 h 1598136"/>
              <a:gd name="connsiteX47" fmla="*/ 5213947 w 9662615"/>
              <a:gd name="connsiteY47" fmla="*/ 1516637 h 1598136"/>
              <a:gd name="connsiteX48" fmla="*/ 5090342 w 9662615"/>
              <a:gd name="connsiteY48" fmla="*/ 1546680 h 1598136"/>
              <a:gd name="connsiteX49" fmla="*/ 5129812 w 9662615"/>
              <a:gd name="connsiteY49" fmla="*/ 1521277 h 1598136"/>
              <a:gd name="connsiteX50" fmla="*/ 5059484 w 9662615"/>
              <a:gd name="connsiteY50" fmla="*/ 1546802 h 1598136"/>
              <a:gd name="connsiteX51" fmla="*/ 5050958 w 9662615"/>
              <a:gd name="connsiteY51" fmla="*/ 1545776 h 1598136"/>
              <a:gd name="connsiteX52" fmla="*/ 5038524 w 9662615"/>
              <a:gd name="connsiteY52" fmla="*/ 1545675 h 1598136"/>
              <a:gd name="connsiteX53" fmla="*/ 5038223 w 9662615"/>
              <a:gd name="connsiteY53" fmla="*/ 1545881 h 1598136"/>
              <a:gd name="connsiteX54" fmla="*/ 5026564 w 9662615"/>
              <a:gd name="connsiteY54" fmla="*/ 1545376 h 1598136"/>
              <a:gd name="connsiteX55" fmla="*/ 4969433 w 9662615"/>
              <a:gd name="connsiteY55" fmla="*/ 1540263 h 1598136"/>
              <a:gd name="connsiteX56" fmla="*/ 4921303 w 9662615"/>
              <a:gd name="connsiteY56" fmla="*/ 1575379 h 1598136"/>
              <a:gd name="connsiteX57" fmla="*/ 4863775 w 9662615"/>
              <a:gd name="connsiteY57" fmla="*/ 1562633 h 1598136"/>
              <a:gd name="connsiteX58" fmla="*/ 4847242 w 9662615"/>
              <a:gd name="connsiteY58" fmla="*/ 1565435 h 1598136"/>
              <a:gd name="connsiteX59" fmla="*/ 4856839 w 9662615"/>
              <a:gd name="connsiteY59" fmla="*/ 1598136 h 1598136"/>
              <a:gd name="connsiteX60" fmla="*/ 4791466 w 9662615"/>
              <a:gd name="connsiteY60" fmla="*/ 1561324 h 1598136"/>
              <a:gd name="connsiteX61" fmla="*/ 4784247 w 9662615"/>
              <a:gd name="connsiteY61" fmla="*/ 1562342 h 1598136"/>
              <a:gd name="connsiteX62" fmla="*/ 4748477 w 9662615"/>
              <a:gd name="connsiteY62" fmla="*/ 1556925 h 1598136"/>
              <a:gd name="connsiteX63" fmla="*/ 4730033 w 9662615"/>
              <a:gd name="connsiteY63" fmla="*/ 1555274 h 1598136"/>
              <a:gd name="connsiteX64" fmla="*/ 4724747 w 9662615"/>
              <a:gd name="connsiteY64" fmla="*/ 1552439 h 1598136"/>
              <a:gd name="connsiteX65" fmla="*/ 4697562 w 9662615"/>
              <a:gd name="connsiteY65" fmla="*/ 1551206 h 1598136"/>
              <a:gd name="connsiteX66" fmla="*/ 4662664 w 9662615"/>
              <a:gd name="connsiteY66" fmla="*/ 1573162 h 1598136"/>
              <a:gd name="connsiteX67" fmla="*/ 4603028 w 9662615"/>
              <a:gd name="connsiteY67" fmla="*/ 1568821 h 1598136"/>
              <a:gd name="connsiteX68" fmla="*/ 4541612 w 9662615"/>
              <a:gd name="connsiteY68" fmla="*/ 1545262 h 1598136"/>
              <a:gd name="connsiteX69" fmla="*/ 4422155 w 9662615"/>
              <a:gd name="connsiteY69" fmla="*/ 1542059 h 1598136"/>
              <a:gd name="connsiteX70" fmla="*/ 4221826 w 9662615"/>
              <a:gd name="connsiteY70" fmla="*/ 1508923 h 1598136"/>
              <a:gd name="connsiteX71" fmla="*/ 4096601 w 9662615"/>
              <a:gd name="connsiteY71" fmla="*/ 1521563 h 1598136"/>
              <a:gd name="connsiteX72" fmla="*/ 3970635 w 9662615"/>
              <a:gd name="connsiteY72" fmla="*/ 1544815 h 1598136"/>
              <a:gd name="connsiteX73" fmla="*/ 3833906 w 9662615"/>
              <a:gd name="connsiteY73" fmla="*/ 1516637 h 1598136"/>
              <a:gd name="connsiteX74" fmla="*/ 3696258 w 9662615"/>
              <a:gd name="connsiteY74" fmla="*/ 1537563 h 1598136"/>
              <a:gd name="connsiteX75" fmla="*/ 3594070 w 9662615"/>
              <a:gd name="connsiteY75" fmla="*/ 1509422 h 1598136"/>
              <a:gd name="connsiteX76" fmla="*/ 3565233 w 9662615"/>
              <a:gd name="connsiteY76" fmla="*/ 1515122 h 1598136"/>
              <a:gd name="connsiteX77" fmla="*/ 3560267 w 9662615"/>
              <a:gd name="connsiteY77" fmla="*/ 1516288 h 1598136"/>
              <a:gd name="connsiteX78" fmla="*/ 3540258 w 9662615"/>
              <a:gd name="connsiteY78" fmla="*/ 1516976 h 1598136"/>
              <a:gd name="connsiteX79" fmla="*/ 3534780 w 9662615"/>
              <a:gd name="connsiteY79" fmla="*/ 1522141 h 1598136"/>
              <a:gd name="connsiteX80" fmla="*/ 3504783 w 9662615"/>
              <a:gd name="connsiteY80" fmla="*/ 1526739 h 1598136"/>
              <a:gd name="connsiteX81" fmla="*/ 3430805 w 9662615"/>
              <a:gd name="connsiteY81" fmla="*/ 1542521 h 1598136"/>
              <a:gd name="connsiteX82" fmla="*/ 3292707 w 9662615"/>
              <a:gd name="connsiteY82" fmla="*/ 1520490 h 1598136"/>
              <a:gd name="connsiteX83" fmla="*/ 3187872 w 9662615"/>
              <a:gd name="connsiteY83" fmla="*/ 1519991 h 1598136"/>
              <a:gd name="connsiteX84" fmla="*/ 3148026 w 9662615"/>
              <a:gd name="connsiteY84" fmla="*/ 1524777 h 1598136"/>
              <a:gd name="connsiteX85" fmla="*/ 3092394 w 9662615"/>
              <a:gd name="connsiteY85" fmla="*/ 1528115 h 1598136"/>
              <a:gd name="connsiteX86" fmla="*/ 2994200 w 9662615"/>
              <a:gd name="connsiteY86" fmla="*/ 1537857 h 1598136"/>
              <a:gd name="connsiteX87" fmla="*/ 2862301 w 9662615"/>
              <a:gd name="connsiteY87" fmla="*/ 1544250 h 1598136"/>
              <a:gd name="connsiteX88" fmla="*/ 2766335 w 9662615"/>
              <a:gd name="connsiteY88" fmla="*/ 1527662 h 1598136"/>
              <a:gd name="connsiteX89" fmla="*/ 2757836 w 9662615"/>
              <a:gd name="connsiteY89" fmla="*/ 1531371 h 1598136"/>
              <a:gd name="connsiteX90" fmla="*/ 2691555 w 9662615"/>
              <a:gd name="connsiteY90" fmla="*/ 1530283 h 1598136"/>
              <a:gd name="connsiteX91" fmla="*/ 2491676 w 9662615"/>
              <a:gd name="connsiteY91" fmla="*/ 1500859 h 1598136"/>
              <a:gd name="connsiteX92" fmla="*/ 2378036 w 9662615"/>
              <a:gd name="connsiteY92" fmla="*/ 1520645 h 1598136"/>
              <a:gd name="connsiteX93" fmla="*/ 2284269 w 9662615"/>
              <a:gd name="connsiteY93" fmla="*/ 1503068 h 1598136"/>
              <a:gd name="connsiteX94" fmla="*/ 2207104 w 9662615"/>
              <a:gd name="connsiteY94" fmla="*/ 1508888 h 1598136"/>
              <a:gd name="connsiteX95" fmla="*/ 2149226 w 9662615"/>
              <a:gd name="connsiteY95" fmla="*/ 1523409 h 1598136"/>
              <a:gd name="connsiteX96" fmla="*/ 2084783 w 9662615"/>
              <a:gd name="connsiteY96" fmla="*/ 1524245 h 1598136"/>
              <a:gd name="connsiteX97" fmla="*/ 2070075 w 9662615"/>
              <a:gd name="connsiteY97" fmla="*/ 1511285 h 1598136"/>
              <a:gd name="connsiteX98" fmla="*/ 2001057 w 9662615"/>
              <a:gd name="connsiteY98" fmla="*/ 1516449 h 1598136"/>
              <a:gd name="connsiteX99" fmla="*/ 1896330 w 9662615"/>
              <a:gd name="connsiteY99" fmla="*/ 1525725 h 1598136"/>
              <a:gd name="connsiteX100" fmla="*/ 1835994 w 9662615"/>
              <a:gd name="connsiteY100" fmla="*/ 1527678 h 1598136"/>
              <a:gd name="connsiteX101" fmla="*/ 1671119 w 9662615"/>
              <a:gd name="connsiteY101" fmla="*/ 1536701 h 1598136"/>
              <a:gd name="connsiteX102" fmla="*/ 1601337 w 9662615"/>
              <a:gd name="connsiteY102" fmla="*/ 1548552 h 1598136"/>
              <a:gd name="connsiteX103" fmla="*/ 1407755 w 9662615"/>
              <a:gd name="connsiteY103" fmla="*/ 1571444 h 1598136"/>
              <a:gd name="connsiteX104" fmla="*/ 1271994 w 9662615"/>
              <a:gd name="connsiteY104" fmla="*/ 1579471 h 1598136"/>
              <a:gd name="connsiteX105" fmla="*/ 1249226 w 9662615"/>
              <a:gd name="connsiteY105" fmla="*/ 1583140 h 1598136"/>
              <a:gd name="connsiteX106" fmla="*/ 1217719 w 9662615"/>
              <a:gd name="connsiteY106" fmla="*/ 1580863 h 1598136"/>
              <a:gd name="connsiteX107" fmla="*/ 1091432 w 9662615"/>
              <a:gd name="connsiteY107" fmla="*/ 1571003 h 1598136"/>
              <a:gd name="connsiteX108" fmla="*/ 992039 w 9662615"/>
              <a:gd name="connsiteY108" fmla="*/ 1556662 h 1598136"/>
              <a:gd name="connsiteX109" fmla="*/ 868264 w 9662615"/>
              <a:gd name="connsiteY109" fmla="*/ 1566392 h 1598136"/>
              <a:gd name="connsiteX110" fmla="*/ 792765 w 9662615"/>
              <a:gd name="connsiteY110" fmla="*/ 1563102 h 1598136"/>
              <a:gd name="connsiteX111" fmla="*/ 669055 w 9662615"/>
              <a:gd name="connsiteY111" fmla="*/ 1543638 h 1598136"/>
              <a:gd name="connsiteX112" fmla="*/ 506152 w 9662615"/>
              <a:gd name="connsiteY112" fmla="*/ 1549124 h 1598136"/>
              <a:gd name="connsiteX113" fmla="*/ 472797 w 9662615"/>
              <a:gd name="connsiteY113" fmla="*/ 1568904 h 1598136"/>
              <a:gd name="connsiteX114" fmla="*/ 427864 w 9662615"/>
              <a:gd name="connsiteY114" fmla="*/ 1580848 h 1598136"/>
              <a:gd name="connsiteX115" fmla="*/ 408381 w 9662615"/>
              <a:gd name="connsiteY115" fmla="*/ 1552940 h 1598136"/>
              <a:gd name="connsiteX116" fmla="*/ 267163 w 9662615"/>
              <a:gd name="connsiteY116" fmla="*/ 1531913 h 1598136"/>
              <a:gd name="connsiteX117" fmla="*/ 196644 w 9662615"/>
              <a:gd name="connsiteY117" fmla="*/ 1524565 h 1598136"/>
              <a:gd name="connsiteX118" fmla="*/ 86819 w 9662615"/>
              <a:gd name="connsiteY118" fmla="*/ 1519517 h 1598136"/>
              <a:gd name="connsiteX119" fmla="*/ 53369 w 9662615"/>
              <a:gd name="connsiteY119" fmla="*/ 1516853 h 1598136"/>
              <a:gd name="connsiteX120" fmla="*/ 2359 w 9662615"/>
              <a:gd name="connsiteY120" fmla="*/ 1515247 h 1598136"/>
              <a:gd name="connsiteX121" fmla="*/ 0 w 9662615"/>
              <a:gd name="connsiteY121" fmla="*/ 1514932 h 1598136"/>
              <a:gd name="connsiteX122" fmla="*/ 0 w 9662615"/>
              <a:gd name="connsiteY122" fmla="*/ 0 h 1598136"/>
              <a:gd name="connsiteX0" fmla="*/ 0 w 9662615"/>
              <a:gd name="connsiteY0" fmla="*/ 0 h 1598136"/>
              <a:gd name="connsiteX1" fmla="*/ 9662615 w 9662615"/>
              <a:gd name="connsiteY1" fmla="*/ 0 h 1598136"/>
              <a:gd name="connsiteX2" fmla="*/ 9662615 w 9662615"/>
              <a:gd name="connsiteY2" fmla="*/ 1280346 h 1598136"/>
              <a:gd name="connsiteX3" fmla="*/ 9658420 w 9662615"/>
              <a:gd name="connsiteY3" fmla="*/ 1280106 h 1598136"/>
              <a:gd name="connsiteX4" fmla="*/ 9469546 w 9662615"/>
              <a:gd name="connsiteY4" fmla="*/ 1289837 h 1598136"/>
              <a:gd name="connsiteX5" fmla="*/ 9385895 w 9662615"/>
              <a:gd name="connsiteY5" fmla="*/ 1269203 h 1598136"/>
              <a:gd name="connsiteX6" fmla="*/ 9144767 w 9662615"/>
              <a:gd name="connsiteY6" fmla="*/ 1264120 h 1598136"/>
              <a:gd name="connsiteX7" fmla="*/ 8837252 w 9662615"/>
              <a:gd name="connsiteY7" fmla="*/ 1350515 h 1598136"/>
              <a:gd name="connsiteX8" fmla="*/ 8705466 w 9662615"/>
              <a:gd name="connsiteY8" fmla="*/ 1342419 h 1598136"/>
              <a:gd name="connsiteX9" fmla="*/ 8652221 w 9662615"/>
              <a:gd name="connsiteY9" fmla="*/ 1326906 h 1598136"/>
              <a:gd name="connsiteX10" fmla="*/ 8632312 w 9662615"/>
              <a:gd name="connsiteY10" fmla="*/ 1326025 h 1598136"/>
              <a:gd name="connsiteX11" fmla="*/ 8591582 w 9662615"/>
              <a:gd name="connsiteY11" fmla="*/ 1341666 h 1598136"/>
              <a:gd name="connsiteX12" fmla="*/ 8537336 w 9662615"/>
              <a:gd name="connsiteY12" fmla="*/ 1341684 h 1598136"/>
              <a:gd name="connsiteX13" fmla="*/ 8472508 w 9662615"/>
              <a:gd name="connsiteY13" fmla="*/ 1363109 h 1598136"/>
              <a:gd name="connsiteX14" fmla="*/ 8258477 w 9662615"/>
              <a:gd name="connsiteY14" fmla="*/ 1370666 h 1598136"/>
              <a:gd name="connsiteX15" fmla="*/ 8197961 w 9662615"/>
              <a:gd name="connsiteY15" fmla="*/ 1392804 h 1598136"/>
              <a:gd name="connsiteX16" fmla="*/ 8171196 w 9662615"/>
              <a:gd name="connsiteY16" fmla="*/ 1397216 h 1598136"/>
              <a:gd name="connsiteX17" fmla="*/ 8127667 w 9662615"/>
              <a:gd name="connsiteY17" fmla="*/ 1418254 h 1598136"/>
              <a:gd name="connsiteX18" fmla="*/ 7974579 w 9662615"/>
              <a:gd name="connsiteY18" fmla="*/ 1383439 h 1598136"/>
              <a:gd name="connsiteX19" fmla="*/ 7768351 w 9662615"/>
              <a:gd name="connsiteY19" fmla="*/ 1395051 h 1598136"/>
              <a:gd name="connsiteX20" fmla="*/ 7635985 w 9662615"/>
              <a:gd name="connsiteY20" fmla="*/ 1386363 h 1598136"/>
              <a:gd name="connsiteX21" fmla="*/ 7466069 w 9662615"/>
              <a:gd name="connsiteY21" fmla="*/ 1377654 h 1598136"/>
              <a:gd name="connsiteX22" fmla="*/ 7355642 w 9662615"/>
              <a:gd name="connsiteY22" fmla="*/ 1407761 h 1598136"/>
              <a:gd name="connsiteX23" fmla="*/ 7151610 w 9662615"/>
              <a:gd name="connsiteY23" fmla="*/ 1397856 h 1598136"/>
              <a:gd name="connsiteX24" fmla="*/ 7082147 w 9662615"/>
              <a:gd name="connsiteY24" fmla="*/ 1406113 h 1598136"/>
              <a:gd name="connsiteX25" fmla="*/ 7014958 w 9662615"/>
              <a:gd name="connsiteY25" fmla="*/ 1396883 h 1598136"/>
              <a:gd name="connsiteX26" fmla="*/ 6907567 w 9662615"/>
              <a:gd name="connsiteY26" fmla="*/ 1419149 h 1598136"/>
              <a:gd name="connsiteX27" fmla="*/ 6748428 w 9662615"/>
              <a:gd name="connsiteY27" fmla="*/ 1420308 h 1598136"/>
              <a:gd name="connsiteX28" fmla="*/ 6654257 w 9662615"/>
              <a:gd name="connsiteY28" fmla="*/ 1424143 h 1598136"/>
              <a:gd name="connsiteX29" fmla="*/ 6620123 w 9662615"/>
              <a:gd name="connsiteY29" fmla="*/ 1430535 h 1598136"/>
              <a:gd name="connsiteX30" fmla="*/ 6571355 w 9662615"/>
              <a:gd name="connsiteY30" fmla="*/ 1436144 h 1598136"/>
              <a:gd name="connsiteX31" fmla="*/ 6486557 w 9662615"/>
              <a:gd name="connsiteY31" fmla="*/ 1449861 h 1598136"/>
              <a:gd name="connsiteX32" fmla="*/ 6370419 w 9662615"/>
              <a:gd name="connsiteY32" fmla="*/ 1461649 h 1598136"/>
              <a:gd name="connsiteX33" fmla="*/ 6278839 w 9662615"/>
              <a:gd name="connsiteY33" fmla="*/ 1449160 h 1598136"/>
              <a:gd name="connsiteX34" fmla="*/ 6272455 w 9662615"/>
              <a:gd name="connsiteY34" fmla="*/ 1453191 h 1598136"/>
              <a:gd name="connsiteX35" fmla="*/ 6212659 w 9662615"/>
              <a:gd name="connsiteY35" fmla="*/ 1454850 h 1598136"/>
              <a:gd name="connsiteX36" fmla="*/ 6069317 w 9662615"/>
              <a:gd name="connsiteY36" fmla="*/ 1445838 h 1598136"/>
              <a:gd name="connsiteX37" fmla="*/ 5878477 w 9662615"/>
              <a:gd name="connsiteY37" fmla="*/ 1439180 h 1598136"/>
              <a:gd name="connsiteX38" fmla="*/ 5838387 w 9662615"/>
              <a:gd name="connsiteY38" fmla="*/ 1444679 h 1598136"/>
              <a:gd name="connsiteX39" fmla="*/ 5771136 w 9662615"/>
              <a:gd name="connsiteY39" fmla="*/ 1453639 h 1598136"/>
              <a:gd name="connsiteX40" fmla="*/ 5724081 w 9662615"/>
              <a:gd name="connsiteY40" fmla="*/ 1470431 h 1598136"/>
              <a:gd name="connsiteX41" fmla="*/ 5666577 w 9662615"/>
              <a:gd name="connsiteY41" fmla="*/ 1473921 h 1598136"/>
              <a:gd name="connsiteX42" fmla="*/ 5649068 w 9662615"/>
              <a:gd name="connsiteY42" fmla="*/ 1461676 h 1598136"/>
              <a:gd name="connsiteX43" fmla="*/ 5588902 w 9662615"/>
              <a:gd name="connsiteY43" fmla="*/ 1469647 h 1598136"/>
              <a:gd name="connsiteX44" fmla="*/ 5498090 w 9662615"/>
              <a:gd name="connsiteY44" fmla="*/ 1483173 h 1598136"/>
              <a:gd name="connsiteX45" fmla="*/ 5444641 w 9662615"/>
              <a:gd name="connsiteY45" fmla="*/ 1487602 h 1598136"/>
              <a:gd name="connsiteX46" fmla="*/ 5299812 w 9662615"/>
              <a:gd name="connsiteY46" fmla="*/ 1503362 h 1598136"/>
              <a:gd name="connsiteX47" fmla="*/ 5213947 w 9662615"/>
              <a:gd name="connsiteY47" fmla="*/ 1516637 h 1598136"/>
              <a:gd name="connsiteX48" fmla="*/ 5090342 w 9662615"/>
              <a:gd name="connsiteY48" fmla="*/ 1546680 h 1598136"/>
              <a:gd name="connsiteX49" fmla="*/ 5129812 w 9662615"/>
              <a:gd name="connsiteY49" fmla="*/ 1521277 h 1598136"/>
              <a:gd name="connsiteX50" fmla="*/ 5059484 w 9662615"/>
              <a:gd name="connsiteY50" fmla="*/ 1546802 h 1598136"/>
              <a:gd name="connsiteX51" fmla="*/ 5050958 w 9662615"/>
              <a:gd name="connsiteY51" fmla="*/ 1545776 h 1598136"/>
              <a:gd name="connsiteX52" fmla="*/ 5038524 w 9662615"/>
              <a:gd name="connsiteY52" fmla="*/ 1545675 h 1598136"/>
              <a:gd name="connsiteX53" fmla="*/ 5026564 w 9662615"/>
              <a:gd name="connsiteY53" fmla="*/ 1545376 h 1598136"/>
              <a:gd name="connsiteX54" fmla="*/ 4969433 w 9662615"/>
              <a:gd name="connsiteY54" fmla="*/ 1540263 h 1598136"/>
              <a:gd name="connsiteX55" fmla="*/ 4921303 w 9662615"/>
              <a:gd name="connsiteY55" fmla="*/ 1575379 h 1598136"/>
              <a:gd name="connsiteX56" fmla="*/ 4863775 w 9662615"/>
              <a:gd name="connsiteY56" fmla="*/ 1562633 h 1598136"/>
              <a:gd name="connsiteX57" fmla="*/ 4847242 w 9662615"/>
              <a:gd name="connsiteY57" fmla="*/ 1565435 h 1598136"/>
              <a:gd name="connsiteX58" fmla="*/ 4856839 w 9662615"/>
              <a:gd name="connsiteY58" fmla="*/ 1598136 h 1598136"/>
              <a:gd name="connsiteX59" fmla="*/ 4791466 w 9662615"/>
              <a:gd name="connsiteY59" fmla="*/ 1561324 h 1598136"/>
              <a:gd name="connsiteX60" fmla="*/ 4784247 w 9662615"/>
              <a:gd name="connsiteY60" fmla="*/ 1562342 h 1598136"/>
              <a:gd name="connsiteX61" fmla="*/ 4748477 w 9662615"/>
              <a:gd name="connsiteY61" fmla="*/ 1556925 h 1598136"/>
              <a:gd name="connsiteX62" fmla="*/ 4730033 w 9662615"/>
              <a:gd name="connsiteY62" fmla="*/ 1555274 h 1598136"/>
              <a:gd name="connsiteX63" fmla="*/ 4724747 w 9662615"/>
              <a:gd name="connsiteY63" fmla="*/ 1552439 h 1598136"/>
              <a:gd name="connsiteX64" fmla="*/ 4697562 w 9662615"/>
              <a:gd name="connsiteY64" fmla="*/ 1551206 h 1598136"/>
              <a:gd name="connsiteX65" fmla="*/ 4662664 w 9662615"/>
              <a:gd name="connsiteY65" fmla="*/ 1573162 h 1598136"/>
              <a:gd name="connsiteX66" fmla="*/ 4603028 w 9662615"/>
              <a:gd name="connsiteY66" fmla="*/ 1568821 h 1598136"/>
              <a:gd name="connsiteX67" fmla="*/ 4541612 w 9662615"/>
              <a:gd name="connsiteY67" fmla="*/ 1545262 h 1598136"/>
              <a:gd name="connsiteX68" fmla="*/ 4422155 w 9662615"/>
              <a:gd name="connsiteY68" fmla="*/ 1542059 h 1598136"/>
              <a:gd name="connsiteX69" fmla="*/ 4221826 w 9662615"/>
              <a:gd name="connsiteY69" fmla="*/ 1508923 h 1598136"/>
              <a:gd name="connsiteX70" fmla="*/ 4096601 w 9662615"/>
              <a:gd name="connsiteY70" fmla="*/ 1521563 h 1598136"/>
              <a:gd name="connsiteX71" fmla="*/ 3970635 w 9662615"/>
              <a:gd name="connsiteY71" fmla="*/ 1544815 h 1598136"/>
              <a:gd name="connsiteX72" fmla="*/ 3833906 w 9662615"/>
              <a:gd name="connsiteY72" fmla="*/ 1516637 h 1598136"/>
              <a:gd name="connsiteX73" fmla="*/ 3696258 w 9662615"/>
              <a:gd name="connsiteY73" fmla="*/ 1537563 h 1598136"/>
              <a:gd name="connsiteX74" fmla="*/ 3594070 w 9662615"/>
              <a:gd name="connsiteY74" fmla="*/ 1509422 h 1598136"/>
              <a:gd name="connsiteX75" fmla="*/ 3565233 w 9662615"/>
              <a:gd name="connsiteY75" fmla="*/ 1515122 h 1598136"/>
              <a:gd name="connsiteX76" fmla="*/ 3560267 w 9662615"/>
              <a:gd name="connsiteY76" fmla="*/ 1516288 h 1598136"/>
              <a:gd name="connsiteX77" fmla="*/ 3540258 w 9662615"/>
              <a:gd name="connsiteY77" fmla="*/ 1516976 h 1598136"/>
              <a:gd name="connsiteX78" fmla="*/ 3534780 w 9662615"/>
              <a:gd name="connsiteY78" fmla="*/ 1522141 h 1598136"/>
              <a:gd name="connsiteX79" fmla="*/ 3504783 w 9662615"/>
              <a:gd name="connsiteY79" fmla="*/ 1526739 h 1598136"/>
              <a:gd name="connsiteX80" fmla="*/ 3430805 w 9662615"/>
              <a:gd name="connsiteY80" fmla="*/ 1542521 h 1598136"/>
              <a:gd name="connsiteX81" fmla="*/ 3292707 w 9662615"/>
              <a:gd name="connsiteY81" fmla="*/ 1520490 h 1598136"/>
              <a:gd name="connsiteX82" fmla="*/ 3187872 w 9662615"/>
              <a:gd name="connsiteY82" fmla="*/ 1519991 h 1598136"/>
              <a:gd name="connsiteX83" fmla="*/ 3148026 w 9662615"/>
              <a:gd name="connsiteY83" fmla="*/ 1524777 h 1598136"/>
              <a:gd name="connsiteX84" fmla="*/ 3092394 w 9662615"/>
              <a:gd name="connsiteY84" fmla="*/ 1528115 h 1598136"/>
              <a:gd name="connsiteX85" fmla="*/ 2994200 w 9662615"/>
              <a:gd name="connsiteY85" fmla="*/ 1537857 h 1598136"/>
              <a:gd name="connsiteX86" fmla="*/ 2862301 w 9662615"/>
              <a:gd name="connsiteY86" fmla="*/ 1544250 h 1598136"/>
              <a:gd name="connsiteX87" fmla="*/ 2766335 w 9662615"/>
              <a:gd name="connsiteY87" fmla="*/ 1527662 h 1598136"/>
              <a:gd name="connsiteX88" fmla="*/ 2757836 w 9662615"/>
              <a:gd name="connsiteY88" fmla="*/ 1531371 h 1598136"/>
              <a:gd name="connsiteX89" fmla="*/ 2691555 w 9662615"/>
              <a:gd name="connsiteY89" fmla="*/ 1530283 h 1598136"/>
              <a:gd name="connsiteX90" fmla="*/ 2491676 w 9662615"/>
              <a:gd name="connsiteY90" fmla="*/ 1500859 h 1598136"/>
              <a:gd name="connsiteX91" fmla="*/ 2378036 w 9662615"/>
              <a:gd name="connsiteY91" fmla="*/ 1520645 h 1598136"/>
              <a:gd name="connsiteX92" fmla="*/ 2284269 w 9662615"/>
              <a:gd name="connsiteY92" fmla="*/ 1503068 h 1598136"/>
              <a:gd name="connsiteX93" fmla="*/ 2207104 w 9662615"/>
              <a:gd name="connsiteY93" fmla="*/ 1508888 h 1598136"/>
              <a:gd name="connsiteX94" fmla="*/ 2149226 w 9662615"/>
              <a:gd name="connsiteY94" fmla="*/ 1523409 h 1598136"/>
              <a:gd name="connsiteX95" fmla="*/ 2084783 w 9662615"/>
              <a:gd name="connsiteY95" fmla="*/ 1524245 h 1598136"/>
              <a:gd name="connsiteX96" fmla="*/ 2070075 w 9662615"/>
              <a:gd name="connsiteY96" fmla="*/ 1511285 h 1598136"/>
              <a:gd name="connsiteX97" fmla="*/ 2001057 w 9662615"/>
              <a:gd name="connsiteY97" fmla="*/ 1516449 h 1598136"/>
              <a:gd name="connsiteX98" fmla="*/ 1896330 w 9662615"/>
              <a:gd name="connsiteY98" fmla="*/ 1525725 h 1598136"/>
              <a:gd name="connsiteX99" fmla="*/ 1835994 w 9662615"/>
              <a:gd name="connsiteY99" fmla="*/ 1527678 h 1598136"/>
              <a:gd name="connsiteX100" fmla="*/ 1671119 w 9662615"/>
              <a:gd name="connsiteY100" fmla="*/ 1536701 h 1598136"/>
              <a:gd name="connsiteX101" fmla="*/ 1601337 w 9662615"/>
              <a:gd name="connsiteY101" fmla="*/ 1548552 h 1598136"/>
              <a:gd name="connsiteX102" fmla="*/ 1407755 w 9662615"/>
              <a:gd name="connsiteY102" fmla="*/ 1571444 h 1598136"/>
              <a:gd name="connsiteX103" fmla="*/ 1271994 w 9662615"/>
              <a:gd name="connsiteY103" fmla="*/ 1579471 h 1598136"/>
              <a:gd name="connsiteX104" fmla="*/ 1249226 w 9662615"/>
              <a:gd name="connsiteY104" fmla="*/ 1583140 h 1598136"/>
              <a:gd name="connsiteX105" fmla="*/ 1217719 w 9662615"/>
              <a:gd name="connsiteY105" fmla="*/ 1580863 h 1598136"/>
              <a:gd name="connsiteX106" fmla="*/ 1091432 w 9662615"/>
              <a:gd name="connsiteY106" fmla="*/ 1571003 h 1598136"/>
              <a:gd name="connsiteX107" fmla="*/ 992039 w 9662615"/>
              <a:gd name="connsiteY107" fmla="*/ 1556662 h 1598136"/>
              <a:gd name="connsiteX108" fmla="*/ 868264 w 9662615"/>
              <a:gd name="connsiteY108" fmla="*/ 1566392 h 1598136"/>
              <a:gd name="connsiteX109" fmla="*/ 792765 w 9662615"/>
              <a:gd name="connsiteY109" fmla="*/ 1563102 h 1598136"/>
              <a:gd name="connsiteX110" fmla="*/ 669055 w 9662615"/>
              <a:gd name="connsiteY110" fmla="*/ 1543638 h 1598136"/>
              <a:gd name="connsiteX111" fmla="*/ 506152 w 9662615"/>
              <a:gd name="connsiteY111" fmla="*/ 1549124 h 1598136"/>
              <a:gd name="connsiteX112" fmla="*/ 472797 w 9662615"/>
              <a:gd name="connsiteY112" fmla="*/ 1568904 h 1598136"/>
              <a:gd name="connsiteX113" fmla="*/ 427864 w 9662615"/>
              <a:gd name="connsiteY113" fmla="*/ 1580848 h 1598136"/>
              <a:gd name="connsiteX114" fmla="*/ 408381 w 9662615"/>
              <a:gd name="connsiteY114" fmla="*/ 1552940 h 1598136"/>
              <a:gd name="connsiteX115" fmla="*/ 267163 w 9662615"/>
              <a:gd name="connsiteY115" fmla="*/ 1531913 h 1598136"/>
              <a:gd name="connsiteX116" fmla="*/ 196644 w 9662615"/>
              <a:gd name="connsiteY116" fmla="*/ 1524565 h 1598136"/>
              <a:gd name="connsiteX117" fmla="*/ 86819 w 9662615"/>
              <a:gd name="connsiteY117" fmla="*/ 1519517 h 1598136"/>
              <a:gd name="connsiteX118" fmla="*/ 53369 w 9662615"/>
              <a:gd name="connsiteY118" fmla="*/ 1516853 h 1598136"/>
              <a:gd name="connsiteX119" fmla="*/ 2359 w 9662615"/>
              <a:gd name="connsiteY119" fmla="*/ 1515247 h 1598136"/>
              <a:gd name="connsiteX120" fmla="*/ 0 w 9662615"/>
              <a:gd name="connsiteY120" fmla="*/ 1514932 h 1598136"/>
              <a:gd name="connsiteX121" fmla="*/ 0 w 9662615"/>
              <a:gd name="connsiteY121" fmla="*/ 0 h 1598136"/>
              <a:gd name="connsiteX0" fmla="*/ 0 w 9662615"/>
              <a:gd name="connsiteY0" fmla="*/ 0 h 1598136"/>
              <a:gd name="connsiteX1" fmla="*/ 9662615 w 9662615"/>
              <a:gd name="connsiteY1" fmla="*/ 0 h 1598136"/>
              <a:gd name="connsiteX2" fmla="*/ 9662615 w 9662615"/>
              <a:gd name="connsiteY2" fmla="*/ 1280346 h 1598136"/>
              <a:gd name="connsiteX3" fmla="*/ 9658420 w 9662615"/>
              <a:gd name="connsiteY3" fmla="*/ 1280106 h 1598136"/>
              <a:gd name="connsiteX4" fmla="*/ 9469546 w 9662615"/>
              <a:gd name="connsiteY4" fmla="*/ 1289837 h 1598136"/>
              <a:gd name="connsiteX5" fmla="*/ 9385895 w 9662615"/>
              <a:gd name="connsiteY5" fmla="*/ 1269203 h 1598136"/>
              <a:gd name="connsiteX6" fmla="*/ 9144767 w 9662615"/>
              <a:gd name="connsiteY6" fmla="*/ 1264120 h 1598136"/>
              <a:gd name="connsiteX7" fmla="*/ 8837252 w 9662615"/>
              <a:gd name="connsiteY7" fmla="*/ 1350515 h 1598136"/>
              <a:gd name="connsiteX8" fmla="*/ 8705466 w 9662615"/>
              <a:gd name="connsiteY8" fmla="*/ 1342419 h 1598136"/>
              <a:gd name="connsiteX9" fmla="*/ 8652221 w 9662615"/>
              <a:gd name="connsiteY9" fmla="*/ 1326906 h 1598136"/>
              <a:gd name="connsiteX10" fmla="*/ 8632312 w 9662615"/>
              <a:gd name="connsiteY10" fmla="*/ 1326025 h 1598136"/>
              <a:gd name="connsiteX11" fmla="*/ 8591582 w 9662615"/>
              <a:gd name="connsiteY11" fmla="*/ 1341666 h 1598136"/>
              <a:gd name="connsiteX12" fmla="*/ 8537336 w 9662615"/>
              <a:gd name="connsiteY12" fmla="*/ 1341684 h 1598136"/>
              <a:gd name="connsiteX13" fmla="*/ 8472508 w 9662615"/>
              <a:gd name="connsiteY13" fmla="*/ 1363109 h 1598136"/>
              <a:gd name="connsiteX14" fmla="*/ 8258477 w 9662615"/>
              <a:gd name="connsiteY14" fmla="*/ 1370666 h 1598136"/>
              <a:gd name="connsiteX15" fmla="*/ 8197961 w 9662615"/>
              <a:gd name="connsiteY15" fmla="*/ 1392804 h 1598136"/>
              <a:gd name="connsiteX16" fmla="*/ 8171196 w 9662615"/>
              <a:gd name="connsiteY16" fmla="*/ 1397216 h 1598136"/>
              <a:gd name="connsiteX17" fmla="*/ 8127667 w 9662615"/>
              <a:gd name="connsiteY17" fmla="*/ 1418254 h 1598136"/>
              <a:gd name="connsiteX18" fmla="*/ 7974579 w 9662615"/>
              <a:gd name="connsiteY18" fmla="*/ 1383439 h 1598136"/>
              <a:gd name="connsiteX19" fmla="*/ 7768351 w 9662615"/>
              <a:gd name="connsiteY19" fmla="*/ 1395051 h 1598136"/>
              <a:gd name="connsiteX20" fmla="*/ 7635985 w 9662615"/>
              <a:gd name="connsiteY20" fmla="*/ 1386363 h 1598136"/>
              <a:gd name="connsiteX21" fmla="*/ 7466069 w 9662615"/>
              <a:gd name="connsiteY21" fmla="*/ 1377654 h 1598136"/>
              <a:gd name="connsiteX22" fmla="*/ 7355642 w 9662615"/>
              <a:gd name="connsiteY22" fmla="*/ 1407761 h 1598136"/>
              <a:gd name="connsiteX23" fmla="*/ 7151610 w 9662615"/>
              <a:gd name="connsiteY23" fmla="*/ 1397856 h 1598136"/>
              <a:gd name="connsiteX24" fmla="*/ 7082147 w 9662615"/>
              <a:gd name="connsiteY24" fmla="*/ 1406113 h 1598136"/>
              <a:gd name="connsiteX25" fmla="*/ 7014958 w 9662615"/>
              <a:gd name="connsiteY25" fmla="*/ 1396883 h 1598136"/>
              <a:gd name="connsiteX26" fmla="*/ 6907567 w 9662615"/>
              <a:gd name="connsiteY26" fmla="*/ 1419149 h 1598136"/>
              <a:gd name="connsiteX27" fmla="*/ 6748428 w 9662615"/>
              <a:gd name="connsiteY27" fmla="*/ 1420308 h 1598136"/>
              <a:gd name="connsiteX28" fmla="*/ 6654257 w 9662615"/>
              <a:gd name="connsiteY28" fmla="*/ 1424143 h 1598136"/>
              <a:gd name="connsiteX29" fmla="*/ 6620123 w 9662615"/>
              <a:gd name="connsiteY29" fmla="*/ 1430535 h 1598136"/>
              <a:gd name="connsiteX30" fmla="*/ 6571355 w 9662615"/>
              <a:gd name="connsiteY30" fmla="*/ 1436144 h 1598136"/>
              <a:gd name="connsiteX31" fmla="*/ 6486557 w 9662615"/>
              <a:gd name="connsiteY31" fmla="*/ 1449861 h 1598136"/>
              <a:gd name="connsiteX32" fmla="*/ 6370419 w 9662615"/>
              <a:gd name="connsiteY32" fmla="*/ 1461649 h 1598136"/>
              <a:gd name="connsiteX33" fmla="*/ 6278839 w 9662615"/>
              <a:gd name="connsiteY33" fmla="*/ 1449160 h 1598136"/>
              <a:gd name="connsiteX34" fmla="*/ 6272455 w 9662615"/>
              <a:gd name="connsiteY34" fmla="*/ 1453191 h 1598136"/>
              <a:gd name="connsiteX35" fmla="*/ 6212659 w 9662615"/>
              <a:gd name="connsiteY35" fmla="*/ 1454850 h 1598136"/>
              <a:gd name="connsiteX36" fmla="*/ 6069317 w 9662615"/>
              <a:gd name="connsiteY36" fmla="*/ 1445838 h 1598136"/>
              <a:gd name="connsiteX37" fmla="*/ 5878477 w 9662615"/>
              <a:gd name="connsiteY37" fmla="*/ 1439180 h 1598136"/>
              <a:gd name="connsiteX38" fmla="*/ 5838387 w 9662615"/>
              <a:gd name="connsiteY38" fmla="*/ 1444679 h 1598136"/>
              <a:gd name="connsiteX39" fmla="*/ 5771136 w 9662615"/>
              <a:gd name="connsiteY39" fmla="*/ 1453639 h 1598136"/>
              <a:gd name="connsiteX40" fmla="*/ 5724081 w 9662615"/>
              <a:gd name="connsiteY40" fmla="*/ 1470431 h 1598136"/>
              <a:gd name="connsiteX41" fmla="*/ 5666577 w 9662615"/>
              <a:gd name="connsiteY41" fmla="*/ 1473921 h 1598136"/>
              <a:gd name="connsiteX42" fmla="*/ 5649068 w 9662615"/>
              <a:gd name="connsiteY42" fmla="*/ 1461676 h 1598136"/>
              <a:gd name="connsiteX43" fmla="*/ 5588902 w 9662615"/>
              <a:gd name="connsiteY43" fmla="*/ 1469647 h 1598136"/>
              <a:gd name="connsiteX44" fmla="*/ 5498090 w 9662615"/>
              <a:gd name="connsiteY44" fmla="*/ 1483173 h 1598136"/>
              <a:gd name="connsiteX45" fmla="*/ 5444641 w 9662615"/>
              <a:gd name="connsiteY45" fmla="*/ 1487602 h 1598136"/>
              <a:gd name="connsiteX46" fmla="*/ 5299812 w 9662615"/>
              <a:gd name="connsiteY46" fmla="*/ 1503362 h 1598136"/>
              <a:gd name="connsiteX47" fmla="*/ 5213947 w 9662615"/>
              <a:gd name="connsiteY47" fmla="*/ 1516637 h 1598136"/>
              <a:gd name="connsiteX48" fmla="*/ 5090342 w 9662615"/>
              <a:gd name="connsiteY48" fmla="*/ 1546680 h 1598136"/>
              <a:gd name="connsiteX49" fmla="*/ 5129812 w 9662615"/>
              <a:gd name="connsiteY49" fmla="*/ 1521277 h 1598136"/>
              <a:gd name="connsiteX50" fmla="*/ 5059484 w 9662615"/>
              <a:gd name="connsiteY50" fmla="*/ 1546802 h 1598136"/>
              <a:gd name="connsiteX51" fmla="*/ 5038524 w 9662615"/>
              <a:gd name="connsiteY51" fmla="*/ 1545675 h 1598136"/>
              <a:gd name="connsiteX52" fmla="*/ 5026564 w 9662615"/>
              <a:gd name="connsiteY52" fmla="*/ 1545376 h 1598136"/>
              <a:gd name="connsiteX53" fmla="*/ 4969433 w 9662615"/>
              <a:gd name="connsiteY53" fmla="*/ 1540263 h 1598136"/>
              <a:gd name="connsiteX54" fmla="*/ 4921303 w 9662615"/>
              <a:gd name="connsiteY54" fmla="*/ 1575379 h 1598136"/>
              <a:gd name="connsiteX55" fmla="*/ 4863775 w 9662615"/>
              <a:gd name="connsiteY55" fmla="*/ 1562633 h 1598136"/>
              <a:gd name="connsiteX56" fmla="*/ 4847242 w 9662615"/>
              <a:gd name="connsiteY56" fmla="*/ 1565435 h 1598136"/>
              <a:gd name="connsiteX57" fmla="*/ 4856839 w 9662615"/>
              <a:gd name="connsiteY57" fmla="*/ 1598136 h 1598136"/>
              <a:gd name="connsiteX58" fmla="*/ 4791466 w 9662615"/>
              <a:gd name="connsiteY58" fmla="*/ 1561324 h 1598136"/>
              <a:gd name="connsiteX59" fmla="*/ 4784247 w 9662615"/>
              <a:gd name="connsiteY59" fmla="*/ 1562342 h 1598136"/>
              <a:gd name="connsiteX60" fmla="*/ 4748477 w 9662615"/>
              <a:gd name="connsiteY60" fmla="*/ 1556925 h 1598136"/>
              <a:gd name="connsiteX61" fmla="*/ 4730033 w 9662615"/>
              <a:gd name="connsiteY61" fmla="*/ 1555274 h 1598136"/>
              <a:gd name="connsiteX62" fmla="*/ 4724747 w 9662615"/>
              <a:gd name="connsiteY62" fmla="*/ 1552439 h 1598136"/>
              <a:gd name="connsiteX63" fmla="*/ 4697562 w 9662615"/>
              <a:gd name="connsiteY63" fmla="*/ 1551206 h 1598136"/>
              <a:gd name="connsiteX64" fmla="*/ 4662664 w 9662615"/>
              <a:gd name="connsiteY64" fmla="*/ 1573162 h 1598136"/>
              <a:gd name="connsiteX65" fmla="*/ 4603028 w 9662615"/>
              <a:gd name="connsiteY65" fmla="*/ 1568821 h 1598136"/>
              <a:gd name="connsiteX66" fmla="*/ 4541612 w 9662615"/>
              <a:gd name="connsiteY66" fmla="*/ 1545262 h 1598136"/>
              <a:gd name="connsiteX67" fmla="*/ 4422155 w 9662615"/>
              <a:gd name="connsiteY67" fmla="*/ 1542059 h 1598136"/>
              <a:gd name="connsiteX68" fmla="*/ 4221826 w 9662615"/>
              <a:gd name="connsiteY68" fmla="*/ 1508923 h 1598136"/>
              <a:gd name="connsiteX69" fmla="*/ 4096601 w 9662615"/>
              <a:gd name="connsiteY69" fmla="*/ 1521563 h 1598136"/>
              <a:gd name="connsiteX70" fmla="*/ 3970635 w 9662615"/>
              <a:gd name="connsiteY70" fmla="*/ 1544815 h 1598136"/>
              <a:gd name="connsiteX71" fmla="*/ 3833906 w 9662615"/>
              <a:gd name="connsiteY71" fmla="*/ 1516637 h 1598136"/>
              <a:gd name="connsiteX72" fmla="*/ 3696258 w 9662615"/>
              <a:gd name="connsiteY72" fmla="*/ 1537563 h 1598136"/>
              <a:gd name="connsiteX73" fmla="*/ 3594070 w 9662615"/>
              <a:gd name="connsiteY73" fmla="*/ 1509422 h 1598136"/>
              <a:gd name="connsiteX74" fmla="*/ 3565233 w 9662615"/>
              <a:gd name="connsiteY74" fmla="*/ 1515122 h 1598136"/>
              <a:gd name="connsiteX75" fmla="*/ 3560267 w 9662615"/>
              <a:gd name="connsiteY75" fmla="*/ 1516288 h 1598136"/>
              <a:gd name="connsiteX76" fmla="*/ 3540258 w 9662615"/>
              <a:gd name="connsiteY76" fmla="*/ 1516976 h 1598136"/>
              <a:gd name="connsiteX77" fmla="*/ 3534780 w 9662615"/>
              <a:gd name="connsiteY77" fmla="*/ 1522141 h 1598136"/>
              <a:gd name="connsiteX78" fmla="*/ 3504783 w 9662615"/>
              <a:gd name="connsiteY78" fmla="*/ 1526739 h 1598136"/>
              <a:gd name="connsiteX79" fmla="*/ 3430805 w 9662615"/>
              <a:gd name="connsiteY79" fmla="*/ 1542521 h 1598136"/>
              <a:gd name="connsiteX80" fmla="*/ 3292707 w 9662615"/>
              <a:gd name="connsiteY80" fmla="*/ 1520490 h 1598136"/>
              <a:gd name="connsiteX81" fmla="*/ 3187872 w 9662615"/>
              <a:gd name="connsiteY81" fmla="*/ 1519991 h 1598136"/>
              <a:gd name="connsiteX82" fmla="*/ 3148026 w 9662615"/>
              <a:gd name="connsiteY82" fmla="*/ 1524777 h 1598136"/>
              <a:gd name="connsiteX83" fmla="*/ 3092394 w 9662615"/>
              <a:gd name="connsiteY83" fmla="*/ 1528115 h 1598136"/>
              <a:gd name="connsiteX84" fmla="*/ 2994200 w 9662615"/>
              <a:gd name="connsiteY84" fmla="*/ 1537857 h 1598136"/>
              <a:gd name="connsiteX85" fmla="*/ 2862301 w 9662615"/>
              <a:gd name="connsiteY85" fmla="*/ 1544250 h 1598136"/>
              <a:gd name="connsiteX86" fmla="*/ 2766335 w 9662615"/>
              <a:gd name="connsiteY86" fmla="*/ 1527662 h 1598136"/>
              <a:gd name="connsiteX87" fmla="*/ 2757836 w 9662615"/>
              <a:gd name="connsiteY87" fmla="*/ 1531371 h 1598136"/>
              <a:gd name="connsiteX88" fmla="*/ 2691555 w 9662615"/>
              <a:gd name="connsiteY88" fmla="*/ 1530283 h 1598136"/>
              <a:gd name="connsiteX89" fmla="*/ 2491676 w 9662615"/>
              <a:gd name="connsiteY89" fmla="*/ 1500859 h 1598136"/>
              <a:gd name="connsiteX90" fmla="*/ 2378036 w 9662615"/>
              <a:gd name="connsiteY90" fmla="*/ 1520645 h 1598136"/>
              <a:gd name="connsiteX91" fmla="*/ 2284269 w 9662615"/>
              <a:gd name="connsiteY91" fmla="*/ 1503068 h 1598136"/>
              <a:gd name="connsiteX92" fmla="*/ 2207104 w 9662615"/>
              <a:gd name="connsiteY92" fmla="*/ 1508888 h 1598136"/>
              <a:gd name="connsiteX93" fmla="*/ 2149226 w 9662615"/>
              <a:gd name="connsiteY93" fmla="*/ 1523409 h 1598136"/>
              <a:gd name="connsiteX94" fmla="*/ 2084783 w 9662615"/>
              <a:gd name="connsiteY94" fmla="*/ 1524245 h 1598136"/>
              <a:gd name="connsiteX95" fmla="*/ 2070075 w 9662615"/>
              <a:gd name="connsiteY95" fmla="*/ 1511285 h 1598136"/>
              <a:gd name="connsiteX96" fmla="*/ 2001057 w 9662615"/>
              <a:gd name="connsiteY96" fmla="*/ 1516449 h 1598136"/>
              <a:gd name="connsiteX97" fmla="*/ 1896330 w 9662615"/>
              <a:gd name="connsiteY97" fmla="*/ 1525725 h 1598136"/>
              <a:gd name="connsiteX98" fmla="*/ 1835994 w 9662615"/>
              <a:gd name="connsiteY98" fmla="*/ 1527678 h 1598136"/>
              <a:gd name="connsiteX99" fmla="*/ 1671119 w 9662615"/>
              <a:gd name="connsiteY99" fmla="*/ 1536701 h 1598136"/>
              <a:gd name="connsiteX100" fmla="*/ 1601337 w 9662615"/>
              <a:gd name="connsiteY100" fmla="*/ 1548552 h 1598136"/>
              <a:gd name="connsiteX101" fmla="*/ 1407755 w 9662615"/>
              <a:gd name="connsiteY101" fmla="*/ 1571444 h 1598136"/>
              <a:gd name="connsiteX102" fmla="*/ 1271994 w 9662615"/>
              <a:gd name="connsiteY102" fmla="*/ 1579471 h 1598136"/>
              <a:gd name="connsiteX103" fmla="*/ 1249226 w 9662615"/>
              <a:gd name="connsiteY103" fmla="*/ 1583140 h 1598136"/>
              <a:gd name="connsiteX104" fmla="*/ 1217719 w 9662615"/>
              <a:gd name="connsiteY104" fmla="*/ 1580863 h 1598136"/>
              <a:gd name="connsiteX105" fmla="*/ 1091432 w 9662615"/>
              <a:gd name="connsiteY105" fmla="*/ 1571003 h 1598136"/>
              <a:gd name="connsiteX106" fmla="*/ 992039 w 9662615"/>
              <a:gd name="connsiteY106" fmla="*/ 1556662 h 1598136"/>
              <a:gd name="connsiteX107" fmla="*/ 868264 w 9662615"/>
              <a:gd name="connsiteY107" fmla="*/ 1566392 h 1598136"/>
              <a:gd name="connsiteX108" fmla="*/ 792765 w 9662615"/>
              <a:gd name="connsiteY108" fmla="*/ 1563102 h 1598136"/>
              <a:gd name="connsiteX109" fmla="*/ 669055 w 9662615"/>
              <a:gd name="connsiteY109" fmla="*/ 1543638 h 1598136"/>
              <a:gd name="connsiteX110" fmla="*/ 506152 w 9662615"/>
              <a:gd name="connsiteY110" fmla="*/ 1549124 h 1598136"/>
              <a:gd name="connsiteX111" fmla="*/ 472797 w 9662615"/>
              <a:gd name="connsiteY111" fmla="*/ 1568904 h 1598136"/>
              <a:gd name="connsiteX112" fmla="*/ 427864 w 9662615"/>
              <a:gd name="connsiteY112" fmla="*/ 1580848 h 1598136"/>
              <a:gd name="connsiteX113" fmla="*/ 408381 w 9662615"/>
              <a:gd name="connsiteY113" fmla="*/ 1552940 h 1598136"/>
              <a:gd name="connsiteX114" fmla="*/ 267163 w 9662615"/>
              <a:gd name="connsiteY114" fmla="*/ 1531913 h 1598136"/>
              <a:gd name="connsiteX115" fmla="*/ 196644 w 9662615"/>
              <a:gd name="connsiteY115" fmla="*/ 1524565 h 1598136"/>
              <a:gd name="connsiteX116" fmla="*/ 86819 w 9662615"/>
              <a:gd name="connsiteY116" fmla="*/ 1519517 h 1598136"/>
              <a:gd name="connsiteX117" fmla="*/ 53369 w 9662615"/>
              <a:gd name="connsiteY117" fmla="*/ 1516853 h 1598136"/>
              <a:gd name="connsiteX118" fmla="*/ 2359 w 9662615"/>
              <a:gd name="connsiteY118" fmla="*/ 1515247 h 1598136"/>
              <a:gd name="connsiteX119" fmla="*/ 0 w 9662615"/>
              <a:gd name="connsiteY119" fmla="*/ 1514932 h 1598136"/>
              <a:gd name="connsiteX120" fmla="*/ 0 w 9662615"/>
              <a:gd name="connsiteY120" fmla="*/ 0 h 1598136"/>
              <a:gd name="connsiteX0" fmla="*/ 0 w 9662615"/>
              <a:gd name="connsiteY0" fmla="*/ 0 h 1598136"/>
              <a:gd name="connsiteX1" fmla="*/ 9662615 w 9662615"/>
              <a:gd name="connsiteY1" fmla="*/ 0 h 1598136"/>
              <a:gd name="connsiteX2" fmla="*/ 9662615 w 9662615"/>
              <a:gd name="connsiteY2" fmla="*/ 1280346 h 1598136"/>
              <a:gd name="connsiteX3" fmla="*/ 9658420 w 9662615"/>
              <a:gd name="connsiteY3" fmla="*/ 1280106 h 1598136"/>
              <a:gd name="connsiteX4" fmla="*/ 9469546 w 9662615"/>
              <a:gd name="connsiteY4" fmla="*/ 1289837 h 1598136"/>
              <a:gd name="connsiteX5" fmla="*/ 9385895 w 9662615"/>
              <a:gd name="connsiteY5" fmla="*/ 1269203 h 1598136"/>
              <a:gd name="connsiteX6" fmla="*/ 9144767 w 9662615"/>
              <a:gd name="connsiteY6" fmla="*/ 1264120 h 1598136"/>
              <a:gd name="connsiteX7" fmla="*/ 8837252 w 9662615"/>
              <a:gd name="connsiteY7" fmla="*/ 1350515 h 1598136"/>
              <a:gd name="connsiteX8" fmla="*/ 8705466 w 9662615"/>
              <a:gd name="connsiteY8" fmla="*/ 1342419 h 1598136"/>
              <a:gd name="connsiteX9" fmla="*/ 8652221 w 9662615"/>
              <a:gd name="connsiteY9" fmla="*/ 1326906 h 1598136"/>
              <a:gd name="connsiteX10" fmla="*/ 8632312 w 9662615"/>
              <a:gd name="connsiteY10" fmla="*/ 1326025 h 1598136"/>
              <a:gd name="connsiteX11" fmla="*/ 8591582 w 9662615"/>
              <a:gd name="connsiteY11" fmla="*/ 1341666 h 1598136"/>
              <a:gd name="connsiteX12" fmla="*/ 8537336 w 9662615"/>
              <a:gd name="connsiteY12" fmla="*/ 1341684 h 1598136"/>
              <a:gd name="connsiteX13" fmla="*/ 8472508 w 9662615"/>
              <a:gd name="connsiteY13" fmla="*/ 1363109 h 1598136"/>
              <a:gd name="connsiteX14" fmla="*/ 8258477 w 9662615"/>
              <a:gd name="connsiteY14" fmla="*/ 1370666 h 1598136"/>
              <a:gd name="connsiteX15" fmla="*/ 8197961 w 9662615"/>
              <a:gd name="connsiteY15" fmla="*/ 1392804 h 1598136"/>
              <a:gd name="connsiteX16" fmla="*/ 8171196 w 9662615"/>
              <a:gd name="connsiteY16" fmla="*/ 1397216 h 1598136"/>
              <a:gd name="connsiteX17" fmla="*/ 8127667 w 9662615"/>
              <a:gd name="connsiteY17" fmla="*/ 1418254 h 1598136"/>
              <a:gd name="connsiteX18" fmla="*/ 7974579 w 9662615"/>
              <a:gd name="connsiteY18" fmla="*/ 1383439 h 1598136"/>
              <a:gd name="connsiteX19" fmla="*/ 7768351 w 9662615"/>
              <a:gd name="connsiteY19" fmla="*/ 1395051 h 1598136"/>
              <a:gd name="connsiteX20" fmla="*/ 7635985 w 9662615"/>
              <a:gd name="connsiteY20" fmla="*/ 1386363 h 1598136"/>
              <a:gd name="connsiteX21" fmla="*/ 7466069 w 9662615"/>
              <a:gd name="connsiteY21" fmla="*/ 1377654 h 1598136"/>
              <a:gd name="connsiteX22" fmla="*/ 7355642 w 9662615"/>
              <a:gd name="connsiteY22" fmla="*/ 1407761 h 1598136"/>
              <a:gd name="connsiteX23" fmla="*/ 7151610 w 9662615"/>
              <a:gd name="connsiteY23" fmla="*/ 1397856 h 1598136"/>
              <a:gd name="connsiteX24" fmla="*/ 7082147 w 9662615"/>
              <a:gd name="connsiteY24" fmla="*/ 1406113 h 1598136"/>
              <a:gd name="connsiteX25" fmla="*/ 7014958 w 9662615"/>
              <a:gd name="connsiteY25" fmla="*/ 1396883 h 1598136"/>
              <a:gd name="connsiteX26" fmla="*/ 6907567 w 9662615"/>
              <a:gd name="connsiteY26" fmla="*/ 1419149 h 1598136"/>
              <a:gd name="connsiteX27" fmla="*/ 6748428 w 9662615"/>
              <a:gd name="connsiteY27" fmla="*/ 1420308 h 1598136"/>
              <a:gd name="connsiteX28" fmla="*/ 6654257 w 9662615"/>
              <a:gd name="connsiteY28" fmla="*/ 1424143 h 1598136"/>
              <a:gd name="connsiteX29" fmla="*/ 6620123 w 9662615"/>
              <a:gd name="connsiteY29" fmla="*/ 1430535 h 1598136"/>
              <a:gd name="connsiteX30" fmla="*/ 6571355 w 9662615"/>
              <a:gd name="connsiteY30" fmla="*/ 1436144 h 1598136"/>
              <a:gd name="connsiteX31" fmla="*/ 6486557 w 9662615"/>
              <a:gd name="connsiteY31" fmla="*/ 1449861 h 1598136"/>
              <a:gd name="connsiteX32" fmla="*/ 6370419 w 9662615"/>
              <a:gd name="connsiteY32" fmla="*/ 1461649 h 1598136"/>
              <a:gd name="connsiteX33" fmla="*/ 6278839 w 9662615"/>
              <a:gd name="connsiteY33" fmla="*/ 1449160 h 1598136"/>
              <a:gd name="connsiteX34" fmla="*/ 6272455 w 9662615"/>
              <a:gd name="connsiteY34" fmla="*/ 1453191 h 1598136"/>
              <a:gd name="connsiteX35" fmla="*/ 6212659 w 9662615"/>
              <a:gd name="connsiteY35" fmla="*/ 1454850 h 1598136"/>
              <a:gd name="connsiteX36" fmla="*/ 6069317 w 9662615"/>
              <a:gd name="connsiteY36" fmla="*/ 1445838 h 1598136"/>
              <a:gd name="connsiteX37" fmla="*/ 5878477 w 9662615"/>
              <a:gd name="connsiteY37" fmla="*/ 1439180 h 1598136"/>
              <a:gd name="connsiteX38" fmla="*/ 5838387 w 9662615"/>
              <a:gd name="connsiteY38" fmla="*/ 1444679 h 1598136"/>
              <a:gd name="connsiteX39" fmla="*/ 5771136 w 9662615"/>
              <a:gd name="connsiteY39" fmla="*/ 1453639 h 1598136"/>
              <a:gd name="connsiteX40" fmla="*/ 5724081 w 9662615"/>
              <a:gd name="connsiteY40" fmla="*/ 1470431 h 1598136"/>
              <a:gd name="connsiteX41" fmla="*/ 5666577 w 9662615"/>
              <a:gd name="connsiteY41" fmla="*/ 1473921 h 1598136"/>
              <a:gd name="connsiteX42" fmla="*/ 5649068 w 9662615"/>
              <a:gd name="connsiteY42" fmla="*/ 1461676 h 1598136"/>
              <a:gd name="connsiteX43" fmla="*/ 5588902 w 9662615"/>
              <a:gd name="connsiteY43" fmla="*/ 1469647 h 1598136"/>
              <a:gd name="connsiteX44" fmla="*/ 5498090 w 9662615"/>
              <a:gd name="connsiteY44" fmla="*/ 1483173 h 1598136"/>
              <a:gd name="connsiteX45" fmla="*/ 5444641 w 9662615"/>
              <a:gd name="connsiteY45" fmla="*/ 1487602 h 1598136"/>
              <a:gd name="connsiteX46" fmla="*/ 5299812 w 9662615"/>
              <a:gd name="connsiteY46" fmla="*/ 1503362 h 1598136"/>
              <a:gd name="connsiteX47" fmla="*/ 5213947 w 9662615"/>
              <a:gd name="connsiteY47" fmla="*/ 1516637 h 1598136"/>
              <a:gd name="connsiteX48" fmla="*/ 5090342 w 9662615"/>
              <a:gd name="connsiteY48" fmla="*/ 1546680 h 1598136"/>
              <a:gd name="connsiteX49" fmla="*/ 5129812 w 9662615"/>
              <a:gd name="connsiteY49" fmla="*/ 1521277 h 1598136"/>
              <a:gd name="connsiteX50" fmla="*/ 5059484 w 9662615"/>
              <a:gd name="connsiteY50" fmla="*/ 1546802 h 1598136"/>
              <a:gd name="connsiteX51" fmla="*/ 5038524 w 9662615"/>
              <a:gd name="connsiteY51" fmla="*/ 1545675 h 1598136"/>
              <a:gd name="connsiteX52" fmla="*/ 5026564 w 9662615"/>
              <a:gd name="connsiteY52" fmla="*/ 1545376 h 1598136"/>
              <a:gd name="connsiteX53" fmla="*/ 4969433 w 9662615"/>
              <a:gd name="connsiteY53" fmla="*/ 1550865 h 1598136"/>
              <a:gd name="connsiteX54" fmla="*/ 4921303 w 9662615"/>
              <a:gd name="connsiteY54" fmla="*/ 1575379 h 1598136"/>
              <a:gd name="connsiteX55" fmla="*/ 4863775 w 9662615"/>
              <a:gd name="connsiteY55" fmla="*/ 1562633 h 1598136"/>
              <a:gd name="connsiteX56" fmla="*/ 4847242 w 9662615"/>
              <a:gd name="connsiteY56" fmla="*/ 1565435 h 1598136"/>
              <a:gd name="connsiteX57" fmla="*/ 4856839 w 9662615"/>
              <a:gd name="connsiteY57" fmla="*/ 1598136 h 1598136"/>
              <a:gd name="connsiteX58" fmla="*/ 4791466 w 9662615"/>
              <a:gd name="connsiteY58" fmla="*/ 1561324 h 1598136"/>
              <a:gd name="connsiteX59" fmla="*/ 4784247 w 9662615"/>
              <a:gd name="connsiteY59" fmla="*/ 1562342 h 1598136"/>
              <a:gd name="connsiteX60" fmla="*/ 4748477 w 9662615"/>
              <a:gd name="connsiteY60" fmla="*/ 1556925 h 1598136"/>
              <a:gd name="connsiteX61" fmla="*/ 4730033 w 9662615"/>
              <a:gd name="connsiteY61" fmla="*/ 1555274 h 1598136"/>
              <a:gd name="connsiteX62" fmla="*/ 4724747 w 9662615"/>
              <a:gd name="connsiteY62" fmla="*/ 1552439 h 1598136"/>
              <a:gd name="connsiteX63" fmla="*/ 4697562 w 9662615"/>
              <a:gd name="connsiteY63" fmla="*/ 1551206 h 1598136"/>
              <a:gd name="connsiteX64" fmla="*/ 4662664 w 9662615"/>
              <a:gd name="connsiteY64" fmla="*/ 1573162 h 1598136"/>
              <a:gd name="connsiteX65" fmla="*/ 4603028 w 9662615"/>
              <a:gd name="connsiteY65" fmla="*/ 1568821 h 1598136"/>
              <a:gd name="connsiteX66" fmla="*/ 4541612 w 9662615"/>
              <a:gd name="connsiteY66" fmla="*/ 1545262 h 1598136"/>
              <a:gd name="connsiteX67" fmla="*/ 4422155 w 9662615"/>
              <a:gd name="connsiteY67" fmla="*/ 1542059 h 1598136"/>
              <a:gd name="connsiteX68" fmla="*/ 4221826 w 9662615"/>
              <a:gd name="connsiteY68" fmla="*/ 1508923 h 1598136"/>
              <a:gd name="connsiteX69" fmla="*/ 4096601 w 9662615"/>
              <a:gd name="connsiteY69" fmla="*/ 1521563 h 1598136"/>
              <a:gd name="connsiteX70" fmla="*/ 3970635 w 9662615"/>
              <a:gd name="connsiteY70" fmla="*/ 1544815 h 1598136"/>
              <a:gd name="connsiteX71" fmla="*/ 3833906 w 9662615"/>
              <a:gd name="connsiteY71" fmla="*/ 1516637 h 1598136"/>
              <a:gd name="connsiteX72" fmla="*/ 3696258 w 9662615"/>
              <a:gd name="connsiteY72" fmla="*/ 1537563 h 1598136"/>
              <a:gd name="connsiteX73" fmla="*/ 3594070 w 9662615"/>
              <a:gd name="connsiteY73" fmla="*/ 1509422 h 1598136"/>
              <a:gd name="connsiteX74" fmla="*/ 3565233 w 9662615"/>
              <a:gd name="connsiteY74" fmla="*/ 1515122 h 1598136"/>
              <a:gd name="connsiteX75" fmla="*/ 3560267 w 9662615"/>
              <a:gd name="connsiteY75" fmla="*/ 1516288 h 1598136"/>
              <a:gd name="connsiteX76" fmla="*/ 3540258 w 9662615"/>
              <a:gd name="connsiteY76" fmla="*/ 1516976 h 1598136"/>
              <a:gd name="connsiteX77" fmla="*/ 3534780 w 9662615"/>
              <a:gd name="connsiteY77" fmla="*/ 1522141 h 1598136"/>
              <a:gd name="connsiteX78" fmla="*/ 3504783 w 9662615"/>
              <a:gd name="connsiteY78" fmla="*/ 1526739 h 1598136"/>
              <a:gd name="connsiteX79" fmla="*/ 3430805 w 9662615"/>
              <a:gd name="connsiteY79" fmla="*/ 1542521 h 1598136"/>
              <a:gd name="connsiteX80" fmla="*/ 3292707 w 9662615"/>
              <a:gd name="connsiteY80" fmla="*/ 1520490 h 1598136"/>
              <a:gd name="connsiteX81" fmla="*/ 3187872 w 9662615"/>
              <a:gd name="connsiteY81" fmla="*/ 1519991 h 1598136"/>
              <a:gd name="connsiteX82" fmla="*/ 3148026 w 9662615"/>
              <a:gd name="connsiteY82" fmla="*/ 1524777 h 1598136"/>
              <a:gd name="connsiteX83" fmla="*/ 3092394 w 9662615"/>
              <a:gd name="connsiteY83" fmla="*/ 1528115 h 1598136"/>
              <a:gd name="connsiteX84" fmla="*/ 2994200 w 9662615"/>
              <a:gd name="connsiteY84" fmla="*/ 1537857 h 1598136"/>
              <a:gd name="connsiteX85" fmla="*/ 2862301 w 9662615"/>
              <a:gd name="connsiteY85" fmla="*/ 1544250 h 1598136"/>
              <a:gd name="connsiteX86" fmla="*/ 2766335 w 9662615"/>
              <a:gd name="connsiteY86" fmla="*/ 1527662 h 1598136"/>
              <a:gd name="connsiteX87" fmla="*/ 2757836 w 9662615"/>
              <a:gd name="connsiteY87" fmla="*/ 1531371 h 1598136"/>
              <a:gd name="connsiteX88" fmla="*/ 2691555 w 9662615"/>
              <a:gd name="connsiteY88" fmla="*/ 1530283 h 1598136"/>
              <a:gd name="connsiteX89" fmla="*/ 2491676 w 9662615"/>
              <a:gd name="connsiteY89" fmla="*/ 1500859 h 1598136"/>
              <a:gd name="connsiteX90" fmla="*/ 2378036 w 9662615"/>
              <a:gd name="connsiteY90" fmla="*/ 1520645 h 1598136"/>
              <a:gd name="connsiteX91" fmla="*/ 2284269 w 9662615"/>
              <a:gd name="connsiteY91" fmla="*/ 1503068 h 1598136"/>
              <a:gd name="connsiteX92" fmla="*/ 2207104 w 9662615"/>
              <a:gd name="connsiteY92" fmla="*/ 1508888 h 1598136"/>
              <a:gd name="connsiteX93" fmla="*/ 2149226 w 9662615"/>
              <a:gd name="connsiteY93" fmla="*/ 1523409 h 1598136"/>
              <a:gd name="connsiteX94" fmla="*/ 2084783 w 9662615"/>
              <a:gd name="connsiteY94" fmla="*/ 1524245 h 1598136"/>
              <a:gd name="connsiteX95" fmla="*/ 2070075 w 9662615"/>
              <a:gd name="connsiteY95" fmla="*/ 1511285 h 1598136"/>
              <a:gd name="connsiteX96" fmla="*/ 2001057 w 9662615"/>
              <a:gd name="connsiteY96" fmla="*/ 1516449 h 1598136"/>
              <a:gd name="connsiteX97" fmla="*/ 1896330 w 9662615"/>
              <a:gd name="connsiteY97" fmla="*/ 1525725 h 1598136"/>
              <a:gd name="connsiteX98" fmla="*/ 1835994 w 9662615"/>
              <a:gd name="connsiteY98" fmla="*/ 1527678 h 1598136"/>
              <a:gd name="connsiteX99" fmla="*/ 1671119 w 9662615"/>
              <a:gd name="connsiteY99" fmla="*/ 1536701 h 1598136"/>
              <a:gd name="connsiteX100" fmla="*/ 1601337 w 9662615"/>
              <a:gd name="connsiteY100" fmla="*/ 1548552 h 1598136"/>
              <a:gd name="connsiteX101" fmla="*/ 1407755 w 9662615"/>
              <a:gd name="connsiteY101" fmla="*/ 1571444 h 1598136"/>
              <a:gd name="connsiteX102" fmla="*/ 1271994 w 9662615"/>
              <a:gd name="connsiteY102" fmla="*/ 1579471 h 1598136"/>
              <a:gd name="connsiteX103" fmla="*/ 1249226 w 9662615"/>
              <a:gd name="connsiteY103" fmla="*/ 1583140 h 1598136"/>
              <a:gd name="connsiteX104" fmla="*/ 1217719 w 9662615"/>
              <a:gd name="connsiteY104" fmla="*/ 1580863 h 1598136"/>
              <a:gd name="connsiteX105" fmla="*/ 1091432 w 9662615"/>
              <a:gd name="connsiteY105" fmla="*/ 1571003 h 1598136"/>
              <a:gd name="connsiteX106" fmla="*/ 992039 w 9662615"/>
              <a:gd name="connsiteY106" fmla="*/ 1556662 h 1598136"/>
              <a:gd name="connsiteX107" fmla="*/ 868264 w 9662615"/>
              <a:gd name="connsiteY107" fmla="*/ 1566392 h 1598136"/>
              <a:gd name="connsiteX108" fmla="*/ 792765 w 9662615"/>
              <a:gd name="connsiteY108" fmla="*/ 1563102 h 1598136"/>
              <a:gd name="connsiteX109" fmla="*/ 669055 w 9662615"/>
              <a:gd name="connsiteY109" fmla="*/ 1543638 h 1598136"/>
              <a:gd name="connsiteX110" fmla="*/ 506152 w 9662615"/>
              <a:gd name="connsiteY110" fmla="*/ 1549124 h 1598136"/>
              <a:gd name="connsiteX111" fmla="*/ 472797 w 9662615"/>
              <a:gd name="connsiteY111" fmla="*/ 1568904 h 1598136"/>
              <a:gd name="connsiteX112" fmla="*/ 427864 w 9662615"/>
              <a:gd name="connsiteY112" fmla="*/ 1580848 h 1598136"/>
              <a:gd name="connsiteX113" fmla="*/ 408381 w 9662615"/>
              <a:gd name="connsiteY113" fmla="*/ 1552940 h 1598136"/>
              <a:gd name="connsiteX114" fmla="*/ 267163 w 9662615"/>
              <a:gd name="connsiteY114" fmla="*/ 1531913 h 1598136"/>
              <a:gd name="connsiteX115" fmla="*/ 196644 w 9662615"/>
              <a:gd name="connsiteY115" fmla="*/ 1524565 h 1598136"/>
              <a:gd name="connsiteX116" fmla="*/ 86819 w 9662615"/>
              <a:gd name="connsiteY116" fmla="*/ 1519517 h 1598136"/>
              <a:gd name="connsiteX117" fmla="*/ 53369 w 9662615"/>
              <a:gd name="connsiteY117" fmla="*/ 1516853 h 1598136"/>
              <a:gd name="connsiteX118" fmla="*/ 2359 w 9662615"/>
              <a:gd name="connsiteY118" fmla="*/ 1515247 h 1598136"/>
              <a:gd name="connsiteX119" fmla="*/ 0 w 9662615"/>
              <a:gd name="connsiteY119" fmla="*/ 1514932 h 1598136"/>
              <a:gd name="connsiteX120" fmla="*/ 0 w 9662615"/>
              <a:gd name="connsiteY120" fmla="*/ 0 h 1598136"/>
              <a:gd name="connsiteX0" fmla="*/ 0 w 9662615"/>
              <a:gd name="connsiteY0" fmla="*/ 0 h 1592835"/>
              <a:gd name="connsiteX1" fmla="*/ 9662615 w 9662615"/>
              <a:gd name="connsiteY1" fmla="*/ 0 h 1592835"/>
              <a:gd name="connsiteX2" fmla="*/ 9662615 w 9662615"/>
              <a:gd name="connsiteY2" fmla="*/ 1280346 h 1592835"/>
              <a:gd name="connsiteX3" fmla="*/ 9658420 w 9662615"/>
              <a:gd name="connsiteY3" fmla="*/ 1280106 h 1592835"/>
              <a:gd name="connsiteX4" fmla="*/ 9469546 w 9662615"/>
              <a:gd name="connsiteY4" fmla="*/ 1289837 h 1592835"/>
              <a:gd name="connsiteX5" fmla="*/ 9385895 w 9662615"/>
              <a:gd name="connsiteY5" fmla="*/ 1269203 h 1592835"/>
              <a:gd name="connsiteX6" fmla="*/ 9144767 w 9662615"/>
              <a:gd name="connsiteY6" fmla="*/ 1264120 h 1592835"/>
              <a:gd name="connsiteX7" fmla="*/ 8837252 w 9662615"/>
              <a:gd name="connsiteY7" fmla="*/ 1350515 h 1592835"/>
              <a:gd name="connsiteX8" fmla="*/ 8705466 w 9662615"/>
              <a:gd name="connsiteY8" fmla="*/ 1342419 h 1592835"/>
              <a:gd name="connsiteX9" fmla="*/ 8652221 w 9662615"/>
              <a:gd name="connsiteY9" fmla="*/ 1326906 h 1592835"/>
              <a:gd name="connsiteX10" fmla="*/ 8632312 w 9662615"/>
              <a:gd name="connsiteY10" fmla="*/ 1326025 h 1592835"/>
              <a:gd name="connsiteX11" fmla="*/ 8591582 w 9662615"/>
              <a:gd name="connsiteY11" fmla="*/ 1341666 h 1592835"/>
              <a:gd name="connsiteX12" fmla="*/ 8537336 w 9662615"/>
              <a:gd name="connsiteY12" fmla="*/ 1341684 h 1592835"/>
              <a:gd name="connsiteX13" fmla="*/ 8472508 w 9662615"/>
              <a:gd name="connsiteY13" fmla="*/ 1363109 h 1592835"/>
              <a:gd name="connsiteX14" fmla="*/ 8258477 w 9662615"/>
              <a:gd name="connsiteY14" fmla="*/ 1370666 h 1592835"/>
              <a:gd name="connsiteX15" fmla="*/ 8197961 w 9662615"/>
              <a:gd name="connsiteY15" fmla="*/ 1392804 h 1592835"/>
              <a:gd name="connsiteX16" fmla="*/ 8171196 w 9662615"/>
              <a:gd name="connsiteY16" fmla="*/ 1397216 h 1592835"/>
              <a:gd name="connsiteX17" fmla="*/ 8127667 w 9662615"/>
              <a:gd name="connsiteY17" fmla="*/ 1418254 h 1592835"/>
              <a:gd name="connsiteX18" fmla="*/ 7974579 w 9662615"/>
              <a:gd name="connsiteY18" fmla="*/ 1383439 h 1592835"/>
              <a:gd name="connsiteX19" fmla="*/ 7768351 w 9662615"/>
              <a:gd name="connsiteY19" fmla="*/ 1395051 h 1592835"/>
              <a:gd name="connsiteX20" fmla="*/ 7635985 w 9662615"/>
              <a:gd name="connsiteY20" fmla="*/ 1386363 h 1592835"/>
              <a:gd name="connsiteX21" fmla="*/ 7466069 w 9662615"/>
              <a:gd name="connsiteY21" fmla="*/ 1377654 h 1592835"/>
              <a:gd name="connsiteX22" fmla="*/ 7355642 w 9662615"/>
              <a:gd name="connsiteY22" fmla="*/ 1407761 h 1592835"/>
              <a:gd name="connsiteX23" fmla="*/ 7151610 w 9662615"/>
              <a:gd name="connsiteY23" fmla="*/ 1397856 h 1592835"/>
              <a:gd name="connsiteX24" fmla="*/ 7082147 w 9662615"/>
              <a:gd name="connsiteY24" fmla="*/ 1406113 h 1592835"/>
              <a:gd name="connsiteX25" fmla="*/ 7014958 w 9662615"/>
              <a:gd name="connsiteY25" fmla="*/ 1396883 h 1592835"/>
              <a:gd name="connsiteX26" fmla="*/ 6907567 w 9662615"/>
              <a:gd name="connsiteY26" fmla="*/ 1419149 h 1592835"/>
              <a:gd name="connsiteX27" fmla="*/ 6748428 w 9662615"/>
              <a:gd name="connsiteY27" fmla="*/ 1420308 h 1592835"/>
              <a:gd name="connsiteX28" fmla="*/ 6654257 w 9662615"/>
              <a:gd name="connsiteY28" fmla="*/ 1424143 h 1592835"/>
              <a:gd name="connsiteX29" fmla="*/ 6620123 w 9662615"/>
              <a:gd name="connsiteY29" fmla="*/ 1430535 h 1592835"/>
              <a:gd name="connsiteX30" fmla="*/ 6571355 w 9662615"/>
              <a:gd name="connsiteY30" fmla="*/ 1436144 h 1592835"/>
              <a:gd name="connsiteX31" fmla="*/ 6486557 w 9662615"/>
              <a:gd name="connsiteY31" fmla="*/ 1449861 h 1592835"/>
              <a:gd name="connsiteX32" fmla="*/ 6370419 w 9662615"/>
              <a:gd name="connsiteY32" fmla="*/ 1461649 h 1592835"/>
              <a:gd name="connsiteX33" fmla="*/ 6278839 w 9662615"/>
              <a:gd name="connsiteY33" fmla="*/ 1449160 h 1592835"/>
              <a:gd name="connsiteX34" fmla="*/ 6272455 w 9662615"/>
              <a:gd name="connsiteY34" fmla="*/ 1453191 h 1592835"/>
              <a:gd name="connsiteX35" fmla="*/ 6212659 w 9662615"/>
              <a:gd name="connsiteY35" fmla="*/ 1454850 h 1592835"/>
              <a:gd name="connsiteX36" fmla="*/ 6069317 w 9662615"/>
              <a:gd name="connsiteY36" fmla="*/ 1445838 h 1592835"/>
              <a:gd name="connsiteX37" fmla="*/ 5878477 w 9662615"/>
              <a:gd name="connsiteY37" fmla="*/ 1439180 h 1592835"/>
              <a:gd name="connsiteX38" fmla="*/ 5838387 w 9662615"/>
              <a:gd name="connsiteY38" fmla="*/ 1444679 h 1592835"/>
              <a:gd name="connsiteX39" fmla="*/ 5771136 w 9662615"/>
              <a:gd name="connsiteY39" fmla="*/ 1453639 h 1592835"/>
              <a:gd name="connsiteX40" fmla="*/ 5724081 w 9662615"/>
              <a:gd name="connsiteY40" fmla="*/ 1470431 h 1592835"/>
              <a:gd name="connsiteX41" fmla="*/ 5666577 w 9662615"/>
              <a:gd name="connsiteY41" fmla="*/ 1473921 h 1592835"/>
              <a:gd name="connsiteX42" fmla="*/ 5649068 w 9662615"/>
              <a:gd name="connsiteY42" fmla="*/ 1461676 h 1592835"/>
              <a:gd name="connsiteX43" fmla="*/ 5588902 w 9662615"/>
              <a:gd name="connsiteY43" fmla="*/ 1469647 h 1592835"/>
              <a:gd name="connsiteX44" fmla="*/ 5498090 w 9662615"/>
              <a:gd name="connsiteY44" fmla="*/ 1483173 h 1592835"/>
              <a:gd name="connsiteX45" fmla="*/ 5444641 w 9662615"/>
              <a:gd name="connsiteY45" fmla="*/ 1487602 h 1592835"/>
              <a:gd name="connsiteX46" fmla="*/ 5299812 w 9662615"/>
              <a:gd name="connsiteY46" fmla="*/ 1503362 h 1592835"/>
              <a:gd name="connsiteX47" fmla="*/ 5213947 w 9662615"/>
              <a:gd name="connsiteY47" fmla="*/ 1516637 h 1592835"/>
              <a:gd name="connsiteX48" fmla="*/ 5090342 w 9662615"/>
              <a:gd name="connsiteY48" fmla="*/ 1546680 h 1592835"/>
              <a:gd name="connsiteX49" fmla="*/ 5129812 w 9662615"/>
              <a:gd name="connsiteY49" fmla="*/ 1521277 h 1592835"/>
              <a:gd name="connsiteX50" fmla="*/ 5059484 w 9662615"/>
              <a:gd name="connsiteY50" fmla="*/ 1546802 h 1592835"/>
              <a:gd name="connsiteX51" fmla="*/ 5038524 w 9662615"/>
              <a:gd name="connsiteY51" fmla="*/ 1545675 h 1592835"/>
              <a:gd name="connsiteX52" fmla="*/ 5026564 w 9662615"/>
              <a:gd name="connsiteY52" fmla="*/ 1545376 h 1592835"/>
              <a:gd name="connsiteX53" fmla="*/ 4969433 w 9662615"/>
              <a:gd name="connsiteY53" fmla="*/ 1550865 h 1592835"/>
              <a:gd name="connsiteX54" fmla="*/ 4921303 w 9662615"/>
              <a:gd name="connsiteY54" fmla="*/ 1575379 h 1592835"/>
              <a:gd name="connsiteX55" fmla="*/ 4863775 w 9662615"/>
              <a:gd name="connsiteY55" fmla="*/ 1562633 h 1592835"/>
              <a:gd name="connsiteX56" fmla="*/ 4847242 w 9662615"/>
              <a:gd name="connsiteY56" fmla="*/ 1565435 h 1592835"/>
              <a:gd name="connsiteX57" fmla="*/ 4856839 w 9662615"/>
              <a:gd name="connsiteY57" fmla="*/ 1592835 h 1592835"/>
              <a:gd name="connsiteX58" fmla="*/ 4791466 w 9662615"/>
              <a:gd name="connsiteY58" fmla="*/ 1561324 h 1592835"/>
              <a:gd name="connsiteX59" fmla="*/ 4784247 w 9662615"/>
              <a:gd name="connsiteY59" fmla="*/ 1562342 h 1592835"/>
              <a:gd name="connsiteX60" fmla="*/ 4748477 w 9662615"/>
              <a:gd name="connsiteY60" fmla="*/ 1556925 h 1592835"/>
              <a:gd name="connsiteX61" fmla="*/ 4730033 w 9662615"/>
              <a:gd name="connsiteY61" fmla="*/ 1555274 h 1592835"/>
              <a:gd name="connsiteX62" fmla="*/ 4724747 w 9662615"/>
              <a:gd name="connsiteY62" fmla="*/ 1552439 h 1592835"/>
              <a:gd name="connsiteX63" fmla="*/ 4697562 w 9662615"/>
              <a:gd name="connsiteY63" fmla="*/ 1551206 h 1592835"/>
              <a:gd name="connsiteX64" fmla="*/ 4662664 w 9662615"/>
              <a:gd name="connsiteY64" fmla="*/ 1573162 h 1592835"/>
              <a:gd name="connsiteX65" fmla="*/ 4603028 w 9662615"/>
              <a:gd name="connsiteY65" fmla="*/ 1568821 h 1592835"/>
              <a:gd name="connsiteX66" fmla="*/ 4541612 w 9662615"/>
              <a:gd name="connsiteY66" fmla="*/ 1545262 h 1592835"/>
              <a:gd name="connsiteX67" fmla="*/ 4422155 w 9662615"/>
              <a:gd name="connsiteY67" fmla="*/ 1542059 h 1592835"/>
              <a:gd name="connsiteX68" fmla="*/ 4221826 w 9662615"/>
              <a:gd name="connsiteY68" fmla="*/ 1508923 h 1592835"/>
              <a:gd name="connsiteX69" fmla="*/ 4096601 w 9662615"/>
              <a:gd name="connsiteY69" fmla="*/ 1521563 h 1592835"/>
              <a:gd name="connsiteX70" fmla="*/ 3970635 w 9662615"/>
              <a:gd name="connsiteY70" fmla="*/ 1544815 h 1592835"/>
              <a:gd name="connsiteX71" fmla="*/ 3833906 w 9662615"/>
              <a:gd name="connsiteY71" fmla="*/ 1516637 h 1592835"/>
              <a:gd name="connsiteX72" fmla="*/ 3696258 w 9662615"/>
              <a:gd name="connsiteY72" fmla="*/ 1537563 h 1592835"/>
              <a:gd name="connsiteX73" fmla="*/ 3594070 w 9662615"/>
              <a:gd name="connsiteY73" fmla="*/ 1509422 h 1592835"/>
              <a:gd name="connsiteX74" fmla="*/ 3565233 w 9662615"/>
              <a:gd name="connsiteY74" fmla="*/ 1515122 h 1592835"/>
              <a:gd name="connsiteX75" fmla="*/ 3560267 w 9662615"/>
              <a:gd name="connsiteY75" fmla="*/ 1516288 h 1592835"/>
              <a:gd name="connsiteX76" fmla="*/ 3540258 w 9662615"/>
              <a:gd name="connsiteY76" fmla="*/ 1516976 h 1592835"/>
              <a:gd name="connsiteX77" fmla="*/ 3534780 w 9662615"/>
              <a:gd name="connsiteY77" fmla="*/ 1522141 h 1592835"/>
              <a:gd name="connsiteX78" fmla="*/ 3504783 w 9662615"/>
              <a:gd name="connsiteY78" fmla="*/ 1526739 h 1592835"/>
              <a:gd name="connsiteX79" fmla="*/ 3430805 w 9662615"/>
              <a:gd name="connsiteY79" fmla="*/ 1542521 h 1592835"/>
              <a:gd name="connsiteX80" fmla="*/ 3292707 w 9662615"/>
              <a:gd name="connsiteY80" fmla="*/ 1520490 h 1592835"/>
              <a:gd name="connsiteX81" fmla="*/ 3187872 w 9662615"/>
              <a:gd name="connsiteY81" fmla="*/ 1519991 h 1592835"/>
              <a:gd name="connsiteX82" fmla="*/ 3148026 w 9662615"/>
              <a:gd name="connsiteY82" fmla="*/ 1524777 h 1592835"/>
              <a:gd name="connsiteX83" fmla="*/ 3092394 w 9662615"/>
              <a:gd name="connsiteY83" fmla="*/ 1528115 h 1592835"/>
              <a:gd name="connsiteX84" fmla="*/ 2994200 w 9662615"/>
              <a:gd name="connsiteY84" fmla="*/ 1537857 h 1592835"/>
              <a:gd name="connsiteX85" fmla="*/ 2862301 w 9662615"/>
              <a:gd name="connsiteY85" fmla="*/ 1544250 h 1592835"/>
              <a:gd name="connsiteX86" fmla="*/ 2766335 w 9662615"/>
              <a:gd name="connsiteY86" fmla="*/ 1527662 h 1592835"/>
              <a:gd name="connsiteX87" fmla="*/ 2757836 w 9662615"/>
              <a:gd name="connsiteY87" fmla="*/ 1531371 h 1592835"/>
              <a:gd name="connsiteX88" fmla="*/ 2691555 w 9662615"/>
              <a:gd name="connsiteY88" fmla="*/ 1530283 h 1592835"/>
              <a:gd name="connsiteX89" fmla="*/ 2491676 w 9662615"/>
              <a:gd name="connsiteY89" fmla="*/ 1500859 h 1592835"/>
              <a:gd name="connsiteX90" fmla="*/ 2378036 w 9662615"/>
              <a:gd name="connsiteY90" fmla="*/ 1520645 h 1592835"/>
              <a:gd name="connsiteX91" fmla="*/ 2284269 w 9662615"/>
              <a:gd name="connsiteY91" fmla="*/ 1503068 h 1592835"/>
              <a:gd name="connsiteX92" fmla="*/ 2207104 w 9662615"/>
              <a:gd name="connsiteY92" fmla="*/ 1508888 h 1592835"/>
              <a:gd name="connsiteX93" fmla="*/ 2149226 w 9662615"/>
              <a:gd name="connsiteY93" fmla="*/ 1523409 h 1592835"/>
              <a:gd name="connsiteX94" fmla="*/ 2084783 w 9662615"/>
              <a:gd name="connsiteY94" fmla="*/ 1524245 h 1592835"/>
              <a:gd name="connsiteX95" fmla="*/ 2070075 w 9662615"/>
              <a:gd name="connsiteY95" fmla="*/ 1511285 h 1592835"/>
              <a:gd name="connsiteX96" fmla="*/ 2001057 w 9662615"/>
              <a:gd name="connsiteY96" fmla="*/ 1516449 h 1592835"/>
              <a:gd name="connsiteX97" fmla="*/ 1896330 w 9662615"/>
              <a:gd name="connsiteY97" fmla="*/ 1525725 h 1592835"/>
              <a:gd name="connsiteX98" fmla="*/ 1835994 w 9662615"/>
              <a:gd name="connsiteY98" fmla="*/ 1527678 h 1592835"/>
              <a:gd name="connsiteX99" fmla="*/ 1671119 w 9662615"/>
              <a:gd name="connsiteY99" fmla="*/ 1536701 h 1592835"/>
              <a:gd name="connsiteX100" fmla="*/ 1601337 w 9662615"/>
              <a:gd name="connsiteY100" fmla="*/ 1548552 h 1592835"/>
              <a:gd name="connsiteX101" fmla="*/ 1407755 w 9662615"/>
              <a:gd name="connsiteY101" fmla="*/ 1571444 h 1592835"/>
              <a:gd name="connsiteX102" fmla="*/ 1271994 w 9662615"/>
              <a:gd name="connsiteY102" fmla="*/ 1579471 h 1592835"/>
              <a:gd name="connsiteX103" fmla="*/ 1249226 w 9662615"/>
              <a:gd name="connsiteY103" fmla="*/ 1583140 h 1592835"/>
              <a:gd name="connsiteX104" fmla="*/ 1217719 w 9662615"/>
              <a:gd name="connsiteY104" fmla="*/ 1580863 h 1592835"/>
              <a:gd name="connsiteX105" fmla="*/ 1091432 w 9662615"/>
              <a:gd name="connsiteY105" fmla="*/ 1571003 h 1592835"/>
              <a:gd name="connsiteX106" fmla="*/ 992039 w 9662615"/>
              <a:gd name="connsiteY106" fmla="*/ 1556662 h 1592835"/>
              <a:gd name="connsiteX107" fmla="*/ 868264 w 9662615"/>
              <a:gd name="connsiteY107" fmla="*/ 1566392 h 1592835"/>
              <a:gd name="connsiteX108" fmla="*/ 792765 w 9662615"/>
              <a:gd name="connsiteY108" fmla="*/ 1563102 h 1592835"/>
              <a:gd name="connsiteX109" fmla="*/ 669055 w 9662615"/>
              <a:gd name="connsiteY109" fmla="*/ 1543638 h 1592835"/>
              <a:gd name="connsiteX110" fmla="*/ 506152 w 9662615"/>
              <a:gd name="connsiteY110" fmla="*/ 1549124 h 1592835"/>
              <a:gd name="connsiteX111" fmla="*/ 472797 w 9662615"/>
              <a:gd name="connsiteY111" fmla="*/ 1568904 h 1592835"/>
              <a:gd name="connsiteX112" fmla="*/ 427864 w 9662615"/>
              <a:gd name="connsiteY112" fmla="*/ 1580848 h 1592835"/>
              <a:gd name="connsiteX113" fmla="*/ 408381 w 9662615"/>
              <a:gd name="connsiteY113" fmla="*/ 1552940 h 1592835"/>
              <a:gd name="connsiteX114" fmla="*/ 267163 w 9662615"/>
              <a:gd name="connsiteY114" fmla="*/ 1531913 h 1592835"/>
              <a:gd name="connsiteX115" fmla="*/ 196644 w 9662615"/>
              <a:gd name="connsiteY115" fmla="*/ 1524565 h 1592835"/>
              <a:gd name="connsiteX116" fmla="*/ 86819 w 9662615"/>
              <a:gd name="connsiteY116" fmla="*/ 1519517 h 1592835"/>
              <a:gd name="connsiteX117" fmla="*/ 53369 w 9662615"/>
              <a:gd name="connsiteY117" fmla="*/ 1516853 h 1592835"/>
              <a:gd name="connsiteX118" fmla="*/ 2359 w 9662615"/>
              <a:gd name="connsiteY118" fmla="*/ 1515247 h 1592835"/>
              <a:gd name="connsiteX119" fmla="*/ 0 w 9662615"/>
              <a:gd name="connsiteY119" fmla="*/ 1514932 h 1592835"/>
              <a:gd name="connsiteX120" fmla="*/ 0 w 9662615"/>
              <a:gd name="connsiteY120" fmla="*/ 0 h 1592835"/>
              <a:gd name="connsiteX0" fmla="*/ 0 w 9662615"/>
              <a:gd name="connsiteY0" fmla="*/ 0 h 1592835"/>
              <a:gd name="connsiteX1" fmla="*/ 9662615 w 9662615"/>
              <a:gd name="connsiteY1" fmla="*/ 0 h 1592835"/>
              <a:gd name="connsiteX2" fmla="*/ 9662615 w 9662615"/>
              <a:gd name="connsiteY2" fmla="*/ 1280346 h 1592835"/>
              <a:gd name="connsiteX3" fmla="*/ 9658420 w 9662615"/>
              <a:gd name="connsiteY3" fmla="*/ 1280106 h 1592835"/>
              <a:gd name="connsiteX4" fmla="*/ 9469546 w 9662615"/>
              <a:gd name="connsiteY4" fmla="*/ 1289837 h 1592835"/>
              <a:gd name="connsiteX5" fmla="*/ 9385895 w 9662615"/>
              <a:gd name="connsiteY5" fmla="*/ 1269203 h 1592835"/>
              <a:gd name="connsiteX6" fmla="*/ 9144767 w 9662615"/>
              <a:gd name="connsiteY6" fmla="*/ 1264120 h 1592835"/>
              <a:gd name="connsiteX7" fmla="*/ 8837252 w 9662615"/>
              <a:gd name="connsiteY7" fmla="*/ 1350515 h 1592835"/>
              <a:gd name="connsiteX8" fmla="*/ 8705466 w 9662615"/>
              <a:gd name="connsiteY8" fmla="*/ 1342419 h 1592835"/>
              <a:gd name="connsiteX9" fmla="*/ 8652221 w 9662615"/>
              <a:gd name="connsiteY9" fmla="*/ 1326906 h 1592835"/>
              <a:gd name="connsiteX10" fmla="*/ 8632312 w 9662615"/>
              <a:gd name="connsiteY10" fmla="*/ 1326025 h 1592835"/>
              <a:gd name="connsiteX11" fmla="*/ 8591582 w 9662615"/>
              <a:gd name="connsiteY11" fmla="*/ 1341666 h 1592835"/>
              <a:gd name="connsiteX12" fmla="*/ 8537336 w 9662615"/>
              <a:gd name="connsiteY12" fmla="*/ 1341684 h 1592835"/>
              <a:gd name="connsiteX13" fmla="*/ 8472508 w 9662615"/>
              <a:gd name="connsiteY13" fmla="*/ 1363109 h 1592835"/>
              <a:gd name="connsiteX14" fmla="*/ 8258477 w 9662615"/>
              <a:gd name="connsiteY14" fmla="*/ 1370666 h 1592835"/>
              <a:gd name="connsiteX15" fmla="*/ 8197961 w 9662615"/>
              <a:gd name="connsiteY15" fmla="*/ 1392804 h 1592835"/>
              <a:gd name="connsiteX16" fmla="*/ 8171196 w 9662615"/>
              <a:gd name="connsiteY16" fmla="*/ 1397216 h 1592835"/>
              <a:gd name="connsiteX17" fmla="*/ 8127667 w 9662615"/>
              <a:gd name="connsiteY17" fmla="*/ 1418254 h 1592835"/>
              <a:gd name="connsiteX18" fmla="*/ 7974579 w 9662615"/>
              <a:gd name="connsiteY18" fmla="*/ 1383439 h 1592835"/>
              <a:gd name="connsiteX19" fmla="*/ 7768351 w 9662615"/>
              <a:gd name="connsiteY19" fmla="*/ 1395051 h 1592835"/>
              <a:gd name="connsiteX20" fmla="*/ 7635985 w 9662615"/>
              <a:gd name="connsiteY20" fmla="*/ 1386363 h 1592835"/>
              <a:gd name="connsiteX21" fmla="*/ 7466069 w 9662615"/>
              <a:gd name="connsiteY21" fmla="*/ 1377654 h 1592835"/>
              <a:gd name="connsiteX22" fmla="*/ 7355642 w 9662615"/>
              <a:gd name="connsiteY22" fmla="*/ 1407761 h 1592835"/>
              <a:gd name="connsiteX23" fmla="*/ 7151610 w 9662615"/>
              <a:gd name="connsiteY23" fmla="*/ 1397856 h 1592835"/>
              <a:gd name="connsiteX24" fmla="*/ 7082147 w 9662615"/>
              <a:gd name="connsiteY24" fmla="*/ 1406113 h 1592835"/>
              <a:gd name="connsiteX25" fmla="*/ 7014958 w 9662615"/>
              <a:gd name="connsiteY25" fmla="*/ 1396883 h 1592835"/>
              <a:gd name="connsiteX26" fmla="*/ 6907567 w 9662615"/>
              <a:gd name="connsiteY26" fmla="*/ 1419149 h 1592835"/>
              <a:gd name="connsiteX27" fmla="*/ 6748428 w 9662615"/>
              <a:gd name="connsiteY27" fmla="*/ 1420308 h 1592835"/>
              <a:gd name="connsiteX28" fmla="*/ 6654257 w 9662615"/>
              <a:gd name="connsiteY28" fmla="*/ 1424143 h 1592835"/>
              <a:gd name="connsiteX29" fmla="*/ 6620123 w 9662615"/>
              <a:gd name="connsiteY29" fmla="*/ 1430535 h 1592835"/>
              <a:gd name="connsiteX30" fmla="*/ 6571355 w 9662615"/>
              <a:gd name="connsiteY30" fmla="*/ 1436144 h 1592835"/>
              <a:gd name="connsiteX31" fmla="*/ 6486557 w 9662615"/>
              <a:gd name="connsiteY31" fmla="*/ 1449861 h 1592835"/>
              <a:gd name="connsiteX32" fmla="*/ 6370419 w 9662615"/>
              <a:gd name="connsiteY32" fmla="*/ 1461649 h 1592835"/>
              <a:gd name="connsiteX33" fmla="*/ 6278839 w 9662615"/>
              <a:gd name="connsiteY33" fmla="*/ 1449160 h 1592835"/>
              <a:gd name="connsiteX34" fmla="*/ 6272455 w 9662615"/>
              <a:gd name="connsiteY34" fmla="*/ 1453191 h 1592835"/>
              <a:gd name="connsiteX35" fmla="*/ 6212659 w 9662615"/>
              <a:gd name="connsiteY35" fmla="*/ 1454850 h 1592835"/>
              <a:gd name="connsiteX36" fmla="*/ 6069317 w 9662615"/>
              <a:gd name="connsiteY36" fmla="*/ 1445838 h 1592835"/>
              <a:gd name="connsiteX37" fmla="*/ 5878477 w 9662615"/>
              <a:gd name="connsiteY37" fmla="*/ 1439180 h 1592835"/>
              <a:gd name="connsiteX38" fmla="*/ 5838387 w 9662615"/>
              <a:gd name="connsiteY38" fmla="*/ 1444679 h 1592835"/>
              <a:gd name="connsiteX39" fmla="*/ 5771136 w 9662615"/>
              <a:gd name="connsiteY39" fmla="*/ 1453639 h 1592835"/>
              <a:gd name="connsiteX40" fmla="*/ 5724081 w 9662615"/>
              <a:gd name="connsiteY40" fmla="*/ 1470431 h 1592835"/>
              <a:gd name="connsiteX41" fmla="*/ 5666577 w 9662615"/>
              <a:gd name="connsiteY41" fmla="*/ 1473921 h 1592835"/>
              <a:gd name="connsiteX42" fmla="*/ 5649068 w 9662615"/>
              <a:gd name="connsiteY42" fmla="*/ 1461676 h 1592835"/>
              <a:gd name="connsiteX43" fmla="*/ 5588902 w 9662615"/>
              <a:gd name="connsiteY43" fmla="*/ 1469647 h 1592835"/>
              <a:gd name="connsiteX44" fmla="*/ 5498090 w 9662615"/>
              <a:gd name="connsiteY44" fmla="*/ 1483173 h 1592835"/>
              <a:gd name="connsiteX45" fmla="*/ 5444641 w 9662615"/>
              <a:gd name="connsiteY45" fmla="*/ 1487602 h 1592835"/>
              <a:gd name="connsiteX46" fmla="*/ 5299812 w 9662615"/>
              <a:gd name="connsiteY46" fmla="*/ 1503362 h 1592835"/>
              <a:gd name="connsiteX47" fmla="*/ 5213947 w 9662615"/>
              <a:gd name="connsiteY47" fmla="*/ 1516637 h 1592835"/>
              <a:gd name="connsiteX48" fmla="*/ 5090342 w 9662615"/>
              <a:gd name="connsiteY48" fmla="*/ 1546680 h 1592835"/>
              <a:gd name="connsiteX49" fmla="*/ 5129812 w 9662615"/>
              <a:gd name="connsiteY49" fmla="*/ 1521277 h 1592835"/>
              <a:gd name="connsiteX50" fmla="*/ 5059484 w 9662615"/>
              <a:gd name="connsiteY50" fmla="*/ 1546802 h 1592835"/>
              <a:gd name="connsiteX51" fmla="*/ 5038524 w 9662615"/>
              <a:gd name="connsiteY51" fmla="*/ 1545675 h 1592835"/>
              <a:gd name="connsiteX52" fmla="*/ 5026564 w 9662615"/>
              <a:gd name="connsiteY52" fmla="*/ 1545376 h 1592835"/>
              <a:gd name="connsiteX53" fmla="*/ 4969433 w 9662615"/>
              <a:gd name="connsiteY53" fmla="*/ 1550865 h 1592835"/>
              <a:gd name="connsiteX54" fmla="*/ 4921303 w 9662615"/>
              <a:gd name="connsiteY54" fmla="*/ 1575379 h 1592835"/>
              <a:gd name="connsiteX55" fmla="*/ 4863775 w 9662615"/>
              <a:gd name="connsiteY55" fmla="*/ 1562633 h 1592835"/>
              <a:gd name="connsiteX56" fmla="*/ 4847242 w 9662615"/>
              <a:gd name="connsiteY56" fmla="*/ 1565435 h 1592835"/>
              <a:gd name="connsiteX57" fmla="*/ 4856839 w 9662615"/>
              <a:gd name="connsiteY57" fmla="*/ 1592835 h 1592835"/>
              <a:gd name="connsiteX58" fmla="*/ 4791466 w 9662615"/>
              <a:gd name="connsiteY58" fmla="*/ 1561324 h 1592835"/>
              <a:gd name="connsiteX59" fmla="*/ 4784247 w 9662615"/>
              <a:gd name="connsiteY59" fmla="*/ 1562342 h 1592835"/>
              <a:gd name="connsiteX60" fmla="*/ 4748477 w 9662615"/>
              <a:gd name="connsiteY60" fmla="*/ 1556925 h 1592835"/>
              <a:gd name="connsiteX61" fmla="*/ 4730033 w 9662615"/>
              <a:gd name="connsiteY61" fmla="*/ 1555274 h 1592835"/>
              <a:gd name="connsiteX62" fmla="*/ 4697562 w 9662615"/>
              <a:gd name="connsiteY62" fmla="*/ 1551206 h 1592835"/>
              <a:gd name="connsiteX63" fmla="*/ 4662664 w 9662615"/>
              <a:gd name="connsiteY63" fmla="*/ 1573162 h 1592835"/>
              <a:gd name="connsiteX64" fmla="*/ 4603028 w 9662615"/>
              <a:gd name="connsiteY64" fmla="*/ 1568821 h 1592835"/>
              <a:gd name="connsiteX65" fmla="*/ 4541612 w 9662615"/>
              <a:gd name="connsiteY65" fmla="*/ 1545262 h 1592835"/>
              <a:gd name="connsiteX66" fmla="*/ 4422155 w 9662615"/>
              <a:gd name="connsiteY66" fmla="*/ 1542059 h 1592835"/>
              <a:gd name="connsiteX67" fmla="*/ 4221826 w 9662615"/>
              <a:gd name="connsiteY67" fmla="*/ 1508923 h 1592835"/>
              <a:gd name="connsiteX68" fmla="*/ 4096601 w 9662615"/>
              <a:gd name="connsiteY68" fmla="*/ 1521563 h 1592835"/>
              <a:gd name="connsiteX69" fmla="*/ 3970635 w 9662615"/>
              <a:gd name="connsiteY69" fmla="*/ 1544815 h 1592835"/>
              <a:gd name="connsiteX70" fmla="*/ 3833906 w 9662615"/>
              <a:gd name="connsiteY70" fmla="*/ 1516637 h 1592835"/>
              <a:gd name="connsiteX71" fmla="*/ 3696258 w 9662615"/>
              <a:gd name="connsiteY71" fmla="*/ 1537563 h 1592835"/>
              <a:gd name="connsiteX72" fmla="*/ 3594070 w 9662615"/>
              <a:gd name="connsiteY72" fmla="*/ 1509422 h 1592835"/>
              <a:gd name="connsiteX73" fmla="*/ 3565233 w 9662615"/>
              <a:gd name="connsiteY73" fmla="*/ 1515122 h 1592835"/>
              <a:gd name="connsiteX74" fmla="*/ 3560267 w 9662615"/>
              <a:gd name="connsiteY74" fmla="*/ 1516288 h 1592835"/>
              <a:gd name="connsiteX75" fmla="*/ 3540258 w 9662615"/>
              <a:gd name="connsiteY75" fmla="*/ 1516976 h 1592835"/>
              <a:gd name="connsiteX76" fmla="*/ 3534780 w 9662615"/>
              <a:gd name="connsiteY76" fmla="*/ 1522141 h 1592835"/>
              <a:gd name="connsiteX77" fmla="*/ 3504783 w 9662615"/>
              <a:gd name="connsiteY77" fmla="*/ 1526739 h 1592835"/>
              <a:gd name="connsiteX78" fmla="*/ 3430805 w 9662615"/>
              <a:gd name="connsiteY78" fmla="*/ 1542521 h 1592835"/>
              <a:gd name="connsiteX79" fmla="*/ 3292707 w 9662615"/>
              <a:gd name="connsiteY79" fmla="*/ 1520490 h 1592835"/>
              <a:gd name="connsiteX80" fmla="*/ 3187872 w 9662615"/>
              <a:gd name="connsiteY80" fmla="*/ 1519991 h 1592835"/>
              <a:gd name="connsiteX81" fmla="*/ 3148026 w 9662615"/>
              <a:gd name="connsiteY81" fmla="*/ 1524777 h 1592835"/>
              <a:gd name="connsiteX82" fmla="*/ 3092394 w 9662615"/>
              <a:gd name="connsiteY82" fmla="*/ 1528115 h 1592835"/>
              <a:gd name="connsiteX83" fmla="*/ 2994200 w 9662615"/>
              <a:gd name="connsiteY83" fmla="*/ 1537857 h 1592835"/>
              <a:gd name="connsiteX84" fmla="*/ 2862301 w 9662615"/>
              <a:gd name="connsiteY84" fmla="*/ 1544250 h 1592835"/>
              <a:gd name="connsiteX85" fmla="*/ 2766335 w 9662615"/>
              <a:gd name="connsiteY85" fmla="*/ 1527662 h 1592835"/>
              <a:gd name="connsiteX86" fmla="*/ 2757836 w 9662615"/>
              <a:gd name="connsiteY86" fmla="*/ 1531371 h 1592835"/>
              <a:gd name="connsiteX87" fmla="*/ 2691555 w 9662615"/>
              <a:gd name="connsiteY87" fmla="*/ 1530283 h 1592835"/>
              <a:gd name="connsiteX88" fmla="*/ 2491676 w 9662615"/>
              <a:gd name="connsiteY88" fmla="*/ 1500859 h 1592835"/>
              <a:gd name="connsiteX89" fmla="*/ 2378036 w 9662615"/>
              <a:gd name="connsiteY89" fmla="*/ 1520645 h 1592835"/>
              <a:gd name="connsiteX90" fmla="*/ 2284269 w 9662615"/>
              <a:gd name="connsiteY90" fmla="*/ 1503068 h 1592835"/>
              <a:gd name="connsiteX91" fmla="*/ 2207104 w 9662615"/>
              <a:gd name="connsiteY91" fmla="*/ 1508888 h 1592835"/>
              <a:gd name="connsiteX92" fmla="*/ 2149226 w 9662615"/>
              <a:gd name="connsiteY92" fmla="*/ 1523409 h 1592835"/>
              <a:gd name="connsiteX93" fmla="*/ 2084783 w 9662615"/>
              <a:gd name="connsiteY93" fmla="*/ 1524245 h 1592835"/>
              <a:gd name="connsiteX94" fmla="*/ 2070075 w 9662615"/>
              <a:gd name="connsiteY94" fmla="*/ 1511285 h 1592835"/>
              <a:gd name="connsiteX95" fmla="*/ 2001057 w 9662615"/>
              <a:gd name="connsiteY95" fmla="*/ 1516449 h 1592835"/>
              <a:gd name="connsiteX96" fmla="*/ 1896330 w 9662615"/>
              <a:gd name="connsiteY96" fmla="*/ 1525725 h 1592835"/>
              <a:gd name="connsiteX97" fmla="*/ 1835994 w 9662615"/>
              <a:gd name="connsiteY97" fmla="*/ 1527678 h 1592835"/>
              <a:gd name="connsiteX98" fmla="*/ 1671119 w 9662615"/>
              <a:gd name="connsiteY98" fmla="*/ 1536701 h 1592835"/>
              <a:gd name="connsiteX99" fmla="*/ 1601337 w 9662615"/>
              <a:gd name="connsiteY99" fmla="*/ 1548552 h 1592835"/>
              <a:gd name="connsiteX100" fmla="*/ 1407755 w 9662615"/>
              <a:gd name="connsiteY100" fmla="*/ 1571444 h 1592835"/>
              <a:gd name="connsiteX101" fmla="*/ 1271994 w 9662615"/>
              <a:gd name="connsiteY101" fmla="*/ 1579471 h 1592835"/>
              <a:gd name="connsiteX102" fmla="*/ 1249226 w 9662615"/>
              <a:gd name="connsiteY102" fmla="*/ 1583140 h 1592835"/>
              <a:gd name="connsiteX103" fmla="*/ 1217719 w 9662615"/>
              <a:gd name="connsiteY103" fmla="*/ 1580863 h 1592835"/>
              <a:gd name="connsiteX104" fmla="*/ 1091432 w 9662615"/>
              <a:gd name="connsiteY104" fmla="*/ 1571003 h 1592835"/>
              <a:gd name="connsiteX105" fmla="*/ 992039 w 9662615"/>
              <a:gd name="connsiteY105" fmla="*/ 1556662 h 1592835"/>
              <a:gd name="connsiteX106" fmla="*/ 868264 w 9662615"/>
              <a:gd name="connsiteY106" fmla="*/ 1566392 h 1592835"/>
              <a:gd name="connsiteX107" fmla="*/ 792765 w 9662615"/>
              <a:gd name="connsiteY107" fmla="*/ 1563102 h 1592835"/>
              <a:gd name="connsiteX108" fmla="*/ 669055 w 9662615"/>
              <a:gd name="connsiteY108" fmla="*/ 1543638 h 1592835"/>
              <a:gd name="connsiteX109" fmla="*/ 506152 w 9662615"/>
              <a:gd name="connsiteY109" fmla="*/ 1549124 h 1592835"/>
              <a:gd name="connsiteX110" fmla="*/ 472797 w 9662615"/>
              <a:gd name="connsiteY110" fmla="*/ 1568904 h 1592835"/>
              <a:gd name="connsiteX111" fmla="*/ 427864 w 9662615"/>
              <a:gd name="connsiteY111" fmla="*/ 1580848 h 1592835"/>
              <a:gd name="connsiteX112" fmla="*/ 408381 w 9662615"/>
              <a:gd name="connsiteY112" fmla="*/ 1552940 h 1592835"/>
              <a:gd name="connsiteX113" fmla="*/ 267163 w 9662615"/>
              <a:gd name="connsiteY113" fmla="*/ 1531913 h 1592835"/>
              <a:gd name="connsiteX114" fmla="*/ 196644 w 9662615"/>
              <a:gd name="connsiteY114" fmla="*/ 1524565 h 1592835"/>
              <a:gd name="connsiteX115" fmla="*/ 86819 w 9662615"/>
              <a:gd name="connsiteY115" fmla="*/ 1519517 h 1592835"/>
              <a:gd name="connsiteX116" fmla="*/ 53369 w 9662615"/>
              <a:gd name="connsiteY116" fmla="*/ 1516853 h 1592835"/>
              <a:gd name="connsiteX117" fmla="*/ 2359 w 9662615"/>
              <a:gd name="connsiteY117" fmla="*/ 1515247 h 1592835"/>
              <a:gd name="connsiteX118" fmla="*/ 0 w 9662615"/>
              <a:gd name="connsiteY118" fmla="*/ 1514932 h 1592835"/>
              <a:gd name="connsiteX119" fmla="*/ 0 w 9662615"/>
              <a:gd name="connsiteY119" fmla="*/ 0 h 1592835"/>
              <a:gd name="connsiteX0" fmla="*/ 0 w 9662615"/>
              <a:gd name="connsiteY0" fmla="*/ 0 h 1592835"/>
              <a:gd name="connsiteX1" fmla="*/ 9662615 w 9662615"/>
              <a:gd name="connsiteY1" fmla="*/ 0 h 1592835"/>
              <a:gd name="connsiteX2" fmla="*/ 9662615 w 9662615"/>
              <a:gd name="connsiteY2" fmla="*/ 1280346 h 1592835"/>
              <a:gd name="connsiteX3" fmla="*/ 9658420 w 9662615"/>
              <a:gd name="connsiteY3" fmla="*/ 1280106 h 1592835"/>
              <a:gd name="connsiteX4" fmla="*/ 9469546 w 9662615"/>
              <a:gd name="connsiteY4" fmla="*/ 1289837 h 1592835"/>
              <a:gd name="connsiteX5" fmla="*/ 9385895 w 9662615"/>
              <a:gd name="connsiteY5" fmla="*/ 1269203 h 1592835"/>
              <a:gd name="connsiteX6" fmla="*/ 9144767 w 9662615"/>
              <a:gd name="connsiteY6" fmla="*/ 1264120 h 1592835"/>
              <a:gd name="connsiteX7" fmla="*/ 8837252 w 9662615"/>
              <a:gd name="connsiteY7" fmla="*/ 1350515 h 1592835"/>
              <a:gd name="connsiteX8" fmla="*/ 8705466 w 9662615"/>
              <a:gd name="connsiteY8" fmla="*/ 1342419 h 1592835"/>
              <a:gd name="connsiteX9" fmla="*/ 8652221 w 9662615"/>
              <a:gd name="connsiteY9" fmla="*/ 1326906 h 1592835"/>
              <a:gd name="connsiteX10" fmla="*/ 8632312 w 9662615"/>
              <a:gd name="connsiteY10" fmla="*/ 1326025 h 1592835"/>
              <a:gd name="connsiteX11" fmla="*/ 8591582 w 9662615"/>
              <a:gd name="connsiteY11" fmla="*/ 1341666 h 1592835"/>
              <a:gd name="connsiteX12" fmla="*/ 8537336 w 9662615"/>
              <a:gd name="connsiteY12" fmla="*/ 1341684 h 1592835"/>
              <a:gd name="connsiteX13" fmla="*/ 8472508 w 9662615"/>
              <a:gd name="connsiteY13" fmla="*/ 1363109 h 1592835"/>
              <a:gd name="connsiteX14" fmla="*/ 8258477 w 9662615"/>
              <a:gd name="connsiteY14" fmla="*/ 1370666 h 1592835"/>
              <a:gd name="connsiteX15" fmla="*/ 8197961 w 9662615"/>
              <a:gd name="connsiteY15" fmla="*/ 1392804 h 1592835"/>
              <a:gd name="connsiteX16" fmla="*/ 8171196 w 9662615"/>
              <a:gd name="connsiteY16" fmla="*/ 1397216 h 1592835"/>
              <a:gd name="connsiteX17" fmla="*/ 8127667 w 9662615"/>
              <a:gd name="connsiteY17" fmla="*/ 1418254 h 1592835"/>
              <a:gd name="connsiteX18" fmla="*/ 7974579 w 9662615"/>
              <a:gd name="connsiteY18" fmla="*/ 1383439 h 1592835"/>
              <a:gd name="connsiteX19" fmla="*/ 7768351 w 9662615"/>
              <a:gd name="connsiteY19" fmla="*/ 1395051 h 1592835"/>
              <a:gd name="connsiteX20" fmla="*/ 7635985 w 9662615"/>
              <a:gd name="connsiteY20" fmla="*/ 1386363 h 1592835"/>
              <a:gd name="connsiteX21" fmla="*/ 7466069 w 9662615"/>
              <a:gd name="connsiteY21" fmla="*/ 1377654 h 1592835"/>
              <a:gd name="connsiteX22" fmla="*/ 7355642 w 9662615"/>
              <a:gd name="connsiteY22" fmla="*/ 1407761 h 1592835"/>
              <a:gd name="connsiteX23" fmla="*/ 7151610 w 9662615"/>
              <a:gd name="connsiteY23" fmla="*/ 1397856 h 1592835"/>
              <a:gd name="connsiteX24" fmla="*/ 7082147 w 9662615"/>
              <a:gd name="connsiteY24" fmla="*/ 1406113 h 1592835"/>
              <a:gd name="connsiteX25" fmla="*/ 7014958 w 9662615"/>
              <a:gd name="connsiteY25" fmla="*/ 1396883 h 1592835"/>
              <a:gd name="connsiteX26" fmla="*/ 6907567 w 9662615"/>
              <a:gd name="connsiteY26" fmla="*/ 1419149 h 1592835"/>
              <a:gd name="connsiteX27" fmla="*/ 6748428 w 9662615"/>
              <a:gd name="connsiteY27" fmla="*/ 1420308 h 1592835"/>
              <a:gd name="connsiteX28" fmla="*/ 6654257 w 9662615"/>
              <a:gd name="connsiteY28" fmla="*/ 1424143 h 1592835"/>
              <a:gd name="connsiteX29" fmla="*/ 6620123 w 9662615"/>
              <a:gd name="connsiteY29" fmla="*/ 1430535 h 1592835"/>
              <a:gd name="connsiteX30" fmla="*/ 6571355 w 9662615"/>
              <a:gd name="connsiteY30" fmla="*/ 1436144 h 1592835"/>
              <a:gd name="connsiteX31" fmla="*/ 6486557 w 9662615"/>
              <a:gd name="connsiteY31" fmla="*/ 1449861 h 1592835"/>
              <a:gd name="connsiteX32" fmla="*/ 6370419 w 9662615"/>
              <a:gd name="connsiteY32" fmla="*/ 1461649 h 1592835"/>
              <a:gd name="connsiteX33" fmla="*/ 6278839 w 9662615"/>
              <a:gd name="connsiteY33" fmla="*/ 1449160 h 1592835"/>
              <a:gd name="connsiteX34" fmla="*/ 6272455 w 9662615"/>
              <a:gd name="connsiteY34" fmla="*/ 1453191 h 1592835"/>
              <a:gd name="connsiteX35" fmla="*/ 6212659 w 9662615"/>
              <a:gd name="connsiteY35" fmla="*/ 1454850 h 1592835"/>
              <a:gd name="connsiteX36" fmla="*/ 6069317 w 9662615"/>
              <a:gd name="connsiteY36" fmla="*/ 1445838 h 1592835"/>
              <a:gd name="connsiteX37" fmla="*/ 5878477 w 9662615"/>
              <a:gd name="connsiteY37" fmla="*/ 1439180 h 1592835"/>
              <a:gd name="connsiteX38" fmla="*/ 5838387 w 9662615"/>
              <a:gd name="connsiteY38" fmla="*/ 1444679 h 1592835"/>
              <a:gd name="connsiteX39" fmla="*/ 5771136 w 9662615"/>
              <a:gd name="connsiteY39" fmla="*/ 1453639 h 1592835"/>
              <a:gd name="connsiteX40" fmla="*/ 5724081 w 9662615"/>
              <a:gd name="connsiteY40" fmla="*/ 1470431 h 1592835"/>
              <a:gd name="connsiteX41" fmla="*/ 5666577 w 9662615"/>
              <a:gd name="connsiteY41" fmla="*/ 1473921 h 1592835"/>
              <a:gd name="connsiteX42" fmla="*/ 5649068 w 9662615"/>
              <a:gd name="connsiteY42" fmla="*/ 1461676 h 1592835"/>
              <a:gd name="connsiteX43" fmla="*/ 5588902 w 9662615"/>
              <a:gd name="connsiteY43" fmla="*/ 1469647 h 1592835"/>
              <a:gd name="connsiteX44" fmla="*/ 5498090 w 9662615"/>
              <a:gd name="connsiteY44" fmla="*/ 1483173 h 1592835"/>
              <a:gd name="connsiteX45" fmla="*/ 5444641 w 9662615"/>
              <a:gd name="connsiteY45" fmla="*/ 1487602 h 1592835"/>
              <a:gd name="connsiteX46" fmla="*/ 5299812 w 9662615"/>
              <a:gd name="connsiteY46" fmla="*/ 1503362 h 1592835"/>
              <a:gd name="connsiteX47" fmla="*/ 5213947 w 9662615"/>
              <a:gd name="connsiteY47" fmla="*/ 1516637 h 1592835"/>
              <a:gd name="connsiteX48" fmla="*/ 5090342 w 9662615"/>
              <a:gd name="connsiteY48" fmla="*/ 1546680 h 1592835"/>
              <a:gd name="connsiteX49" fmla="*/ 5129812 w 9662615"/>
              <a:gd name="connsiteY49" fmla="*/ 1521277 h 1592835"/>
              <a:gd name="connsiteX50" fmla="*/ 5059484 w 9662615"/>
              <a:gd name="connsiteY50" fmla="*/ 1546802 h 1592835"/>
              <a:gd name="connsiteX51" fmla="*/ 5038524 w 9662615"/>
              <a:gd name="connsiteY51" fmla="*/ 1545675 h 1592835"/>
              <a:gd name="connsiteX52" fmla="*/ 5026564 w 9662615"/>
              <a:gd name="connsiteY52" fmla="*/ 1545376 h 1592835"/>
              <a:gd name="connsiteX53" fmla="*/ 4969433 w 9662615"/>
              <a:gd name="connsiteY53" fmla="*/ 1550865 h 1592835"/>
              <a:gd name="connsiteX54" fmla="*/ 4921303 w 9662615"/>
              <a:gd name="connsiteY54" fmla="*/ 1575379 h 1592835"/>
              <a:gd name="connsiteX55" fmla="*/ 4863775 w 9662615"/>
              <a:gd name="connsiteY55" fmla="*/ 1562633 h 1592835"/>
              <a:gd name="connsiteX56" fmla="*/ 4847242 w 9662615"/>
              <a:gd name="connsiteY56" fmla="*/ 1565435 h 1592835"/>
              <a:gd name="connsiteX57" fmla="*/ 4856839 w 9662615"/>
              <a:gd name="connsiteY57" fmla="*/ 1592835 h 1592835"/>
              <a:gd name="connsiteX58" fmla="*/ 4791466 w 9662615"/>
              <a:gd name="connsiteY58" fmla="*/ 1561324 h 1592835"/>
              <a:gd name="connsiteX59" fmla="*/ 4784247 w 9662615"/>
              <a:gd name="connsiteY59" fmla="*/ 1562342 h 1592835"/>
              <a:gd name="connsiteX60" fmla="*/ 4730033 w 9662615"/>
              <a:gd name="connsiteY60" fmla="*/ 1555274 h 1592835"/>
              <a:gd name="connsiteX61" fmla="*/ 4697562 w 9662615"/>
              <a:gd name="connsiteY61" fmla="*/ 1551206 h 1592835"/>
              <a:gd name="connsiteX62" fmla="*/ 4662664 w 9662615"/>
              <a:gd name="connsiteY62" fmla="*/ 1573162 h 1592835"/>
              <a:gd name="connsiteX63" fmla="*/ 4603028 w 9662615"/>
              <a:gd name="connsiteY63" fmla="*/ 1568821 h 1592835"/>
              <a:gd name="connsiteX64" fmla="*/ 4541612 w 9662615"/>
              <a:gd name="connsiteY64" fmla="*/ 1545262 h 1592835"/>
              <a:gd name="connsiteX65" fmla="*/ 4422155 w 9662615"/>
              <a:gd name="connsiteY65" fmla="*/ 1542059 h 1592835"/>
              <a:gd name="connsiteX66" fmla="*/ 4221826 w 9662615"/>
              <a:gd name="connsiteY66" fmla="*/ 1508923 h 1592835"/>
              <a:gd name="connsiteX67" fmla="*/ 4096601 w 9662615"/>
              <a:gd name="connsiteY67" fmla="*/ 1521563 h 1592835"/>
              <a:gd name="connsiteX68" fmla="*/ 3970635 w 9662615"/>
              <a:gd name="connsiteY68" fmla="*/ 1544815 h 1592835"/>
              <a:gd name="connsiteX69" fmla="*/ 3833906 w 9662615"/>
              <a:gd name="connsiteY69" fmla="*/ 1516637 h 1592835"/>
              <a:gd name="connsiteX70" fmla="*/ 3696258 w 9662615"/>
              <a:gd name="connsiteY70" fmla="*/ 1537563 h 1592835"/>
              <a:gd name="connsiteX71" fmla="*/ 3594070 w 9662615"/>
              <a:gd name="connsiteY71" fmla="*/ 1509422 h 1592835"/>
              <a:gd name="connsiteX72" fmla="*/ 3565233 w 9662615"/>
              <a:gd name="connsiteY72" fmla="*/ 1515122 h 1592835"/>
              <a:gd name="connsiteX73" fmla="*/ 3560267 w 9662615"/>
              <a:gd name="connsiteY73" fmla="*/ 1516288 h 1592835"/>
              <a:gd name="connsiteX74" fmla="*/ 3540258 w 9662615"/>
              <a:gd name="connsiteY74" fmla="*/ 1516976 h 1592835"/>
              <a:gd name="connsiteX75" fmla="*/ 3534780 w 9662615"/>
              <a:gd name="connsiteY75" fmla="*/ 1522141 h 1592835"/>
              <a:gd name="connsiteX76" fmla="*/ 3504783 w 9662615"/>
              <a:gd name="connsiteY76" fmla="*/ 1526739 h 1592835"/>
              <a:gd name="connsiteX77" fmla="*/ 3430805 w 9662615"/>
              <a:gd name="connsiteY77" fmla="*/ 1542521 h 1592835"/>
              <a:gd name="connsiteX78" fmla="*/ 3292707 w 9662615"/>
              <a:gd name="connsiteY78" fmla="*/ 1520490 h 1592835"/>
              <a:gd name="connsiteX79" fmla="*/ 3187872 w 9662615"/>
              <a:gd name="connsiteY79" fmla="*/ 1519991 h 1592835"/>
              <a:gd name="connsiteX80" fmla="*/ 3148026 w 9662615"/>
              <a:gd name="connsiteY80" fmla="*/ 1524777 h 1592835"/>
              <a:gd name="connsiteX81" fmla="*/ 3092394 w 9662615"/>
              <a:gd name="connsiteY81" fmla="*/ 1528115 h 1592835"/>
              <a:gd name="connsiteX82" fmla="*/ 2994200 w 9662615"/>
              <a:gd name="connsiteY82" fmla="*/ 1537857 h 1592835"/>
              <a:gd name="connsiteX83" fmla="*/ 2862301 w 9662615"/>
              <a:gd name="connsiteY83" fmla="*/ 1544250 h 1592835"/>
              <a:gd name="connsiteX84" fmla="*/ 2766335 w 9662615"/>
              <a:gd name="connsiteY84" fmla="*/ 1527662 h 1592835"/>
              <a:gd name="connsiteX85" fmla="*/ 2757836 w 9662615"/>
              <a:gd name="connsiteY85" fmla="*/ 1531371 h 1592835"/>
              <a:gd name="connsiteX86" fmla="*/ 2691555 w 9662615"/>
              <a:gd name="connsiteY86" fmla="*/ 1530283 h 1592835"/>
              <a:gd name="connsiteX87" fmla="*/ 2491676 w 9662615"/>
              <a:gd name="connsiteY87" fmla="*/ 1500859 h 1592835"/>
              <a:gd name="connsiteX88" fmla="*/ 2378036 w 9662615"/>
              <a:gd name="connsiteY88" fmla="*/ 1520645 h 1592835"/>
              <a:gd name="connsiteX89" fmla="*/ 2284269 w 9662615"/>
              <a:gd name="connsiteY89" fmla="*/ 1503068 h 1592835"/>
              <a:gd name="connsiteX90" fmla="*/ 2207104 w 9662615"/>
              <a:gd name="connsiteY90" fmla="*/ 1508888 h 1592835"/>
              <a:gd name="connsiteX91" fmla="*/ 2149226 w 9662615"/>
              <a:gd name="connsiteY91" fmla="*/ 1523409 h 1592835"/>
              <a:gd name="connsiteX92" fmla="*/ 2084783 w 9662615"/>
              <a:gd name="connsiteY92" fmla="*/ 1524245 h 1592835"/>
              <a:gd name="connsiteX93" fmla="*/ 2070075 w 9662615"/>
              <a:gd name="connsiteY93" fmla="*/ 1511285 h 1592835"/>
              <a:gd name="connsiteX94" fmla="*/ 2001057 w 9662615"/>
              <a:gd name="connsiteY94" fmla="*/ 1516449 h 1592835"/>
              <a:gd name="connsiteX95" fmla="*/ 1896330 w 9662615"/>
              <a:gd name="connsiteY95" fmla="*/ 1525725 h 1592835"/>
              <a:gd name="connsiteX96" fmla="*/ 1835994 w 9662615"/>
              <a:gd name="connsiteY96" fmla="*/ 1527678 h 1592835"/>
              <a:gd name="connsiteX97" fmla="*/ 1671119 w 9662615"/>
              <a:gd name="connsiteY97" fmla="*/ 1536701 h 1592835"/>
              <a:gd name="connsiteX98" fmla="*/ 1601337 w 9662615"/>
              <a:gd name="connsiteY98" fmla="*/ 1548552 h 1592835"/>
              <a:gd name="connsiteX99" fmla="*/ 1407755 w 9662615"/>
              <a:gd name="connsiteY99" fmla="*/ 1571444 h 1592835"/>
              <a:gd name="connsiteX100" fmla="*/ 1271994 w 9662615"/>
              <a:gd name="connsiteY100" fmla="*/ 1579471 h 1592835"/>
              <a:gd name="connsiteX101" fmla="*/ 1249226 w 9662615"/>
              <a:gd name="connsiteY101" fmla="*/ 1583140 h 1592835"/>
              <a:gd name="connsiteX102" fmla="*/ 1217719 w 9662615"/>
              <a:gd name="connsiteY102" fmla="*/ 1580863 h 1592835"/>
              <a:gd name="connsiteX103" fmla="*/ 1091432 w 9662615"/>
              <a:gd name="connsiteY103" fmla="*/ 1571003 h 1592835"/>
              <a:gd name="connsiteX104" fmla="*/ 992039 w 9662615"/>
              <a:gd name="connsiteY104" fmla="*/ 1556662 h 1592835"/>
              <a:gd name="connsiteX105" fmla="*/ 868264 w 9662615"/>
              <a:gd name="connsiteY105" fmla="*/ 1566392 h 1592835"/>
              <a:gd name="connsiteX106" fmla="*/ 792765 w 9662615"/>
              <a:gd name="connsiteY106" fmla="*/ 1563102 h 1592835"/>
              <a:gd name="connsiteX107" fmla="*/ 669055 w 9662615"/>
              <a:gd name="connsiteY107" fmla="*/ 1543638 h 1592835"/>
              <a:gd name="connsiteX108" fmla="*/ 506152 w 9662615"/>
              <a:gd name="connsiteY108" fmla="*/ 1549124 h 1592835"/>
              <a:gd name="connsiteX109" fmla="*/ 472797 w 9662615"/>
              <a:gd name="connsiteY109" fmla="*/ 1568904 h 1592835"/>
              <a:gd name="connsiteX110" fmla="*/ 427864 w 9662615"/>
              <a:gd name="connsiteY110" fmla="*/ 1580848 h 1592835"/>
              <a:gd name="connsiteX111" fmla="*/ 408381 w 9662615"/>
              <a:gd name="connsiteY111" fmla="*/ 1552940 h 1592835"/>
              <a:gd name="connsiteX112" fmla="*/ 267163 w 9662615"/>
              <a:gd name="connsiteY112" fmla="*/ 1531913 h 1592835"/>
              <a:gd name="connsiteX113" fmla="*/ 196644 w 9662615"/>
              <a:gd name="connsiteY113" fmla="*/ 1524565 h 1592835"/>
              <a:gd name="connsiteX114" fmla="*/ 86819 w 9662615"/>
              <a:gd name="connsiteY114" fmla="*/ 1519517 h 1592835"/>
              <a:gd name="connsiteX115" fmla="*/ 53369 w 9662615"/>
              <a:gd name="connsiteY115" fmla="*/ 1516853 h 1592835"/>
              <a:gd name="connsiteX116" fmla="*/ 2359 w 9662615"/>
              <a:gd name="connsiteY116" fmla="*/ 1515247 h 1592835"/>
              <a:gd name="connsiteX117" fmla="*/ 0 w 9662615"/>
              <a:gd name="connsiteY117" fmla="*/ 1514932 h 1592835"/>
              <a:gd name="connsiteX118" fmla="*/ 0 w 9662615"/>
              <a:gd name="connsiteY118" fmla="*/ 0 h 1592835"/>
              <a:gd name="connsiteX0" fmla="*/ 0 w 9662615"/>
              <a:gd name="connsiteY0" fmla="*/ 0 h 1592835"/>
              <a:gd name="connsiteX1" fmla="*/ 9662615 w 9662615"/>
              <a:gd name="connsiteY1" fmla="*/ 0 h 1592835"/>
              <a:gd name="connsiteX2" fmla="*/ 9662615 w 9662615"/>
              <a:gd name="connsiteY2" fmla="*/ 1280346 h 1592835"/>
              <a:gd name="connsiteX3" fmla="*/ 9658420 w 9662615"/>
              <a:gd name="connsiteY3" fmla="*/ 1280106 h 1592835"/>
              <a:gd name="connsiteX4" fmla="*/ 9469546 w 9662615"/>
              <a:gd name="connsiteY4" fmla="*/ 1289837 h 1592835"/>
              <a:gd name="connsiteX5" fmla="*/ 9385895 w 9662615"/>
              <a:gd name="connsiteY5" fmla="*/ 1269203 h 1592835"/>
              <a:gd name="connsiteX6" fmla="*/ 9144767 w 9662615"/>
              <a:gd name="connsiteY6" fmla="*/ 1264120 h 1592835"/>
              <a:gd name="connsiteX7" fmla="*/ 8837252 w 9662615"/>
              <a:gd name="connsiteY7" fmla="*/ 1350515 h 1592835"/>
              <a:gd name="connsiteX8" fmla="*/ 8705466 w 9662615"/>
              <a:gd name="connsiteY8" fmla="*/ 1342419 h 1592835"/>
              <a:gd name="connsiteX9" fmla="*/ 8652221 w 9662615"/>
              <a:gd name="connsiteY9" fmla="*/ 1326906 h 1592835"/>
              <a:gd name="connsiteX10" fmla="*/ 8632312 w 9662615"/>
              <a:gd name="connsiteY10" fmla="*/ 1326025 h 1592835"/>
              <a:gd name="connsiteX11" fmla="*/ 8591582 w 9662615"/>
              <a:gd name="connsiteY11" fmla="*/ 1341666 h 1592835"/>
              <a:gd name="connsiteX12" fmla="*/ 8537336 w 9662615"/>
              <a:gd name="connsiteY12" fmla="*/ 1341684 h 1592835"/>
              <a:gd name="connsiteX13" fmla="*/ 8472508 w 9662615"/>
              <a:gd name="connsiteY13" fmla="*/ 1363109 h 1592835"/>
              <a:gd name="connsiteX14" fmla="*/ 8258477 w 9662615"/>
              <a:gd name="connsiteY14" fmla="*/ 1370666 h 1592835"/>
              <a:gd name="connsiteX15" fmla="*/ 8197961 w 9662615"/>
              <a:gd name="connsiteY15" fmla="*/ 1392804 h 1592835"/>
              <a:gd name="connsiteX16" fmla="*/ 8171196 w 9662615"/>
              <a:gd name="connsiteY16" fmla="*/ 1397216 h 1592835"/>
              <a:gd name="connsiteX17" fmla="*/ 8127667 w 9662615"/>
              <a:gd name="connsiteY17" fmla="*/ 1418254 h 1592835"/>
              <a:gd name="connsiteX18" fmla="*/ 7974579 w 9662615"/>
              <a:gd name="connsiteY18" fmla="*/ 1383439 h 1592835"/>
              <a:gd name="connsiteX19" fmla="*/ 7768351 w 9662615"/>
              <a:gd name="connsiteY19" fmla="*/ 1395051 h 1592835"/>
              <a:gd name="connsiteX20" fmla="*/ 7635985 w 9662615"/>
              <a:gd name="connsiteY20" fmla="*/ 1386363 h 1592835"/>
              <a:gd name="connsiteX21" fmla="*/ 7466069 w 9662615"/>
              <a:gd name="connsiteY21" fmla="*/ 1377654 h 1592835"/>
              <a:gd name="connsiteX22" fmla="*/ 7355642 w 9662615"/>
              <a:gd name="connsiteY22" fmla="*/ 1407761 h 1592835"/>
              <a:gd name="connsiteX23" fmla="*/ 7151610 w 9662615"/>
              <a:gd name="connsiteY23" fmla="*/ 1397856 h 1592835"/>
              <a:gd name="connsiteX24" fmla="*/ 7082147 w 9662615"/>
              <a:gd name="connsiteY24" fmla="*/ 1406113 h 1592835"/>
              <a:gd name="connsiteX25" fmla="*/ 7014958 w 9662615"/>
              <a:gd name="connsiteY25" fmla="*/ 1396883 h 1592835"/>
              <a:gd name="connsiteX26" fmla="*/ 6907567 w 9662615"/>
              <a:gd name="connsiteY26" fmla="*/ 1419149 h 1592835"/>
              <a:gd name="connsiteX27" fmla="*/ 6748428 w 9662615"/>
              <a:gd name="connsiteY27" fmla="*/ 1420308 h 1592835"/>
              <a:gd name="connsiteX28" fmla="*/ 6654257 w 9662615"/>
              <a:gd name="connsiteY28" fmla="*/ 1424143 h 1592835"/>
              <a:gd name="connsiteX29" fmla="*/ 6620123 w 9662615"/>
              <a:gd name="connsiteY29" fmla="*/ 1430535 h 1592835"/>
              <a:gd name="connsiteX30" fmla="*/ 6571355 w 9662615"/>
              <a:gd name="connsiteY30" fmla="*/ 1436144 h 1592835"/>
              <a:gd name="connsiteX31" fmla="*/ 6486557 w 9662615"/>
              <a:gd name="connsiteY31" fmla="*/ 1449861 h 1592835"/>
              <a:gd name="connsiteX32" fmla="*/ 6370419 w 9662615"/>
              <a:gd name="connsiteY32" fmla="*/ 1461649 h 1592835"/>
              <a:gd name="connsiteX33" fmla="*/ 6278839 w 9662615"/>
              <a:gd name="connsiteY33" fmla="*/ 1449160 h 1592835"/>
              <a:gd name="connsiteX34" fmla="*/ 6272455 w 9662615"/>
              <a:gd name="connsiteY34" fmla="*/ 1453191 h 1592835"/>
              <a:gd name="connsiteX35" fmla="*/ 6212659 w 9662615"/>
              <a:gd name="connsiteY35" fmla="*/ 1454850 h 1592835"/>
              <a:gd name="connsiteX36" fmla="*/ 6069317 w 9662615"/>
              <a:gd name="connsiteY36" fmla="*/ 1445838 h 1592835"/>
              <a:gd name="connsiteX37" fmla="*/ 5878477 w 9662615"/>
              <a:gd name="connsiteY37" fmla="*/ 1439180 h 1592835"/>
              <a:gd name="connsiteX38" fmla="*/ 5838387 w 9662615"/>
              <a:gd name="connsiteY38" fmla="*/ 1444679 h 1592835"/>
              <a:gd name="connsiteX39" fmla="*/ 5771136 w 9662615"/>
              <a:gd name="connsiteY39" fmla="*/ 1453639 h 1592835"/>
              <a:gd name="connsiteX40" fmla="*/ 5724081 w 9662615"/>
              <a:gd name="connsiteY40" fmla="*/ 1470431 h 1592835"/>
              <a:gd name="connsiteX41" fmla="*/ 5666577 w 9662615"/>
              <a:gd name="connsiteY41" fmla="*/ 1473921 h 1592835"/>
              <a:gd name="connsiteX42" fmla="*/ 5649068 w 9662615"/>
              <a:gd name="connsiteY42" fmla="*/ 1461676 h 1592835"/>
              <a:gd name="connsiteX43" fmla="*/ 5588902 w 9662615"/>
              <a:gd name="connsiteY43" fmla="*/ 1469647 h 1592835"/>
              <a:gd name="connsiteX44" fmla="*/ 5498090 w 9662615"/>
              <a:gd name="connsiteY44" fmla="*/ 1483173 h 1592835"/>
              <a:gd name="connsiteX45" fmla="*/ 5444641 w 9662615"/>
              <a:gd name="connsiteY45" fmla="*/ 1487602 h 1592835"/>
              <a:gd name="connsiteX46" fmla="*/ 5299812 w 9662615"/>
              <a:gd name="connsiteY46" fmla="*/ 1503362 h 1592835"/>
              <a:gd name="connsiteX47" fmla="*/ 5213947 w 9662615"/>
              <a:gd name="connsiteY47" fmla="*/ 1516637 h 1592835"/>
              <a:gd name="connsiteX48" fmla="*/ 5090342 w 9662615"/>
              <a:gd name="connsiteY48" fmla="*/ 1546680 h 1592835"/>
              <a:gd name="connsiteX49" fmla="*/ 5129812 w 9662615"/>
              <a:gd name="connsiteY49" fmla="*/ 1521277 h 1592835"/>
              <a:gd name="connsiteX50" fmla="*/ 5059484 w 9662615"/>
              <a:gd name="connsiteY50" fmla="*/ 1546802 h 1592835"/>
              <a:gd name="connsiteX51" fmla="*/ 5038524 w 9662615"/>
              <a:gd name="connsiteY51" fmla="*/ 1545675 h 1592835"/>
              <a:gd name="connsiteX52" fmla="*/ 5026564 w 9662615"/>
              <a:gd name="connsiteY52" fmla="*/ 1545376 h 1592835"/>
              <a:gd name="connsiteX53" fmla="*/ 4969433 w 9662615"/>
              <a:gd name="connsiteY53" fmla="*/ 1550865 h 1592835"/>
              <a:gd name="connsiteX54" fmla="*/ 4921303 w 9662615"/>
              <a:gd name="connsiteY54" fmla="*/ 1575379 h 1592835"/>
              <a:gd name="connsiteX55" fmla="*/ 4863775 w 9662615"/>
              <a:gd name="connsiteY55" fmla="*/ 1562633 h 1592835"/>
              <a:gd name="connsiteX56" fmla="*/ 4847242 w 9662615"/>
              <a:gd name="connsiteY56" fmla="*/ 1565435 h 1592835"/>
              <a:gd name="connsiteX57" fmla="*/ 4856839 w 9662615"/>
              <a:gd name="connsiteY57" fmla="*/ 1592835 h 1592835"/>
              <a:gd name="connsiteX58" fmla="*/ 4791466 w 9662615"/>
              <a:gd name="connsiteY58" fmla="*/ 1561324 h 1592835"/>
              <a:gd name="connsiteX59" fmla="*/ 4784247 w 9662615"/>
              <a:gd name="connsiteY59" fmla="*/ 1562342 h 1592835"/>
              <a:gd name="connsiteX60" fmla="*/ 4735334 w 9662615"/>
              <a:gd name="connsiteY60" fmla="*/ 1581778 h 1592835"/>
              <a:gd name="connsiteX61" fmla="*/ 4697562 w 9662615"/>
              <a:gd name="connsiteY61" fmla="*/ 1551206 h 1592835"/>
              <a:gd name="connsiteX62" fmla="*/ 4662664 w 9662615"/>
              <a:gd name="connsiteY62" fmla="*/ 1573162 h 1592835"/>
              <a:gd name="connsiteX63" fmla="*/ 4603028 w 9662615"/>
              <a:gd name="connsiteY63" fmla="*/ 1568821 h 1592835"/>
              <a:gd name="connsiteX64" fmla="*/ 4541612 w 9662615"/>
              <a:gd name="connsiteY64" fmla="*/ 1545262 h 1592835"/>
              <a:gd name="connsiteX65" fmla="*/ 4422155 w 9662615"/>
              <a:gd name="connsiteY65" fmla="*/ 1542059 h 1592835"/>
              <a:gd name="connsiteX66" fmla="*/ 4221826 w 9662615"/>
              <a:gd name="connsiteY66" fmla="*/ 1508923 h 1592835"/>
              <a:gd name="connsiteX67" fmla="*/ 4096601 w 9662615"/>
              <a:gd name="connsiteY67" fmla="*/ 1521563 h 1592835"/>
              <a:gd name="connsiteX68" fmla="*/ 3970635 w 9662615"/>
              <a:gd name="connsiteY68" fmla="*/ 1544815 h 1592835"/>
              <a:gd name="connsiteX69" fmla="*/ 3833906 w 9662615"/>
              <a:gd name="connsiteY69" fmla="*/ 1516637 h 1592835"/>
              <a:gd name="connsiteX70" fmla="*/ 3696258 w 9662615"/>
              <a:gd name="connsiteY70" fmla="*/ 1537563 h 1592835"/>
              <a:gd name="connsiteX71" fmla="*/ 3594070 w 9662615"/>
              <a:gd name="connsiteY71" fmla="*/ 1509422 h 1592835"/>
              <a:gd name="connsiteX72" fmla="*/ 3565233 w 9662615"/>
              <a:gd name="connsiteY72" fmla="*/ 1515122 h 1592835"/>
              <a:gd name="connsiteX73" fmla="*/ 3560267 w 9662615"/>
              <a:gd name="connsiteY73" fmla="*/ 1516288 h 1592835"/>
              <a:gd name="connsiteX74" fmla="*/ 3540258 w 9662615"/>
              <a:gd name="connsiteY74" fmla="*/ 1516976 h 1592835"/>
              <a:gd name="connsiteX75" fmla="*/ 3534780 w 9662615"/>
              <a:gd name="connsiteY75" fmla="*/ 1522141 h 1592835"/>
              <a:gd name="connsiteX76" fmla="*/ 3504783 w 9662615"/>
              <a:gd name="connsiteY76" fmla="*/ 1526739 h 1592835"/>
              <a:gd name="connsiteX77" fmla="*/ 3430805 w 9662615"/>
              <a:gd name="connsiteY77" fmla="*/ 1542521 h 1592835"/>
              <a:gd name="connsiteX78" fmla="*/ 3292707 w 9662615"/>
              <a:gd name="connsiteY78" fmla="*/ 1520490 h 1592835"/>
              <a:gd name="connsiteX79" fmla="*/ 3187872 w 9662615"/>
              <a:gd name="connsiteY79" fmla="*/ 1519991 h 1592835"/>
              <a:gd name="connsiteX80" fmla="*/ 3148026 w 9662615"/>
              <a:gd name="connsiteY80" fmla="*/ 1524777 h 1592835"/>
              <a:gd name="connsiteX81" fmla="*/ 3092394 w 9662615"/>
              <a:gd name="connsiteY81" fmla="*/ 1528115 h 1592835"/>
              <a:gd name="connsiteX82" fmla="*/ 2994200 w 9662615"/>
              <a:gd name="connsiteY82" fmla="*/ 1537857 h 1592835"/>
              <a:gd name="connsiteX83" fmla="*/ 2862301 w 9662615"/>
              <a:gd name="connsiteY83" fmla="*/ 1544250 h 1592835"/>
              <a:gd name="connsiteX84" fmla="*/ 2766335 w 9662615"/>
              <a:gd name="connsiteY84" fmla="*/ 1527662 h 1592835"/>
              <a:gd name="connsiteX85" fmla="*/ 2757836 w 9662615"/>
              <a:gd name="connsiteY85" fmla="*/ 1531371 h 1592835"/>
              <a:gd name="connsiteX86" fmla="*/ 2691555 w 9662615"/>
              <a:gd name="connsiteY86" fmla="*/ 1530283 h 1592835"/>
              <a:gd name="connsiteX87" fmla="*/ 2491676 w 9662615"/>
              <a:gd name="connsiteY87" fmla="*/ 1500859 h 1592835"/>
              <a:gd name="connsiteX88" fmla="*/ 2378036 w 9662615"/>
              <a:gd name="connsiteY88" fmla="*/ 1520645 h 1592835"/>
              <a:gd name="connsiteX89" fmla="*/ 2284269 w 9662615"/>
              <a:gd name="connsiteY89" fmla="*/ 1503068 h 1592835"/>
              <a:gd name="connsiteX90" fmla="*/ 2207104 w 9662615"/>
              <a:gd name="connsiteY90" fmla="*/ 1508888 h 1592835"/>
              <a:gd name="connsiteX91" fmla="*/ 2149226 w 9662615"/>
              <a:gd name="connsiteY91" fmla="*/ 1523409 h 1592835"/>
              <a:gd name="connsiteX92" fmla="*/ 2084783 w 9662615"/>
              <a:gd name="connsiteY92" fmla="*/ 1524245 h 1592835"/>
              <a:gd name="connsiteX93" fmla="*/ 2070075 w 9662615"/>
              <a:gd name="connsiteY93" fmla="*/ 1511285 h 1592835"/>
              <a:gd name="connsiteX94" fmla="*/ 2001057 w 9662615"/>
              <a:gd name="connsiteY94" fmla="*/ 1516449 h 1592835"/>
              <a:gd name="connsiteX95" fmla="*/ 1896330 w 9662615"/>
              <a:gd name="connsiteY95" fmla="*/ 1525725 h 1592835"/>
              <a:gd name="connsiteX96" fmla="*/ 1835994 w 9662615"/>
              <a:gd name="connsiteY96" fmla="*/ 1527678 h 1592835"/>
              <a:gd name="connsiteX97" fmla="*/ 1671119 w 9662615"/>
              <a:gd name="connsiteY97" fmla="*/ 1536701 h 1592835"/>
              <a:gd name="connsiteX98" fmla="*/ 1601337 w 9662615"/>
              <a:gd name="connsiteY98" fmla="*/ 1548552 h 1592835"/>
              <a:gd name="connsiteX99" fmla="*/ 1407755 w 9662615"/>
              <a:gd name="connsiteY99" fmla="*/ 1571444 h 1592835"/>
              <a:gd name="connsiteX100" fmla="*/ 1271994 w 9662615"/>
              <a:gd name="connsiteY100" fmla="*/ 1579471 h 1592835"/>
              <a:gd name="connsiteX101" fmla="*/ 1249226 w 9662615"/>
              <a:gd name="connsiteY101" fmla="*/ 1583140 h 1592835"/>
              <a:gd name="connsiteX102" fmla="*/ 1217719 w 9662615"/>
              <a:gd name="connsiteY102" fmla="*/ 1580863 h 1592835"/>
              <a:gd name="connsiteX103" fmla="*/ 1091432 w 9662615"/>
              <a:gd name="connsiteY103" fmla="*/ 1571003 h 1592835"/>
              <a:gd name="connsiteX104" fmla="*/ 992039 w 9662615"/>
              <a:gd name="connsiteY104" fmla="*/ 1556662 h 1592835"/>
              <a:gd name="connsiteX105" fmla="*/ 868264 w 9662615"/>
              <a:gd name="connsiteY105" fmla="*/ 1566392 h 1592835"/>
              <a:gd name="connsiteX106" fmla="*/ 792765 w 9662615"/>
              <a:gd name="connsiteY106" fmla="*/ 1563102 h 1592835"/>
              <a:gd name="connsiteX107" fmla="*/ 669055 w 9662615"/>
              <a:gd name="connsiteY107" fmla="*/ 1543638 h 1592835"/>
              <a:gd name="connsiteX108" fmla="*/ 506152 w 9662615"/>
              <a:gd name="connsiteY108" fmla="*/ 1549124 h 1592835"/>
              <a:gd name="connsiteX109" fmla="*/ 472797 w 9662615"/>
              <a:gd name="connsiteY109" fmla="*/ 1568904 h 1592835"/>
              <a:gd name="connsiteX110" fmla="*/ 427864 w 9662615"/>
              <a:gd name="connsiteY110" fmla="*/ 1580848 h 1592835"/>
              <a:gd name="connsiteX111" fmla="*/ 408381 w 9662615"/>
              <a:gd name="connsiteY111" fmla="*/ 1552940 h 1592835"/>
              <a:gd name="connsiteX112" fmla="*/ 267163 w 9662615"/>
              <a:gd name="connsiteY112" fmla="*/ 1531913 h 1592835"/>
              <a:gd name="connsiteX113" fmla="*/ 196644 w 9662615"/>
              <a:gd name="connsiteY113" fmla="*/ 1524565 h 1592835"/>
              <a:gd name="connsiteX114" fmla="*/ 86819 w 9662615"/>
              <a:gd name="connsiteY114" fmla="*/ 1519517 h 1592835"/>
              <a:gd name="connsiteX115" fmla="*/ 53369 w 9662615"/>
              <a:gd name="connsiteY115" fmla="*/ 1516853 h 1592835"/>
              <a:gd name="connsiteX116" fmla="*/ 2359 w 9662615"/>
              <a:gd name="connsiteY116" fmla="*/ 1515247 h 1592835"/>
              <a:gd name="connsiteX117" fmla="*/ 0 w 9662615"/>
              <a:gd name="connsiteY117" fmla="*/ 1514932 h 1592835"/>
              <a:gd name="connsiteX118" fmla="*/ 0 w 9662615"/>
              <a:gd name="connsiteY118" fmla="*/ 0 h 1592835"/>
              <a:gd name="connsiteX0" fmla="*/ 0 w 9662615"/>
              <a:gd name="connsiteY0" fmla="*/ 0 h 1692226"/>
              <a:gd name="connsiteX1" fmla="*/ 9662615 w 9662615"/>
              <a:gd name="connsiteY1" fmla="*/ 0 h 1692226"/>
              <a:gd name="connsiteX2" fmla="*/ 9662615 w 9662615"/>
              <a:gd name="connsiteY2" fmla="*/ 1280346 h 1692226"/>
              <a:gd name="connsiteX3" fmla="*/ 9658420 w 9662615"/>
              <a:gd name="connsiteY3" fmla="*/ 1280106 h 1692226"/>
              <a:gd name="connsiteX4" fmla="*/ 9469546 w 9662615"/>
              <a:gd name="connsiteY4" fmla="*/ 1289837 h 1692226"/>
              <a:gd name="connsiteX5" fmla="*/ 9385895 w 9662615"/>
              <a:gd name="connsiteY5" fmla="*/ 1269203 h 1692226"/>
              <a:gd name="connsiteX6" fmla="*/ 9144767 w 9662615"/>
              <a:gd name="connsiteY6" fmla="*/ 1264120 h 1692226"/>
              <a:gd name="connsiteX7" fmla="*/ 8837252 w 9662615"/>
              <a:gd name="connsiteY7" fmla="*/ 1350515 h 1692226"/>
              <a:gd name="connsiteX8" fmla="*/ 8705466 w 9662615"/>
              <a:gd name="connsiteY8" fmla="*/ 1342419 h 1692226"/>
              <a:gd name="connsiteX9" fmla="*/ 8652221 w 9662615"/>
              <a:gd name="connsiteY9" fmla="*/ 1326906 h 1692226"/>
              <a:gd name="connsiteX10" fmla="*/ 8632312 w 9662615"/>
              <a:gd name="connsiteY10" fmla="*/ 1326025 h 1692226"/>
              <a:gd name="connsiteX11" fmla="*/ 8591582 w 9662615"/>
              <a:gd name="connsiteY11" fmla="*/ 1341666 h 1692226"/>
              <a:gd name="connsiteX12" fmla="*/ 8537336 w 9662615"/>
              <a:gd name="connsiteY12" fmla="*/ 1341684 h 1692226"/>
              <a:gd name="connsiteX13" fmla="*/ 8472508 w 9662615"/>
              <a:gd name="connsiteY13" fmla="*/ 1363109 h 1692226"/>
              <a:gd name="connsiteX14" fmla="*/ 8258477 w 9662615"/>
              <a:gd name="connsiteY14" fmla="*/ 1370666 h 1692226"/>
              <a:gd name="connsiteX15" fmla="*/ 8197961 w 9662615"/>
              <a:gd name="connsiteY15" fmla="*/ 1392804 h 1692226"/>
              <a:gd name="connsiteX16" fmla="*/ 8171196 w 9662615"/>
              <a:gd name="connsiteY16" fmla="*/ 1397216 h 1692226"/>
              <a:gd name="connsiteX17" fmla="*/ 8127667 w 9662615"/>
              <a:gd name="connsiteY17" fmla="*/ 1418254 h 1692226"/>
              <a:gd name="connsiteX18" fmla="*/ 7974579 w 9662615"/>
              <a:gd name="connsiteY18" fmla="*/ 1383439 h 1692226"/>
              <a:gd name="connsiteX19" fmla="*/ 7768351 w 9662615"/>
              <a:gd name="connsiteY19" fmla="*/ 1395051 h 1692226"/>
              <a:gd name="connsiteX20" fmla="*/ 7635985 w 9662615"/>
              <a:gd name="connsiteY20" fmla="*/ 1386363 h 1692226"/>
              <a:gd name="connsiteX21" fmla="*/ 7466069 w 9662615"/>
              <a:gd name="connsiteY21" fmla="*/ 1377654 h 1692226"/>
              <a:gd name="connsiteX22" fmla="*/ 7355642 w 9662615"/>
              <a:gd name="connsiteY22" fmla="*/ 1407761 h 1692226"/>
              <a:gd name="connsiteX23" fmla="*/ 7151610 w 9662615"/>
              <a:gd name="connsiteY23" fmla="*/ 1397856 h 1692226"/>
              <a:gd name="connsiteX24" fmla="*/ 7082147 w 9662615"/>
              <a:gd name="connsiteY24" fmla="*/ 1406113 h 1692226"/>
              <a:gd name="connsiteX25" fmla="*/ 7014958 w 9662615"/>
              <a:gd name="connsiteY25" fmla="*/ 1396883 h 1692226"/>
              <a:gd name="connsiteX26" fmla="*/ 6907567 w 9662615"/>
              <a:gd name="connsiteY26" fmla="*/ 1419149 h 1692226"/>
              <a:gd name="connsiteX27" fmla="*/ 6748428 w 9662615"/>
              <a:gd name="connsiteY27" fmla="*/ 1420308 h 1692226"/>
              <a:gd name="connsiteX28" fmla="*/ 6654257 w 9662615"/>
              <a:gd name="connsiteY28" fmla="*/ 1424143 h 1692226"/>
              <a:gd name="connsiteX29" fmla="*/ 6620123 w 9662615"/>
              <a:gd name="connsiteY29" fmla="*/ 1430535 h 1692226"/>
              <a:gd name="connsiteX30" fmla="*/ 6571355 w 9662615"/>
              <a:gd name="connsiteY30" fmla="*/ 1436144 h 1692226"/>
              <a:gd name="connsiteX31" fmla="*/ 6486557 w 9662615"/>
              <a:gd name="connsiteY31" fmla="*/ 1449861 h 1692226"/>
              <a:gd name="connsiteX32" fmla="*/ 6370419 w 9662615"/>
              <a:gd name="connsiteY32" fmla="*/ 1461649 h 1692226"/>
              <a:gd name="connsiteX33" fmla="*/ 6278839 w 9662615"/>
              <a:gd name="connsiteY33" fmla="*/ 1449160 h 1692226"/>
              <a:gd name="connsiteX34" fmla="*/ 6272455 w 9662615"/>
              <a:gd name="connsiteY34" fmla="*/ 1453191 h 1692226"/>
              <a:gd name="connsiteX35" fmla="*/ 6212659 w 9662615"/>
              <a:gd name="connsiteY35" fmla="*/ 1454850 h 1692226"/>
              <a:gd name="connsiteX36" fmla="*/ 6069317 w 9662615"/>
              <a:gd name="connsiteY36" fmla="*/ 1445838 h 1692226"/>
              <a:gd name="connsiteX37" fmla="*/ 5878477 w 9662615"/>
              <a:gd name="connsiteY37" fmla="*/ 1439180 h 1692226"/>
              <a:gd name="connsiteX38" fmla="*/ 5838387 w 9662615"/>
              <a:gd name="connsiteY38" fmla="*/ 1444679 h 1692226"/>
              <a:gd name="connsiteX39" fmla="*/ 5771136 w 9662615"/>
              <a:gd name="connsiteY39" fmla="*/ 1453639 h 1692226"/>
              <a:gd name="connsiteX40" fmla="*/ 5724081 w 9662615"/>
              <a:gd name="connsiteY40" fmla="*/ 1470431 h 1692226"/>
              <a:gd name="connsiteX41" fmla="*/ 5666577 w 9662615"/>
              <a:gd name="connsiteY41" fmla="*/ 1473921 h 1692226"/>
              <a:gd name="connsiteX42" fmla="*/ 5649068 w 9662615"/>
              <a:gd name="connsiteY42" fmla="*/ 1461676 h 1692226"/>
              <a:gd name="connsiteX43" fmla="*/ 5588902 w 9662615"/>
              <a:gd name="connsiteY43" fmla="*/ 1469647 h 1692226"/>
              <a:gd name="connsiteX44" fmla="*/ 5498090 w 9662615"/>
              <a:gd name="connsiteY44" fmla="*/ 1483173 h 1692226"/>
              <a:gd name="connsiteX45" fmla="*/ 5444641 w 9662615"/>
              <a:gd name="connsiteY45" fmla="*/ 1487602 h 1692226"/>
              <a:gd name="connsiteX46" fmla="*/ 5299812 w 9662615"/>
              <a:gd name="connsiteY46" fmla="*/ 1503362 h 1692226"/>
              <a:gd name="connsiteX47" fmla="*/ 5213947 w 9662615"/>
              <a:gd name="connsiteY47" fmla="*/ 1516637 h 1692226"/>
              <a:gd name="connsiteX48" fmla="*/ 5090342 w 9662615"/>
              <a:gd name="connsiteY48" fmla="*/ 1546680 h 1692226"/>
              <a:gd name="connsiteX49" fmla="*/ 5129812 w 9662615"/>
              <a:gd name="connsiteY49" fmla="*/ 1521277 h 1692226"/>
              <a:gd name="connsiteX50" fmla="*/ 5059484 w 9662615"/>
              <a:gd name="connsiteY50" fmla="*/ 1546802 h 1692226"/>
              <a:gd name="connsiteX51" fmla="*/ 5038524 w 9662615"/>
              <a:gd name="connsiteY51" fmla="*/ 1545675 h 1692226"/>
              <a:gd name="connsiteX52" fmla="*/ 5026564 w 9662615"/>
              <a:gd name="connsiteY52" fmla="*/ 1545376 h 1692226"/>
              <a:gd name="connsiteX53" fmla="*/ 4969433 w 9662615"/>
              <a:gd name="connsiteY53" fmla="*/ 1550865 h 1692226"/>
              <a:gd name="connsiteX54" fmla="*/ 4921303 w 9662615"/>
              <a:gd name="connsiteY54" fmla="*/ 1575379 h 1692226"/>
              <a:gd name="connsiteX55" fmla="*/ 4863775 w 9662615"/>
              <a:gd name="connsiteY55" fmla="*/ 1562633 h 1692226"/>
              <a:gd name="connsiteX56" fmla="*/ 4847242 w 9662615"/>
              <a:gd name="connsiteY56" fmla="*/ 1565435 h 1692226"/>
              <a:gd name="connsiteX57" fmla="*/ 4809131 w 9662615"/>
              <a:gd name="connsiteY57" fmla="*/ 1692226 h 1692226"/>
              <a:gd name="connsiteX58" fmla="*/ 4791466 w 9662615"/>
              <a:gd name="connsiteY58" fmla="*/ 1561324 h 1692226"/>
              <a:gd name="connsiteX59" fmla="*/ 4784247 w 9662615"/>
              <a:gd name="connsiteY59" fmla="*/ 1562342 h 1692226"/>
              <a:gd name="connsiteX60" fmla="*/ 4735334 w 9662615"/>
              <a:gd name="connsiteY60" fmla="*/ 1581778 h 1692226"/>
              <a:gd name="connsiteX61" fmla="*/ 4697562 w 9662615"/>
              <a:gd name="connsiteY61" fmla="*/ 1551206 h 1692226"/>
              <a:gd name="connsiteX62" fmla="*/ 4662664 w 9662615"/>
              <a:gd name="connsiteY62" fmla="*/ 1573162 h 1692226"/>
              <a:gd name="connsiteX63" fmla="*/ 4603028 w 9662615"/>
              <a:gd name="connsiteY63" fmla="*/ 1568821 h 1692226"/>
              <a:gd name="connsiteX64" fmla="*/ 4541612 w 9662615"/>
              <a:gd name="connsiteY64" fmla="*/ 1545262 h 1692226"/>
              <a:gd name="connsiteX65" fmla="*/ 4422155 w 9662615"/>
              <a:gd name="connsiteY65" fmla="*/ 1542059 h 1692226"/>
              <a:gd name="connsiteX66" fmla="*/ 4221826 w 9662615"/>
              <a:gd name="connsiteY66" fmla="*/ 1508923 h 1692226"/>
              <a:gd name="connsiteX67" fmla="*/ 4096601 w 9662615"/>
              <a:gd name="connsiteY67" fmla="*/ 1521563 h 1692226"/>
              <a:gd name="connsiteX68" fmla="*/ 3970635 w 9662615"/>
              <a:gd name="connsiteY68" fmla="*/ 1544815 h 1692226"/>
              <a:gd name="connsiteX69" fmla="*/ 3833906 w 9662615"/>
              <a:gd name="connsiteY69" fmla="*/ 1516637 h 1692226"/>
              <a:gd name="connsiteX70" fmla="*/ 3696258 w 9662615"/>
              <a:gd name="connsiteY70" fmla="*/ 1537563 h 1692226"/>
              <a:gd name="connsiteX71" fmla="*/ 3594070 w 9662615"/>
              <a:gd name="connsiteY71" fmla="*/ 1509422 h 1692226"/>
              <a:gd name="connsiteX72" fmla="*/ 3565233 w 9662615"/>
              <a:gd name="connsiteY72" fmla="*/ 1515122 h 1692226"/>
              <a:gd name="connsiteX73" fmla="*/ 3560267 w 9662615"/>
              <a:gd name="connsiteY73" fmla="*/ 1516288 h 1692226"/>
              <a:gd name="connsiteX74" fmla="*/ 3540258 w 9662615"/>
              <a:gd name="connsiteY74" fmla="*/ 1516976 h 1692226"/>
              <a:gd name="connsiteX75" fmla="*/ 3534780 w 9662615"/>
              <a:gd name="connsiteY75" fmla="*/ 1522141 h 1692226"/>
              <a:gd name="connsiteX76" fmla="*/ 3504783 w 9662615"/>
              <a:gd name="connsiteY76" fmla="*/ 1526739 h 1692226"/>
              <a:gd name="connsiteX77" fmla="*/ 3430805 w 9662615"/>
              <a:gd name="connsiteY77" fmla="*/ 1542521 h 1692226"/>
              <a:gd name="connsiteX78" fmla="*/ 3292707 w 9662615"/>
              <a:gd name="connsiteY78" fmla="*/ 1520490 h 1692226"/>
              <a:gd name="connsiteX79" fmla="*/ 3187872 w 9662615"/>
              <a:gd name="connsiteY79" fmla="*/ 1519991 h 1692226"/>
              <a:gd name="connsiteX80" fmla="*/ 3148026 w 9662615"/>
              <a:gd name="connsiteY80" fmla="*/ 1524777 h 1692226"/>
              <a:gd name="connsiteX81" fmla="*/ 3092394 w 9662615"/>
              <a:gd name="connsiteY81" fmla="*/ 1528115 h 1692226"/>
              <a:gd name="connsiteX82" fmla="*/ 2994200 w 9662615"/>
              <a:gd name="connsiteY82" fmla="*/ 1537857 h 1692226"/>
              <a:gd name="connsiteX83" fmla="*/ 2862301 w 9662615"/>
              <a:gd name="connsiteY83" fmla="*/ 1544250 h 1692226"/>
              <a:gd name="connsiteX84" fmla="*/ 2766335 w 9662615"/>
              <a:gd name="connsiteY84" fmla="*/ 1527662 h 1692226"/>
              <a:gd name="connsiteX85" fmla="*/ 2757836 w 9662615"/>
              <a:gd name="connsiteY85" fmla="*/ 1531371 h 1692226"/>
              <a:gd name="connsiteX86" fmla="*/ 2691555 w 9662615"/>
              <a:gd name="connsiteY86" fmla="*/ 1530283 h 1692226"/>
              <a:gd name="connsiteX87" fmla="*/ 2491676 w 9662615"/>
              <a:gd name="connsiteY87" fmla="*/ 1500859 h 1692226"/>
              <a:gd name="connsiteX88" fmla="*/ 2378036 w 9662615"/>
              <a:gd name="connsiteY88" fmla="*/ 1520645 h 1692226"/>
              <a:gd name="connsiteX89" fmla="*/ 2284269 w 9662615"/>
              <a:gd name="connsiteY89" fmla="*/ 1503068 h 1692226"/>
              <a:gd name="connsiteX90" fmla="*/ 2207104 w 9662615"/>
              <a:gd name="connsiteY90" fmla="*/ 1508888 h 1692226"/>
              <a:gd name="connsiteX91" fmla="*/ 2149226 w 9662615"/>
              <a:gd name="connsiteY91" fmla="*/ 1523409 h 1692226"/>
              <a:gd name="connsiteX92" fmla="*/ 2084783 w 9662615"/>
              <a:gd name="connsiteY92" fmla="*/ 1524245 h 1692226"/>
              <a:gd name="connsiteX93" fmla="*/ 2070075 w 9662615"/>
              <a:gd name="connsiteY93" fmla="*/ 1511285 h 1692226"/>
              <a:gd name="connsiteX94" fmla="*/ 2001057 w 9662615"/>
              <a:gd name="connsiteY94" fmla="*/ 1516449 h 1692226"/>
              <a:gd name="connsiteX95" fmla="*/ 1896330 w 9662615"/>
              <a:gd name="connsiteY95" fmla="*/ 1525725 h 1692226"/>
              <a:gd name="connsiteX96" fmla="*/ 1835994 w 9662615"/>
              <a:gd name="connsiteY96" fmla="*/ 1527678 h 1692226"/>
              <a:gd name="connsiteX97" fmla="*/ 1671119 w 9662615"/>
              <a:gd name="connsiteY97" fmla="*/ 1536701 h 1692226"/>
              <a:gd name="connsiteX98" fmla="*/ 1601337 w 9662615"/>
              <a:gd name="connsiteY98" fmla="*/ 1548552 h 1692226"/>
              <a:gd name="connsiteX99" fmla="*/ 1407755 w 9662615"/>
              <a:gd name="connsiteY99" fmla="*/ 1571444 h 1692226"/>
              <a:gd name="connsiteX100" fmla="*/ 1271994 w 9662615"/>
              <a:gd name="connsiteY100" fmla="*/ 1579471 h 1692226"/>
              <a:gd name="connsiteX101" fmla="*/ 1249226 w 9662615"/>
              <a:gd name="connsiteY101" fmla="*/ 1583140 h 1692226"/>
              <a:gd name="connsiteX102" fmla="*/ 1217719 w 9662615"/>
              <a:gd name="connsiteY102" fmla="*/ 1580863 h 1692226"/>
              <a:gd name="connsiteX103" fmla="*/ 1091432 w 9662615"/>
              <a:gd name="connsiteY103" fmla="*/ 1571003 h 1692226"/>
              <a:gd name="connsiteX104" fmla="*/ 992039 w 9662615"/>
              <a:gd name="connsiteY104" fmla="*/ 1556662 h 1692226"/>
              <a:gd name="connsiteX105" fmla="*/ 868264 w 9662615"/>
              <a:gd name="connsiteY105" fmla="*/ 1566392 h 1692226"/>
              <a:gd name="connsiteX106" fmla="*/ 792765 w 9662615"/>
              <a:gd name="connsiteY106" fmla="*/ 1563102 h 1692226"/>
              <a:gd name="connsiteX107" fmla="*/ 669055 w 9662615"/>
              <a:gd name="connsiteY107" fmla="*/ 1543638 h 1692226"/>
              <a:gd name="connsiteX108" fmla="*/ 506152 w 9662615"/>
              <a:gd name="connsiteY108" fmla="*/ 1549124 h 1692226"/>
              <a:gd name="connsiteX109" fmla="*/ 472797 w 9662615"/>
              <a:gd name="connsiteY109" fmla="*/ 1568904 h 1692226"/>
              <a:gd name="connsiteX110" fmla="*/ 427864 w 9662615"/>
              <a:gd name="connsiteY110" fmla="*/ 1580848 h 1692226"/>
              <a:gd name="connsiteX111" fmla="*/ 408381 w 9662615"/>
              <a:gd name="connsiteY111" fmla="*/ 1552940 h 1692226"/>
              <a:gd name="connsiteX112" fmla="*/ 267163 w 9662615"/>
              <a:gd name="connsiteY112" fmla="*/ 1531913 h 1692226"/>
              <a:gd name="connsiteX113" fmla="*/ 196644 w 9662615"/>
              <a:gd name="connsiteY113" fmla="*/ 1524565 h 1692226"/>
              <a:gd name="connsiteX114" fmla="*/ 86819 w 9662615"/>
              <a:gd name="connsiteY114" fmla="*/ 1519517 h 1692226"/>
              <a:gd name="connsiteX115" fmla="*/ 53369 w 9662615"/>
              <a:gd name="connsiteY115" fmla="*/ 1516853 h 1692226"/>
              <a:gd name="connsiteX116" fmla="*/ 2359 w 9662615"/>
              <a:gd name="connsiteY116" fmla="*/ 1515247 h 1692226"/>
              <a:gd name="connsiteX117" fmla="*/ 0 w 9662615"/>
              <a:gd name="connsiteY117" fmla="*/ 1514932 h 1692226"/>
              <a:gd name="connsiteX118" fmla="*/ 0 w 9662615"/>
              <a:gd name="connsiteY118" fmla="*/ 0 h 1692226"/>
              <a:gd name="connsiteX0" fmla="*/ 0 w 9662615"/>
              <a:gd name="connsiteY0" fmla="*/ 0 h 1692226"/>
              <a:gd name="connsiteX1" fmla="*/ 9662615 w 9662615"/>
              <a:gd name="connsiteY1" fmla="*/ 0 h 1692226"/>
              <a:gd name="connsiteX2" fmla="*/ 9662615 w 9662615"/>
              <a:gd name="connsiteY2" fmla="*/ 1280346 h 1692226"/>
              <a:gd name="connsiteX3" fmla="*/ 9658420 w 9662615"/>
              <a:gd name="connsiteY3" fmla="*/ 1280106 h 1692226"/>
              <a:gd name="connsiteX4" fmla="*/ 9469546 w 9662615"/>
              <a:gd name="connsiteY4" fmla="*/ 1289837 h 1692226"/>
              <a:gd name="connsiteX5" fmla="*/ 9385895 w 9662615"/>
              <a:gd name="connsiteY5" fmla="*/ 1269203 h 1692226"/>
              <a:gd name="connsiteX6" fmla="*/ 9144767 w 9662615"/>
              <a:gd name="connsiteY6" fmla="*/ 1264120 h 1692226"/>
              <a:gd name="connsiteX7" fmla="*/ 8837252 w 9662615"/>
              <a:gd name="connsiteY7" fmla="*/ 1350515 h 1692226"/>
              <a:gd name="connsiteX8" fmla="*/ 8705466 w 9662615"/>
              <a:gd name="connsiteY8" fmla="*/ 1342419 h 1692226"/>
              <a:gd name="connsiteX9" fmla="*/ 8652221 w 9662615"/>
              <a:gd name="connsiteY9" fmla="*/ 1326906 h 1692226"/>
              <a:gd name="connsiteX10" fmla="*/ 8632312 w 9662615"/>
              <a:gd name="connsiteY10" fmla="*/ 1326025 h 1692226"/>
              <a:gd name="connsiteX11" fmla="*/ 8591582 w 9662615"/>
              <a:gd name="connsiteY11" fmla="*/ 1341666 h 1692226"/>
              <a:gd name="connsiteX12" fmla="*/ 8537336 w 9662615"/>
              <a:gd name="connsiteY12" fmla="*/ 1341684 h 1692226"/>
              <a:gd name="connsiteX13" fmla="*/ 8472508 w 9662615"/>
              <a:gd name="connsiteY13" fmla="*/ 1363109 h 1692226"/>
              <a:gd name="connsiteX14" fmla="*/ 8258477 w 9662615"/>
              <a:gd name="connsiteY14" fmla="*/ 1370666 h 1692226"/>
              <a:gd name="connsiteX15" fmla="*/ 8197961 w 9662615"/>
              <a:gd name="connsiteY15" fmla="*/ 1392804 h 1692226"/>
              <a:gd name="connsiteX16" fmla="*/ 8171196 w 9662615"/>
              <a:gd name="connsiteY16" fmla="*/ 1397216 h 1692226"/>
              <a:gd name="connsiteX17" fmla="*/ 8127667 w 9662615"/>
              <a:gd name="connsiteY17" fmla="*/ 1418254 h 1692226"/>
              <a:gd name="connsiteX18" fmla="*/ 7974579 w 9662615"/>
              <a:gd name="connsiteY18" fmla="*/ 1383439 h 1692226"/>
              <a:gd name="connsiteX19" fmla="*/ 7768351 w 9662615"/>
              <a:gd name="connsiteY19" fmla="*/ 1395051 h 1692226"/>
              <a:gd name="connsiteX20" fmla="*/ 7635985 w 9662615"/>
              <a:gd name="connsiteY20" fmla="*/ 1386363 h 1692226"/>
              <a:gd name="connsiteX21" fmla="*/ 7466069 w 9662615"/>
              <a:gd name="connsiteY21" fmla="*/ 1377654 h 1692226"/>
              <a:gd name="connsiteX22" fmla="*/ 7355642 w 9662615"/>
              <a:gd name="connsiteY22" fmla="*/ 1407761 h 1692226"/>
              <a:gd name="connsiteX23" fmla="*/ 7151610 w 9662615"/>
              <a:gd name="connsiteY23" fmla="*/ 1397856 h 1692226"/>
              <a:gd name="connsiteX24" fmla="*/ 7082147 w 9662615"/>
              <a:gd name="connsiteY24" fmla="*/ 1406113 h 1692226"/>
              <a:gd name="connsiteX25" fmla="*/ 7014958 w 9662615"/>
              <a:gd name="connsiteY25" fmla="*/ 1396883 h 1692226"/>
              <a:gd name="connsiteX26" fmla="*/ 6907567 w 9662615"/>
              <a:gd name="connsiteY26" fmla="*/ 1419149 h 1692226"/>
              <a:gd name="connsiteX27" fmla="*/ 6748428 w 9662615"/>
              <a:gd name="connsiteY27" fmla="*/ 1420308 h 1692226"/>
              <a:gd name="connsiteX28" fmla="*/ 6654257 w 9662615"/>
              <a:gd name="connsiteY28" fmla="*/ 1424143 h 1692226"/>
              <a:gd name="connsiteX29" fmla="*/ 6620123 w 9662615"/>
              <a:gd name="connsiteY29" fmla="*/ 1430535 h 1692226"/>
              <a:gd name="connsiteX30" fmla="*/ 6571355 w 9662615"/>
              <a:gd name="connsiteY30" fmla="*/ 1436144 h 1692226"/>
              <a:gd name="connsiteX31" fmla="*/ 6486557 w 9662615"/>
              <a:gd name="connsiteY31" fmla="*/ 1449861 h 1692226"/>
              <a:gd name="connsiteX32" fmla="*/ 6370419 w 9662615"/>
              <a:gd name="connsiteY32" fmla="*/ 1461649 h 1692226"/>
              <a:gd name="connsiteX33" fmla="*/ 6278839 w 9662615"/>
              <a:gd name="connsiteY33" fmla="*/ 1449160 h 1692226"/>
              <a:gd name="connsiteX34" fmla="*/ 6272455 w 9662615"/>
              <a:gd name="connsiteY34" fmla="*/ 1453191 h 1692226"/>
              <a:gd name="connsiteX35" fmla="*/ 6212659 w 9662615"/>
              <a:gd name="connsiteY35" fmla="*/ 1454850 h 1692226"/>
              <a:gd name="connsiteX36" fmla="*/ 6069317 w 9662615"/>
              <a:gd name="connsiteY36" fmla="*/ 1445838 h 1692226"/>
              <a:gd name="connsiteX37" fmla="*/ 5878477 w 9662615"/>
              <a:gd name="connsiteY37" fmla="*/ 1439180 h 1692226"/>
              <a:gd name="connsiteX38" fmla="*/ 5838387 w 9662615"/>
              <a:gd name="connsiteY38" fmla="*/ 1444679 h 1692226"/>
              <a:gd name="connsiteX39" fmla="*/ 5771136 w 9662615"/>
              <a:gd name="connsiteY39" fmla="*/ 1453639 h 1692226"/>
              <a:gd name="connsiteX40" fmla="*/ 5724081 w 9662615"/>
              <a:gd name="connsiteY40" fmla="*/ 1470431 h 1692226"/>
              <a:gd name="connsiteX41" fmla="*/ 5666577 w 9662615"/>
              <a:gd name="connsiteY41" fmla="*/ 1473921 h 1692226"/>
              <a:gd name="connsiteX42" fmla="*/ 5649068 w 9662615"/>
              <a:gd name="connsiteY42" fmla="*/ 1461676 h 1692226"/>
              <a:gd name="connsiteX43" fmla="*/ 5588902 w 9662615"/>
              <a:gd name="connsiteY43" fmla="*/ 1469647 h 1692226"/>
              <a:gd name="connsiteX44" fmla="*/ 5498090 w 9662615"/>
              <a:gd name="connsiteY44" fmla="*/ 1483173 h 1692226"/>
              <a:gd name="connsiteX45" fmla="*/ 5444641 w 9662615"/>
              <a:gd name="connsiteY45" fmla="*/ 1487602 h 1692226"/>
              <a:gd name="connsiteX46" fmla="*/ 5299812 w 9662615"/>
              <a:gd name="connsiteY46" fmla="*/ 1503362 h 1692226"/>
              <a:gd name="connsiteX47" fmla="*/ 5213947 w 9662615"/>
              <a:gd name="connsiteY47" fmla="*/ 1516637 h 1692226"/>
              <a:gd name="connsiteX48" fmla="*/ 5090342 w 9662615"/>
              <a:gd name="connsiteY48" fmla="*/ 1546680 h 1692226"/>
              <a:gd name="connsiteX49" fmla="*/ 5129812 w 9662615"/>
              <a:gd name="connsiteY49" fmla="*/ 1521277 h 1692226"/>
              <a:gd name="connsiteX50" fmla="*/ 5059484 w 9662615"/>
              <a:gd name="connsiteY50" fmla="*/ 1546802 h 1692226"/>
              <a:gd name="connsiteX51" fmla="*/ 5038524 w 9662615"/>
              <a:gd name="connsiteY51" fmla="*/ 1545675 h 1692226"/>
              <a:gd name="connsiteX52" fmla="*/ 5026564 w 9662615"/>
              <a:gd name="connsiteY52" fmla="*/ 1545376 h 1692226"/>
              <a:gd name="connsiteX53" fmla="*/ 4969433 w 9662615"/>
              <a:gd name="connsiteY53" fmla="*/ 1550865 h 1692226"/>
              <a:gd name="connsiteX54" fmla="*/ 4921303 w 9662615"/>
              <a:gd name="connsiteY54" fmla="*/ 1575379 h 1692226"/>
              <a:gd name="connsiteX55" fmla="*/ 4863775 w 9662615"/>
              <a:gd name="connsiteY55" fmla="*/ 1562633 h 1692226"/>
              <a:gd name="connsiteX56" fmla="*/ 4847242 w 9662615"/>
              <a:gd name="connsiteY56" fmla="*/ 1664826 h 1692226"/>
              <a:gd name="connsiteX57" fmla="*/ 4809131 w 9662615"/>
              <a:gd name="connsiteY57" fmla="*/ 1692226 h 1692226"/>
              <a:gd name="connsiteX58" fmla="*/ 4791466 w 9662615"/>
              <a:gd name="connsiteY58" fmla="*/ 1561324 h 1692226"/>
              <a:gd name="connsiteX59" fmla="*/ 4784247 w 9662615"/>
              <a:gd name="connsiteY59" fmla="*/ 1562342 h 1692226"/>
              <a:gd name="connsiteX60" fmla="*/ 4735334 w 9662615"/>
              <a:gd name="connsiteY60" fmla="*/ 1581778 h 1692226"/>
              <a:gd name="connsiteX61" fmla="*/ 4697562 w 9662615"/>
              <a:gd name="connsiteY61" fmla="*/ 1551206 h 1692226"/>
              <a:gd name="connsiteX62" fmla="*/ 4662664 w 9662615"/>
              <a:gd name="connsiteY62" fmla="*/ 1573162 h 1692226"/>
              <a:gd name="connsiteX63" fmla="*/ 4603028 w 9662615"/>
              <a:gd name="connsiteY63" fmla="*/ 1568821 h 1692226"/>
              <a:gd name="connsiteX64" fmla="*/ 4541612 w 9662615"/>
              <a:gd name="connsiteY64" fmla="*/ 1545262 h 1692226"/>
              <a:gd name="connsiteX65" fmla="*/ 4422155 w 9662615"/>
              <a:gd name="connsiteY65" fmla="*/ 1542059 h 1692226"/>
              <a:gd name="connsiteX66" fmla="*/ 4221826 w 9662615"/>
              <a:gd name="connsiteY66" fmla="*/ 1508923 h 1692226"/>
              <a:gd name="connsiteX67" fmla="*/ 4096601 w 9662615"/>
              <a:gd name="connsiteY67" fmla="*/ 1521563 h 1692226"/>
              <a:gd name="connsiteX68" fmla="*/ 3970635 w 9662615"/>
              <a:gd name="connsiteY68" fmla="*/ 1544815 h 1692226"/>
              <a:gd name="connsiteX69" fmla="*/ 3833906 w 9662615"/>
              <a:gd name="connsiteY69" fmla="*/ 1516637 h 1692226"/>
              <a:gd name="connsiteX70" fmla="*/ 3696258 w 9662615"/>
              <a:gd name="connsiteY70" fmla="*/ 1537563 h 1692226"/>
              <a:gd name="connsiteX71" fmla="*/ 3594070 w 9662615"/>
              <a:gd name="connsiteY71" fmla="*/ 1509422 h 1692226"/>
              <a:gd name="connsiteX72" fmla="*/ 3565233 w 9662615"/>
              <a:gd name="connsiteY72" fmla="*/ 1515122 h 1692226"/>
              <a:gd name="connsiteX73" fmla="*/ 3560267 w 9662615"/>
              <a:gd name="connsiteY73" fmla="*/ 1516288 h 1692226"/>
              <a:gd name="connsiteX74" fmla="*/ 3540258 w 9662615"/>
              <a:gd name="connsiteY74" fmla="*/ 1516976 h 1692226"/>
              <a:gd name="connsiteX75" fmla="*/ 3534780 w 9662615"/>
              <a:gd name="connsiteY75" fmla="*/ 1522141 h 1692226"/>
              <a:gd name="connsiteX76" fmla="*/ 3504783 w 9662615"/>
              <a:gd name="connsiteY76" fmla="*/ 1526739 h 1692226"/>
              <a:gd name="connsiteX77" fmla="*/ 3430805 w 9662615"/>
              <a:gd name="connsiteY77" fmla="*/ 1542521 h 1692226"/>
              <a:gd name="connsiteX78" fmla="*/ 3292707 w 9662615"/>
              <a:gd name="connsiteY78" fmla="*/ 1520490 h 1692226"/>
              <a:gd name="connsiteX79" fmla="*/ 3187872 w 9662615"/>
              <a:gd name="connsiteY79" fmla="*/ 1519991 h 1692226"/>
              <a:gd name="connsiteX80" fmla="*/ 3148026 w 9662615"/>
              <a:gd name="connsiteY80" fmla="*/ 1524777 h 1692226"/>
              <a:gd name="connsiteX81" fmla="*/ 3092394 w 9662615"/>
              <a:gd name="connsiteY81" fmla="*/ 1528115 h 1692226"/>
              <a:gd name="connsiteX82" fmla="*/ 2994200 w 9662615"/>
              <a:gd name="connsiteY82" fmla="*/ 1537857 h 1692226"/>
              <a:gd name="connsiteX83" fmla="*/ 2862301 w 9662615"/>
              <a:gd name="connsiteY83" fmla="*/ 1544250 h 1692226"/>
              <a:gd name="connsiteX84" fmla="*/ 2766335 w 9662615"/>
              <a:gd name="connsiteY84" fmla="*/ 1527662 h 1692226"/>
              <a:gd name="connsiteX85" fmla="*/ 2757836 w 9662615"/>
              <a:gd name="connsiteY85" fmla="*/ 1531371 h 1692226"/>
              <a:gd name="connsiteX86" fmla="*/ 2691555 w 9662615"/>
              <a:gd name="connsiteY86" fmla="*/ 1530283 h 1692226"/>
              <a:gd name="connsiteX87" fmla="*/ 2491676 w 9662615"/>
              <a:gd name="connsiteY87" fmla="*/ 1500859 h 1692226"/>
              <a:gd name="connsiteX88" fmla="*/ 2378036 w 9662615"/>
              <a:gd name="connsiteY88" fmla="*/ 1520645 h 1692226"/>
              <a:gd name="connsiteX89" fmla="*/ 2284269 w 9662615"/>
              <a:gd name="connsiteY89" fmla="*/ 1503068 h 1692226"/>
              <a:gd name="connsiteX90" fmla="*/ 2207104 w 9662615"/>
              <a:gd name="connsiteY90" fmla="*/ 1508888 h 1692226"/>
              <a:gd name="connsiteX91" fmla="*/ 2149226 w 9662615"/>
              <a:gd name="connsiteY91" fmla="*/ 1523409 h 1692226"/>
              <a:gd name="connsiteX92" fmla="*/ 2084783 w 9662615"/>
              <a:gd name="connsiteY92" fmla="*/ 1524245 h 1692226"/>
              <a:gd name="connsiteX93" fmla="*/ 2070075 w 9662615"/>
              <a:gd name="connsiteY93" fmla="*/ 1511285 h 1692226"/>
              <a:gd name="connsiteX94" fmla="*/ 2001057 w 9662615"/>
              <a:gd name="connsiteY94" fmla="*/ 1516449 h 1692226"/>
              <a:gd name="connsiteX95" fmla="*/ 1896330 w 9662615"/>
              <a:gd name="connsiteY95" fmla="*/ 1525725 h 1692226"/>
              <a:gd name="connsiteX96" fmla="*/ 1835994 w 9662615"/>
              <a:gd name="connsiteY96" fmla="*/ 1527678 h 1692226"/>
              <a:gd name="connsiteX97" fmla="*/ 1671119 w 9662615"/>
              <a:gd name="connsiteY97" fmla="*/ 1536701 h 1692226"/>
              <a:gd name="connsiteX98" fmla="*/ 1601337 w 9662615"/>
              <a:gd name="connsiteY98" fmla="*/ 1548552 h 1692226"/>
              <a:gd name="connsiteX99" fmla="*/ 1407755 w 9662615"/>
              <a:gd name="connsiteY99" fmla="*/ 1571444 h 1692226"/>
              <a:gd name="connsiteX100" fmla="*/ 1271994 w 9662615"/>
              <a:gd name="connsiteY100" fmla="*/ 1579471 h 1692226"/>
              <a:gd name="connsiteX101" fmla="*/ 1249226 w 9662615"/>
              <a:gd name="connsiteY101" fmla="*/ 1583140 h 1692226"/>
              <a:gd name="connsiteX102" fmla="*/ 1217719 w 9662615"/>
              <a:gd name="connsiteY102" fmla="*/ 1580863 h 1692226"/>
              <a:gd name="connsiteX103" fmla="*/ 1091432 w 9662615"/>
              <a:gd name="connsiteY103" fmla="*/ 1571003 h 1692226"/>
              <a:gd name="connsiteX104" fmla="*/ 992039 w 9662615"/>
              <a:gd name="connsiteY104" fmla="*/ 1556662 h 1692226"/>
              <a:gd name="connsiteX105" fmla="*/ 868264 w 9662615"/>
              <a:gd name="connsiteY105" fmla="*/ 1566392 h 1692226"/>
              <a:gd name="connsiteX106" fmla="*/ 792765 w 9662615"/>
              <a:gd name="connsiteY106" fmla="*/ 1563102 h 1692226"/>
              <a:gd name="connsiteX107" fmla="*/ 669055 w 9662615"/>
              <a:gd name="connsiteY107" fmla="*/ 1543638 h 1692226"/>
              <a:gd name="connsiteX108" fmla="*/ 506152 w 9662615"/>
              <a:gd name="connsiteY108" fmla="*/ 1549124 h 1692226"/>
              <a:gd name="connsiteX109" fmla="*/ 472797 w 9662615"/>
              <a:gd name="connsiteY109" fmla="*/ 1568904 h 1692226"/>
              <a:gd name="connsiteX110" fmla="*/ 427864 w 9662615"/>
              <a:gd name="connsiteY110" fmla="*/ 1580848 h 1692226"/>
              <a:gd name="connsiteX111" fmla="*/ 408381 w 9662615"/>
              <a:gd name="connsiteY111" fmla="*/ 1552940 h 1692226"/>
              <a:gd name="connsiteX112" fmla="*/ 267163 w 9662615"/>
              <a:gd name="connsiteY112" fmla="*/ 1531913 h 1692226"/>
              <a:gd name="connsiteX113" fmla="*/ 196644 w 9662615"/>
              <a:gd name="connsiteY113" fmla="*/ 1524565 h 1692226"/>
              <a:gd name="connsiteX114" fmla="*/ 86819 w 9662615"/>
              <a:gd name="connsiteY114" fmla="*/ 1519517 h 1692226"/>
              <a:gd name="connsiteX115" fmla="*/ 53369 w 9662615"/>
              <a:gd name="connsiteY115" fmla="*/ 1516853 h 1692226"/>
              <a:gd name="connsiteX116" fmla="*/ 2359 w 9662615"/>
              <a:gd name="connsiteY116" fmla="*/ 1515247 h 1692226"/>
              <a:gd name="connsiteX117" fmla="*/ 0 w 9662615"/>
              <a:gd name="connsiteY117" fmla="*/ 1514932 h 1692226"/>
              <a:gd name="connsiteX118" fmla="*/ 0 w 9662615"/>
              <a:gd name="connsiteY118" fmla="*/ 0 h 1692226"/>
              <a:gd name="connsiteX0" fmla="*/ 0 w 9662615"/>
              <a:gd name="connsiteY0" fmla="*/ 0 h 1692226"/>
              <a:gd name="connsiteX1" fmla="*/ 9662615 w 9662615"/>
              <a:gd name="connsiteY1" fmla="*/ 0 h 1692226"/>
              <a:gd name="connsiteX2" fmla="*/ 9662615 w 9662615"/>
              <a:gd name="connsiteY2" fmla="*/ 1280346 h 1692226"/>
              <a:gd name="connsiteX3" fmla="*/ 9658420 w 9662615"/>
              <a:gd name="connsiteY3" fmla="*/ 1280106 h 1692226"/>
              <a:gd name="connsiteX4" fmla="*/ 9469546 w 9662615"/>
              <a:gd name="connsiteY4" fmla="*/ 1289837 h 1692226"/>
              <a:gd name="connsiteX5" fmla="*/ 9385895 w 9662615"/>
              <a:gd name="connsiteY5" fmla="*/ 1269203 h 1692226"/>
              <a:gd name="connsiteX6" fmla="*/ 9144767 w 9662615"/>
              <a:gd name="connsiteY6" fmla="*/ 1264120 h 1692226"/>
              <a:gd name="connsiteX7" fmla="*/ 8837252 w 9662615"/>
              <a:gd name="connsiteY7" fmla="*/ 1350515 h 1692226"/>
              <a:gd name="connsiteX8" fmla="*/ 8705466 w 9662615"/>
              <a:gd name="connsiteY8" fmla="*/ 1342419 h 1692226"/>
              <a:gd name="connsiteX9" fmla="*/ 8652221 w 9662615"/>
              <a:gd name="connsiteY9" fmla="*/ 1326906 h 1692226"/>
              <a:gd name="connsiteX10" fmla="*/ 8632312 w 9662615"/>
              <a:gd name="connsiteY10" fmla="*/ 1326025 h 1692226"/>
              <a:gd name="connsiteX11" fmla="*/ 8591582 w 9662615"/>
              <a:gd name="connsiteY11" fmla="*/ 1341666 h 1692226"/>
              <a:gd name="connsiteX12" fmla="*/ 8537336 w 9662615"/>
              <a:gd name="connsiteY12" fmla="*/ 1341684 h 1692226"/>
              <a:gd name="connsiteX13" fmla="*/ 8472508 w 9662615"/>
              <a:gd name="connsiteY13" fmla="*/ 1363109 h 1692226"/>
              <a:gd name="connsiteX14" fmla="*/ 8258477 w 9662615"/>
              <a:gd name="connsiteY14" fmla="*/ 1370666 h 1692226"/>
              <a:gd name="connsiteX15" fmla="*/ 8197961 w 9662615"/>
              <a:gd name="connsiteY15" fmla="*/ 1392804 h 1692226"/>
              <a:gd name="connsiteX16" fmla="*/ 8171196 w 9662615"/>
              <a:gd name="connsiteY16" fmla="*/ 1397216 h 1692226"/>
              <a:gd name="connsiteX17" fmla="*/ 8127667 w 9662615"/>
              <a:gd name="connsiteY17" fmla="*/ 1418254 h 1692226"/>
              <a:gd name="connsiteX18" fmla="*/ 7974579 w 9662615"/>
              <a:gd name="connsiteY18" fmla="*/ 1383439 h 1692226"/>
              <a:gd name="connsiteX19" fmla="*/ 7768351 w 9662615"/>
              <a:gd name="connsiteY19" fmla="*/ 1395051 h 1692226"/>
              <a:gd name="connsiteX20" fmla="*/ 7635985 w 9662615"/>
              <a:gd name="connsiteY20" fmla="*/ 1386363 h 1692226"/>
              <a:gd name="connsiteX21" fmla="*/ 7466069 w 9662615"/>
              <a:gd name="connsiteY21" fmla="*/ 1377654 h 1692226"/>
              <a:gd name="connsiteX22" fmla="*/ 7355642 w 9662615"/>
              <a:gd name="connsiteY22" fmla="*/ 1407761 h 1692226"/>
              <a:gd name="connsiteX23" fmla="*/ 7151610 w 9662615"/>
              <a:gd name="connsiteY23" fmla="*/ 1397856 h 1692226"/>
              <a:gd name="connsiteX24" fmla="*/ 7082147 w 9662615"/>
              <a:gd name="connsiteY24" fmla="*/ 1406113 h 1692226"/>
              <a:gd name="connsiteX25" fmla="*/ 7014958 w 9662615"/>
              <a:gd name="connsiteY25" fmla="*/ 1396883 h 1692226"/>
              <a:gd name="connsiteX26" fmla="*/ 6907567 w 9662615"/>
              <a:gd name="connsiteY26" fmla="*/ 1419149 h 1692226"/>
              <a:gd name="connsiteX27" fmla="*/ 6748428 w 9662615"/>
              <a:gd name="connsiteY27" fmla="*/ 1420308 h 1692226"/>
              <a:gd name="connsiteX28" fmla="*/ 6654257 w 9662615"/>
              <a:gd name="connsiteY28" fmla="*/ 1424143 h 1692226"/>
              <a:gd name="connsiteX29" fmla="*/ 6620123 w 9662615"/>
              <a:gd name="connsiteY29" fmla="*/ 1430535 h 1692226"/>
              <a:gd name="connsiteX30" fmla="*/ 6571355 w 9662615"/>
              <a:gd name="connsiteY30" fmla="*/ 1436144 h 1692226"/>
              <a:gd name="connsiteX31" fmla="*/ 6486557 w 9662615"/>
              <a:gd name="connsiteY31" fmla="*/ 1449861 h 1692226"/>
              <a:gd name="connsiteX32" fmla="*/ 6370419 w 9662615"/>
              <a:gd name="connsiteY32" fmla="*/ 1461649 h 1692226"/>
              <a:gd name="connsiteX33" fmla="*/ 6278839 w 9662615"/>
              <a:gd name="connsiteY33" fmla="*/ 1449160 h 1692226"/>
              <a:gd name="connsiteX34" fmla="*/ 6272455 w 9662615"/>
              <a:gd name="connsiteY34" fmla="*/ 1453191 h 1692226"/>
              <a:gd name="connsiteX35" fmla="*/ 6212659 w 9662615"/>
              <a:gd name="connsiteY35" fmla="*/ 1454850 h 1692226"/>
              <a:gd name="connsiteX36" fmla="*/ 6069317 w 9662615"/>
              <a:gd name="connsiteY36" fmla="*/ 1445838 h 1692226"/>
              <a:gd name="connsiteX37" fmla="*/ 5878477 w 9662615"/>
              <a:gd name="connsiteY37" fmla="*/ 1439180 h 1692226"/>
              <a:gd name="connsiteX38" fmla="*/ 5838387 w 9662615"/>
              <a:gd name="connsiteY38" fmla="*/ 1444679 h 1692226"/>
              <a:gd name="connsiteX39" fmla="*/ 5771136 w 9662615"/>
              <a:gd name="connsiteY39" fmla="*/ 1453639 h 1692226"/>
              <a:gd name="connsiteX40" fmla="*/ 5724081 w 9662615"/>
              <a:gd name="connsiteY40" fmla="*/ 1470431 h 1692226"/>
              <a:gd name="connsiteX41" fmla="*/ 5666577 w 9662615"/>
              <a:gd name="connsiteY41" fmla="*/ 1473921 h 1692226"/>
              <a:gd name="connsiteX42" fmla="*/ 5649068 w 9662615"/>
              <a:gd name="connsiteY42" fmla="*/ 1461676 h 1692226"/>
              <a:gd name="connsiteX43" fmla="*/ 5588902 w 9662615"/>
              <a:gd name="connsiteY43" fmla="*/ 1469647 h 1692226"/>
              <a:gd name="connsiteX44" fmla="*/ 5498090 w 9662615"/>
              <a:gd name="connsiteY44" fmla="*/ 1483173 h 1692226"/>
              <a:gd name="connsiteX45" fmla="*/ 5444641 w 9662615"/>
              <a:gd name="connsiteY45" fmla="*/ 1487602 h 1692226"/>
              <a:gd name="connsiteX46" fmla="*/ 5299812 w 9662615"/>
              <a:gd name="connsiteY46" fmla="*/ 1503362 h 1692226"/>
              <a:gd name="connsiteX47" fmla="*/ 5213947 w 9662615"/>
              <a:gd name="connsiteY47" fmla="*/ 1516637 h 1692226"/>
              <a:gd name="connsiteX48" fmla="*/ 5090342 w 9662615"/>
              <a:gd name="connsiteY48" fmla="*/ 1546680 h 1692226"/>
              <a:gd name="connsiteX49" fmla="*/ 5129812 w 9662615"/>
              <a:gd name="connsiteY49" fmla="*/ 1521277 h 1692226"/>
              <a:gd name="connsiteX50" fmla="*/ 5059484 w 9662615"/>
              <a:gd name="connsiteY50" fmla="*/ 1546802 h 1692226"/>
              <a:gd name="connsiteX51" fmla="*/ 5038524 w 9662615"/>
              <a:gd name="connsiteY51" fmla="*/ 1545675 h 1692226"/>
              <a:gd name="connsiteX52" fmla="*/ 5026564 w 9662615"/>
              <a:gd name="connsiteY52" fmla="*/ 1545376 h 1692226"/>
              <a:gd name="connsiteX53" fmla="*/ 4969433 w 9662615"/>
              <a:gd name="connsiteY53" fmla="*/ 1550865 h 1692226"/>
              <a:gd name="connsiteX54" fmla="*/ 4921303 w 9662615"/>
              <a:gd name="connsiteY54" fmla="*/ 1575379 h 1692226"/>
              <a:gd name="connsiteX55" fmla="*/ 4871726 w 9662615"/>
              <a:gd name="connsiteY55" fmla="*/ 1570584 h 1692226"/>
              <a:gd name="connsiteX56" fmla="*/ 4847242 w 9662615"/>
              <a:gd name="connsiteY56" fmla="*/ 1664826 h 1692226"/>
              <a:gd name="connsiteX57" fmla="*/ 4809131 w 9662615"/>
              <a:gd name="connsiteY57" fmla="*/ 1692226 h 1692226"/>
              <a:gd name="connsiteX58" fmla="*/ 4791466 w 9662615"/>
              <a:gd name="connsiteY58" fmla="*/ 1561324 h 1692226"/>
              <a:gd name="connsiteX59" fmla="*/ 4784247 w 9662615"/>
              <a:gd name="connsiteY59" fmla="*/ 1562342 h 1692226"/>
              <a:gd name="connsiteX60" fmla="*/ 4735334 w 9662615"/>
              <a:gd name="connsiteY60" fmla="*/ 1581778 h 1692226"/>
              <a:gd name="connsiteX61" fmla="*/ 4697562 w 9662615"/>
              <a:gd name="connsiteY61" fmla="*/ 1551206 h 1692226"/>
              <a:gd name="connsiteX62" fmla="*/ 4662664 w 9662615"/>
              <a:gd name="connsiteY62" fmla="*/ 1573162 h 1692226"/>
              <a:gd name="connsiteX63" fmla="*/ 4603028 w 9662615"/>
              <a:gd name="connsiteY63" fmla="*/ 1568821 h 1692226"/>
              <a:gd name="connsiteX64" fmla="*/ 4541612 w 9662615"/>
              <a:gd name="connsiteY64" fmla="*/ 1545262 h 1692226"/>
              <a:gd name="connsiteX65" fmla="*/ 4422155 w 9662615"/>
              <a:gd name="connsiteY65" fmla="*/ 1542059 h 1692226"/>
              <a:gd name="connsiteX66" fmla="*/ 4221826 w 9662615"/>
              <a:gd name="connsiteY66" fmla="*/ 1508923 h 1692226"/>
              <a:gd name="connsiteX67" fmla="*/ 4096601 w 9662615"/>
              <a:gd name="connsiteY67" fmla="*/ 1521563 h 1692226"/>
              <a:gd name="connsiteX68" fmla="*/ 3970635 w 9662615"/>
              <a:gd name="connsiteY68" fmla="*/ 1544815 h 1692226"/>
              <a:gd name="connsiteX69" fmla="*/ 3833906 w 9662615"/>
              <a:gd name="connsiteY69" fmla="*/ 1516637 h 1692226"/>
              <a:gd name="connsiteX70" fmla="*/ 3696258 w 9662615"/>
              <a:gd name="connsiteY70" fmla="*/ 1537563 h 1692226"/>
              <a:gd name="connsiteX71" fmla="*/ 3594070 w 9662615"/>
              <a:gd name="connsiteY71" fmla="*/ 1509422 h 1692226"/>
              <a:gd name="connsiteX72" fmla="*/ 3565233 w 9662615"/>
              <a:gd name="connsiteY72" fmla="*/ 1515122 h 1692226"/>
              <a:gd name="connsiteX73" fmla="*/ 3560267 w 9662615"/>
              <a:gd name="connsiteY73" fmla="*/ 1516288 h 1692226"/>
              <a:gd name="connsiteX74" fmla="*/ 3540258 w 9662615"/>
              <a:gd name="connsiteY74" fmla="*/ 1516976 h 1692226"/>
              <a:gd name="connsiteX75" fmla="*/ 3534780 w 9662615"/>
              <a:gd name="connsiteY75" fmla="*/ 1522141 h 1692226"/>
              <a:gd name="connsiteX76" fmla="*/ 3504783 w 9662615"/>
              <a:gd name="connsiteY76" fmla="*/ 1526739 h 1692226"/>
              <a:gd name="connsiteX77" fmla="*/ 3430805 w 9662615"/>
              <a:gd name="connsiteY77" fmla="*/ 1542521 h 1692226"/>
              <a:gd name="connsiteX78" fmla="*/ 3292707 w 9662615"/>
              <a:gd name="connsiteY78" fmla="*/ 1520490 h 1692226"/>
              <a:gd name="connsiteX79" fmla="*/ 3187872 w 9662615"/>
              <a:gd name="connsiteY79" fmla="*/ 1519991 h 1692226"/>
              <a:gd name="connsiteX80" fmla="*/ 3148026 w 9662615"/>
              <a:gd name="connsiteY80" fmla="*/ 1524777 h 1692226"/>
              <a:gd name="connsiteX81" fmla="*/ 3092394 w 9662615"/>
              <a:gd name="connsiteY81" fmla="*/ 1528115 h 1692226"/>
              <a:gd name="connsiteX82" fmla="*/ 2994200 w 9662615"/>
              <a:gd name="connsiteY82" fmla="*/ 1537857 h 1692226"/>
              <a:gd name="connsiteX83" fmla="*/ 2862301 w 9662615"/>
              <a:gd name="connsiteY83" fmla="*/ 1544250 h 1692226"/>
              <a:gd name="connsiteX84" fmla="*/ 2766335 w 9662615"/>
              <a:gd name="connsiteY84" fmla="*/ 1527662 h 1692226"/>
              <a:gd name="connsiteX85" fmla="*/ 2757836 w 9662615"/>
              <a:gd name="connsiteY85" fmla="*/ 1531371 h 1692226"/>
              <a:gd name="connsiteX86" fmla="*/ 2691555 w 9662615"/>
              <a:gd name="connsiteY86" fmla="*/ 1530283 h 1692226"/>
              <a:gd name="connsiteX87" fmla="*/ 2491676 w 9662615"/>
              <a:gd name="connsiteY87" fmla="*/ 1500859 h 1692226"/>
              <a:gd name="connsiteX88" fmla="*/ 2378036 w 9662615"/>
              <a:gd name="connsiteY88" fmla="*/ 1520645 h 1692226"/>
              <a:gd name="connsiteX89" fmla="*/ 2284269 w 9662615"/>
              <a:gd name="connsiteY89" fmla="*/ 1503068 h 1692226"/>
              <a:gd name="connsiteX90" fmla="*/ 2207104 w 9662615"/>
              <a:gd name="connsiteY90" fmla="*/ 1508888 h 1692226"/>
              <a:gd name="connsiteX91" fmla="*/ 2149226 w 9662615"/>
              <a:gd name="connsiteY91" fmla="*/ 1523409 h 1692226"/>
              <a:gd name="connsiteX92" fmla="*/ 2084783 w 9662615"/>
              <a:gd name="connsiteY92" fmla="*/ 1524245 h 1692226"/>
              <a:gd name="connsiteX93" fmla="*/ 2070075 w 9662615"/>
              <a:gd name="connsiteY93" fmla="*/ 1511285 h 1692226"/>
              <a:gd name="connsiteX94" fmla="*/ 2001057 w 9662615"/>
              <a:gd name="connsiteY94" fmla="*/ 1516449 h 1692226"/>
              <a:gd name="connsiteX95" fmla="*/ 1896330 w 9662615"/>
              <a:gd name="connsiteY95" fmla="*/ 1525725 h 1692226"/>
              <a:gd name="connsiteX96" fmla="*/ 1835994 w 9662615"/>
              <a:gd name="connsiteY96" fmla="*/ 1527678 h 1692226"/>
              <a:gd name="connsiteX97" fmla="*/ 1671119 w 9662615"/>
              <a:gd name="connsiteY97" fmla="*/ 1536701 h 1692226"/>
              <a:gd name="connsiteX98" fmla="*/ 1601337 w 9662615"/>
              <a:gd name="connsiteY98" fmla="*/ 1548552 h 1692226"/>
              <a:gd name="connsiteX99" fmla="*/ 1407755 w 9662615"/>
              <a:gd name="connsiteY99" fmla="*/ 1571444 h 1692226"/>
              <a:gd name="connsiteX100" fmla="*/ 1271994 w 9662615"/>
              <a:gd name="connsiteY100" fmla="*/ 1579471 h 1692226"/>
              <a:gd name="connsiteX101" fmla="*/ 1249226 w 9662615"/>
              <a:gd name="connsiteY101" fmla="*/ 1583140 h 1692226"/>
              <a:gd name="connsiteX102" fmla="*/ 1217719 w 9662615"/>
              <a:gd name="connsiteY102" fmla="*/ 1580863 h 1692226"/>
              <a:gd name="connsiteX103" fmla="*/ 1091432 w 9662615"/>
              <a:gd name="connsiteY103" fmla="*/ 1571003 h 1692226"/>
              <a:gd name="connsiteX104" fmla="*/ 992039 w 9662615"/>
              <a:gd name="connsiteY104" fmla="*/ 1556662 h 1692226"/>
              <a:gd name="connsiteX105" fmla="*/ 868264 w 9662615"/>
              <a:gd name="connsiteY105" fmla="*/ 1566392 h 1692226"/>
              <a:gd name="connsiteX106" fmla="*/ 792765 w 9662615"/>
              <a:gd name="connsiteY106" fmla="*/ 1563102 h 1692226"/>
              <a:gd name="connsiteX107" fmla="*/ 669055 w 9662615"/>
              <a:gd name="connsiteY107" fmla="*/ 1543638 h 1692226"/>
              <a:gd name="connsiteX108" fmla="*/ 506152 w 9662615"/>
              <a:gd name="connsiteY108" fmla="*/ 1549124 h 1692226"/>
              <a:gd name="connsiteX109" fmla="*/ 472797 w 9662615"/>
              <a:gd name="connsiteY109" fmla="*/ 1568904 h 1692226"/>
              <a:gd name="connsiteX110" fmla="*/ 427864 w 9662615"/>
              <a:gd name="connsiteY110" fmla="*/ 1580848 h 1692226"/>
              <a:gd name="connsiteX111" fmla="*/ 408381 w 9662615"/>
              <a:gd name="connsiteY111" fmla="*/ 1552940 h 1692226"/>
              <a:gd name="connsiteX112" fmla="*/ 267163 w 9662615"/>
              <a:gd name="connsiteY112" fmla="*/ 1531913 h 1692226"/>
              <a:gd name="connsiteX113" fmla="*/ 196644 w 9662615"/>
              <a:gd name="connsiteY113" fmla="*/ 1524565 h 1692226"/>
              <a:gd name="connsiteX114" fmla="*/ 86819 w 9662615"/>
              <a:gd name="connsiteY114" fmla="*/ 1519517 h 1692226"/>
              <a:gd name="connsiteX115" fmla="*/ 53369 w 9662615"/>
              <a:gd name="connsiteY115" fmla="*/ 1516853 h 1692226"/>
              <a:gd name="connsiteX116" fmla="*/ 2359 w 9662615"/>
              <a:gd name="connsiteY116" fmla="*/ 1515247 h 1692226"/>
              <a:gd name="connsiteX117" fmla="*/ 0 w 9662615"/>
              <a:gd name="connsiteY117" fmla="*/ 1514932 h 1692226"/>
              <a:gd name="connsiteX118" fmla="*/ 0 w 9662615"/>
              <a:gd name="connsiteY118" fmla="*/ 0 h 1692226"/>
              <a:gd name="connsiteX0" fmla="*/ 0 w 9662615"/>
              <a:gd name="connsiteY0" fmla="*/ 0 h 1692226"/>
              <a:gd name="connsiteX1" fmla="*/ 9662615 w 9662615"/>
              <a:gd name="connsiteY1" fmla="*/ 0 h 1692226"/>
              <a:gd name="connsiteX2" fmla="*/ 9662615 w 9662615"/>
              <a:gd name="connsiteY2" fmla="*/ 1280346 h 1692226"/>
              <a:gd name="connsiteX3" fmla="*/ 9658420 w 9662615"/>
              <a:gd name="connsiteY3" fmla="*/ 1280106 h 1692226"/>
              <a:gd name="connsiteX4" fmla="*/ 9469546 w 9662615"/>
              <a:gd name="connsiteY4" fmla="*/ 1289837 h 1692226"/>
              <a:gd name="connsiteX5" fmla="*/ 9385895 w 9662615"/>
              <a:gd name="connsiteY5" fmla="*/ 1269203 h 1692226"/>
              <a:gd name="connsiteX6" fmla="*/ 9144767 w 9662615"/>
              <a:gd name="connsiteY6" fmla="*/ 1264120 h 1692226"/>
              <a:gd name="connsiteX7" fmla="*/ 8837252 w 9662615"/>
              <a:gd name="connsiteY7" fmla="*/ 1350515 h 1692226"/>
              <a:gd name="connsiteX8" fmla="*/ 8705466 w 9662615"/>
              <a:gd name="connsiteY8" fmla="*/ 1342419 h 1692226"/>
              <a:gd name="connsiteX9" fmla="*/ 8652221 w 9662615"/>
              <a:gd name="connsiteY9" fmla="*/ 1326906 h 1692226"/>
              <a:gd name="connsiteX10" fmla="*/ 8632312 w 9662615"/>
              <a:gd name="connsiteY10" fmla="*/ 1326025 h 1692226"/>
              <a:gd name="connsiteX11" fmla="*/ 8591582 w 9662615"/>
              <a:gd name="connsiteY11" fmla="*/ 1341666 h 1692226"/>
              <a:gd name="connsiteX12" fmla="*/ 8537336 w 9662615"/>
              <a:gd name="connsiteY12" fmla="*/ 1341684 h 1692226"/>
              <a:gd name="connsiteX13" fmla="*/ 8472508 w 9662615"/>
              <a:gd name="connsiteY13" fmla="*/ 1363109 h 1692226"/>
              <a:gd name="connsiteX14" fmla="*/ 8258477 w 9662615"/>
              <a:gd name="connsiteY14" fmla="*/ 1370666 h 1692226"/>
              <a:gd name="connsiteX15" fmla="*/ 8197961 w 9662615"/>
              <a:gd name="connsiteY15" fmla="*/ 1392804 h 1692226"/>
              <a:gd name="connsiteX16" fmla="*/ 8171196 w 9662615"/>
              <a:gd name="connsiteY16" fmla="*/ 1397216 h 1692226"/>
              <a:gd name="connsiteX17" fmla="*/ 8127667 w 9662615"/>
              <a:gd name="connsiteY17" fmla="*/ 1418254 h 1692226"/>
              <a:gd name="connsiteX18" fmla="*/ 7974579 w 9662615"/>
              <a:gd name="connsiteY18" fmla="*/ 1383439 h 1692226"/>
              <a:gd name="connsiteX19" fmla="*/ 7768351 w 9662615"/>
              <a:gd name="connsiteY19" fmla="*/ 1395051 h 1692226"/>
              <a:gd name="connsiteX20" fmla="*/ 7635985 w 9662615"/>
              <a:gd name="connsiteY20" fmla="*/ 1386363 h 1692226"/>
              <a:gd name="connsiteX21" fmla="*/ 7466069 w 9662615"/>
              <a:gd name="connsiteY21" fmla="*/ 1377654 h 1692226"/>
              <a:gd name="connsiteX22" fmla="*/ 7355642 w 9662615"/>
              <a:gd name="connsiteY22" fmla="*/ 1407761 h 1692226"/>
              <a:gd name="connsiteX23" fmla="*/ 7151610 w 9662615"/>
              <a:gd name="connsiteY23" fmla="*/ 1397856 h 1692226"/>
              <a:gd name="connsiteX24" fmla="*/ 7082147 w 9662615"/>
              <a:gd name="connsiteY24" fmla="*/ 1406113 h 1692226"/>
              <a:gd name="connsiteX25" fmla="*/ 7014958 w 9662615"/>
              <a:gd name="connsiteY25" fmla="*/ 1396883 h 1692226"/>
              <a:gd name="connsiteX26" fmla="*/ 6907567 w 9662615"/>
              <a:gd name="connsiteY26" fmla="*/ 1419149 h 1692226"/>
              <a:gd name="connsiteX27" fmla="*/ 6748428 w 9662615"/>
              <a:gd name="connsiteY27" fmla="*/ 1420308 h 1692226"/>
              <a:gd name="connsiteX28" fmla="*/ 6654257 w 9662615"/>
              <a:gd name="connsiteY28" fmla="*/ 1424143 h 1692226"/>
              <a:gd name="connsiteX29" fmla="*/ 6620123 w 9662615"/>
              <a:gd name="connsiteY29" fmla="*/ 1430535 h 1692226"/>
              <a:gd name="connsiteX30" fmla="*/ 6571355 w 9662615"/>
              <a:gd name="connsiteY30" fmla="*/ 1436144 h 1692226"/>
              <a:gd name="connsiteX31" fmla="*/ 6486557 w 9662615"/>
              <a:gd name="connsiteY31" fmla="*/ 1449861 h 1692226"/>
              <a:gd name="connsiteX32" fmla="*/ 6370419 w 9662615"/>
              <a:gd name="connsiteY32" fmla="*/ 1461649 h 1692226"/>
              <a:gd name="connsiteX33" fmla="*/ 6278839 w 9662615"/>
              <a:gd name="connsiteY33" fmla="*/ 1449160 h 1692226"/>
              <a:gd name="connsiteX34" fmla="*/ 6272455 w 9662615"/>
              <a:gd name="connsiteY34" fmla="*/ 1453191 h 1692226"/>
              <a:gd name="connsiteX35" fmla="*/ 6212659 w 9662615"/>
              <a:gd name="connsiteY35" fmla="*/ 1454850 h 1692226"/>
              <a:gd name="connsiteX36" fmla="*/ 6069317 w 9662615"/>
              <a:gd name="connsiteY36" fmla="*/ 1445838 h 1692226"/>
              <a:gd name="connsiteX37" fmla="*/ 5878477 w 9662615"/>
              <a:gd name="connsiteY37" fmla="*/ 1439180 h 1692226"/>
              <a:gd name="connsiteX38" fmla="*/ 5838387 w 9662615"/>
              <a:gd name="connsiteY38" fmla="*/ 1444679 h 1692226"/>
              <a:gd name="connsiteX39" fmla="*/ 5771136 w 9662615"/>
              <a:gd name="connsiteY39" fmla="*/ 1453639 h 1692226"/>
              <a:gd name="connsiteX40" fmla="*/ 5724081 w 9662615"/>
              <a:gd name="connsiteY40" fmla="*/ 1470431 h 1692226"/>
              <a:gd name="connsiteX41" fmla="*/ 5666577 w 9662615"/>
              <a:gd name="connsiteY41" fmla="*/ 1473921 h 1692226"/>
              <a:gd name="connsiteX42" fmla="*/ 5649068 w 9662615"/>
              <a:gd name="connsiteY42" fmla="*/ 1461676 h 1692226"/>
              <a:gd name="connsiteX43" fmla="*/ 5588902 w 9662615"/>
              <a:gd name="connsiteY43" fmla="*/ 1469647 h 1692226"/>
              <a:gd name="connsiteX44" fmla="*/ 5498090 w 9662615"/>
              <a:gd name="connsiteY44" fmla="*/ 1483173 h 1692226"/>
              <a:gd name="connsiteX45" fmla="*/ 5444641 w 9662615"/>
              <a:gd name="connsiteY45" fmla="*/ 1487602 h 1692226"/>
              <a:gd name="connsiteX46" fmla="*/ 5299812 w 9662615"/>
              <a:gd name="connsiteY46" fmla="*/ 1503362 h 1692226"/>
              <a:gd name="connsiteX47" fmla="*/ 5213947 w 9662615"/>
              <a:gd name="connsiteY47" fmla="*/ 1516637 h 1692226"/>
              <a:gd name="connsiteX48" fmla="*/ 5090342 w 9662615"/>
              <a:gd name="connsiteY48" fmla="*/ 1546680 h 1692226"/>
              <a:gd name="connsiteX49" fmla="*/ 5129812 w 9662615"/>
              <a:gd name="connsiteY49" fmla="*/ 1521277 h 1692226"/>
              <a:gd name="connsiteX50" fmla="*/ 5059484 w 9662615"/>
              <a:gd name="connsiteY50" fmla="*/ 1546802 h 1692226"/>
              <a:gd name="connsiteX51" fmla="*/ 5038524 w 9662615"/>
              <a:gd name="connsiteY51" fmla="*/ 1545675 h 1692226"/>
              <a:gd name="connsiteX52" fmla="*/ 5026564 w 9662615"/>
              <a:gd name="connsiteY52" fmla="*/ 1545376 h 1692226"/>
              <a:gd name="connsiteX53" fmla="*/ 4969433 w 9662615"/>
              <a:gd name="connsiteY53" fmla="*/ 1550865 h 1692226"/>
              <a:gd name="connsiteX54" fmla="*/ 4921303 w 9662615"/>
              <a:gd name="connsiteY54" fmla="*/ 1575379 h 1692226"/>
              <a:gd name="connsiteX55" fmla="*/ 4871726 w 9662615"/>
              <a:gd name="connsiteY55" fmla="*/ 1570584 h 1692226"/>
              <a:gd name="connsiteX56" fmla="*/ 4847242 w 9662615"/>
              <a:gd name="connsiteY56" fmla="*/ 1621094 h 1692226"/>
              <a:gd name="connsiteX57" fmla="*/ 4809131 w 9662615"/>
              <a:gd name="connsiteY57" fmla="*/ 1692226 h 1692226"/>
              <a:gd name="connsiteX58" fmla="*/ 4791466 w 9662615"/>
              <a:gd name="connsiteY58" fmla="*/ 1561324 h 1692226"/>
              <a:gd name="connsiteX59" fmla="*/ 4784247 w 9662615"/>
              <a:gd name="connsiteY59" fmla="*/ 1562342 h 1692226"/>
              <a:gd name="connsiteX60" fmla="*/ 4735334 w 9662615"/>
              <a:gd name="connsiteY60" fmla="*/ 1581778 h 1692226"/>
              <a:gd name="connsiteX61" fmla="*/ 4697562 w 9662615"/>
              <a:gd name="connsiteY61" fmla="*/ 1551206 h 1692226"/>
              <a:gd name="connsiteX62" fmla="*/ 4662664 w 9662615"/>
              <a:gd name="connsiteY62" fmla="*/ 1573162 h 1692226"/>
              <a:gd name="connsiteX63" fmla="*/ 4603028 w 9662615"/>
              <a:gd name="connsiteY63" fmla="*/ 1568821 h 1692226"/>
              <a:gd name="connsiteX64" fmla="*/ 4541612 w 9662615"/>
              <a:gd name="connsiteY64" fmla="*/ 1545262 h 1692226"/>
              <a:gd name="connsiteX65" fmla="*/ 4422155 w 9662615"/>
              <a:gd name="connsiteY65" fmla="*/ 1542059 h 1692226"/>
              <a:gd name="connsiteX66" fmla="*/ 4221826 w 9662615"/>
              <a:gd name="connsiteY66" fmla="*/ 1508923 h 1692226"/>
              <a:gd name="connsiteX67" fmla="*/ 4096601 w 9662615"/>
              <a:gd name="connsiteY67" fmla="*/ 1521563 h 1692226"/>
              <a:gd name="connsiteX68" fmla="*/ 3970635 w 9662615"/>
              <a:gd name="connsiteY68" fmla="*/ 1544815 h 1692226"/>
              <a:gd name="connsiteX69" fmla="*/ 3833906 w 9662615"/>
              <a:gd name="connsiteY69" fmla="*/ 1516637 h 1692226"/>
              <a:gd name="connsiteX70" fmla="*/ 3696258 w 9662615"/>
              <a:gd name="connsiteY70" fmla="*/ 1537563 h 1692226"/>
              <a:gd name="connsiteX71" fmla="*/ 3594070 w 9662615"/>
              <a:gd name="connsiteY71" fmla="*/ 1509422 h 1692226"/>
              <a:gd name="connsiteX72" fmla="*/ 3565233 w 9662615"/>
              <a:gd name="connsiteY72" fmla="*/ 1515122 h 1692226"/>
              <a:gd name="connsiteX73" fmla="*/ 3560267 w 9662615"/>
              <a:gd name="connsiteY73" fmla="*/ 1516288 h 1692226"/>
              <a:gd name="connsiteX74" fmla="*/ 3540258 w 9662615"/>
              <a:gd name="connsiteY74" fmla="*/ 1516976 h 1692226"/>
              <a:gd name="connsiteX75" fmla="*/ 3534780 w 9662615"/>
              <a:gd name="connsiteY75" fmla="*/ 1522141 h 1692226"/>
              <a:gd name="connsiteX76" fmla="*/ 3504783 w 9662615"/>
              <a:gd name="connsiteY76" fmla="*/ 1526739 h 1692226"/>
              <a:gd name="connsiteX77" fmla="*/ 3430805 w 9662615"/>
              <a:gd name="connsiteY77" fmla="*/ 1542521 h 1692226"/>
              <a:gd name="connsiteX78" fmla="*/ 3292707 w 9662615"/>
              <a:gd name="connsiteY78" fmla="*/ 1520490 h 1692226"/>
              <a:gd name="connsiteX79" fmla="*/ 3187872 w 9662615"/>
              <a:gd name="connsiteY79" fmla="*/ 1519991 h 1692226"/>
              <a:gd name="connsiteX80" fmla="*/ 3148026 w 9662615"/>
              <a:gd name="connsiteY80" fmla="*/ 1524777 h 1692226"/>
              <a:gd name="connsiteX81" fmla="*/ 3092394 w 9662615"/>
              <a:gd name="connsiteY81" fmla="*/ 1528115 h 1692226"/>
              <a:gd name="connsiteX82" fmla="*/ 2994200 w 9662615"/>
              <a:gd name="connsiteY82" fmla="*/ 1537857 h 1692226"/>
              <a:gd name="connsiteX83" fmla="*/ 2862301 w 9662615"/>
              <a:gd name="connsiteY83" fmla="*/ 1544250 h 1692226"/>
              <a:gd name="connsiteX84" fmla="*/ 2766335 w 9662615"/>
              <a:gd name="connsiteY84" fmla="*/ 1527662 h 1692226"/>
              <a:gd name="connsiteX85" fmla="*/ 2757836 w 9662615"/>
              <a:gd name="connsiteY85" fmla="*/ 1531371 h 1692226"/>
              <a:gd name="connsiteX86" fmla="*/ 2691555 w 9662615"/>
              <a:gd name="connsiteY86" fmla="*/ 1530283 h 1692226"/>
              <a:gd name="connsiteX87" fmla="*/ 2491676 w 9662615"/>
              <a:gd name="connsiteY87" fmla="*/ 1500859 h 1692226"/>
              <a:gd name="connsiteX88" fmla="*/ 2378036 w 9662615"/>
              <a:gd name="connsiteY88" fmla="*/ 1520645 h 1692226"/>
              <a:gd name="connsiteX89" fmla="*/ 2284269 w 9662615"/>
              <a:gd name="connsiteY89" fmla="*/ 1503068 h 1692226"/>
              <a:gd name="connsiteX90" fmla="*/ 2207104 w 9662615"/>
              <a:gd name="connsiteY90" fmla="*/ 1508888 h 1692226"/>
              <a:gd name="connsiteX91" fmla="*/ 2149226 w 9662615"/>
              <a:gd name="connsiteY91" fmla="*/ 1523409 h 1692226"/>
              <a:gd name="connsiteX92" fmla="*/ 2084783 w 9662615"/>
              <a:gd name="connsiteY92" fmla="*/ 1524245 h 1692226"/>
              <a:gd name="connsiteX93" fmla="*/ 2070075 w 9662615"/>
              <a:gd name="connsiteY93" fmla="*/ 1511285 h 1692226"/>
              <a:gd name="connsiteX94" fmla="*/ 2001057 w 9662615"/>
              <a:gd name="connsiteY94" fmla="*/ 1516449 h 1692226"/>
              <a:gd name="connsiteX95" fmla="*/ 1896330 w 9662615"/>
              <a:gd name="connsiteY95" fmla="*/ 1525725 h 1692226"/>
              <a:gd name="connsiteX96" fmla="*/ 1835994 w 9662615"/>
              <a:gd name="connsiteY96" fmla="*/ 1527678 h 1692226"/>
              <a:gd name="connsiteX97" fmla="*/ 1671119 w 9662615"/>
              <a:gd name="connsiteY97" fmla="*/ 1536701 h 1692226"/>
              <a:gd name="connsiteX98" fmla="*/ 1601337 w 9662615"/>
              <a:gd name="connsiteY98" fmla="*/ 1548552 h 1692226"/>
              <a:gd name="connsiteX99" fmla="*/ 1407755 w 9662615"/>
              <a:gd name="connsiteY99" fmla="*/ 1571444 h 1692226"/>
              <a:gd name="connsiteX100" fmla="*/ 1271994 w 9662615"/>
              <a:gd name="connsiteY100" fmla="*/ 1579471 h 1692226"/>
              <a:gd name="connsiteX101" fmla="*/ 1249226 w 9662615"/>
              <a:gd name="connsiteY101" fmla="*/ 1583140 h 1692226"/>
              <a:gd name="connsiteX102" fmla="*/ 1217719 w 9662615"/>
              <a:gd name="connsiteY102" fmla="*/ 1580863 h 1692226"/>
              <a:gd name="connsiteX103" fmla="*/ 1091432 w 9662615"/>
              <a:gd name="connsiteY103" fmla="*/ 1571003 h 1692226"/>
              <a:gd name="connsiteX104" fmla="*/ 992039 w 9662615"/>
              <a:gd name="connsiteY104" fmla="*/ 1556662 h 1692226"/>
              <a:gd name="connsiteX105" fmla="*/ 868264 w 9662615"/>
              <a:gd name="connsiteY105" fmla="*/ 1566392 h 1692226"/>
              <a:gd name="connsiteX106" fmla="*/ 792765 w 9662615"/>
              <a:gd name="connsiteY106" fmla="*/ 1563102 h 1692226"/>
              <a:gd name="connsiteX107" fmla="*/ 669055 w 9662615"/>
              <a:gd name="connsiteY107" fmla="*/ 1543638 h 1692226"/>
              <a:gd name="connsiteX108" fmla="*/ 506152 w 9662615"/>
              <a:gd name="connsiteY108" fmla="*/ 1549124 h 1692226"/>
              <a:gd name="connsiteX109" fmla="*/ 472797 w 9662615"/>
              <a:gd name="connsiteY109" fmla="*/ 1568904 h 1692226"/>
              <a:gd name="connsiteX110" fmla="*/ 427864 w 9662615"/>
              <a:gd name="connsiteY110" fmla="*/ 1580848 h 1692226"/>
              <a:gd name="connsiteX111" fmla="*/ 408381 w 9662615"/>
              <a:gd name="connsiteY111" fmla="*/ 1552940 h 1692226"/>
              <a:gd name="connsiteX112" fmla="*/ 267163 w 9662615"/>
              <a:gd name="connsiteY112" fmla="*/ 1531913 h 1692226"/>
              <a:gd name="connsiteX113" fmla="*/ 196644 w 9662615"/>
              <a:gd name="connsiteY113" fmla="*/ 1524565 h 1692226"/>
              <a:gd name="connsiteX114" fmla="*/ 86819 w 9662615"/>
              <a:gd name="connsiteY114" fmla="*/ 1519517 h 1692226"/>
              <a:gd name="connsiteX115" fmla="*/ 53369 w 9662615"/>
              <a:gd name="connsiteY115" fmla="*/ 1516853 h 1692226"/>
              <a:gd name="connsiteX116" fmla="*/ 2359 w 9662615"/>
              <a:gd name="connsiteY116" fmla="*/ 1515247 h 1692226"/>
              <a:gd name="connsiteX117" fmla="*/ 0 w 9662615"/>
              <a:gd name="connsiteY117" fmla="*/ 1514932 h 1692226"/>
              <a:gd name="connsiteX118" fmla="*/ 0 w 9662615"/>
              <a:gd name="connsiteY118" fmla="*/ 0 h 1692226"/>
              <a:gd name="connsiteX0" fmla="*/ 0 w 9662615"/>
              <a:gd name="connsiteY0" fmla="*/ 0 h 1621094"/>
              <a:gd name="connsiteX1" fmla="*/ 9662615 w 9662615"/>
              <a:gd name="connsiteY1" fmla="*/ 0 h 1621094"/>
              <a:gd name="connsiteX2" fmla="*/ 9662615 w 9662615"/>
              <a:gd name="connsiteY2" fmla="*/ 1280346 h 1621094"/>
              <a:gd name="connsiteX3" fmla="*/ 9658420 w 9662615"/>
              <a:gd name="connsiteY3" fmla="*/ 1280106 h 1621094"/>
              <a:gd name="connsiteX4" fmla="*/ 9469546 w 9662615"/>
              <a:gd name="connsiteY4" fmla="*/ 1289837 h 1621094"/>
              <a:gd name="connsiteX5" fmla="*/ 9385895 w 9662615"/>
              <a:gd name="connsiteY5" fmla="*/ 1269203 h 1621094"/>
              <a:gd name="connsiteX6" fmla="*/ 9144767 w 9662615"/>
              <a:gd name="connsiteY6" fmla="*/ 1264120 h 1621094"/>
              <a:gd name="connsiteX7" fmla="*/ 8837252 w 9662615"/>
              <a:gd name="connsiteY7" fmla="*/ 1350515 h 1621094"/>
              <a:gd name="connsiteX8" fmla="*/ 8705466 w 9662615"/>
              <a:gd name="connsiteY8" fmla="*/ 1342419 h 1621094"/>
              <a:gd name="connsiteX9" fmla="*/ 8652221 w 9662615"/>
              <a:gd name="connsiteY9" fmla="*/ 1326906 h 1621094"/>
              <a:gd name="connsiteX10" fmla="*/ 8632312 w 9662615"/>
              <a:gd name="connsiteY10" fmla="*/ 1326025 h 1621094"/>
              <a:gd name="connsiteX11" fmla="*/ 8591582 w 9662615"/>
              <a:gd name="connsiteY11" fmla="*/ 1341666 h 1621094"/>
              <a:gd name="connsiteX12" fmla="*/ 8537336 w 9662615"/>
              <a:gd name="connsiteY12" fmla="*/ 1341684 h 1621094"/>
              <a:gd name="connsiteX13" fmla="*/ 8472508 w 9662615"/>
              <a:gd name="connsiteY13" fmla="*/ 1363109 h 1621094"/>
              <a:gd name="connsiteX14" fmla="*/ 8258477 w 9662615"/>
              <a:gd name="connsiteY14" fmla="*/ 1370666 h 1621094"/>
              <a:gd name="connsiteX15" fmla="*/ 8197961 w 9662615"/>
              <a:gd name="connsiteY15" fmla="*/ 1392804 h 1621094"/>
              <a:gd name="connsiteX16" fmla="*/ 8171196 w 9662615"/>
              <a:gd name="connsiteY16" fmla="*/ 1397216 h 1621094"/>
              <a:gd name="connsiteX17" fmla="*/ 8127667 w 9662615"/>
              <a:gd name="connsiteY17" fmla="*/ 1418254 h 1621094"/>
              <a:gd name="connsiteX18" fmla="*/ 7974579 w 9662615"/>
              <a:gd name="connsiteY18" fmla="*/ 1383439 h 1621094"/>
              <a:gd name="connsiteX19" fmla="*/ 7768351 w 9662615"/>
              <a:gd name="connsiteY19" fmla="*/ 1395051 h 1621094"/>
              <a:gd name="connsiteX20" fmla="*/ 7635985 w 9662615"/>
              <a:gd name="connsiteY20" fmla="*/ 1386363 h 1621094"/>
              <a:gd name="connsiteX21" fmla="*/ 7466069 w 9662615"/>
              <a:gd name="connsiteY21" fmla="*/ 1377654 h 1621094"/>
              <a:gd name="connsiteX22" fmla="*/ 7355642 w 9662615"/>
              <a:gd name="connsiteY22" fmla="*/ 1407761 h 1621094"/>
              <a:gd name="connsiteX23" fmla="*/ 7151610 w 9662615"/>
              <a:gd name="connsiteY23" fmla="*/ 1397856 h 1621094"/>
              <a:gd name="connsiteX24" fmla="*/ 7082147 w 9662615"/>
              <a:gd name="connsiteY24" fmla="*/ 1406113 h 1621094"/>
              <a:gd name="connsiteX25" fmla="*/ 7014958 w 9662615"/>
              <a:gd name="connsiteY25" fmla="*/ 1396883 h 1621094"/>
              <a:gd name="connsiteX26" fmla="*/ 6907567 w 9662615"/>
              <a:gd name="connsiteY26" fmla="*/ 1419149 h 1621094"/>
              <a:gd name="connsiteX27" fmla="*/ 6748428 w 9662615"/>
              <a:gd name="connsiteY27" fmla="*/ 1420308 h 1621094"/>
              <a:gd name="connsiteX28" fmla="*/ 6654257 w 9662615"/>
              <a:gd name="connsiteY28" fmla="*/ 1424143 h 1621094"/>
              <a:gd name="connsiteX29" fmla="*/ 6620123 w 9662615"/>
              <a:gd name="connsiteY29" fmla="*/ 1430535 h 1621094"/>
              <a:gd name="connsiteX30" fmla="*/ 6571355 w 9662615"/>
              <a:gd name="connsiteY30" fmla="*/ 1436144 h 1621094"/>
              <a:gd name="connsiteX31" fmla="*/ 6486557 w 9662615"/>
              <a:gd name="connsiteY31" fmla="*/ 1449861 h 1621094"/>
              <a:gd name="connsiteX32" fmla="*/ 6370419 w 9662615"/>
              <a:gd name="connsiteY32" fmla="*/ 1461649 h 1621094"/>
              <a:gd name="connsiteX33" fmla="*/ 6278839 w 9662615"/>
              <a:gd name="connsiteY33" fmla="*/ 1449160 h 1621094"/>
              <a:gd name="connsiteX34" fmla="*/ 6272455 w 9662615"/>
              <a:gd name="connsiteY34" fmla="*/ 1453191 h 1621094"/>
              <a:gd name="connsiteX35" fmla="*/ 6212659 w 9662615"/>
              <a:gd name="connsiteY35" fmla="*/ 1454850 h 1621094"/>
              <a:gd name="connsiteX36" fmla="*/ 6069317 w 9662615"/>
              <a:gd name="connsiteY36" fmla="*/ 1445838 h 1621094"/>
              <a:gd name="connsiteX37" fmla="*/ 5878477 w 9662615"/>
              <a:gd name="connsiteY37" fmla="*/ 1439180 h 1621094"/>
              <a:gd name="connsiteX38" fmla="*/ 5838387 w 9662615"/>
              <a:gd name="connsiteY38" fmla="*/ 1444679 h 1621094"/>
              <a:gd name="connsiteX39" fmla="*/ 5771136 w 9662615"/>
              <a:gd name="connsiteY39" fmla="*/ 1453639 h 1621094"/>
              <a:gd name="connsiteX40" fmla="*/ 5724081 w 9662615"/>
              <a:gd name="connsiteY40" fmla="*/ 1470431 h 1621094"/>
              <a:gd name="connsiteX41" fmla="*/ 5666577 w 9662615"/>
              <a:gd name="connsiteY41" fmla="*/ 1473921 h 1621094"/>
              <a:gd name="connsiteX42" fmla="*/ 5649068 w 9662615"/>
              <a:gd name="connsiteY42" fmla="*/ 1461676 h 1621094"/>
              <a:gd name="connsiteX43" fmla="*/ 5588902 w 9662615"/>
              <a:gd name="connsiteY43" fmla="*/ 1469647 h 1621094"/>
              <a:gd name="connsiteX44" fmla="*/ 5498090 w 9662615"/>
              <a:gd name="connsiteY44" fmla="*/ 1483173 h 1621094"/>
              <a:gd name="connsiteX45" fmla="*/ 5444641 w 9662615"/>
              <a:gd name="connsiteY45" fmla="*/ 1487602 h 1621094"/>
              <a:gd name="connsiteX46" fmla="*/ 5299812 w 9662615"/>
              <a:gd name="connsiteY46" fmla="*/ 1503362 h 1621094"/>
              <a:gd name="connsiteX47" fmla="*/ 5213947 w 9662615"/>
              <a:gd name="connsiteY47" fmla="*/ 1516637 h 1621094"/>
              <a:gd name="connsiteX48" fmla="*/ 5090342 w 9662615"/>
              <a:gd name="connsiteY48" fmla="*/ 1546680 h 1621094"/>
              <a:gd name="connsiteX49" fmla="*/ 5129812 w 9662615"/>
              <a:gd name="connsiteY49" fmla="*/ 1521277 h 1621094"/>
              <a:gd name="connsiteX50" fmla="*/ 5059484 w 9662615"/>
              <a:gd name="connsiteY50" fmla="*/ 1546802 h 1621094"/>
              <a:gd name="connsiteX51" fmla="*/ 5038524 w 9662615"/>
              <a:gd name="connsiteY51" fmla="*/ 1545675 h 1621094"/>
              <a:gd name="connsiteX52" fmla="*/ 5026564 w 9662615"/>
              <a:gd name="connsiteY52" fmla="*/ 1545376 h 1621094"/>
              <a:gd name="connsiteX53" fmla="*/ 4969433 w 9662615"/>
              <a:gd name="connsiteY53" fmla="*/ 1550865 h 1621094"/>
              <a:gd name="connsiteX54" fmla="*/ 4921303 w 9662615"/>
              <a:gd name="connsiteY54" fmla="*/ 1575379 h 1621094"/>
              <a:gd name="connsiteX55" fmla="*/ 4871726 w 9662615"/>
              <a:gd name="connsiteY55" fmla="*/ 1570584 h 1621094"/>
              <a:gd name="connsiteX56" fmla="*/ 4847242 w 9662615"/>
              <a:gd name="connsiteY56" fmla="*/ 1621094 h 1621094"/>
              <a:gd name="connsiteX57" fmla="*/ 4821058 w 9662615"/>
              <a:gd name="connsiteY57" fmla="*/ 1553078 h 1621094"/>
              <a:gd name="connsiteX58" fmla="*/ 4791466 w 9662615"/>
              <a:gd name="connsiteY58" fmla="*/ 1561324 h 1621094"/>
              <a:gd name="connsiteX59" fmla="*/ 4784247 w 9662615"/>
              <a:gd name="connsiteY59" fmla="*/ 1562342 h 1621094"/>
              <a:gd name="connsiteX60" fmla="*/ 4735334 w 9662615"/>
              <a:gd name="connsiteY60" fmla="*/ 1581778 h 1621094"/>
              <a:gd name="connsiteX61" fmla="*/ 4697562 w 9662615"/>
              <a:gd name="connsiteY61" fmla="*/ 1551206 h 1621094"/>
              <a:gd name="connsiteX62" fmla="*/ 4662664 w 9662615"/>
              <a:gd name="connsiteY62" fmla="*/ 1573162 h 1621094"/>
              <a:gd name="connsiteX63" fmla="*/ 4603028 w 9662615"/>
              <a:gd name="connsiteY63" fmla="*/ 1568821 h 1621094"/>
              <a:gd name="connsiteX64" fmla="*/ 4541612 w 9662615"/>
              <a:gd name="connsiteY64" fmla="*/ 1545262 h 1621094"/>
              <a:gd name="connsiteX65" fmla="*/ 4422155 w 9662615"/>
              <a:gd name="connsiteY65" fmla="*/ 1542059 h 1621094"/>
              <a:gd name="connsiteX66" fmla="*/ 4221826 w 9662615"/>
              <a:gd name="connsiteY66" fmla="*/ 1508923 h 1621094"/>
              <a:gd name="connsiteX67" fmla="*/ 4096601 w 9662615"/>
              <a:gd name="connsiteY67" fmla="*/ 1521563 h 1621094"/>
              <a:gd name="connsiteX68" fmla="*/ 3970635 w 9662615"/>
              <a:gd name="connsiteY68" fmla="*/ 1544815 h 1621094"/>
              <a:gd name="connsiteX69" fmla="*/ 3833906 w 9662615"/>
              <a:gd name="connsiteY69" fmla="*/ 1516637 h 1621094"/>
              <a:gd name="connsiteX70" fmla="*/ 3696258 w 9662615"/>
              <a:gd name="connsiteY70" fmla="*/ 1537563 h 1621094"/>
              <a:gd name="connsiteX71" fmla="*/ 3594070 w 9662615"/>
              <a:gd name="connsiteY71" fmla="*/ 1509422 h 1621094"/>
              <a:gd name="connsiteX72" fmla="*/ 3565233 w 9662615"/>
              <a:gd name="connsiteY72" fmla="*/ 1515122 h 1621094"/>
              <a:gd name="connsiteX73" fmla="*/ 3560267 w 9662615"/>
              <a:gd name="connsiteY73" fmla="*/ 1516288 h 1621094"/>
              <a:gd name="connsiteX74" fmla="*/ 3540258 w 9662615"/>
              <a:gd name="connsiteY74" fmla="*/ 1516976 h 1621094"/>
              <a:gd name="connsiteX75" fmla="*/ 3534780 w 9662615"/>
              <a:gd name="connsiteY75" fmla="*/ 1522141 h 1621094"/>
              <a:gd name="connsiteX76" fmla="*/ 3504783 w 9662615"/>
              <a:gd name="connsiteY76" fmla="*/ 1526739 h 1621094"/>
              <a:gd name="connsiteX77" fmla="*/ 3430805 w 9662615"/>
              <a:gd name="connsiteY77" fmla="*/ 1542521 h 1621094"/>
              <a:gd name="connsiteX78" fmla="*/ 3292707 w 9662615"/>
              <a:gd name="connsiteY78" fmla="*/ 1520490 h 1621094"/>
              <a:gd name="connsiteX79" fmla="*/ 3187872 w 9662615"/>
              <a:gd name="connsiteY79" fmla="*/ 1519991 h 1621094"/>
              <a:gd name="connsiteX80" fmla="*/ 3148026 w 9662615"/>
              <a:gd name="connsiteY80" fmla="*/ 1524777 h 1621094"/>
              <a:gd name="connsiteX81" fmla="*/ 3092394 w 9662615"/>
              <a:gd name="connsiteY81" fmla="*/ 1528115 h 1621094"/>
              <a:gd name="connsiteX82" fmla="*/ 2994200 w 9662615"/>
              <a:gd name="connsiteY82" fmla="*/ 1537857 h 1621094"/>
              <a:gd name="connsiteX83" fmla="*/ 2862301 w 9662615"/>
              <a:gd name="connsiteY83" fmla="*/ 1544250 h 1621094"/>
              <a:gd name="connsiteX84" fmla="*/ 2766335 w 9662615"/>
              <a:gd name="connsiteY84" fmla="*/ 1527662 h 1621094"/>
              <a:gd name="connsiteX85" fmla="*/ 2757836 w 9662615"/>
              <a:gd name="connsiteY85" fmla="*/ 1531371 h 1621094"/>
              <a:gd name="connsiteX86" fmla="*/ 2691555 w 9662615"/>
              <a:gd name="connsiteY86" fmla="*/ 1530283 h 1621094"/>
              <a:gd name="connsiteX87" fmla="*/ 2491676 w 9662615"/>
              <a:gd name="connsiteY87" fmla="*/ 1500859 h 1621094"/>
              <a:gd name="connsiteX88" fmla="*/ 2378036 w 9662615"/>
              <a:gd name="connsiteY88" fmla="*/ 1520645 h 1621094"/>
              <a:gd name="connsiteX89" fmla="*/ 2284269 w 9662615"/>
              <a:gd name="connsiteY89" fmla="*/ 1503068 h 1621094"/>
              <a:gd name="connsiteX90" fmla="*/ 2207104 w 9662615"/>
              <a:gd name="connsiteY90" fmla="*/ 1508888 h 1621094"/>
              <a:gd name="connsiteX91" fmla="*/ 2149226 w 9662615"/>
              <a:gd name="connsiteY91" fmla="*/ 1523409 h 1621094"/>
              <a:gd name="connsiteX92" fmla="*/ 2084783 w 9662615"/>
              <a:gd name="connsiteY92" fmla="*/ 1524245 h 1621094"/>
              <a:gd name="connsiteX93" fmla="*/ 2070075 w 9662615"/>
              <a:gd name="connsiteY93" fmla="*/ 1511285 h 1621094"/>
              <a:gd name="connsiteX94" fmla="*/ 2001057 w 9662615"/>
              <a:gd name="connsiteY94" fmla="*/ 1516449 h 1621094"/>
              <a:gd name="connsiteX95" fmla="*/ 1896330 w 9662615"/>
              <a:gd name="connsiteY95" fmla="*/ 1525725 h 1621094"/>
              <a:gd name="connsiteX96" fmla="*/ 1835994 w 9662615"/>
              <a:gd name="connsiteY96" fmla="*/ 1527678 h 1621094"/>
              <a:gd name="connsiteX97" fmla="*/ 1671119 w 9662615"/>
              <a:gd name="connsiteY97" fmla="*/ 1536701 h 1621094"/>
              <a:gd name="connsiteX98" fmla="*/ 1601337 w 9662615"/>
              <a:gd name="connsiteY98" fmla="*/ 1548552 h 1621094"/>
              <a:gd name="connsiteX99" fmla="*/ 1407755 w 9662615"/>
              <a:gd name="connsiteY99" fmla="*/ 1571444 h 1621094"/>
              <a:gd name="connsiteX100" fmla="*/ 1271994 w 9662615"/>
              <a:gd name="connsiteY100" fmla="*/ 1579471 h 1621094"/>
              <a:gd name="connsiteX101" fmla="*/ 1249226 w 9662615"/>
              <a:gd name="connsiteY101" fmla="*/ 1583140 h 1621094"/>
              <a:gd name="connsiteX102" fmla="*/ 1217719 w 9662615"/>
              <a:gd name="connsiteY102" fmla="*/ 1580863 h 1621094"/>
              <a:gd name="connsiteX103" fmla="*/ 1091432 w 9662615"/>
              <a:gd name="connsiteY103" fmla="*/ 1571003 h 1621094"/>
              <a:gd name="connsiteX104" fmla="*/ 992039 w 9662615"/>
              <a:gd name="connsiteY104" fmla="*/ 1556662 h 1621094"/>
              <a:gd name="connsiteX105" fmla="*/ 868264 w 9662615"/>
              <a:gd name="connsiteY105" fmla="*/ 1566392 h 1621094"/>
              <a:gd name="connsiteX106" fmla="*/ 792765 w 9662615"/>
              <a:gd name="connsiteY106" fmla="*/ 1563102 h 1621094"/>
              <a:gd name="connsiteX107" fmla="*/ 669055 w 9662615"/>
              <a:gd name="connsiteY107" fmla="*/ 1543638 h 1621094"/>
              <a:gd name="connsiteX108" fmla="*/ 506152 w 9662615"/>
              <a:gd name="connsiteY108" fmla="*/ 1549124 h 1621094"/>
              <a:gd name="connsiteX109" fmla="*/ 472797 w 9662615"/>
              <a:gd name="connsiteY109" fmla="*/ 1568904 h 1621094"/>
              <a:gd name="connsiteX110" fmla="*/ 427864 w 9662615"/>
              <a:gd name="connsiteY110" fmla="*/ 1580848 h 1621094"/>
              <a:gd name="connsiteX111" fmla="*/ 408381 w 9662615"/>
              <a:gd name="connsiteY111" fmla="*/ 1552940 h 1621094"/>
              <a:gd name="connsiteX112" fmla="*/ 267163 w 9662615"/>
              <a:gd name="connsiteY112" fmla="*/ 1531913 h 1621094"/>
              <a:gd name="connsiteX113" fmla="*/ 196644 w 9662615"/>
              <a:gd name="connsiteY113" fmla="*/ 1524565 h 1621094"/>
              <a:gd name="connsiteX114" fmla="*/ 86819 w 9662615"/>
              <a:gd name="connsiteY114" fmla="*/ 1519517 h 1621094"/>
              <a:gd name="connsiteX115" fmla="*/ 53369 w 9662615"/>
              <a:gd name="connsiteY115" fmla="*/ 1516853 h 1621094"/>
              <a:gd name="connsiteX116" fmla="*/ 2359 w 9662615"/>
              <a:gd name="connsiteY116" fmla="*/ 1515247 h 1621094"/>
              <a:gd name="connsiteX117" fmla="*/ 0 w 9662615"/>
              <a:gd name="connsiteY117" fmla="*/ 1514932 h 1621094"/>
              <a:gd name="connsiteX118" fmla="*/ 0 w 9662615"/>
              <a:gd name="connsiteY118" fmla="*/ 0 h 1621094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129812 w 9662615"/>
              <a:gd name="connsiteY49" fmla="*/ 1521277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1303 w 9662615"/>
              <a:gd name="connsiteY54" fmla="*/ 1575379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5334 w 9662615"/>
              <a:gd name="connsiteY60" fmla="*/ 1581778 h 1583140"/>
              <a:gd name="connsiteX61" fmla="*/ 4697562 w 9662615"/>
              <a:gd name="connsiteY61" fmla="*/ 1551206 h 1583140"/>
              <a:gd name="connsiteX62" fmla="*/ 4662664 w 9662615"/>
              <a:gd name="connsiteY62" fmla="*/ 1573162 h 1583140"/>
              <a:gd name="connsiteX63" fmla="*/ 4603028 w 9662615"/>
              <a:gd name="connsiteY63" fmla="*/ 1568821 h 1583140"/>
              <a:gd name="connsiteX64" fmla="*/ 4541612 w 9662615"/>
              <a:gd name="connsiteY64" fmla="*/ 1545262 h 1583140"/>
              <a:gd name="connsiteX65" fmla="*/ 4422155 w 9662615"/>
              <a:gd name="connsiteY65" fmla="*/ 1542059 h 1583140"/>
              <a:gd name="connsiteX66" fmla="*/ 4221826 w 9662615"/>
              <a:gd name="connsiteY66" fmla="*/ 1508923 h 1583140"/>
              <a:gd name="connsiteX67" fmla="*/ 4096601 w 9662615"/>
              <a:gd name="connsiteY67" fmla="*/ 1521563 h 1583140"/>
              <a:gd name="connsiteX68" fmla="*/ 3970635 w 9662615"/>
              <a:gd name="connsiteY68" fmla="*/ 1544815 h 1583140"/>
              <a:gd name="connsiteX69" fmla="*/ 3833906 w 9662615"/>
              <a:gd name="connsiteY69" fmla="*/ 1516637 h 1583140"/>
              <a:gd name="connsiteX70" fmla="*/ 3696258 w 9662615"/>
              <a:gd name="connsiteY70" fmla="*/ 1537563 h 1583140"/>
              <a:gd name="connsiteX71" fmla="*/ 3594070 w 9662615"/>
              <a:gd name="connsiteY71" fmla="*/ 1509422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129812 w 9662615"/>
              <a:gd name="connsiteY49" fmla="*/ 1521277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5334 w 9662615"/>
              <a:gd name="connsiteY60" fmla="*/ 1581778 h 1583140"/>
              <a:gd name="connsiteX61" fmla="*/ 4697562 w 9662615"/>
              <a:gd name="connsiteY61" fmla="*/ 1551206 h 1583140"/>
              <a:gd name="connsiteX62" fmla="*/ 4662664 w 9662615"/>
              <a:gd name="connsiteY62" fmla="*/ 1573162 h 1583140"/>
              <a:gd name="connsiteX63" fmla="*/ 4603028 w 9662615"/>
              <a:gd name="connsiteY63" fmla="*/ 1568821 h 1583140"/>
              <a:gd name="connsiteX64" fmla="*/ 4541612 w 9662615"/>
              <a:gd name="connsiteY64" fmla="*/ 1545262 h 1583140"/>
              <a:gd name="connsiteX65" fmla="*/ 4422155 w 9662615"/>
              <a:gd name="connsiteY65" fmla="*/ 1542059 h 1583140"/>
              <a:gd name="connsiteX66" fmla="*/ 4221826 w 9662615"/>
              <a:gd name="connsiteY66" fmla="*/ 1508923 h 1583140"/>
              <a:gd name="connsiteX67" fmla="*/ 4096601 w 9662615"/>
              <a:gd name="connsiteY67" fmla="*/ 1521563 h 1583140"/>
              <a:gd name="connsiteX68" fmla="*/ 3970635 w 9662615"/>
              <a:gd name="connsiteY68" fmla="*/ 1544815 h 1583140"/>
              <a:gd name="connsiteX69" fmla="*/ 3833906 w 9662615"/>
              <a:gd name="connsiteY69" fmla="*/ 1516637 h 1583140"/>
              <a:gd name="connsiteX70" fmla="*/ 3696258 w 9662615"/>
              <a:gd name="connsiteY70" fmla="*/ 1537563 h 1583140"/>
              <a:gd name="connsiteX71" fmla="*/ 3594070 w 9662615"/>
              <a:gd name="connsiteY71" fmla="*/ 1509422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97680"/>
              <a:gd name="connsiteX1" fmla="*/ 9662615 w 9662615"/>
              <a:gd name="connsiteY1" fmla="*/ 0 h 1597680"/>
              <a:gd name="connsiteX2" fmla="*/ 9662615 w 9662615"/>
              <a:gd name="connsiteY2" fmla="*/ 1280346 h 1597680"/>
              <a:gd name="connsiteX3" fmla="*/ 9658420 w 9662615"/>
              <a:gd name="connsiteY3" fmla="*/ 1280106 h 1597680"/>
              <a:gd name="connsiteX4" fmla="*/ 9469546 w 9662615"/>
              <a:gd name="connsiteY4" fmla="*/ 1289837 h 1597680"/>
              <a:gd name="connsiteX5" fmla="*/ 9385895 w 9662615"/>
              <a:gd name="connsiteY5" fmla="*/ 1269203 h 1597680"/>
              <a:gd name="connsiteX6" fmla="*/ 9144767 w 9662615"/>
              <a:gd name="connsiteY6" fmla="*/ 1264120 h 1597680"/>
              <a:gd name="connsiteX7" fmla="*/ 8837252 w 9662615"/>
              <a:gd name="connsiteY7" fmla="*/ 1350515 h 1597680"/>
              <a:gd name="connsiteX8" fmla="*/ 8705466 w 9662615"/>
              <a:gd name="connsiteY8" fmla="*/ 1342419 h 1597680"/>
              <a:gd name="connsiteX9" fmla="*/ 8652221 w 9662615"/>
              <a:gd name="connsiteY9" fmla="*/ 1326906 h 1597680"/>
              <a:gd name="connsiteX10" fmla="*/ 8632312 w 9662615"/>
              <a:gd name="connsiteY10" fmla="*/ 1326025 h 1597680"/>
              <a:gd name="connsiteX11" fmla="*/ 8591582 w 9662615"/>
              <a:gd name="connsiteY11" fmla="*/ 1341666 h 1597680"/>
              <a:gd name="connsiteX12" fmla="*/ 8537336 w 9662615"/>
              <a:gd name="connsiteY12" fmla="*/ 1341684 h 1597680"/>
              <a:gd name="connsiteX13" fmla="*/ 8472508 w 9662615"/>
              <a:gd name="connsiteY13" fmla="*/ 1363109 h 1597680"/>
              <a:gd name="connsiteX14" fmla="*/ 8258477 w 9662615"/>
              <a:gd name="connsiteY14" fmla="*/ 1370666 h 1597680"/>
              <a:gd name="connsiteX15" fmla="*/ 8197961 w 9662615"/>
              <a:gd name="connsiteY15" fmla="*/ 1392804 h 1597680"/>
              <a:gd name="connsiteX16" fmla="*/ 8171196 w 9662615"/>
              <a:gd name="connsiteY16" fmla="*/ 1397216 h 1597680"/>
              <a:gd name="connsiteX17" fmla="*/ 8127667 w 9662615"/>
              <a:gd name="connsiteY17" fmla="*/ 1418254 h 1597680"/>
              <a:gd name="connsiteX18" fmla="*/ 7974579 w 9662615"/>
              <a:gd name="connsiteY18" fmla="*/ 1383439 h 1597680"/>
              <a:gd name="connsiteX19" fmla="*/ 7768351 w 9662615"/>
              <a:gd name="connsiteY19" fmla="*/ 1395051 h 1597680"/>
              <a:gd name="connsiteX20" fmla="*/ 7635985 w 9662615"/>
              <a:gd name="connsiteY20" fmla="*/ 1386363 h 1597680"/>
              <a:gd name="connsiteX21" fmla="*/ 7466069 w 9662615"/>
              <a:gd name="connsiteY21" fmla="*/ 1377654 h 1597680"/>
              <a:gd name="connsiteX22" fmla="*/ 7355642 w 9662615"/>
              <a:gd name="connsiteY22" fmla="*/ 1407761 h 1597680"/>
              <a:gd name="connsiteX23" fmla="*/ 7151610 w 9662615"/>
              <a:gd name="connsiteY23" fmla="*/ 1397856 h 1597680"/>
              <a:gd name="connsiteX24" fmla="*/ 7082147 w 9662615"/>
              <a:gd name="connsiteY24" fmla="*/ 1406113 h 1597680"/>
              <a:gd name="connsiteX25" fmla="*/ 7014958 w 9662615"/>
              <a:gd name="connsiteY25" fmla="*/ 1396883 h 1597680"/>
              <a:gd name="connsiteX26" fmla="*/ 6907567 w 9662615"/>
              <a:gd name="connsiteY26" fmla="*/ 1419149 h 1597680"/>
              <a:gd name="connsiteX27" fmla="*/ 6748428 w 9662615"/>
              <a:gd name="connsiteY27" fmla="*/ 1420308 h 1597680"/>
              <a:gd name="connsiteX28" fmla="*/ 6654257 w 9662615"/>
              <a:gd name="connsiteY28" fmla="*/ 1424143 h 1597680"/>
              <a:gd name="connsiteX29" fmla="*/ 6620123 w 9662615"/>
              <a:gd name="connsiteY29" fmla="*/ 1430535 h 1597680"/>
              <a:gd name="connsiteX30" fmla="*/ 6571355 w 9662615"/>
              <a:gd name="connsiteY30" fmla="*/ 1436144 h 1597680"/>
              <a:gd name="connsiteX31" fmla="*/ 6486557 w 9662615"/>
              <a:gd name="connsiteY31" fmla="*/ 1449861 h 1597680"/>
              <a:gd name="connsiteX32" fmla="*/ 6370419 w 9662615"/>
              <a:gd name="connsiteY32" fmla="*/ 1461649 h 1597680"/>
              <a:gd name="connsiteX33" fmla="*/ 6278839 w 9662615"/>
              <a:gd name="connsiteY33" fmla="*/ 1449160 h 1597680"/>
              <a:gd name="connsiteX34" fmla="*/ 6272455 w 9662615"/>
              <a:gd name="connsiteY34" fmla="*/ 1453191 h 1597680"/>
              <a:gd name="connsiteX35" fmla="*/ 6212659 w 9662615"/>
              <a:gd name="connsiteY35" fmla="*/ 1454850 h 1597680"/>
              <a:gd name="connsiteX36" fmla="*/ 6069317 w 9662615"/>
              <a:gd name="connsiteY36" fmla="*/ 1445838 h 1597680"/>
              <a:gd name="connsiteX37" fmla="*/ 5878477 w 9662615"/>
              <a:gd name="connsiteY37" fmla="*/ 1439180 h 1597680"/>
              <a:gd name="connsiteX38" fmla="*/ 5838387 w 9662615"/>
              <a:gd name="connsiteY38" fmla="*/ 1444679 h 1597680"/>
              <a:gd name="connsiteX39" fmla="*/ 5771136 w 9662615"/>
              <a:gd name="connsiteY39" fmla="*/ 1453639 h 1597680"/>
              <a:gd name="connsiteX40" fmla="*/ 5724081 w 9662615"/>
              <a:gd name="connsiteY40" fmla="*/ 1470431 h 1597680"/>
              <a:gd name="connsiteX41" fmla="*/ 5666577 w 9662615"/>
              <a:gd name="connsiteY41" fmla="*/ 1473921 h 1597680"/>
              <a:gd name="connsiteX42" fmla="*/ 5649068 w 9662615"/>
              <a:gd name="connsiteY42" fmla="*/ 1461676 h 1597680"/>
              <a:gd name="connsiteX43" fmla="*/ 5588902 w 9662615"/>
              <a:gd name="connsiteY43" fmla="*/ 1469647 h 1597680"/>
              <a:gd name="connsiteX44" fmla="*/ 5498090 w 9662615"/>
              <a:gd name="connsiteY44" fmla="*/ 1483173 h 1597680"/>
              <a:gd name="connsiteX45" fmla="*/ 5444641 w 9662615"/>
              <a:gd name="connsiteY45" fmla="*/ 1487602 h 1597680"/>
              <a:gd name="connsiteX46" fmla="*/ 5299812 w 9662615"/>
              <a:gd name="connsiteY46" fmla="*/ 1503362 h 1597680"/>
              <a:gd name="connsiteX47" fmla="*/ 5213947 w 9662615"/>
              <a:gd name="connsiteY47" fmla="*/ 1516637 h 1597680"/>
              <a:gd name="connsiteX48" fmla="*/ 5090342 w 9662615"/>
              <a:gd name="connsiteY48" fmla="*/ 1546680 h 1597680"/>
              <a:gd name="connsiteX49" fmla="*/ 5129812 w 9662615"/>
              <a:gd name="connsiteY49" fmla="*/ 1521277 h 1597680"/>
              <a:gd name="connsiteX50" fmla="*/ 5059484 w 9662615"/>
              <a:gd name="connsiteY50" fmla="*/ 1546802 h 1597680"/>
              <a:gd name="connsiteX51" fmla="*/ 5038524 w 9662615"/>
              <a:gd name="connsiteY51" fmla="*/ 1545675 h 1597680"/>
              <a:gd name="connsiteX52" fmla="*/ 5026564 w 9662615"/>
              <a:gd name="connsiteY52" fmla="*/ 1545376 h 1597680"/>
              <a:gd name="connsiteX53" fmla="*/ 4969433 w 9662615"/>
              <a:gd name="connsiteY53" fmla="*/ 1550865 h 1597680"/>
              <a:gd name="connsiteX54" fmla="*/ 4929254 w 9662615"/>
              <a:gd name="connsiteY54" fmla="*/ 1563452 h 1597680"/>
              <a:gd name="connsiteX55" fmla="*/ 4871726 w 9662615"/>
              <a:gd name="connsiteY55" fmla="*/ 1570584 h 1597680"/>
              <a:gd name="connsiteX56" fmla="*/ 4843267 w 9662615"/>
              <a:gd name="connsiteY56" fmla="*/ 1561459 h 1597680"/>
              <a:gd name="connsiteX57" fmla="*/ 4821058 w 9662615"/>
              <a:gd name="connsiteY57" fmla="*/ 1553078 h 1597680"/>
              <a:gd name="connsiteX58" fmla="*/ 4791466 w 9662615"/>
              <a:gd name="connsiteY58" fmla="*/ 1561324 h 1597680"/>
              <a:gd name="connsiteX59" fmla="*/ 4784247 w 9662615"/>
              <a:gd name="connsiteY59" fmla="*/ 1562342 h 1597680"/>
              <a:gd name="connsiteX60" fmla="*/ 4743285 w 9662615"/>
              <a:gd name="connsiteY60" fmla="*/ 1597680 h 1597680"/>
              <a:gd name="connsiteX61" fmla="*/ 4697562 w 9662615"/>
              <a:gd name="connsiteY61" fmla="*/ 1551206 h 1597680"/>
              <a:gd name="connsiteX62" fmla="*/ 4662664 w 9662615"/>
              <a:gd name="connsiteY62" fmla="*/ 1573162 h 1597680"/>
              <a:gd name="connsiteX63" fmla="*/ 4603028 w 9662615"/>
              <a:gd name="connsiteY63" fmla="*/ 1568821 h 1597680"/>
              <a:gd name="connsiteX64" fmla="*/ 4541612 w 9662615"/>
              <a:gd name="connsiteY64" fmla="*/ 1545262 h 1597680"/>
              <a:gd name="connsiteX65" fmla="*/ 4422155 w 9662615"/>
              <a:gd name="connsiteY65" fmla="*/ 1542059 h 1597680"/>
              <a:gd name="connsiteX66" fmla="*/ 4221826 w 9662615"/>
              <a:gd name="connsiteY66" fmla="*/ 1508923 h 1597680"/>
              <a:gd name="connsiteX67" fmla="*/ 4096601 w 9662615"/>
              <a:gd name="connsiteY67" fmla="*/ 1521563 h 1597680"/>
              <a:gd name="connsiteX68" fmla="*/ 3970635 w 9662615"/>
              <a:gd name="connsiteY68" fmla="*/ 1544815 h 1597680"/>
              <a:gd name="connsiteX69" fmla="*/ 3833906 w 9662615"/>
              <a:gd name="connsiteY69" fmla="*/ 1516637 h 1597680"/>
              <a:gd name="connsiteX70" fmla="*/ 3696258 w 9662615"/>
              <a:gd name="connsiteY70" fmla="*/ 1537563 h 1597680"/>
              <a:gd name="connsiteX71" fmla="*/ 3594070 w 9662615"/>
              <a:gd name="connsiteY71" fmla="*/ 1509422 h 1597680"/>
              <a:gd name="connsiteX72" fmla="*/ 3565233 w 9662615"/>
              <a:gd name="connsiteY72" fmla="*/ 1515122 h 1597680"/>
              <a:gd name="connsiteX73" fmla="*/ 3560267 w 9662615"/>
              <a:gd name="connsiteY73" fmla="*/ 1516288 h 1597680"/>
              <a:gd name="connsiteX74" fmla="*/ 3540258 w 9662615"/>
              <a:gd name="connsiteY74" fmla="*/ 1516976 h 1597680"/>
              <a:gd name="connsiteX75" fmla="*/ 3534780 w 9662615"/>
              <a:gd name="connsiteY75" fmla="*/ 1522141 h 1597680"/>
              <a:gd name="connsiteX76" fmla="*/ 3504783 w 9662615"/>
              <a:gd name="connsiteY76" fmla="*/ 1526739 h 1597680"/>
              <a:gd name="connsiteX77" fmla="*/ 3430805 w 9662615"/>
              <a:gd name="connsiteY77" fmla="*/ 1542521 h 1597680"/>
              <a:gd name="connsiteX78" fmla="*/ 3292707 w 9662615"/>
              <a:gd name="connsiteY78" fmla="*/ 1520490 h 1597680"/>
              <a:gd name="connsiteX79" fmla="*/ 3187872 w 9662615"/>
              <a:gd name="connsiteY79" fmla="*/ 1519991 h 1597680"/>
              <a:gd name="connsiteX80" fmla="*/ 3148026 w 9662615"/>
              <a:gd name="connsiteY80" fmla="*/ 1524777 h 1597680"/>
              <a:gd name="connsiteX81" fmla="*/ 3092394 w 9662615"/>
              <a:gd name="connsiteY81" fmla="*/ 1528115 h 1597680"/>
              <a:gd name="connsiteX82" fmla="*/ 2994200 w 9662615"/>
              <a:gd name="connsiteY82" fmla="*/ 1537857 h 1597680"/>
              <a:gd name="connsiteX83" fmla="*/ 2862301 w 9662615"/>
              <a:gd name="connsiteY83" fmla="*/ 1544250 h 1597680"/>
              <a:gd name="connsiteX84" fmla="*/ 2766335 w 9662615"/>
              <a:gd name="connsiteY84" fmla="*/ 1527662 h 1597680"/>
              <a:gd name="connsiteX85" fmla="*/ 2757836 w 9662615"/>
              <a:gd name="connsiteY85" fmla="*/ 1531371 h 1597680"/>
              <a:gd name="connsiteX86" fmla="*/ 2691555 w 9662615"/>
              <a:gd name="connsiteY86" fmla="*/ 1530283 h 1597680"/>
              <a:gd name="connsiteX87" fmla="*/ 2491676 w 9662615"/>
              <a:gd name="connsiteY87" fmla="*/ 1500859 h 1597680"/>
              <a:gd name="connsiteX88" fmla="*/ 2378036 w 9662615"/>
              <a:gd name="connsiteY88" fmla="*/ 1520645 h 1597680"/>
              <a:gd name="connsiteX89" fmla="*/ 2284269 w 9662615"/>
              <a:gd name="connsiteY89" fmla="*/ 1503068 h 1597680"/>
              <a:gd name="connsiteX90" fmla="*/ 2207104 w 9662615"/>
              <a:gd name="connsiteY90" fmla="*/ 1508888 h 1597680"/>
              <a:gd name="connsiteX91" fmla="*/ 2149226 w 9662615"/>
              <a:gd name="connsiteY91" fmla="*/ 1523409 h 1597680"/>
              <a:gd name="connsiteX92" fmla="*/ 2084783 w 9662615"/>
              <a:gd name="connsiteY92" fmla="*/ 1524245 h 1597680"/>
              <a:gd name="connsiteX93" fmla="*/ 2070075 w 9662615"/>
              <a:gd name="connsiteY93" fmla="*/ 1511285 h 1597680"/>
              <a:gd name="connsiteX94" fmla="*/ 2001057 w 9662615"/>
              <a:gd name="connsiteY94" fmla="*/ 1516449 h 1597680"/>
              <a:gd name="connsiteX95" fmla="*/ 1896330 w 9662615"/>
              <a:gd name="connsiteY95" fmla="*/ 1525725 h 1597680"/>
              <a:gd name="connsiteX96" fmla="*/ 1835994 w 9662615"/>
              <a:gd name="connsiteY96" fmla="*/ 1527678 h 1597680"/>
              <a:gd name="connsiteX97" fmla="*/ 1671119 w 9662615"/>
              <a:gd name="connsiteY97" fmla="*/ 1536701 h 1597680"/>
              <a:gd name="connsiteX98" fmla="*/ 1601337 w 9662615"/>
              <a:gd name="connsiteY98" fmla="*/ 1548552 h 1597680"/>
              <a:gd name="connsiteX99" fmla="*/ 1407755 w 9662615"/>
              <a:gd name="connsiteY99" fmla="*/ 1571444 h 1597680"/>
              <a:gd name="connsiteX100" fmla="*/ 1271994 w 9662615"/>
              <a:gd name="connsiteY100" fmla="*/ 1579471 h 1597680"/>
              <a:gd name="connsiteX101" fmla="*/ 1249226 w 9662615"/>
              <a:gd name="connsiteY101" fmla="*/ 1583140 h 1597680"/>
              <a:gd name="connsiteX102" fmla="*/ 1217719 w 9662615"/>
              <a:gd name="connsiteY102" fmla="*/ 1580863 h 1597680"/>
              <a:gd name="connsiteX103" fmla="*/ 1091432 w 9662615"/>
              <a:gd name="connsiteY103" fmla="*/ 1571003 h 1597680"/>
              <a:gd name="connsiteX104" fmla="*/ 992039 w 9662615"/>
              <a:gd name="connsiteY104" fmla="*/ 1556662 h 1597680"/>
              <a:gd name="connsiteX105" fmla="*/ 868264 w 9662615"/>
              <a:gd name="connsiteY105" fmla="*/ 1566392 h 1597680"/>
              <a:gd name="connsiteX106" fmla="*/ 792765 w 9662615"/>
              <a:gd name="connsiteY106" fmla="*/ 1563102 h 1597680"/>
              <a:gd name="connsiteX107" fmla="*/ 669055 w 9662615"/>
              <a:gd name="connsiteY107" fmla="*/ 1543638 h 1597680"/>
              <a:gd name="connsiteX108" fmla="*/ 506152 w 9662615"/>
              <a:gd name="connsiteY108" fmla="*/ 1549124 h 1597680"/>
              <a:gd name="connsiteX109" fmla="*/ 472797 w 9662615"/>
              <a:gd name="connsiteY109" fmla="*/ 1568904 h 1597680"/>
              <a:gd name="connsiteX110" fmla="*/ 427864 w 9662615"/>
              <a:gd name="connsiteY110" fmla="*/ 1580848 h 1597680"/>
              <a:gd name="connsiteX111" fmla="*/ 408381 w 9662615"/>
              <a:gd name="connsiteY111" fmla="*/ 1552940 h 1597680"/>
              <a:gd name="connsiteX112" fmla="*/ 267163 w 9662615"/>
              <a:gd name="connsiteY112" fmla="*/ 1531913 h 1597680"/>
              <a:gd name="connsiteX113" fmla="*/ 196644 w 9662615"/>
              <a:gd name="connsiteY113" fmla="*/ 1524565 h 1597680"/>
              <a:gd name="connsiteX114" fmla="*/ 86819 w 9662615"/>
              <a:gd name="connsiteY114" fmla="*/ 1519517 h 1597680"/>
              <a:gd name="connsiteX115" fmla="*/ 53369 w 9662615"/>
              <a:gd name="connsiteY115" fmla="*/ 1516853 h 1597680"/>
              <a:gd name="connsiteX116" fmla="*/ 2359 w 9662615"/>
              <a:gd name="connsiteY116" fmla="*/ 1515247 h 1597680"/>
              <a:gd name="connsiteX117" fmla="*/ 0 w 9662615"/>
              <a:gd name="connsiteY117" fmla="*/ 1514932 h 1597680"/>
              <a:gd name="connsiteX118" fmla="*/ 0 w 9662615"/>
              <a:gd name="connsiteY118" fmla="*/ 0 h 1597680"/>
              <a:gd name="connsiteX0" fmla="*/ 0 w 9662615"/>
              <a:gd name="connsiteY0" fmla="*/ 0 h 1603753"/>
              <a:gd name="connsiteX1" fmla="*/ 9662615 w 9662615"/>
              <a:gd name="connsiteY1" fmla="*/ 0 h 1603753"/>
              <a:gd name="connsiteX2" fmla="*/ 9662615 w 9662615"/>
              <a:gd name="connsiteY2" fmla="*/ 1280346 h 1603753"/>
              <a:gd name="connsiteX3" fmla="*/ 9658420 w 9662615"/>
              <a:gd name="connsiteY3" fmla="*/ 1280106 h 1603753"/>
              <a:gd name="connsiteX4" fmla="*/ 9469546 w 9662615"/>
              <a:gd name="connsiteY4" fmla="*/ 1289837 h 1603753"/>
              <a:gd name="connsiteX5" fmla="*/ 9385895 w 9662615"/>
              <a:gd name="connsiteY5" fmla="*/ 1269203 h 1603753"/>
              <a:gd name="connsiteX6" fmla="*/ 9144767 w 9662615"/>
              <a:gd name="connsiteY6" fmla="*/ 1264120 h 1603753"/>
              <a:gd name="connsiteX7" fmla="*/ 8837252 w 9662615"/>
              <a:gd name="connsiteY7" fmla="*/ 1350515 h 1603753"/>
              <a:gd name="connsiteX8" fmla="*/ 8705466 w 9662615"/>
              <a:gd name="connsiteY8" fmla="*/ 1342419 h 1603753"/>
              <a:gd name="connsiteX9" fmla="*/ 8652221 w 9662615"/>
              <a:gd name="connsiteY9" fmla="*/ 1326906 h 1603753"/>
              <a:gd name="connsiteX10" fmla="*/ 8632312 w 9662615"/>
              <a:gd name="connsiteY10" fmla="*/ 1326025 h 1603753"/>
              <a:gd name="connsiteX11" fmla="*/ 8591582 w 9662615"/>
              <a:gd name="connsiteY11" fmla="*/ 1341666 h 1603753"/>
              <a:gd name="connsiteX12" fmla="*/ 8537336 w 9662615"/>
              <a:gd name="connsiteY12" fmla="*/ 1341684 h 1603753"/>
              <a:gd name="connsiteX13" fmla="*/ 8472508 w 9662615"/>
              <a:gd name="connsiteY13" fmla="*/ 1363109 h 1603753"/>
              <a:gd name="connsiteX14" fmla="*/ 8258477 w 9662615"/>
              <a:gd name="connsiteY14" fmla="*/ 1370666 h 1603753"/>
              <a:gd name="connsiteX15" fmla="*/ 8197961 w 9662615"/>
              <a:gd name="connsiteY15" fmla="*/ 1392804 h 1603753"/>
              <a:gd name="connsiteX16" fmla="*/ 8171196 w 9662615"/>
              <a:gd name="connsiteY16" fmla="*/ 1397216 h 1603753"/>
              <a:gd name="connsiteX17" fmla="*/ 8127667 w 9662615"/>
              <a:gd name="connsiteY17" fmla="*/ 1418254 h 1603753"/>
              <a:gd name="connsiteX18" fmla="*/ 7974579 w 9662615"/>
              <a:gd name="connsiteY18" fmla="*/ 1383439 h 1603753"/>
              <a:gd name="connsiteX19" fmla="*/ 7768351 w 9662615"/>
              <a:gd name="connsiteY19" fmla="*/ 1395051 h 1603753"/>
              <a:gd name="connsiteX20" fmla="*/ 7635985 w 9662615"/>
              <a:gd name="connsiteY20" fmla="*/ 1386363 h 1603753"/>
              <a:gd name="connsiteX21" fmla="*/ 7466069 w 9662615"/>
              <a:gd name="connsiteY21" fmla="*/ 1377654 h 1603753"/>
              <a:gd name="connsiteX22" fmla="*/ 7355642 w 9662615"/>
              <a:gd name="connsiteY22" fmla="*/ 1407761 h 1603753"/>
              <a:gd name="connsiteX23" fmla="*/ 7151610 w 9662615"/>
              <a:gd name="connsiteY23" fmla="*/ 1397856 h 1603753"/>
              <a:gd name="connsiteX24" fmla="*/ 7082147 w 9662615"/>
              <a:gd name="connsiteY24" fmla="*/ 1406113 h 1603753"/>
              <a:gd name="connsiteX25" fmla="*/ 7014958 w 9662615"/>
              <a:gd name="connsiteY25" fmla="*/ 1396883 h 1603753"/>
              <a:gd name="connsiteX26" fmla="*/ 6907567 w 9662615"/>
              <a:gd name="connsiteY26" fmla="*/ 1419149 h 1603753"/>
              <a:gd name="connsiteX27" fmla="*/ 6748428 w 9662615"/>
              <a:gd name="connsiteY27" fmla="*/ 1420308 h 1603753"/>
              <a:gd name="connsiteX28" fmla="*/ 6654257 w 9662615"/>
              <a:gd name="connsiteY28" fmla="*/ 1424143 h 1603753"/>
              <a:gd name="connsiteX29" fmla="*/ 6620123 w 9662615"/>
              <a:gd name="connsiteY29" fmla="*/ 1430535 h 1603753"/>
              <a:gd name="connsiteX30" fmla="*/ 6571355 w 9662615"/>
              <a:gd name="connsiteY30" fmla="*/ 1436144 h 1603753"/>
              <a:gd name="connsiteX31" fmla="*/ 6486557 w 9662615"/>
              <a:gd name="connsiteY31" fmla="*/ 1449861 h 1603753"/>
              <a:gd name="connsiteX32" fmla="*/ 6370419 w 9662615"/>
              <a:gd name="connsiteY32" fmla="*/ 1461649 h 1603753"/>
              <a:gd name="connsiteX33" fmla="*/ 6278839 w 9662615"/>
              <a:gd name="connsiteY33" fmla="*/ 1449160 h 1603753"/>
              <a:gd name="connsiteX34" fmla="*/ 6272455 w 9662615"/>
              <a:gd name="connsiteY34" fmla="*/ 1453191 h 1603753"/>
              <a:gd name="connsiteX35" fmla="*/ 6212659 w 9662615"/>
              <a:gd name="connsiteY35" fmla="*/ 1454850 h 1603753"/>
              <a:gd name="connsiteX36" fmla="*/ 6069317 w 9662615"/>
              <a:gd name="connsiteY36" fmla="*/ 1445838 h 1603753"/>
              <a:gd name="connsiteX37" fmla="*/ 5878477 w 9662615"/>
              <a:gd name="connsiteY37" fmla="*/ 1439180 h 1603753"/>
              <a:gd name="connsiteX38" fmla="*/ 5838387 w 9662615"/>
              <a:gd name="connsiteY38" fmla="*/ 1444679 h 1603753"/>
              <a:gd name="connsiteX39" fmla="*/ 5771136 w 9662615"/>
              <a:gd name="connsiteY39" fmla="*/ 1453639 h 1603753"/>
              <a:gd name="connsiteX40" fmla="*/ 5724081 w 9662615"/>
              <a:gd name="connsiteY40" fmla="*/ 1470431 h 1603753"/>
              <a:gd name="connsiteX41" fmla="*/ 5666577 w 9662615"/>
              <a:gd name="connsiteY41" fmla="*/ 1473921 h 1603753"/>
              <a:gd name="connsiteX42" fmla="*/ 5649068 w 9662615"/>
              <a:gd name="connsiteY42" fmla="*/ 1461676 h 1603753"/>
              <a:gd name="connsiteX43" fmla="*/ 5588902 w 9662615"/>
              <a:gd name="connsiteY43" fmla="*/ 1469647 h 1603753"/>
              <a:gd name="connsiteX44" fmla="*/ 5498090 w 9662615"/>
              <a:gd name="connsiteY44" fmla="*/ 1483173 h 1603753"/>
              <a:gd name="connsiteX45" fmla="*/ 5444641 w 9662615"/>
              <a:gd name="connsiteY45" fmla="*/ 1487602 h 1603753"/>
              <a:gd name="connsiteX46" fmla="*/ 5299812 w 9662615"/>
              <a:gd name="connsiteY46" fmla="*/ 1503362 h 1603753"/>
              <a:gd name="connsiteX47" fmla="*/ 5213947 w 9662615"/>
              <a:gd name="connsiteY47" fmla="*/ 1516637 h 1603753"/>
              <a:gd name="connsiteX48" fmla="*/ 5090342 w 9662615"/>
              <a:gd name="connsiteY48" fmla="*/ 1546680 h 1603753"/>
              <a:gd name="connsiteX49" fmla="*/ 5129812 w 9662615"/>
              <a:gd name="connsiteY49" fmla="*/ 1521277 h 1603753"/>
              <a:gd name="connsiteX50" fmla="*/ 5059484 w 9662615"/>
              <a:gd name="connsiteY50" fmla="*/ 1546802 h 1603753"/>
              <a:gd name="connsiteX51" fmla="*/ 5038524 w 9662615"/>
              <a:gd name="connsiteY51" fmla="*/ 1545675 h 1603753"/>
              <a:gd name="connsiteX52" fmla="*/ 5026564 w 9662615"/>
              <a:gd name="connsiteY52" fmla="*/ 1545376 h 1603753"/>
              <a:gd name="connsiteX53" fmla="*/ 4969433 w 9662615"/>
              <a:gd name="connsiteY53" fmla="*/ 1550865 h 1603753"/>
              <a:gd name="connsiteX54" fmla="*/ 4929254 w 9662615"/>
              <a:gd name="connsiteY54" fmla="*/ 1563452 h 1603753"/>
              <a:gd name="connsiteX55" fmla="*/ 4871726 w 9662615"/>
              <a:gd name="connsiteY55" fmla="*/ 1570584 h 1603753"/>
              <a:gd name="connsiteX56" fmla="*/ 4843267 w 9662615"/>
              <a:gd name="connsiteY56" fmla="*/ 1561459 h 1603753"/>
              <a:gd name="connsiteX57" fmla="*/ 4821058 w 9662615"/>
              <a:gd name="connsiteY57" fmla="*/ 1553078 h 1603753"/>
              <a:gd name="connsiteX58" fmla="*/ 4791466 w 9662615"/>
              <a:gd name="connsiteY58" fmla="*/ 1561324 h 1603753"/>
              <a:gd name="connsiteX59" fmla="*/ 4784247 w 9662615"/>
              <a:gd name="connsiteY59" fmla="*/ 1562342 h 1603753"/>
              <a:gd name="connsiteX60" fmla="*/ 4743285 w 9662615"/>
              <a:gd name="connsiteY60" fmla="*/ 1597680 h 1603753"/>
              <a:gd name="connsiteX61" fmla="*/ 4697562 w 9662615"/>
              <a:gd name="connsiteY61" fmla="*/ 1551206 h 1603753"/>
              <a:gd name="connsiteX62" fmla="*/ 4662664 w 9662615"/>
              <a:gd name="connsiteY62" fmla="*/ 1573162 h 1603753"/>
              <a:gd name="connsiteX63" fmla="*/ 4603028 w 9662615"/>
              <a:gd name="connsiteY63" fmla="*/ 1568821 h 1603753"/>
              <a:gd name="connsiteX64" fmla="*/ 4541612 w 9662615"/>
              <a:gd name="connsiteY64" fmla="*/ 1545262 h 1603753"/>
              <a:gd name="connsiteX65" fmla="*/ 4422155 w 9662615"/>
              <a:gd name="connsiteY65" fmla="*/ 1542059 h 1603753"/>
              <a:gd name="connsiteX66" fmla="*/ 4221826 w 9662615"/>
              <a:gd name="connsiteY66" fmla="*/ 1508923 h 1603753"/>
              <a:gd name="connsiteX67" fmla="*/ 4096601 w 9662615"/>
              <a:gd name="connsiteY67" fmla="*/ 1521563 h 1603753"/>
              <a:gd name="connsiteX68" fmla="*/ 3970635 w 9662615"/>
              <a:gd name="connsiteY68" fmla="*/ 1544815 h 1603753"/>
              <a:gd name="connsiteX69" fmla="*/ 3833906 w 9662615"/>
              <a:gd name="connsiteY69" fmla="*/ 1516637 h 1603753"/>
              <a:gd name="connsiteX70" fmla="*/ 3696258 w 9662615"/>
              <a:gd name="connsiteY70" fmla="*/ 1537563 h 1603753"/>
              <a:gd name="connsiteX71" fmla="*/ 3594070 w 9662615"/>
              <a:gd name="connsiteY71" fmla="*/ 1509422 h 1603753"/>
              <a:gd name="connsiteX72" fmla="*/ 3565233 w 9662615"/>
              <a:gd name="connsiteY72" fmla="*/ 1515122 h 1603753"/>
              <a:gd name="connsiteX73" fmla="*/ 3560267 w 9662615"/>
              <a:gd name="connsiteY73" fmla="*/ 1516288 h 1603753"/>
              <a:gd name="connsiteX74" fmla="*/ 3540258 w 9662615"/>
              <a:gd name="connsiteY74" fmla="*/ 1516976 h 1603753"/>
              <a:gd name="connsiteX75" fmla="*/ 3534780 w 9662615"/>
              <a:gd name="connsiteY75" fmla="*/ 1522141 h 1603753"/>
              <a:gd name="connsiteX76" fmla="*/ 3504783 w 9662615"/>
              <a:gd name="connsiteY76" fmla="*/ 1526739 h 1603753"/>
              <a:gd name="connsiteX77" fmla="*/ 3430805 w 9662615"/>
              <a:gd name="connsiteY77" fmla="*/ 1542521 h 1603753"/>
              <a:gd name="connsiteX78" fmla="*/ 3292707 w 9662615"/>
              <a:gd name="connsiteY78" fmla="*/ 1520490 h 1603753"/>
              <a:gd name="connsiteX79" fmla="*/ 3187872 w 9662615"/>
              <a:gd name="connsiteY79" fmla="*/ 1519991 h 1603753"/>
              <a:gd name="connsiteX80" fmla="*/ 3148026 w 9662615"/>
              <a:gd name="connsiteY80" fmla="*/ 1524777 h 1603753"/>
              <a:gd name="connsiteX81" fmla="*/ 3092394 w 9662615"/>
              <a:gd name="connsiteY81" fmla="*/ 1528115 h 1603753"/>
              <a:gd name="connsiteX82" fmla="*/ 2994200 w 9662615"/>
              <a:gd name="connsiteY82" fmla="*/ 1537857 h 1603753"/>
              <a:gd name="connsiteX83" fmla="*/ 2862301 w 9662615"/>
              <a:gd name="connsiteY83" fmla="*/ 1544250 h 1603753"/>
              <a:gd name="connsiteX84" fmla="*/ 2766335 w 9662615"/>
              <a:gd name="connsiteY84" fmla="*/ 1527662 h 1603753"/>
              <a:gd name="connsiteX85" fmla="*/ 2757836 w 9662615"/>
              <a:gd name="connsiteY85" fmla="*/ 1531371 h 1603753"/>
              <a:gd name="connsiteX86" fmla="*/ 2691555 w 9662615"/>
              <a:gd name="connsiteY86" fmla="*/ 1530283 h 1603753"/>
              <a:gd name="connsiteX87" fmla="*/ 2491676 w 9662615"/>
              <a:gd name="connsiteY87" fmla="*/ 1500859 h 1603753"/>
              <a:gd name="connsiteX88" fmla="*/ 2378036 w 9662615"/>
              <a:gd name="connsiteY88" fmla="*/ 1520645 h 1603753"/>
              <a:gd name="connsiteX89" fmla="*/ 2284269 w 9662615"/>
              <a:gd name="connsiteY89" fmla="*/ 1503068 h 1603753"/>
              <a:gd name="connsiteX90" fmla="*/ 2207104 w 9662615"/>
              <a:gd name="connsiteY90" fmla="*/ 1508888 h 1603753"/>
              <a:gd name="connsiteX91" fmla="*/ 2149226 w 9662615"/>
              <a:gd name="connsiteY91" fmla="*/ 1523409 h 1603753"/>
              <a:gd name="connsiteX92" fmla="*/ 2084783 w 9662615"/>
              <a:gd name="connsiteY92" fmla="*/ 1524245 h 1603753"/>
              <a:gd name="connsiteX93" fmla="*/ 2070075 w 9662615"/>
              <a:gd name="connsiteY93" fmla="*/ 1511285 h 1603753"/>
              <a:gd name="connsiteX94" fmla="*/ 2001057 w 9662615"/>
              <a:gd name="connsiteY94" fmla="*/ 1516449 h 1603753"/>
              <a:gd name="connsiteX95" fmla="*/ 1896330 w 9662615"/>
              <a:gd name="connsiteY95" fmla="*/ 1525725 h 1603753"/>
              <a:gd name="connsiteX96" fmla="*/ 1835994 w 9662615"/>
              <a:gd name="connsiteY96" fmla="*/ 1527678 h 1603753"/>
              <a:gd name="connsiteX97" fmla="*/ 1671119 w 9662615"/>
              <a:gd name="connsiteY97" fmla="*/ 1536701 h 1603753"/>
              <a:gd name="connsiteX98" fmla="*/ 1601337 w 9662615"/>
              <a:gd name="connsiteY98" fmla="*/ 1548552 h 1603753"/>
              <a:gd name="connsiteX99" fmla="*/ 1407755 w 9662615"/>
              <a:gd name="connsiteY99" fmla="*/ 1571444 h 1603753"/>
              <a:gd name="connsiteX100" fmla="*/ 1271994 w 9662615"/>
              <a:gd name="connsiteY100" fmla="*/ 1579471 h 1603753"/>
              <a:gd name="connsiteX101" fmla="*/ 1249226 w 9662615"/>
              <a:gd name="connsiteY101" fmla="*/ 1583140 h 1603753"/>
              <a:gd name="connsiteX102" fmla="*/ 1217719 w 9662615"/>
              <a:gd name="connsiteY102" fmla="*/ 1580863 h 1603753"/>
              <a:gd name="connsiteX103" fmla="*/ 1091432 w 9662615"/>
              <a:gd name="connsiteY103" fmla="*/ 1571003 h 1603753"/>
              <a:gd name="connsiteX104" fmla="*/ 992039 w 9662615"/>
              <a:gd name="connsiteY104" fmla="*/ 1556662 h 1603753"/>
              <a:gd name="connsiteX105" fmla="*/ 868264 w 9662615"/>
              <a:gd name="connsiteY105" fmla="*/ 1566392 h 1603753"/>
              <a:gd name="connsiteX106" fmla="*/ 792765 w 9662615"/>
              <a:gd name="connsiteY106" fmla="*/ 1563102 h 1603753"/>
              <a:gd name="connsiteX107" fmla="*/ 669055 w 9662615"/>
              <a:gd name="connsiteY107" fmla="*/ 1543638 h 1603753"/>
              <a:gd name="connsiteX108" fmla="*/ 506152 w 9662615"/>
              <a:gd name="connsiteY108" fmla="*/ 1549124 h 1603753"/>
              <a:gd name="connsiteX109" fmla="*/ 472797 w 9662615"/>
              <a:gd name="connsiteY109" fmla="*/ 1568904 h 1603753"/>
              <a:gd name="connsiteX110" fmla="*/ 427864 w 9662615"/>
              <a:gd name="connsiteY110" fmla="*/ 1580848 h 1603753"/>
              <a:gd name="connsiteX111" fmla="*/ 408381 w 9662615"/>
              <a:gd name="connsiteY111" fmla="*/ 1552940 h 1603753"/>
              <a:gd name="connsiteX112" fmla="*/ 267163 w 9662615"/>
              <a:gd name="connsiteY112" fmla="*/ 1531913 h 1603753"/>
              <a:gd name="connsiteX113" fmla="*/ 196644 w 9662615"/>
              <a:gd name="connsiteY113" fmla="*/ 1524565 h 1603753"/>
              <a:gd name="connsiteX114" fmla="*/ 86819 w 9662615"/>
              <a:gd name="connsiteY114" fmla="*/ 1519517 h 1603753"/>
              <a:gd name="connsiteX115" fmla="*/ 53369 w 9662615"/>
              <a:gd name="connsiteY115" fmla="*/ 1516853 h 1603753"/>
              <a:gd name="connsiteX116" fmla="*/ 2359 w 9662615"/>
              <a:gd name="connsiteY116" fmla="*/ 1515247 h 1603753"/>
              <a:gd name="connsiteX117" fmla="*/ 0 w 9662615"/>
              <a:gd name="connsiteY117" fmla="*/ 1514932 h 1603753"/>
              <a:gd name="connsiteX118" fmla="*/ 0 w 9662615"/>
              <a:gd name="connsiteY118" fmla="*/ 0 h 1603753"/>
              <a:gd name="connsiteX0" fmla="*/ 0 w 9662615"/>
              <a:gd name="connsiteY0" fmla="*/ 0 h 1603753"/>
              <a:gd name="connsiteX1" fmla="*/ 9662615 w 9662615"/>
              <a:gd name="connsiteY1" fmla="*/ 0 h 1603753"/>
              <a:gd name="connsiteX2" fmla="*/ 9662615 w 9662615"/>
              <a:gd name="connsiteY2" fmla="*/ 1280346 h 1603753"/>
              <a:gd name="connsiteX3" fmla="*/ 9658420 w 9662615"/>
              <a:gd name="connsiteY3" fmla="*/ 1280106 h 1603753"/>
              <a:gd name="connsiteX4" fmla="*/ 9469546 w 9662615"/>
              <a:gd name="connsiteY4" fmla="*/ 1289837 h 1603753"/>
              <a:gd name="connsiteX5" fmla="*/ 9385895 w 9662615"/>
              <a:gd name="connsiteY5" fmla="*/ 1269203 h 1603753"/>
              <a:gd name="connsiteX6" fmla="*/ 9144767 w 9662615"/>
              <a:gd name="connsiteY6" fmla="*/ 1264120 h 1603753"/>
              <a:gd name="connsiteX7" fmla="*/ 8837252 w 9662615"/>
              <a:gd name="connsiteY7" fmla="*/ 1350515 h 1603753"/>
              <a:gd name="connsiteX8" fmla="*/ 8705466 w 9662615"/>
              <a:gd name="connsiteY8" fmla="*/ 1342419 h 1603753"/>
              <a:gd name="connsiteX9" fmla="*/ 8652221 w 9662615"/>
              <a:gd name="connsiteY9" fmla="*/ 1326906 h 1603753"/>
              <a:gd name="connsiteX10" fmla="*/ 8632312 w 9662615"/>
              <a:gd name="connsiteY10" fmla="*/ 1326025 h 1603753"/>
              <a:gd name="connsiteX11" fmla="*/ 8591582 w 9662615"/>
              <a:gd name="connsiteY11" fmla="*/ 1341666 h 1603753"/>
              <a:gd name="connsiteX12" fmla="*/ 8537336 w 9662615"/>
              <a:gd name="connsiteY12" fmla="*/ 1341684 h 1603753"/>
              <a:gd name="connsiteX13" fmla="*/ 8472508 w 9662615"/>
              <a:gd name="connsiteY13" fmla="*/ 1363109 h 1603753"/>
              <a:gd name="connsiteX14" fmla="*/ 8258477 w 9662615"/>
              <a:gd name="connsiteY14" fmla="*/ 1370666 h 1603753"/>
              <a:gd name="connsiteX15" fmla="*/ 8197961 w 9662615"/>
              <a:gd name="connsiteY15" fmla="*/ 1392804 h 1603753"/>
              <a:gd name="connsiteX16" fmla="*/ 8171196 w 9662615"/>
              <a:gd name="connsiteY16" fmla="*/ 1397216 h 1603753"/>
              <a:gd name="connsiteX17" fmla="*/ 8127667 w 9662615"/>
              <a:gd name="connsiteY17" fmla="*/ 1418254 h 1603753"/>
              <a:gd name="connsiteX18" fmla="*/ 7974579 w 9662615"/>
              <a:gd name="connsiteY18" fmla="*/ 1383439 h 1603753"/>
              <a:gd name="connsiteX19" fmla="*/ 7768351 w 9662615"/>
              <a:gd name="connsiteY19" fmla="*/ 1395051 h 1603753"/>
              <a:gd name="connsiteX20" fmla="*/ 7635985 w 9662615"/>
              <a:gd name="connsiteY20" fmla="*/ 1386363 h 1603753"/>
              <a:gd name="connsiteX21" fmla="*/ 7466069 w 9662615"/>
              <a:gd name="connsiteY21" fmla="*/ 1377654 h 1603753"/>
              <a:gd name="connsiteX22" fmla="*/ 7355642 w 9662615"/>
              <a:gd name="connsiteY22" fmla="*/ 1407761 h 1603753"/>
              <a:gd name="connsiteX23" fmla="*/ 7151610 w 9662615"/>
              <a:gd name="connsiteY23" fmla="*/ 1397856 h 1603753"/>
              <a:gd name="connsiteX24" fmla="*/ 7082147 w 9662615"/>
              <a:gd name="connsiteY24" fmla="*/ 1406113 h 1603753"/>
              <a:gd name="connsiteX25" fmla="*/ 7014958 w 9662615"/>
              <a:gd name="connsiteY25" fmla="*/ 1396883 h 1603753"/>
              <a:gd name="connsiteX26" fmla="*/ 6907567 w 9662615"/>
              <a:gd name="connsiteY26" fmla="*/ 1419149 h 1603753"/>
              <a:gd name="connsiteX27" fmla="*/ 6748428 w 9662615"/>
              <a:gd name="connsiteY27" fmla="*/ 1420308 h 1603753"/>
              <a:gd name="connsiteX28" fmla="*/ 6654257 w 9662615"/>
              <a:gd name="connsiteY28" fmla="*/ 1424143 h 1603753"/>
              <a:gd name="connsiteX29" fmla="*/ 6620123 w 9662615"/>
              <a:gd name="connsiteY29" fmla="*/ 1430535 h 1603753"/>
              <a:gd name="connsiteX30" fmla="*/ 6571355 w 9662615"/>
              <a:gd name="connsiteY30" fmla="*/ 1436144 h 1603753"/>
              <a:gd name="connsiteX31" fmla="*/ 6486557 w 9662615"/>
              <a:gd name="connsiteY31" fmla="*/ 1449861 h 1603753"/>
              <a:gd name="connsiteX32" fmla="*/ 6370419 w 9662615"/>
              <a:gd name="connsiteY32" fmla="*/ 1461649 h 1603753"/>
              <a:gd name="connsiteX33" fmla="*/ 6278839 w 9662615"/>
              <a:gd name="connsiteY33" fmla="*/ 1449160 h 1603753"/>
              <a:gd name="connsiteX34" fmla="*/ 6272455 w 9662615"/>
              <a:gd name="connsiteY34" fmla="*/ 1453191 h 1603753"/>
              <a:gd name="connsiteX35" fmla="*/ 6212659 w 9662615"/>
              <a:gd name="connsiteY35" fmla="*/ 1454850 h 1603753"/>
              <a:gd name="connsiteX36" fmla="*/ 6069317 w 9662615"/>
              <a:gd name="connsiteY36" fmla="*/ 1445838 h 1603753"/>
              <a:gd name="connsiteX37" fmla="*/ 5878477 w 9662615"/>
              <a:gd name="connsiteY37" fmla="*/ 1439180 h 1603753"/>
              <a:gd name="connsiteX38" fmla="*/ 5838387 w 9662615"/>
              <a:gd name="connsiteY38" fmla="*/ 1444679 h 1603753"/>
              <a:gd name="connsiteX39" fmla="*/ 5771136 w 9662615"/>
              <a:gd name="connsiteY39" fmla="*/ 1453639 h 1603753"/>
              <a:gd name="connsiteX40" fmla="*/ 5724081 w 9662615"/>
              <a:gd name="connsiteY40" fmla="*/ 1470431 h 1603753"/>
              <a:gd name="connsiteX41" fmla="*/ 5666577 w 9662615"/>
              <a:gd name="connsiteY41" fmla="*/ 1473921 h 1603753"/>
              <a:gd name="connsiteX42" fmla="*/ 5649068 w 9662615"/>
              <a:gd name="connsiteY42" fmla="*/ 1461676 h 1603753"/>
              <a:gd name="connsiteX43" fmla="*/ 5588902 w 9662615"/>
              <a:gd name="connsiteY43" fmla="*/ 1469647 h 1603753"/>
              <a:gd name="connsiteX44" fmla="*/ 5498090 w 9662615"/>
              <a:gd name="connsiteY44" fmla="*/ 1483173 h 1603753"/>
              <a:gd name="connsiteX45" fmla="*/ 5444641 w 9662615"/>
              <a:gd name="connsiteY45" fmla="*/ 1487602 h 1603753"/>
              <a:gd name="connsiteX46" fmla="*/ 5299812 w 9662615"/>
              <a:gd name="connsiteY46" fmla="*/ 1503362 h 1603753"/>
              <a:gd name="connsiteX47" fmla="*/ 5213947 w 9662615"/>
              <a:gd name="connsiteY47" fmla="*/ 1516637 h 1603753"/>
              <a:gd name="connsiteX48" fmla="*/ 5090342 w 9662615"/>
              <a:gd name="connsiteY48" fmla="*/ 1546680 h 1603753"/>
              <a:gd name="connsiteX49" fmla="*/ 5129812 w 9662615"/>
              <a:gd name="connsiteY49" fmla="*/ 1521277 h 1603753"/>
              <a:gd name="connsiteX50" fmla="*/ 5059484 w 9662615"/>
              <a:gd name="connsiteY50" fmla="*/ 1546802 h 1603753"/>
              <a:gd name="connsiteX51" fmla="*/ 5038524 w 9662615"/>
              <a:gd name="connsiteY51" fmla="*/ 1545675 h 1603753"/>
              <a:gd name="connsiteX52" fmla="*/ 5026564 w 9662615"/>
              <a:gd name="connsiteY52" fmla="*/ 1545376 h 1603753"/>
              <a:gd name="connsiteX53" fmla="*/ 4969433 w 9662615"/>
              <a:gd name="connsiteY53" fmla="*/ 1550865 h 1603753"/>
              <a:gd name="connsiteX54" fmla="*/ 4929254 w 9662615"/>
              <a:gd name="connsiteY54" fmla="*/ 1563452 h 1603753"/>
              <a:gd name="connsiteX55" fmla="*/ 4871726 w 9662615"/>
              <a:gd name="connsiteY55" fmla="*/ 1570584 h 1603753"/>
              <a:gd name="connsiteX56" fmla="*/ 4843267 w 9662615"/>
              <a:gd name="connsiteY56" fmla="*/ 1561459 h 1603753"/>
              <a:gd name="connsiteX57" fmla="*/ 4821058 w 9662615"/>
              <a:gd name="connsiteY57" fmla="*/ 1553078 h 1603753"/>
              <a:gd name="connsiteX58" fmla="*/ 4791466 w 9662615"/>
              <a:gd name="connsiteY58" fmla="*/ 1561324 h 1603753"/>
              <a:gd name="connsiteX59" fmla="*/ 4784247 w 9662615"/>
              <a:gd name="connsiteY59" fmla="*/ 1562342 h 1603753"/>
              <a:gd name="connsiteX60" fmla="*/ 4743285 w 9662615"/>
              <a:gd name="connsiteY60" fmla="*/ 1597680 h 1603753"/>
              <a:gd name="connsiteX61" fmla="*/ 4697562 w 9662615"/>
              <a:gd name="connsiteY61" fmla="*/ 1551206 h 1603753"/>
              <a:gd name="connsiteX62" fmla="*/ 4662664 w 9662615"/>
              <a:gd name="connsiteY62" fmla="*/ 1573162 h 1603753"/>
              <a:gd name="connsiteX63" fmla="*/ 4603028 w 9662615"/>
              <a:gd name="connsiteY63" fmla="*/ 1568821 h 1603753"/>
              <a:gd name="connsiteX64" fmla="*/ 4541612 w 9662615"/>
              <a:gd name="connsiteY64" fmla="*/ 1545262 h 1603753"/>
              <a:gd name="connsiteX65" fmla="*/ 4422155 w 9662615"/>
              <a:gd name="connsiteY65" fmla="*/ 1542059 h 1603753"/>
              <a:gd name="connsiteX66" fmla="*/ 4221826 w 9662615"/>
              <a:gd name="connsiteY66" fmla="*/ 1508923 h 1603753"/>
              <a:gd name="connsiteX67" fmla="*/ 4096601 w 9662615"/>
              <a:gd name="connsiteY67" fmla="*/ 1521563 h 1603753"/>
              <a:gd name="connsiteX68" fmla="*/ 3970635 w 9662615"/>
              <a:gd name="connsiteY68" fmla="*/ 1544815 h 1603753"/>
              <a:gd name="connsiteX69" fmla="*/ 3833906 w 9662615"/>
              <a:gd name="connsiteY69" fmla="*/ 1516637 h 1603753"/>
              <a:gd name="connsiteX70" fmla="*/ 3696258 w 9662615"/>
              <a:gd name="connsiteY70" fmla="*/ 1537563 h 1603753"/>
              <a:gd name="connsiteX71" fmla="*/ 3594070 w 9662615"/>
              <a:gd name="connsiteY71" fmla="*/ 1509422 h 1603753"/>
              <a:gd name="connsiteX72" fmla="*/ 3565233 w 9662615"/>
              <a:gd name="connsiteY72" fmla="*/ 1515122 h 1603753"/>
              <a:gd name="connsiteX73" fmla="*/ 3560267 w 9662615"/>
              <a:gd name="connsiteY73" fmla="*/ 1516288 h 1603753"/>
              <a:gd name="connsiteX74" fmla="*/ 3540258 w 9662615"/>
              <a:gd name="connsiteY74" fmla="*/ 1516976 h 1603753"/>
              <a:gd name="connsiteX75" fmla="*/ 3534780 w 9662615"/>
              <a:gd name="connsiteY75" fmla="*/ 1522141 h 1603753"/>
              <a:gd name="connsiteX76" fmla="*/ 3504783 w 9662615"/>
              <a:gd name="connsiteY76" fmla="*/ 1526739 h 1603753"/>
              <a:gd name="connsiteX77" fmla="*/ 3430805 w 9662615"/>
              <a:gd name="connsiteY77" fmla="*/ 1542521 h 1603753"/>
              <a:gd name="connsiteX78" fmla="*/ 3292707 w 9662615"/>
              <a:gd name="connsiteY78" fmla="*/ 1520490 h 1603753"/>
              <a:gd name="connsiteX79" fmla="*/ 3187872 w 9662615"/>
              <a:gd name="connsiteY79" fmla="*/ 1519991 h 1603753"/>
              <a:gd name="connsiteX80" fmla="*/ 3148026 w 9662615"/>
              <a:gd name="connsiteY80" fmla="*/ 1524777 h 1603753"/>
              <a:gd name="connsiteX81" fmla="*/ 3092394 w 9662615"/>
              <a:gd name="connsiteY81" fmla="*/ 1528115 h 1603753"/>
              <a:gd name="connsiteX82" fmla="*/ 2994200 w 9662615"/>
              <a:gd name="connsiteY82" fmla="*/ 1537857 h 1603753"/>
              <a:gd name="connsiteX83" fmla="*/ 2862301 w 9662615"/>
              <a:gd name="connsiteY83" fmla="*/ 1544250 h 1603753"/>
              <a:gd name="connsiteX84" fmla="*/ 2766335 w 9662615"/>
              <a:gd name="connsiteY84" fmla="*/ 1527662 h 1603753"/>
              <a:gd name="connsiteX85" fmla="*/ 2757836 w 9662615"/>
              <a:gd name="connsiteY85" fmla="*/ 1531371 h 1603753"/>
              <a:gd name="connsiteX86" fmla="*/ 2691555 w 9662615"/>
              <a:gd name="connsiteY86" fmla="*/ 1530283 h 1603753"/>
              <a:gd name="connsiteX87" fmla="*/ 2491676 w 9662615"/>
              <a:gd name="connsiteY87" fmla="*/ 1500859 h 1603753"/>
              <a:gd name="connsiteX88" fmla="*/ 2378036 w 9662615"/>
              <a:gd name="connsiteY88" fmla="*/ 1520645 h 1603753"/>
              <a:gd name="connsiteX89" fmla="*/ 2284269 w 9662615"/>
              <a:gd name="connsiteY89" fmla="*/ 1503068 h 1603753"/>
              <a:gd name="connsiteX90" fmla="*/ 2207104 w 9662615"/>
              <a:gd name="connsiteY90" fmla="*/ 1508888 h 1603753"/>
              <a:gd name="connsiteX91" fmla="*/ 2149226 w 9662615"/>
              <a:gd name="connsiteY91" fmla="*/ 1523409 h 1603753"/>
              <a:gd name="connsiteX92" fmla="*/ 2084783 w 9662615"/>
              <a:gd name="connsiteY92" fmla="*/ 1524245 h 1603753"/>
              <a:gd name="connsiteX93" fmla="*/ 2070075 w 9662615"/>
              <a:gd name="connsiteY93" fmla="*/ 1511285 h 1603753"/>
              <a:gd name="connsiteX94" fmla="*/ 2001057 w 9662615"/>
              <a:gd name="connsiteY94" fmla="*/ 1516449 h 1603753"/>
              <a:gd name="connsiteX95" fmla="*/ 1896330 w 9662615"/>
              <a:gd name="connsiteY95" fmla="*/ 1525725 h 1603753"/>
              <a:gd name="connsiteX96" fmla="*/ 1835994 w 9662615"/>
              <a:gd name="connsiteY96" fmla="*/ 1527678 h 1603753"/>
              <a:gd name="connsiteX97" fmla="*/ 1671119 w 9662615"/>
              <a:gd name="connsiteY97" fmla="*/ 1536701 h 1603753"/>
              <a:gd name="connsiteX98" fmla="*/ 1601337 w 9662615"/>
              <a:gd name="connsiteY98" fmla="*/ 1548552 h 1603753"/>
              <a:gd name="connsiteX99" fmla="*/ 1407755 w 9662615"/>
              <a:gd name="connsiteY99" fmla="*/ 1571444 h 1603753"/>
              <a:gd name="connsiteX100" fmla="*/ 1271994 w 9662615"/>
              <a:gd name="connsiteY100" fmla="*/ 1579471 h 1603753"/>
              <a:gd name="connsiteX101" fmla="*/ 1249226 w 9662615"/>
              <a:gd name="connsiteY101" fmla="*/ 1583140 h 1603753"/>
              <a:gd name="connsiteX102" fmla="*/ 1217719 w 9662615"/>
              <a:gd name="connsiteY102" fmla="*/ 1580863 h 1603753"/>
              <a:gd name="connsiteX103" fmla="*/ 1091432 w 9662615"/>
              <a:gd name="connsiteY103" fmla="*/ 1571003 h 1603753"/>
              <a:gd name="connsiteX104" fmla="*/ 992039 w 9662615"/>
              <a:gd name="connsiteY104" fmla="*/ 1556662 h 1603753"/>
              <a:gd name="connsiteX105" fmla="*/ 868264 w 9662615"/>
              <a:gd name="connsiteY105" fmla="*/ 1566392 h 1603753"/>
              <a:gd name="connsiteX106" fmla="*/ 792765 w 9662615"/>
              <a:gd name="connsiteY106" fmla="*/ 1563102 h 1603753"/>
              <a:gd name="connsiteX107" fmla="*/ 669055 w 9662615"/>
              <a:gd name="connsiteY107" fmla="*/ 1543638 h 1603753"/>
              <a:gd name="connsiteX108" fmla="*/ 506152 w 9662615"/>
              <a:gd name="connsiteY108" fmla="*/ 1549124 h 1603753"/>
              <a:gd name="connsiteX109" fmla="*/ 472797 w 9662615"/>
              <a:gd name="connsiteY109" fmla="*/ 1568904 h 1603753"/>
              <a:gd name="connsiteX110" fmla="*/ 427864 w 9662615"/>
              <a:gd name="connsiteY110" fmla="*/ 1580848 h 1603753"/>
              <a:gd name="connsiteX111" fmla="*/ 408381 w 9662615"/>
              <a:gd name="connsiteY111" fmla="*/ 1552940 h 1603753"/>
              <a:gd name="connsiteX112" fmla="*/ 267163 w 9662615"/>
              <a:gd name="connsiteY112" fmla="*/ 1531913 h 1603753"/>
              <a:gd name="connsiteX113" fmla="*/ 196644 w 9662615"/>
              <a:gd name="connsiteY113" fmla="*/ 1524565 h 1603753"/>
              <a:gd name="connsiteX114" fmla="*/ 86819 w 9662615"/>
              <a:gd name="connsiteY114" fmla="*/ 1519517 h 1603753"/>
              <a:gd name="connsiteX115" fmla="*/ 53369 w 9662615"/>
              <a:gd name="connsiteY115" fmla="*/ 1516853 h 1603753"/>
              <a:gd name="connsiteX116" fmla="*/ 2359 w 9662615"/>
              <a:gd name="connsiteY116" fmla="*/ 1515247 h 1603753"/>
              <a:gd name="connsiteX117" fmla="*/ 0 w 9662615"/>
              <a:gd name="connsiteY117" fmla="*/ 1514932 h 1603753"/>
              <a:gd name="connsiteX118" fmla="*/ 0 w 9662615"/>
              <a:gd name="connsiteY118" fmla="*/ 0 h 1603753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129812 w 9662615"/>
              <a:gd name="connsiteY49" fmla="*/ 1521277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62664 w 9662615"/>
              <a:gd name="connsiteY62" fmla="*/ 1573162 h 1583140"/>
              <a:gd name="connsiteX63" fmla="*/ 4603028 w 9662615"/>
              <a:gd name="connsiteY63" fmla="*/ 1568821 h 1583140"/>
              <a:gd name="connsiteX64" fmla="*/ 4541612 w 9662615"/>
              <a:gd name="connsiteY64" fmla="*/ 1545262 h 1583140"/>
              <a:gd name="connsiteX65" fmla="*/ 4422155 w 9662615"/>
              <a:gd name="connsiteY65" fmla="*/ 1542059 h 1583140"/>
              <a:gd name="connsiteX66" fmla="*/ 4221826 w 9662615"/>
              <a:gd name="connsiteY66" fmla="*/ 1508923 h 1583140"/>
              <a:gd name="connsiteX67" fmla="*/ 4096601 w 9662615"/>
              <a:gd name="connsiteY67" fmla="*/ 1521563 h 1583140"/>
              <a:gd name="connsiteX68" fmla="*/ 3970635 w 9662615"/>
              <a:gd name="connsiteY68" fmla="*/ 1544815 h 1583140"/>
              <a:gd name="connsiteX69" fmla="*/ 3833906 w 9662615"/>
              <a:gd name="connsiteY69" fmla="*/ 1516637 h 1583140"/>
              <a:gd name="connsiteX70" fmla="*/ 3696258 w 9662615"/>
              <a:gd name="connsiteY70" fmla="*/ 1537563 h 1583140"/>
              <a:gd name="connsiteX71" fmla="*/ 3594070 w 9662615"/>
              <a:gd name="connsiteY71" fmla="*/ 1509422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129812 w 9662615"/>
              <a:gd name="connsiteY49" fmla="*/ 1521277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62664 w 9662615"/>
              <a:gd name="connsiteY62" fmla="*/ 1573162 h 1583140"/>
              <a:gd name="connsiteX63" fmla="*/ 4603028 w 9662615"/>
              <a:gd name="connsiteY63" fmla="*/ 1568821 h 1583140"/>
              <a:gd name="connsiteX64" fmla="*/ 4541612 w 9662615"/>
              <a:gd name="connsiteY64" fmla="*/ 1545262 h 1583140"/>
              <a:gd name="connsiteX65" fmla="*/ 4382398 w 9662615"/>
              <a:gd name="connsiteY65" fmla="*/ 1534108 h 1583140"/>
              <a:gd name="connsiteX66" fmla="*/ 4221826 w 9662615"/>
              <a:gd name="connsiteY66" fmla="*/ 1508923 h 1583140"/>
              <a:gd name="connsiteX67" fmla="*/ 4096601 w 9662615"/>
              <a:gd name="connsiteY67" fmla="*/ 1521563 h 1583140"/>
              <a:gd name="connsiteX68" fmla="*/ 3970635 w 9662615"/>
              <a:gd name="connsiteY68" fmla="*/ 1544815 h 1583140"/>
              <a:gd name="connsiteX69" fmla="*/ 3833906 w 9662615"/>
              <a:gd name="connsiteY69" fmla="*/ 1516637 h 1583140"/>
              <a:gd name="connsiteX70" fmla="*/ 3696258 w 9662615"/>
              <a:gd name="connsiteY70" fmla="*/ 1537563 h 1583140"/>
              <a:gd name="connsiteX71" fmla="*/ 3594070 w 9662615"/>
              <a:gd name="connsiteY71" fmla="*/ 1509422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129812 w 9662615"/>
              <a:gd name="connsiteY49" fmla="*/ 1521277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62664 w 9662615"/>
              <a:gd name="connsiteY62" fmla="*/ 1573162 h 1583140"/>
              <a:gd name="connsiteX63" fmla="*/ 4603028 w 9662615"/>
              <a:gd name="connsiteY63" fmla="*/ 1568821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8923 h 1583140"/>
              <a:gd name="connsiteX67" fmla="*/ 4096601 w 9662615"/>
              <a:gd name="connsiteY67" fmla="*/ 1521563 h 1583140"/>
              <a:gd name="connsiteX68" fmla="*/ 3970635 w 9662615"/>
              <a:gd name="connsiteY68" fmla="*/ 1544815 h 1583140"/>
              <a:gd name="connsiteX69" fmla="*/ 3833906 w 9662615"/>
              <a:gd name="connsiteY69" fmla="*/ 1516637 h 1583140"/>
              <a:gd name="connsiteX70" fmla="*/ 3696258 w 9662615"/>
              <a:gd name="connsiteY70" fmla="*/ 1537563 h 1583140"/>
              <a:gd name="connsiteX71" fmla="*/ 3594070 w 9662615"/>
              <a:gd name="connsiteY71" fmla="*/ 1509422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129812 w 9662615"/>
              <a:gd name="connsiteY49" fmla="*/ 1521277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62664 w 9662615"/>
              <a:gd name="connsiteY62" fmla="*/ 1573162 h 1583140"/>
              <a:gd name="connsiteX63" fmla="*/ 4603028 w 9662615"/>
              <a:gd name="connsiteY63" fmla="*/ 1568821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8923 h 1583140"/>
              <a:gd name="connsiteX67" fmla="*/ 4096601 w 9662615"/>
              <a:gd name="connsiteY67" fmla="*/ 1521563 h 1583140"/>
              <a:gd name="connsiteX68" fmla="*/ 3970635 w 9662615"/>
              <a:gd name="connsiteY68" fmla="*/ 1544815 h 1583140"/>
              <a:gd name="connsiteX69" fmla="*/ 3833906 w 9662615"/>
              <a:gd name="connsiteY69" fmla="*/ 1516637 h 1583140"/>
              <a:gd name="connsiteX70" fmla="*/ 3696258 w 9662615"/>
              <a:gd name="connsiteY70" fmla="*/ 1537563 h 1583140"/>
              <a:gd name="connsiteX71" fmla="*/ 3594070 w 9662615"/>
              <a:gd name="connsiteY71" fmla="*/ 1509422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129812 w 9662615"/>
              <a:gd name="connsiteY49" fmla="*/ 1521277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62664 w 9662615"/>
              <a:gd name="connsiteY62" fmla="*/ 1573162 h 1583140"/>
              <a:gd name="connsiteX63" fmla="*/ 4595077 w 9662615"/>
              <a:gd name="connsiteY63" fmla="*/ 1552918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8923 h 1583140"/>
              <a:gd name="connsiteX67" fmla="*/ 4096601 w 9662615"/>
              <a:gd name="connsiteY67" fmla="*/ 1521563 h 1583140"/>
              <a:gd name="connsiteX68" fmla="*/ 3970635 w 9662615"/>
              <a:gd name="connsiteY68" fmla="*/ 1544815 h 1583140"/>
              <a:gd name="connsiteX69" fmla="*/ 3833906 w 9662615"/>
              <a:gd name="connsiteY69" fmla="*/ 1516637 h 1583140"/>
              <a:gd name="connsiteX70" fmla="*/ 3696258 w 9662615"/>
              <a:gd name="connsiteY70" fmla="*/ 1537563 h 1583140"/>
              <a:gd name="connsiteX71" fmla="*/ 3594070 w 9662615"/>
              <a:gd name="connsiteY71" fmla="*/ 1509422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129812 w 9662615"/>
              <a:gd name="connsiteY49" fmla="*/ 1521277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62664 w 9662615"/>
              <a:gd name="connsiteY62" fmla="*/ 1573162 h 1583140"/>
              <a:gd name="connsiteX63" fmla="*/ 4595077 w 9662615"/>
              <a:gd name="connsiteY63" fmla="*/ 1552918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8923 h 1583140"/>
              <a:gd name="connsiteX67" fmla="*/ 4096601 w 9662615"/>
              <a:gd name="connsiteY67" fmla="*/ 1521563 h 1583140"/>
              <a:gd name="connsiteX68" fmla="*/ 3970635 w 9662615"/>
              <a:gd name="connsiteY68" fmla="*/ 1544815 h 1583140"/>
              <a:gd name="connsiteX69" fmla="*/ 3833906 w 9662615"/>
              <a:gd name="connsiteY69" fmla="*/ 1516637 h 1583140"/>
              <a:gd name="connsiteX70" fmla="*/ 3696258 w 9662615"/>
              <a:gd name="connsiteY70" fmla="*/ 1537563 h 1583140"/>
              <a:gd name="connsiteX71" fmla="*/ 3594070 w 9662615"/>
              <a:gd name="connsiteY71" fmla="*/ 1509422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129812 w 9662615"/>
              <a:gd name="connsiteY49" fmla="*/ 1521277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62664 w 9662615"/>
              <a:gd name="connsiteY62" fmla="*/ 1573162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8923 h 1583140"/>
              <a:gd name="connsiteX67" fmla="*/ 4096601 w 9662615"/>
              <a:gd name="connsiteY67" fmla="*/ 1521563 h 1583140"/>
              <a:gd name="connsiteX68" fmla="*/ 3970635 w 9662615"/>
              <a:gd name="connsiteY68" fmla="*/ 1544815 h 1583140"/>
              <a:gd name="connsiteX69" fmla="*/ 3833906 w 9662615"/>
              <a:gd name="connsiteY69" fmla="*/ 1516637 h 1583140"/>
              <a:gd name="connsiteX70" fmla="*/ 3696258 w 9662615"/>
              <a:gd name="connsiteY70" fmla="*/ 1537563 h 1583140"/>
              <a:gd name="connsiteX71" fmla="*/ 3594070 w 9662615"/>
              <a:gd name="connsiteY71" fmla="*/ 1509422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129812 w 9662615"/>
              <a:gd name="connsiteY49" fmla="*/ 1521277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8923 h 1583140"/>
              <a:gd name="connsiteX67" fmla="*/ 4096601 w 9662615"/>
              <a:gd name="connsiteY67" fmla="*/ 1521563 h 1583140"/>
              <a:gd name="connsiteX68" fmla="*/ 3970635 w 9662615"/>
              <a:gd name="connsiteY68" fmla="*/ 1544815 h 1583140"/>
              <a:gd name="connsiteX69" fmla="*/ 3833906 w 9662615"/>
              <a:gd name="connsiteY69" fmla="*/ 1516637 h 1583140"/>
              <a:gd name="connsiteX70" fmla="*/ 3696258 w 9662615"/>
              <a:gd name="connsiteY70" fmla="*/ 1537563 h 1583140"/>
              <a:gd name="connsiteX71" fmla="*/ 3594070 w 9662615"/>
              <a:gd name="connsiteY71" fmla="*/ 1509422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129812 w 9662615"/>
              <a:gd name="connsiteY49" fmla="*/ 1521277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3970635 w 9662615"/>
              <a:gd name="connsiteY68" fmla="*/ 1544815 h 1583140"/>
              <a:gd name="connsiteX69" fmla="*/ 3833906 w 9662615"/>
              <a:gd name="connsiteY69" fmla="*/ 1516637 h 1583140"/>
              <a:gd name="connsiteX70" fmla="*/ 3696258 w 9662615"/>
              <a:gd name="connsiteY70" fmla="*/ 1537563 h 1583140"/>
              <a:gd name="connsiteX71" fmla="*/ 3594070 w 9662615"/>
              <a:gd name="connsiteY71" fmla="*/ 1509422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129812 w 9662615"/>
              <a:gd name="connsiteY49" fmla="*/ 1521277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3970635 w 9662615"/>
              <a:gd name="connsiteY68" fmla="*/ 1544815 h 1583140"/>
              <a:gd name="connsiteX69" fmla="*/ 3833906 w 9662615"/>
              <a:gd name="connsiteY69" fmla="*/ 1516637 h 1583140"/>
              <a:gd name="connsiteX70" fmla="*/ 3696258 w 9662615"/>
              <a:gd name="connsiteY70" fmla="*/ 1537563 h 1583140"/>
              <a:gd name="connsiteX71" fmla="*/ 3594070 w 9662615"/>
              <a:gd name="connsiteY71" fmla="*/ 1509422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129812 w 9662615"/>
              <a:gd name="connsiteY49" fmla="*/ 1521277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3970635 w 9662615"/>
              <a:gd name="connsiteY68" fmla="*/ 1544815 h 1583140"/>
              <a:gd name="connsiteX69" fmla="*/ 3833906 w 9662615"/>
              <a:gd name="connsiteY69" fmla="*/ 1516637 h 1583140"/>
              <a:gd name="connsiteX70" fmla="*/ 3696258 w 9662615"/>
              <a:gd name="connsiteY70" fmla="*/ 1537563 h 1583140"/>
              <a:gd name="connsiteX71" fmla="*/ 3594070 w 9662615"/>
              <a:gd name="connsiteY71" fmla="*/ 1509422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129812 w 9662615"/>
              <a:gd name="connsiteY49" fmla="*/ 1521277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3966659 w 9662615"/>
              <a:gd name="connsiteY68" fmla="*/ 1528913 h 1583140"/>
              <a:gd name="connsiteX69" fmla="*/ 3833906 w 9662615"/>
              <a:gd name="connsiteY69" fmla="*/ 1516637 h 1583140"/>
              <a:gd name="connsiteX70" fmla="*/ 3696258 w 9662615"/>
              <a:gd name="connsiteY70" fmla="*/ 1537563 h 1583140"/>
              <a:gd name="connsiteX71" fmla="*/ 3594070 w 9662615"/>
              <a:gd name="connsiteY71" fmla="*/ 1509422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96499"/>
              <a:gd name="connsiteX1" fmla="*/ 9662615 w 9662615"/>
              <a:gd name="connsiteY1" fmla="*/ 0 h 1596499"/>
              <a:gd name="connsiteX2" fmla="*/ 9662615 w 9662615"/>
              <a:gd name="connsiteY2" fmla="*/ 1280346 h 1596499"/>
              <a:gd name="connsiteX3" fmla="*/ 9658420 w 9662615"/>
              <a:gd name="connsiteY3" fmla="*/ 1280106 h 1596499"/>
              <a:gd name="connsiteX4" fmla="*/ 9469546 w 9662615"/>
              <a:gd name="connsiteY4" fmla="*/ 1289837 h 1596499"/>
              <a:gd name="connsiteX5" fmla="*/ 9385895 w 9662615"/>
              <a:gd name="connsiteY5" fmla="*/ 1269203 h 1596499"/>
              <a:gd name="connsiteX6" fmla="*/ 9144767 w 9662615"/>
              <a:gd name="connsiteY6" fmla="*/ 1264120 h 1596499"/>
              <a:gd name="connsiteX7" fmla="*/ 8837252 w 9662615"/>
              <a:gd name="connsiteY7" fmla="*/ 1350515 h 1596499"/>
              <a:gd name="connsiteX8" fmla="*/ 8705466 w 9662615"/>
              <a:gd name="connsiteY8" fmla="*/ 1342419 h 1596499"/>
              <a:gd name="connsiteX9" fmla="*/ 8652221 w 9662615"/>
              <a:gd name="connsiteY9" fmla="*/ 1326906 h 1596499"/>
              <a:gd name="connsiteX10" fmla="*/ 8632312 w 9662615"/>
              <a:gd name="connsiteY10" fmla="*/ 1326025 h 1596499"/>
              <a:gd name="connsiteX11" fmla="*/ 8591582 w 9662615"/>
              <a:gd name="connsiteY11" fmla="*/ 1341666 h 1596499"/>
              <a:gd name="connsiteX12" fmla="*/ 8537336 w 9662615"/>
              <a:gd name="connsiteY12" fmla="*/ 1341684 h 1596499"/>
              <a:gd name="connsiteX13" fmla="*/ 8472508 w 9662615"/>
              <a:gd name="connsiteY13" fmla="*/ 1363109 h 1596499"/>
              <a:gd name="connsiteX14" fmla="*/ 8258477 w 9662615"/>
              <a:gd name="connsiteY14" fmla="*/ 1370666 h 1596499"/>
              <a:gd name="connsiteX15" fmla="*/ 8197961 w 9662615"/>
              <a:gd name="connsiteY15" fmla="*/ 1392804 h 1596499"/>
              <a:gd name="connsiteX16" fmla="*/ 8171196 w 9662615"/>
              <a:gd name="connsiteY16" fmla="*/ 1397216 h 1596499"/>
              <a:gd name="connsiteX17" fmla="*/ 8127667 w 9662615"/>
              <a:gd name="connsiteY17" fmla="*/ 1418254 h 1596499"/>
              <a:gd name="connsiteX18" fmla="*/ 7974579 w 9662615"/>
              <a:gd name="connsiteY18" fmla="*/ 1383439 h 1596499"/>
              <a:gd name="connsiteX19" fmla="*/ 7768351 w 9662615"/>
              <a:gd name="connsiteY19" fmla="*/ 1395051 h 1596499"/>
              <a:gd name="connsiteX20" fmla="*/ 7635985 w 9662615"/>
              <a:gd name="connsiteY20" fmla="*/ 1386363 h 1596499"/>
              <a:gd name="connsiteX21" fmla="*/ 7466069 w 9662615"/>
              <a:gd name="connsiteY21" fmla="*/ 1377654 h 1596499"/>
              <a:gd name="connsiteX22" fmla="*/ 7355642 w 9662615"/>
              <a:gd name="connsiteY22" fmla="*/ 1407761 h 1596499"/>
              <a:gd name="connsiteX23" fmla="*/ 7151610 w 9662615"/>
              <a:gd name="connsiteY23" fmla="*/ 1397856 h 1596499"/>
              <a:gd name="connsiteX24" fmla="*/ 7082147 w 9662615"/>
              <a:gd name="connsiteY24" fmla="*/ 1406113 h 1596499"/>
              <a:gd name="connsiteX25" fmla="*/ 7014958 w 9662615"/>
              <a:gd name="connsiteY25" fmla="*/ 1396883 h 1596499"/>
              <a:gd name="connsiteX26" fmla="*/ 6907567 w 9662615"/>
              <a:gd name="connsiteY26" fmla="*/ 1419149 h 1596499"/>
              <a:gd name="connsiteX27" fmla="*/ 6748428 w 9662615"/>
              <a:gd name="connsiteY27" fmla="*/ 1420308 h 1596499"/>
              <a:gd name="connsiteX28" fmla="*/ 6654257 w 9662615"/>
              <a:gd name="connsiteY28" fmla="*/ 1424143 h 1596499"/>
              <a:gd name="connsiteX29" fmla="*/ 6620123 w 9662615"/>
              <a:gd name="connsiteY29" fmla="*/ 1430535 h 1596499"/>
              <a:gd name="connsiteX30" fmla="*/ 6571355 w 9662615"/>
              <a:gd name="connsiteY30" fmla="*/ 1436144 h 1596499"/>
              <a:gd name="connsiteX31" fmla="*/ 6486557 w 9662615"/>
              <a:gd name="connsiteY31" fmla="*/ 1449861 h 1596499"/>
              <a:gd name="connsiteX32" fmla="*/ 6370419 w 9662615"/>
              <a:gd name="connsiteY32" fmla="*/ 1461649 h 1596499"/>
              <a:gd name="connsiteX33" fmla="*/ 6278839 w 9662615"/>
              <a:gd name="connsiteY33" fmla="*/ 1449160 h 1596499"/>
              <a:gd name="connsiteX34" fmla="*/ 6272455 w 9662615"/>
              <a:gd name="connsiteY34" fmla="*/ 1453191 h 1596499"/>
              <a:gd name="connsiteX35" fmla="*/ 6212659 w 9662615"/>
              <a:gd name="connsiteY35" fmla="*/ 1454850 h 1596499"/>
              <a:gd name="connsiteX36" fmla="*/ 6069317 w 9662615"/>
              <a:gd name="connsiteY36" fmla="*/ 1445838 h 1596499"/>
              <a:gd name="connsiteX37" fmla="*/ 5878477 w 9662615"/>
              <a:gd name="connsiteY37" fmla="*/ 1439180 h 1596499"/>
              <a:gd name="connsiteX38" fmla="*/ 5838387 w 9662615"/>
              <a:gd name="connsiteY38" fmla="*/ 1444679 h 1596499"/>
              <a:gd name="connsiteX39" fmla="*/ 5771136 w 9662615"/>
              <a:gd name="connsiteY39" fmla="*/ 1453639 h 1596499"/>
              <a:gd name="connsiteX40" fmla="*/ 5724081 w 9662615"/>
              <a:gd name="connsiteY40" fmla="*/ 1470431 h 1596499"/>
              <a:gd name="connsiteX41" fmla="*/ 5666577 w 9662615"/>
              <a:gd name="connsiteY41" fmla="*/ 1473921 h 1596499"/>
              <a:gd name="connsiteX42" fmla="*/ 5649068 w 9662615"/>
              <a:gd name="connsiteY42" fmla="*/ 1461676 h 1596499"/>
              <a:gd name="connsiteX43" fmla="*/ 5588902 w 9662615"/>
              <a:gd name="connsiteY43" fmla="*/ 1469647 h 1596499"/>
              <a:gd name="connsiteX44" fmla="*/ 5498090 w 9662615"/>
              <a:gd name="connsiteY44" fmla="*/ 1483173 h 1596499"/>
              <a:gd name="connsiteX45" fmla="*/ 5444641 w 9662615"/>
              <a:gd name="connsiteY45" fmla="*/ 1487602 h 1596499"/>
              <a:gd name="connsiteX46" fmla="*/ 5299812 w 9662615"/>
              <a:gd name="connsiteY46" fmla="*/ 1503362 h 1596499"/>
              <a:gd name="connsiteX47" fmla="*/ 5213947 w 9662615"/>
              <a:gd name="connsiteY47" fmla="*/ 1516637 h 1596499"/>
              <a:gd name="connsiteX48" fmla="*/ 5090342 w 9662615"/>
              <a:gd name="connsiteY48" fmla="*/ 1546680 h 1596499"/>
              <a:gd name="connsiteX49" fmla="*/ 5129812 w 9662615"/>
              <a:gd name="connsiteY49" fmla="*/ 1521277 h 1596499"/>
              <a:gd name="connsiteX50" fmla="*/ 5059484 w 9662615"/>
              <a:gd name="connsiteY50" fmla="*/ 1546802 h 1596499"/>
              <a:gd name="connsiteX51" fmla="*/ 5038524 w 9662615"/>
              <a:gd name="connsiteY51" fmla="*/ 1545675 h 1596499"/>
              <a:gd name="connsiteX52" fmla="*/ 5026564 w 9662615"/>
              <a:gd name="connsiteY52" fmla="*/ 1545376 h 1596499"/>
              <a:gd name="connsiteX53" fmla="*/ 4969433 w 9662615"/>
              <a:gd name="connsiteY53" fmla="*/ 1550865 h 1596499"/>
              <a:gd name="connsiteX54" fmla="*/ 4929254 w 9662615"/>
              <a:gd name="connsiteY54" fmla="*/ 1563452 h 1596499"/>
              <a:gd name="connsiteX55" fmla="*/ 4871726 w 9662615"/>
              <a:gd name="connsiteY55" fmla="*/ 1570584 h 1596499"/>
              <a:gd name="connsiteX56" fmla="*/ 4843267 w 9662615"/>
              <a:gd name="connsiteY56" fmla="*/ 1561459 h 1596499"/>
              <a:gd name="connsiteX57" fmla="*/ 4821058 w 9662615"/>
              <a:gd name="connsiteY57" fmla="*/ 1553078 h 1596499"/>
              <a:gd name="connsiteX58" fmla="*/ 4791466 w 9662615"/>
              <a:gd name="connsiteY58" fmla="*/ 1561324 h 1596499"/>
              <a:gd name="connsiteX59" fmla="*/ 4784247 w 9662615"/>
              <a:gd name="connsiteY59" fmla="*/ 1562342 h 1596499"/>
              <a:gd name="connsiteX60" fmla="*/ 4739309 w 9662615"/>
              <a:gd name="connsiteY60" fmla="*/ 1553948 h 1596499"/>
              <a:gd name="connsiteX61" fmla="*/ 4697562 w 9662615"/>
              <a:gd name="connsiteY61" fmla="*/ 1551206 h 1596499"/>
              <a:gd name="connsiteX62" fmla="*/ 4650737 w 9662615"/>
              <a:gd name="connsiteY62" fmla="*/ 1537381 h 1596499"/>
              <a:gd name="connsiteX63" fmla="*/ 4583150 w 9662615"/>
              <a:gd name="connsiteY63" fmla="*/ 1529064 h 1596499"/>
              <a:gd name="connsiteX64" fmla="*/ 4521734 w 9662615"/>
              <a:gd name="connsiteY64" fmla="*/ 1529359 h 1596499"/>
              <a:gd name="connsiteX65" fmla="*/ 4382398 w 9662615"/>
              <a:gd name="connsiteY65" fmla="*/ 1534108 h 1596499"/>
              <a:gd name="connsiteX66" fmla="*/ 4221826 w 9662615"/>
              <a:gd name="connsiteY66" fmla="*/ 1500972 h 1596499"/>
              <a:gd name="connsiteX67" fmla="*/ 4096601 w 9662615"/>
              <a:gd name="connsiteY67" fmla="*/ 1521563 h 1596499"/>
              <a:gd name="connsiteX68" fmla="*/ 3978586 w 9662615"/>
              <a:gd name="connsiteY68" fmla="*/ 1596499 h 1596499"/>
              <a:gd name="connsiteX69" fmla="*/ 3833906 w 9662615"/>
              <a:gd name="connsiteY69" fmla="*/ 1516637 h 1596499"/>
              <a:gd name="connsiteX70" fmla="*/ 3696258 w 9662615"/>
              <a:gd name="connsiteY70" fmla="*/ 1537563 h 1596499"/>
              <a:gd name="connsiteX71" fmla="*/ 3594070 w 9662615"/>
              <a:gd name="connsiteY71" fmla="*/ 1509422 h 1596499"/>
              <a:gd name="connsiteX72" fmla="*/ 3565233 w 9662615"/>
              <a:gd name="connsiteY72" fmla="*/ 1515122 h 1596499"/>
              <a:gd name="connsiteX73" fmla="*/ 3560267 w 9662615"/>
              <a:gd name="connsiteY73" fmla="*/ 1516288 h 1596499"/>
              <a:gd name="connsiteX74" fmla="*/ 3540258 w 9662615"/>
              <a:gd name="connsiteY74" fmla="*/ 1516976 h 1596499"/>
              <a:gd name="connsiteX75" fmla="*/ 3534780 w 9662615"/>
              <a:gd name="connsiteY75" fmla="*/ 1522141 h 1596499"/>
              <a:gd name="connsiteX76" fmla="*/ 3504783 w 9662615"/>
              <a:gd name="connsiteY76" fmla="*/ 1526739 h 1596499"/>
              <a:gd name="connsiteX77" fmla="*/ 3430805 w 9662615"/>
              <a:gd name="connsiteY77" fmla="*/ 1542521 h 1596499"/>
              <a:gd name="connsiteX78" fmla="*/ 3292707 w 9662615"/>
              <a:gd name="connsiteY78" fmla="*/ 1520490 h 1596499"/>
              <a:gd name="connsiteX79" fmla="*/ 3187872 w 9662615"/>
              <a:gd name="connsiteY79" fmla="*/ 1519991 h 1596499"/>
              <a:gd name="connsiteX80" fmla="*/ 3148026 w 9662615"/>
              <a:gd name="connsiteY80" fmla="*/ 1524777 h 1596499"/>
              <a:gd name="connsiteX81" fmla="*/ 3092394 w 9662615"/>
              <a:gd name="connsiteY81" fmla="*/ 1528115 h 1596499"/>
              <a:gd name="connsiteX82" fmla="*/ 2994200 w 9662615"/>
              <a:gd name="connsiteY82" fmla="*/ 1537857 h 1596499"/>
              <a:gd name="connsiteX83" fmla="*/ 2862301 w 9662615"/>
              <a:gd name="connsiteY83" fmla="*/ 1544250 h 1596499"/>
              <a:gd name="connsiteX84" fmla="*/ 2766335 w 9662615"/>
              <a:gd name="connsiteY84" fmla="*/ 1527662 h 1596499"/>
              <a:gd name="connsiteX85" fmla="*/ 2757836 w 9662615"/>
              <a:gd name="connsiteY85" fmla="*/ 1531371 h 1596499"/>
              <a:gd name="connsiteX86" fmla="*/ 2691555 w 9662615"/>
              <a:gd name="connsiteY86" fmla="*/ 1530283 h 1596499"/>
              <a:gd name="connsiteX87" fmla="*/ 2491676 w 9662615"/>
              <a:gd name="connsiteY87" fmla="*/ 1500859 h 1596499"/>
              <a:gd name="connsiteX88" fmla="*/ 2378036 w 9662615"/>
              <a:gd name="connsiteY88" fmla="*/ 1520645 h 1596499"/>
              <a:gd name="connsiteX89" fmla="*/ 2284269 w 9662615"/>
              <a:gd name="connsiteY89" fmla="*/ 1503068 h 1596499"/>
              <a:gd name="connsiteX90" fmla="*/ 2207104 w 9662615"/>
              <a:gd name="connsiteY90" fmla="*/ 1508888 h 1596499"/>
              <a:gd name="connsiteX91" fmla="*/ 2149226 w 9662615"/>
              <a:gd name="connsiteY91" fmla="*/ 1523409 h 1596499"/>
              <a:gd name="connsiteX92" fmla="*/ 2084783 w 9662615"/>
              <a:gd name="connsiteY92" fmla="*/ 1524245 h 1596499"/>
              <a:gd name="connsiteX93" fmla="*/ 2070075 w 9662615"/>
              <a:gd name="connsiteY93" fmla="*/ 1511285 h 1596499"/>
              <a:gd name="connsiteX94" fmla="*/ 2001057 w 9662615"/>
              <a:gd name="connsiteY94" fmla="*/ 1516449 h 1596499"/>
              <a:gd name="connsiteX95" fmla="*/ 1896330 w 9662615"/>
              <a:gd name="connsiteY95" fmla="*/ 1525725 h 1596499"/>
              <a:gd name="connsiteX96" fmla="*/ 1835994 w 9662615"/>
              <a:gd name="connsiteY96" fmla="*/ 1527678 h 1596499"/>
              <a:gd name="connsiteX97" fmla="*/ 1671119 w 9662615"/>
              <a:gd name="connsiteY97" fmla="*/ 1536701 h 1596499"/>
              <a:gd name="connsiteX98" fmla="*/ 1601337 w 9662615"/>
              <a:gd name="connsiteY98" fmla="*/ 1548552 h 1596499"/>
              <a:gd name="connsiteX99" fmla="*/ 1407755 w 9662615"/>
              <a:gd name="connsiteY99" fmla="*/ 1571444 h 1596499"/>
              <a:gd name="connsiteX100" fmla="*/ 1271994 w 9662615"/>
              <a:gd name="connsiteY100" fmla="*/ 1579471 h 1596499"/>
              <a:gd name="connsiteX101" fmla="*/ 1249226 w 9662615"/>
              <a:gd name="connsiteY101" fmla="*/ 1583140 h 1596499"/>
              <a:gd name="connsiteX102" fmla="*/ 1217719 w 9662615"/>
              <a:gd name="connsiteY102" fmla="*/ 1580863 h 1596499"/>
              <a:gd name="connsiteX103" fmla="*/ 1091432 w 9662615"/>
              <a:gd name="connsiteY103" fmla="*/ 1571003 h 1596499"/>
              <a:gd name="connsiteX104" fmla="*/ 992039 w 9662615"/>
              <a:gd name="connsiteY104" fmla="*/ 1556662 h 1596499"/>
              <a:gd name="connsiteX105" fmla="*/ 868264 w 9662615"/>
              <a:gd name="connsiteY105" fmla="*/ 1566392 h 1596499"/>
              <a:gd name="connsiteX106" fmla="*/ 792765 w 9662615"/>
              <a:gd name="connsiteY106" fmla="*/ 1563102 h 1596499"/>
              <a:gd name="connsiteX107" fmla="*/ 669055 w 9662615"/>
              <a:gd name="connsiteY107" fmla="*/ 1543638 h 1596499"/>
              <a:gd name="connsiteX108" fmla="*/ 506152 w 9662615"/>
              <a:gd name="connsiteY108" fmla="*/ 1549124 h 1596499"/>
              <a:gd name="connsiteX109" fmla="*/ 472797 w 9662615"/>
              <a:gd name="connsiteY109" fmla="*/ 1568904 h 1596499"/>
              <a:gd name="connsiteX110" fmla="*/ 427864 w 9662615"/>
              <a:gd name="connsiteY110" fmla="*/ 1580848 h 1596499"/>
              <a:gd name="connsiteX111" fmla="*/ 408381 w 9662615"/>
              <a:gd name="connsiteY111" fmla="*/ 1552940 h 1596499"/>
              <a:gd name="connsiteX112" fmla="*/ 267163 w 9662615"/>
              <a:gd name="connsiteY112" fmla="*/ 1531913 h 1596499"/>
              <a:gd name="connsiteX113" fmla="*/ 196644 w 9662615"/>
              <a:gd name="connsiteY113" fmla="*/ 1524565 h 1596499"/>
              <a:gd name="connsiteX114" fmla="*/ 86819 w 9662615"/>
              <a:gd name="connsiteY114" fmla="*/ 1519517 h 1596499"/>
              <a:gd name="connsiteX115" fmla="*/ 53369 w 9662615"/>
              <a:gd name="connsiteY115" fmla="*/ 1516853 h 1596499"/>
              <a:gd name="connsiteX116" fmla="*/ 2359 w 9662615"/>
              <a:gd name="connsiteY116" fmla="*/ 1515247 h 1596499"/>
              <a:gd name="connsiteX117" fmla="*/ 0 w 9662615"/>
              <a:gd name="connsiteY117" fmla="*/ 1514932 h 1596499"/>
              <a:gd name="connsiteX118" fmla="*/ 0 w 9662615"/>
              <a:gd name="connsiteY118" fmla="*/ 0 h 1596499"/>
              <a:gd name="connsiteX0" fmla="*/ 0 w 9662615"/>
              <a:gd name="connsiteY0" fmla="*/ 0 h 1600474"/>
              <a:gd name="connsiteX1" fmla="*/ 9662615 w 9662615"/>
              <a:gd name="connsiteY1" fmla="*/ 0 h 1600474"/>
              <a:gd name="connsiteX2" fmla="*/ 9662615 w 9662615"/>
              <a:gd name="connsiteY2" fmla="*/ 1280346 h 1600474"/>
              <a:gd name="connsiteX3" fmla="*/ 9658420 w 9662615"/>
              <a:gd name="connsiteY3" fmla="*/ 1280106 h 1600474"/>
              <a:gd name="connsiteX4" fmla="*/ 9469546 w 9662615"/>
              <a:gd name="connsiteY4" fmla="*/ 1289837 h 1600474"/>
              <a:gd name="connsiteX5" fmla="*/ 9385895 w 9662615"/>
              <a:gd name="connsiteY5" fmla="*/ 1269203 h 1600474"/>
              <a:gd name="connsiteX6" fmla="*/ 9144767 w 9662615"/>
              <a:gd name="connsiteY6" fmla="*/ 1264120 h 1600474"/>
              <a:gd name="connsiteX7" fmla="*/ 8837252 w 9662615"/>
              <a:gd name="connsiteY7" fmla="*/ 1350515 h 1600474"/>
              <a:gd name="connsiteX8" fmla="*/ 8705466 w 9662615"/>
              <a:gd name="connsiteY8" fmla="*/ 1342419 h 1600474"/>
              <a:gd name="connsiteX9" fmla="*/ 8652221 w 9662615"/>
              <a:gd name="connsiteY9" fmla="*/ 1326906 h 1600474"/>
              <a:gd name="connsiteX10" fmla="*/ 8632312 w 9662615"/>
              <a:gd name="connsiteY10" fmla="*/ 1326025 h 1600474"/>
              <a:gd name="connsiteX11" fmla="*/ 8591582 w 9662615"/>
              <a:gd name="connsiteY11" fmla="*/ 1341666 h 1600474"/>
              <a:gd name="connsiteX12" fmla="*/ 8537336 w 9662615"/>
              <a:gd name="connsiteY12" fmla="*/ 1341684 h 1600474"/>
              <a:gd name="connsiteX13" fmla="*/ 8472508 w 9662615"/>
              <a:gd name="connsiteY13" fmla="*/ 1363109 h 1600474"/>
              <a:gd name="connsiteX14" fmla="*/ 8258477 w 9662615"/>
              <a:gd name="connsiteY14" fmla="*/ 1370666 h 1600474"/>
              <a:gd name="connsiteX15" fmla="*/ 8197961 w 9662615"/>
              <a:gd name="connsiteY15" fmla="*/ 1392804 h 1600474"/>
              <a:gd name="connsiteX16" fmla="*/ 8171196 w 9662615"/>
              <a:gd name="connsiteY16" fmla="*/ 1397216 h 1600474"/>
              <a:gd name="connsiteX17" fmla="*/ 8127667 w 9662615"/>
              <a:gd name="connsiteY17" fmla="*/ 1418254 h 1600474"/>
              <a:gd name="connsiteX18" fmla="*/ 7974579 w 9662615"/>
              <a:gd name="connsiteY18" fmla="*/ 1383439 h 1600474"/>
              <a:gd name="connsiteX19" fmla="*/ 7768351 w 9662615"/>
              <a:gd name="connsiteY19" fmla="*/ 1395051 h 1600474"/>
              <a:gd name="connsiteX20" fmla="*/ 7635985 w 9662615"/>
              <a:gd name="connsiteY20" fmla="*/ 1386363 h 1600474"/>
              <a:gd name="connsiteX21" fmla="*/ 7466069 w 9662615"/>
              <a:gd name="connsiteY21" fmla="*/ 1377654 h 1600474"/>
              <a:gd name="connsiteX22" fmla="*/ 7355642 w 9662615"/>
              <a:gd name="connsiteY22" fmla="*/ 1407761 h 1600474"/>
              <a:gd name="connsiteX23" fmla="*/ 7151610 w 9662615"/>
              <a:gd name="connsiteY23" fmla="*/ 1397856 h 1600474"/>
              <a:gd name="connsiteX24" fmla="*/ 7082147 w 9662615"/>
              <a:gd name="connsiteY24" fmla="*/ 1406113 h 1600474"/>
              <a:gd name="connsiteX25" fmla="*/ 7014958 w 9662615"/>
              <a:gd name="connsiteY25" fmla="*/ 1396883 h 1600474"/>
              <a:gd name="connsiteX26" fmla="*/ 6907567 w 9662615"/>
              <a:gd name="connsiteY26" fmla="*/ 1419149 h 1600474"/>
              <a:gd name="connsiteX27" fmla="*/ 6748428 w 9662615"/>
              <a:gd name="connsiteY27" fmla="*/ 1420308 h 1600474"/>
              <a:gd name="connsiteX28" fmla="*/ 6654257 w 9662615"/>
              <a:gd name="connsiteY28" fmla="*/ 1424143 h 1600474"/>
              <a:gd name="connsiteX29" fmla="*/ 6620123 w 9662615"/>
              <a:gd name="connsiteY29" fmla="*/ 1430535 h 1600474"/>
              <a:gd name="connsiteX30" fmla="*/ 6571355 w 9662615"/>
              <a:gd name="connsiteY30" fmla="*/ 1436144 h 1600474"/>
              <a:gd name="connsiteX31" fmla="*/ 6486557 w 9662615"/>
              <a:gd name="connsiteY31" fmla="*/ 1449861 h 1600474"/>
              <a:gd name="connsiteX32" fmla="*/ 6370419 w 9662615"/>
              <a:gd name="connsiteY32" fmla="*/ 1461649 h 1600474"/>
              <a:gd name="connsiteX33" fmla="*/ 6278839 w 9662615"/>
              <a:gd name="connsiteY33" fmla="*/ 1449160 h 1600474"/>
              <a:gd name="connsiteX34" fmla="*/ 6272455 w 9662615"/>
              <a:gd name="connsiteY34" fmla="*/ 1453191 h 1600474"/>
              <a:gd name="connsiteX35" fmla="*/ 6212659 w 9662615"/>
              <a:gd name="connsiteY35" fmla="*/ 1454850 h 1600474"/>
              <a:gd name="connsiteX36" fmla="*/ 6069317 w 9662615"/>
              <a:gd name="connsiteY36" fmla="*/ 1445838 h 1600474"/>
              <a:gd name="connsiteX37" fmla="*/ 5878477 w 9662615"/>
              <a:gd name="connsiteY37" fmla="*/ 1439180 h 1600474"/>
              <a:gd name="connsiteX38" fmla="*/ 5838387 w 9662615"/>
              <a:gd name="connsiteY38" fmla="*/ 1444679 h 1600474"/>
              <a:gd name="connsiteX39" fmla="*/ 5771136 w 9662615"/>
              <a:gd name="connsiteY39" fmla="*/ 1453639 h 1600474"/>
              <a:gd name="connsiteX40" fmla="*/ 5724081 w 9662615"/>
              <a:gd name="connsiteY40" fmla="*/ 1470431 h 1600474"/>
              <a:gd name="connsiteX41" fmla="*/ 5666577 w 9662615"/>
              <a:gd name="connsiteY41" fmla="*/ 1473921 h 1600474"/>
              <a:gd name="connsiteX42" fmla="*/ 5649068 w 9662615"/>
              <a:gd name="connsiteY42" fmla="*/ 1461676 h 1600474"/>
              <a:gd name="connsiteX43" fmla="*/ 5588902 w 9662615"/>
              <a:gd name="connsiteY43" fmla="*/ 1469647 h 1600474"/>
              <a:gd name="connsiteX44" fmla="*/ 5498090 w 9662615"/>
              <a:gd name="connsiteY44" fmla="*/ 1483173 h 1600474"/>
              <a:gd name="connsiteX45" fmla="*/ 5444641 w 9662615"/>
              <a:gd name="connsiteY45" fmla="*/ 1487602 h 1600474"/>
              <a:gd name="connsiteX46" fmla="*/ 5299812 w 9662615"/>
              <a:gd name="connsiteY46" fmla="*/ 1503362 h 1600474"/>
              <a:gd name="connsiteX47" fmla="*/ 5213947 w 9662615"/>
              <a:gd name="connsiteY47" fmla="*/ 1516637 h 1600474"/>
              <a:gd name="connsiteX48" fmla="*/ 5090342 w 9662615"/>
              <a:gd name="connsiteY48" fmla="*/ 1546680 h 1600474"/>
              <a:gd name="connsiteX49" fmla="*/ 5129812 w 9662615"/>
              <a:gd name="connsiteY49" fmla="*/ 1521277 h 1600474"/>
              <a:gd name="connsiteX50" fmla="*/ 5059484 w 9662615"/>
              <a:gd name="connsiteY50" fmla="*/ 1546802 h 1600474"/>
              <a:gd name="connsiteX51" fmla="*/ 5038524 w 9662615"/>
              <a:gd name="connsiteY51" fmla="*/ 1545675 h 1600474"/>
              <a:gd name="connsiteX52" fmla="*/ 5026564 w 9662615"/>
              <a:gd name="connsiteY52" fmla="*/ 1545376 h 1600474"/>
              <a:gd name="connsiteX53" fmla="*/ 4969433 w 9662615"/>
              <a:gd name="connsiteY53" fmla="*/ 1550865 h 1600474"/>
              <a:gd name="connsiteX54" fmla="*/ 4929254 w 9662615"/>
              <a:gd name="connsiteY54" fmla="*/ 1563452 h 1600474"/>
              <a:gd name="connsiteX55" fmla="*/ 4871726 w 9662615"/>
              <a:gd name="connsiteY55" fmla="*/ 1570584 h 1600474"/>
              <a:gd name="connsiteX56" fmla="*/ 4843267 w 9662615"/>
              <a:gd name="connsiteY56" fmla="*/ 1561459 h 1600474"/>
              <a:gd name="connsiteX57" fmla="*/ 4821058 w 9662615"/>
              <a:gd name="connsiteY57" fmla="*/ 1553078 h 1600474"/>
              <a:gd name="connsiteX58" fmla="*/ 4791466 w 9662615"/>
              <a:gd name="connsiteY58" fmla="*/ 1561324 h 1600474"/>
              <a:gd name="connsiteX59" fmla="*/ 4784247 w 9662615"/>
              <a:gd name="connsiteY59" fmla="*/ 1562342 h 1600474"/>
              <a:gd name="connsiteX60" fmla="*/ 4739309 w 9662615"/>
              <a:gd name="connsiteY60" fmla="*/ 1553948 h 1600474"/>
              <a:gd name="connsiteX61" fmla="*/ 4697562 w 9662615"/>
              <a:gd name="connsiteY61" fmla="*/ 1551206 h 1600474"/>
              <a:gd name="connsiteX62" fmla="*/ 4650737 w 9662615"/>
              <a:gd name="connsiteY62" fmla="*/ 1537381 h 1600474"/>
              <a:gd name="connsiteX63" fmla="*/ 4583150 w 9662615"/>
              <a:gd name="connsiteY63" fmla="*/ 1529064 h 1600474"/>
              <a:gd name="connsiteX64" fmla="*/ 4521734 w 9662615"/>
              <a:gd name="connsiteY64" fmla="*/ 1529359 h 1600474"/>
              <a:gd name="connsiteX65" fmla="*/ 4382398 w 9662615"/>
              <a:gd name="connsiteY65" fmla="*/ 1534108 h 1600474"/>
              <a:gd name="connsiteX66" fmla="*/ 4221826 w 9662615"/>
              <a:gd name="connsiteY66" fmla="*/ 1500972 h 1600474"/>
              <a:gd name="connsiteX67" fmla="*/ 4096601 w 9662615"/>
              <a:gd name="connsiteY67" fmla="*/ 1521563 h 1600474"/>
              <a:gd name="connsiteX68" fmla="*/ 4046172 w 9662615"/>
              <a:gd name="connsiteY68" fmla="*/ 1600474 h 1600474"/>
              <a:gd name="connsiteX69" fmla="*/ 3833906 w 9662615"/>
              <a:gd name="connsiteY69" fmla="*/ 1516637 h 1600474"/>
              <a:gd name="connsiteX70" fmla="*/ 3696258 w 9662615"/>
              <a:gd name="connsiteY70" fmla="*/ 1537563 h 1600474"/>
              <a:gd name="connsiteX71" fmla="*/ 3594070 w 9662615"/>
              <a:gd name="connsiteY71" fmla="*/ 1509422 h 1600474"/>
              <a:gd name="connsiteX72" fmla="*/ 3565233 w 9662615"/>
              <a:gd name="connsiteY72" fmla="*/ 1515122 h 1600474"/>
              <a:gd name="connsiteX73" fmla="*/ 3560267 w 9662615"/>
              <a:gd name="connsiteY73" fmla="*/ 1516288 h 1600474"/>
              <a:gd name="connsiteX74" fmla="*/ 3540258 w 9662615"/>
              <a:gd name="connsiteY74" fmla="*/ 1516976 h 1600474"/>
              <a:gd name="connsiteX75" fmla="*/ 3534780 w 9662615"/>
              <a:gd name="connsiteY75" fmla="*/ 1522141 h 1600474"/>
              <a:gd name="connsiteX76" fmla="*/ 3504783 w 9662615"/>
              <a:gd name="connsiteY76" fmla="*/ 1526739 h 1600474"/>
              <a:gd name="connsiteX77" fmla="*/ 3430805 w 9662615"/>
              <a:gd name="connsiteY77" fmla="*/ 1542521 h 1600474"/>
              <a:gd name="connsiteX78" fmla="*/ 3292707 w 9662615"/>
              <a:gd name="connsiteY78" fmla="*/ 1520490 h 1600474"/>
              <a:gd name="connsiteX79" fmla="*/ 3187872 w 9662615"/>
              <a:gd name="connsiteY79" fmla="*/ 1519991 h 1600474"/>
              <a:gd name="connsiteX80" fmla="*/ 3148026 w 9662615"/>
              <a:gd name="connsiteY80" fmla="*/ 1524777 h 1600474"/>
              <a:gd name="connsiteX81" fmla="*/ 3092394 w 9662615"/>
              <a:gd name="connsiteY81" fmla="*/ 1528115 h 1600474"/>
              <a:gd name="connsiteX82" fmla="*/ 2994200 w 9662615"/>
              <a:gd name="connsiteY82" fmla="*/ 1537857 h 1600474"/>
              <a:gd name="connsiteX83" fmla="*/ 2862301 w 9662615"/>
              <a:gd name="connsiteY83" fmla="*/ 1544250 h 1600474"/>
              <a:gd name="connsiteX84" fmla="*/ 2766335 w 9662615"/>
              <a:gd name="connsiteY84" fmla="*/ 1527662 h 1600474"/>
              <a:gd name="connsiteX85" fmla="*/ 2757836 w 9662615"/>
              <a:gd name="connsiteY85" fmla="*/ 1531371 h 1600474"/>
              <a:gd name="connsiteX86" fmla="*/ 2691555 w 9662615"/>
              <a:gd name="connsiteY86" fmla="*/ 1530283 h 1600474"/>
              <a:gd name="connsiteX87" fmla="*/ 2491676 w 9662615"/>
              <a:gd name="connsiteY87" fmla="*/ 1500859 h 1600474"/>
              <a:gd name="connsiteX88" fmla="*/ 2378036 w 9662615"/>
              <a:gd name="connsiteY88" fmla="*/ 1520645 h 1600474"/>
              <a:gd name="connsiteX89" fmla="*/ 2284269 w 9662615"/>
              <a:gd name="connsiteY89" fmla="*/ 1503068 h 1600474"/>
              <a:gd name="connsiteX90" fmla="*/ 2207104 w 9662615"/>
              <a:gd name="connsiteY90" fmla="*/ 1508888 h 1600474"/>
              <a:gd name="connsiteX91" fmla="*/ 2149226 w 9662615"/>
              <a:gd name="connsiteY91" fmla="*/ 1523409 h 1600474"/>
              <a:gd name="connsiteX92" fmla="*/ 2084783 w 9662615"/>
              <a:gd name="connsiteY92" fmla="*/ 1524245 h 1600474"/>
              <a:gd name="connsiteX93" fmla="*/ 2070075 w 9662615"/>
              <a:gd name="connsiteY93" fmla="*/ 1511285 h 1600474"/>
              <a:gd name="connsiteX94" fmla="*/ 2001057 w 9662615"/>
              <a:gd name="connsiteY94" fmla="*/ 1516449 h 1600474"/>
              <a:gd name="connsiteX95" fmla="*/ 1896330 w 9662615"/>
              <a:gd name="connsiteY95" fmla="*/ 1525725 h 1600474"/>
              <a:gd name="connsiteX96" fmla="*/ 1835994 w 9662615"/>
              <a:gd name="connsiteY96" fmla="*/ 1527678 h 1600474"/>
              <a:gd name="connsiteX97" fmla="*/ 1671119 w 9662615"/>
              <a:gd name="connsiteY97" fmla="*/ 1536701 h 1600474"/>
              <a:gd name="connsiteX98" fmla="*/ 1601337 w 9662615"/>
              <a:gd name="connsiteY98" fmla="*/ 1548552 h 1600474"/>
              <a:gd name="connsiteX99" fmla="*/ 1407755 w 9662615"/>
              <a:gd name="connsiteY99" fmla="*/ 1571444 h 1600474"/>
              <a:gd name="connsiteX100" fmla="*/ 1271994 w 9662615"/>
              <a:gd name="connsiteY100" fmla="*/ 1579471 h 1600474"/>
              <a:gd name="connsiteX101" fmla="*/ 1249226 w 9662615"/>
              <a:gd name="connsiteY101" fmla="*/ 1583140 h 1600474"/>
              <a:gd name="connsiteX102" fmla="*/ 1217719 w 9662615"/>
              <a:gd name="connsiteY102" fmla="*/ 1580863 h 1600474"/>
              <a:gd name="connsiteX103" fmla="*/ 1091432 w 9662615"/>
              <a:gd name="connsiteY103" fmla="*/ 1571003 h 1600474"/>
              <a:gd name="connsiteX104" fmla="*/ 992039 w 9662615"/>
              <a:gd name="connsiteY104" fmla="*/ 1556662 h 1600474"/>
              <a:gd name="connsiteX105" fmla="*/ 868264 w 9662615"/>
              <a:gd name="connsiteY105" fmla="*/ 1566392 h 1600474"/>
              <a:gd name="connsiteX106" fmla="*/ 792765 w 9662615"/>
              <a:gd name="connsiteY106" fmla="*/ 1563102 h 1600474"/>
              <a:gd name="connsiteX107" fmla="*/ 669055 w 9662615"/>
              <a:gd name="connsiteY107" fmla="*/ 1543638 h 1600474"/>
              <a:gd name="connsiteX108" fmla="*/ 506152 w 9662615"/>
              <a:gd name="connsiteY108" fmla="*/ 1549124 h 1600474"/>
              <a:gd name="connsiteX109" fmla="*/ 472797 w 9662615"/>
              <a:gd name="connsiteY109" fmla="*/ 1568904 h 1600474"/>
              <a:gd name="connsiteX110" fmla="*/ 427864 w 9662615"/>
              <a:gd name="connsiteY110" fmla="*/ 1580848 h 1600474"/>
              <a:gd name="connsiteX111" fmla="*/ 408381 w 9662615"/>
              <a:gd name="connsiteY111" fmla="*/ 1552940 h 1600474"/>
              <a:gd name="connsiteX112" fmla="*/ 267163 w 9662615"/>
              <a:gd name="connsiteY112" fmla="*/ 1531913 h 1600474"/>
              <a:gd name="connsiteX113" fmla="*/ 196644 w 9662615"/>
              <a:gd name="connsiteY113" fmla="*/ 1524565 h 1600474"/>
              <a:gd name="connsiteX114" fmla="*/ 86819 w 9662615"/>
              <a:gd name="connsiteY114" fmla="*/ 1519517 h 1600474"/>
              <a:gd name="connsiteX115" fmla="*/ 53369 w 9662615"/>
              <a:gd name="connsiteY115" fmla="*/ 1516853 h 1600474"/>
              <a:gd name="connsiteX116" fmla="*/ 2359 w 9662615"/>
              <a:gd name="connsiteY116" fmla="*/ 1515247 h 1600474"/>
              <a:gd name="connsiteX117" fmla="*/ 0 w 9662615"/>
              <a:gd name="connsiteY117" fmla="*/ 1514932 h 1600474"/>
              <a:gd name="connsiteX118" fmla="*/ 0 w 9662615"/>
              <a:gd name="connsiteY118" fmla="*/ 0 h 1600474"/>
              <a:gd name="connsiteX0" fmla="*/ 0 w 9662615"/>
              <a:gd name="connsiteY0" fmla="*/ 0 h 1679987"/>
              <a:gd name="connsiteX1" fmla="*/ 9662615 w 9662615"/>
              <a:gd name="connsiteY1" fmla="*/ 0 h 1679987"/>
              <a:gd name="connsiteX2" fmla="*/ 9662615 w 9662615"/>
              <a:gd name="connsiteY2" fmla="*/ 1280346 h 1679987"/>
              <a:gd name="connsiteX3" fmla="*/ 9658420 w 9662615"/>
              <a:gd name="connsiteY3" fmla="*/ 1280106 h 1679987"/>
              <a:gd name="connsiteX4" fmla="*/ 9469546 w 9662615"/>
              <a:gd name="connsiteY4" fmla="*/ 1289837 h 1679987"/>
              <a:gd name="connsiteX5" fmla="*/ 9385895 w 9662615"/>
              <a:gd name="connsiteY5" fmla="*/ 1269203 h 1679987"/>
              <a:gd name="connsiteX6" fmla="*/ 9144767 w 9662615"/>
              <a:gd name="connsiteY6" fmla="*/ 1264120 h 1679987"/>
              <a:gd name="connsiteX7" fmla="*/ 8837252 w 9662615"/>
              <a:gd name="connsiteY7" fmla="*/ 1350515 h 1679987"/>
              <a:gd name="connsiteX8" fmla="*/ 8705466 w 9662615"/>
              <a:gd name="connsiteY8" fmla="*/ 1342419 h 1679987"/>
              <a:gd name="connsiteX9" fmla="*/ 8652221 w 9662615"/>
              <a:gd name="connsiteY9" fmla="*/ 1326906 h 1679987"/>
              <a:gd name="connsiteX10" fmla="*/ 8632312 w 9662615"/>
              <a:gd name="connsiteY10" fmla="*/ 1326025 h 1679987"/>
              <a:gd name="connsiteX11" fmla="*/ 8591582 w 9662615"/>
              <a:gd name="connsiteY11" fmla="*/ 1341666 h 1679987"/>
              <a:gd name="connsiteX12" fmla="*/ 8537336 w 9662615"/>
              <a:gd name="connsiteY12" fmla="*/ 1341684 h 1679987"/>
              <a:gd name="connsiteX13" fmla="*/ 8472508 w 9662615"/>
              <a:gd name="connsiteY13" fmla="*/ 1363109 h 1679987"/>
              <a:gd name="connsiteX14" fmla="*/ 8258477 w 9662615"/>
              <a:gd name="connsiteY14" fmla="*/ 1370666 h 1679987"/>
              <a:gd name="connsiteX15" fmla="*/ 8197961 w 9662615"/>
              <a:gd name="connsiteY15" fmla="*/ 1392804 h 1679987"/>
              <a:gd name="connsiteX16" fmla="*/ 8171196 w 9662615"/>
              <a:gd name="connsiteY16" fmla="*/ 1397216 h 1679987"/>
              <a:gd name="connsiteX17" fmla="*/ 8127667 w 9662615"/>
              <a:gd name="connsiteY17" fmla="*/ 1418254 h 1679987"/>
              <a:gd name="connsiteX18" fmla="*/ 7974579 w 9662615"/>
              <a:gd name="connsiteY18" fmla="*/ 1383439 h 1679987"/>
              <a:gd name="connsiteX19" fmla="*/ 7768351 w 9662615"/>
              <a:gd name="connsiteY19" fmla="*/ 1395051 h 1679987"/>
              <a:gd name="connsiteX20" fmla="*/ 7635985 w 9662615"/>
              <a:gd name="connsiteY20" fmla="*/ 1386363 h 1679987"/>
              <a:gd name="connsiteX21" fmla="*/ 7466069 w 9662615"/>
              <a:gd name="connsiteY21" fmla="*/ 1377654 h 1679987"/>
              <a:gd name="connsiteX22" fmla="*/ 7355642 w 9662615"/>
              <a:gd name="connsiteY22" fmla="*/ 1407761 h 1679987"/>
              <a:gd name="connsiteX23" fmla="*/ 7151610 w 9662615"/>
              <a:gd name="connsiteY23" fmla="*/ 1397856 h 1679987"/>
              <a:gd name="connsiteX24" fmla="*/ 7082147 w 9662615"/>
              <a:gd name="connsiteY24" fmla="*/ 1406113 h 1679987"/>
              <a:gd name="connsiteX25" fmla="*/ 7014958 w 9662615"/>
              <a:gd name="connsiteY25" fmla="*/ 1396883 h 1679987"/>
              <a:gd name="connsiteX26" fmla="*/ 6907567 w 9662615"/>
              <a:gd name="connsiteY26" fmla="*/ 1419149 h 1679987"/>
              <a:gd name="connsiteX27" fmla="*/ 6748428 w 9662615"/>
              <a:gd name="connsiteY27" fmla="*/ 1420308 h 1679987"/>
              <a:gd name="connsiteX28" fmla="*/ 6654257 w 9662615"/>
              <a:gd name="connsiteY28" fmla="*/ 1424143 h 1679987"/>
              <a:gd name="connsiteX29" fmla="*/ 6620123 w 9662615"/>
              <a:gd name="connsiteY29" fmla="*/ 1430535 h 1679987"/>
              <a:gd name="connsiteX30" fmla="*/ 6571355 w 9662615"/>
              <a:gd name="connsiteY30" fmla="*/ 1436144 h 1679987"/>
              <a:gd name="connsiteX31" fmla="*/ 6486557 w 9662615"/>
              <a:gd name="connsiteY31" fmla="*/ 1449861 h 1679987"/>
              <a:gd name="connsiteX32" fmla="*/ 6370419 w 9662615"/>
              <a:gd name="connsiteY32" fmla="*/ 1461649 h 1679987"/>
              <a:gd name="connsiteX33" fmla="*/ 6278839 w 9662615"/>
              <a:gd name="connsiteY33" fmla="*/ 1449160 h 1679987"/>
              <a:gd name="connsiteX34" fmla="*/ 6272455 w 9662615"/>
              <a:gd name="connsiteY34" fmla="*/ 1453191 h 1679987"/>
              <a:gd name="connsiteX35" fmla="*/ 6212659 w 9662615"/>
              <a:gd name="connsiteY35" fmla="*/ 1454850 h 1679987"/>
              <a:gd name="connsiteX36" fmla="*/ 6069317 w 9662615"/>
              <a:gd name="connsiteY36" fmla="*/ 1445838 h 1679987"/>
              <a:gd name="connsiteX37" fmla="*/ 5878477 w 9662615"/>
              <a:gd name="connsiteY37" fmla="*/ 1439180 h 1679987"/>
              <a:gd name="connsiteX38" fmla="*/ 5838387 w 9662615"/>
              <a:gd name="connsiteY38" fmla="*/ 1444679 h 1679987"/>
              <a:gd name="connsiteX39" fmla="*/ 5771136 w 9662615"/>
              <a:gd name="connsiteY39" fmla="*/ 1453639 h 1679987"/>
              <a:gd name="connsiteX40" fmla="*/ 5724081 w 9662615"/>
              <a:gd name="connsiteY40" fmla="*/ 1470431 h 1679987"/>
              <a:gd name="connsiteX41" fmla="*/ 5666577 w 9662615"/>
              <a:gd name="connsiteY41" fmla="*/ 1473921 h 1679987"/>
              <a:gd name="connsiteX42" fmla="*/ 5649068 w 9662615"/>
              <a:gd name="connsiteY42" fmla="*/ 1461676 h 1679987"/>
              <a:gd name="connsiteX43" fmla="*/ 5588902 w 9662615"/>
              <a:gd name="connsiteY43" fmla="*/ 1469647 h 1679987"/>
              <a:gd name="connsiteX44" fmla="*/ 5498090 w 9662615"/>
              <a:gd name="connsiteY44" fmla="*/ 1483173 h 1679987"/>
              <a:gd name="connsiteX45" fmla="*/ 5444641 w 9662615"/>
              <a:gd name="connsiteY45" fmla="*/ 1487602 h 1679987"/>
              <a:gd name="connsiteX46" fmla="*/ 5299812 w 9662615"/>
              <a:gd name="connsiteY46" fmla="*/ 1503362 h 1679987"/>
              <a:gd name="connsiteX47" fmla="*/ 5213947 w 9662615"/>
              <a:gd name="connsiteY47" fmla="*/ 1516637 h 1679987"/>
              <a:gd name="connsiteX48" fmla="*/ 5090342 w 9662615"/>
              <a:gd name="connsiteY48" fmla="*/ 1546680 h 1679987"/>
              <a:gd name="connsiteX49" fmla="*/ 5129812 w 9662615"/>
              <a:gd name="connsiteY49" fmla="*/ 1521277 h 1679987"/>
              <a:gd name="connsiteX50" fmla="*/ 5059484 w 9662615"/>
              <a:gd name="connsiteY50" fmla="*/ 1546802 h 1679987"/>
              <a:gd name="connsiteX51" fmla="*/ 5038524 w 9662615"/>
              <a:gd name="connsiteY51" fmla="*/ 1545675 h 1679987"/>
              <a:gd name="connsiteX52" fmla="*/ 5026564 w 9662615"/>
              <a:gd name="connsiteY52" fmla="*/ 1545376 h 1679987"/>
              <a:gd name="connsiteX53" fmla="*/ 4969433 w 9662615"/>
              <a:gd name="connsiteY53" fmla="*/ 1550865 h 1679987"/>
              <a:gd name="connsiteX54" fmla="*/ 4929254 w 9662615"/>
              <a:gd name="connsiteY54" fmla="*/ 1563452 h 1679987"/>
              <a:gd name="connsiteX55" fmla="*/ 4871726 w 9662615"/>
              <a:gd name="connsiteY55" fmla="*/ 1570584 h 1679987"/>
              <a:gd name="connsiteX56" fmla="*/ 4843267 w 9662615"/>
              <a:gd name="connsiteY56" fmla="*/ 1561459 h 1679987"/>
              <a:gd name="connsiteX57" fmla="*/ 4821058 w 9662615"/>
              <a:gd name="connsiteY57" fmla="*/ 1553078 h 1679987"/>
              <a:gd name="connsiteX58" fmla="*/ 4791466 w 9662615"/>
              <a:gd name="connsiteY58" fmla="*/ 1561324 h 1679987"/>
              <a:gd name="connsiteX59" fmla="*/ 4784247 w 9662615"/>
              <a:gd name="connsiteY59" fmla="*/ 1562342 h 1679987"/>
              <a:gd name="connsiteX60" fmla="*/ 4739309 w 9662615"/>
              <a:gd name="connsiteY60" fmla="*/ 1553948 h 1679987"/>
              <a:gd name="connsiteX61" fmla="*/ 4697562 w 9662615"/>
              <a:gd name="connsiteY61" fmla="*/ 1551206 h 1679987"/>
              <a:gd name="connsiteX62" fmla="*/ 4650737 w 9662615"/>
              <a:gd name="connsiteY62" fmla="*/ 1537381 h 1679987"/>
              <a:gd name="connsiteX63" fmla="*/ 4583150 w 9662615"/>
              <a:gd name="connsiteY63" fmla="*/ 1529064 h 1679987"/>
              <a:gd name="connsiteX64" fmla="*/ 4521734 w 9662615"/>
              <a:gd name="connsiteY64" fmla="*/ 1529359 h 1679987"/>
              <a:gd name="connsiteX65" fmla="*/ 4382398 w 9662615"/>
              <a:gd name="connsiteY65" fmla="*/ 1534108 h 1679987"/>
              <a:gd name="connsiteX66" fmla="*/ 4221826 w 9662615"/>
              <a:gd name="connsiteY66" fmla="*/ 1500972 h 1679987"/>
              <a:gd name="connsiteX67" fmla="*/ 4096601 w 9662615"/>
              <a:gd name="connsiteY67" fmla="*/ 1521563 h 1679987"/>
              <a:gd name="connsiteX68" fmla="*/ 3879195 w 9662615"/>
              <a:gd name="connsiteY68" fmla="*/ 1679987 h 1679987"/>
              <a:gd name="connsiteX69" fmla="*/ 3833906 w 9662615"/>
              <a:gd name="connsiteY69" fmla="*/ 1516637 h 1679987"/>
              <a:gd name="connsiteX70" fmla="*/ 3696258 w 9662615"/>
              <a:gd name="connsiteY70" fmla="*/ 1537563 h 1679987"/>
              <a:gd name="connsiteX71" fmla="*/ 3594070 w 9662615"/>
              <a:gd name="connsiteY71" fmla="*/ 1509422 h 1679987"/>
              <a:gd name="connsiteX72" fmla="*/ 3565233 w 9662615"/>
              <a:gd name="connsiteY72" fmla="*/ 1515122 h 1679987"/>
              <a:gd name="connsiteX73" fmla="*/ 3560267 w 9662615"/>
              <a:gd name="connsiteY73" fmla="*/ 1516288 h 1679987"/>
              <a:gd name="connsiteX74" fmla="*/ 3540258 w 9662615"/>
              <a:gd name="connsiteY74" fmla="*/ 1516976 h 1679987"/>
              <a:gd name="connsiteX75" fmla="*/ 3534780 w 9662615"/>
              <a:gd name="connsiteY75" fmla="*/ 1522141 h 1679987"/>
              <a:gd name="connsiteX76" fmla="*/ 3504783 w 9662615"/>
              <a:gd name="connsiteY76" fmla="*/ 1526739 h 1679987"/>
              <a:gd name="connsiteX77" fmla="*/ 3430805 w 9662615"/>
              <a:gd name="connsiteY77" fmla="*/ 1542521 h 1679987"/>
              <a:gd name="connsiteX78" fmla="*/ 3292707 w 9662615"/>
              <a:gd name="connsiteY78" fmla="*/ 1520490 h 1679987"/>
              <a:gd name="connsiteX79" fmla="*/ 3187872 w 9662615"/>
              <a:gd name="connsiteY79" fmla="*/ 1519991 h 1679987"/>
              <a:gd name="connsiteX80" fmla="*/ 3148026 w 9662615"/>
              <a:gd name="connsiteY80" fmla="*/ 1524777 h 1679987"/>
              <a:gd name="connsiteX81" fmla="*/ 3092394 w 9662615"/>
              <a:gd name="connsiteY81" fmla="*/ 1528115 h 1679987"/>
              <a:gd name="connsiteX82" fmla="*/ 2994200 w 9662615"/>
              <a:gd name="connsiteY82" fmla="*/ 1537857 h 1679987"/>
              <a:gd name="connsiteX83" fmla="*/ 2862301 w 9662615"/>
              <a:gd name="connsiteY83" fmla="*/ 1544250 h 1679987"/>
              <a:gd name="connsiteX84" fmla="*/ 2766335 w 9662615"/>
              <a:gd name="connsiteY84" fmla="*/ 1527662 h 1679987"/>
              <a:gd name="connsiteX85" fmla="*/ 2757836 w 9662615"/>
              <a:gd name="connsiteY85" fmla="*/ 1531371 h 1679987"/>
              <a:gd name="connsiteX86" fmla="*/ 2691555 w 9662615"/>
              <a:gd name="connsiteY86" fmla="*/ 1530283 h 1679987"/>
              <a:gd name="connsiteX87" fmla="*/ 2491676 w 9662615"/>
              <a:gd name="connsiteY87" fmla="*/ 1500859 h 1679987"/>
              <a:gd name="connsiteX88" fmla="*/ 2378036 w 9662615"/>
              <a:gd name="connsiteY88" fmla="*/ 1520645 h 1679987"/>
              <a:gd name="connsiteX89" fmla="*/ 2284269 w 9662615"/>
              <a:gd name="connsiteY89" fmla="*/ 1503068 h 1679987"/>
              <a:gd name="connsiteX90" fmla="*/ 2207104 w 9662615"/>
              <a:gd name="connsiteY90" fmla="*/ 1508888 h 1679987"/>
              <a:gd name="connsiteX91" fmla="*/ 2149226 w 9662615"/>
              <a:gd name="connsiteY91" fmla="*/ 1523409 h 1679987"/>
              <a:gd name="connsiteX92" fmla="*/ 2084783 w 9662615"/>
              <a:gd name="connsiteY92" fmla="*/ 1524245 h 1679987"/>
              <a:gd name="connsiteX93" fmla="*/ 2070075 w 9662615"/>
              <a:gd name="connsiteY93" fmla="*/ 1511285 h 1679987"/>
              <a:gd name="connsiteX94" fmla="*/ 2001057 w 9662615"/>
              <a:gd name="connsiteY94" fmla="*/ 1516449 h 1679987"/>
              <a:gd name="connsiteX95" fmla="*/ 1896330 w 9662615"/>
              <a:gd name="connsiteY95" fmla="*/ 1525725 h 1679987"/>
              <a:gd name="connsiteX96" fmla="*/ 1835994 w 9662615"/>
              <a:gd name="connsiteY96" fmla="*/ 1527678 h 1679987"/>
              <a:gd name="connsiteX97" fmla="*/ 1671119 w 9662615"/>
              <a:gd name="connsiteY97" fmla="*/ 1536701 h 1679987"/>
              <a:gd name="connsiteX98" fmla="*/ 1601337 w 9662615"/>
              <a:gd name="connsiteY98" fmla="*/ 1548552 h 1679987"/>
              <a:gd name="connsiteX99" fmla="*/ 1407755 w 9662615"/>
              <a:gd name="connsiteY99" fmla="*/ 1571444 h 1679987"/>
              <a:gd name="connsiteX100" fmla="*/ 1271994 w 9662615"/>
              <a:gd name="connsiteY100" fmla="*/ 1579471 h 1679987"/>
              <a:gd name="connsiteX101" fmla="*/ 1249226 w 9662615"/>
              <a:gd name="connsiteY101" fmla="*/ 1583140 h 1679987"/>
              <a:gd name="connsiteX102" fmla="*/ 1217719 w 9662615"/>
              <a:gd name="connsiteY102" fmla="*/ 1580863 h 1679987"/>
              <a:gd name="connsiteX103" fmla="*/ 1091432 w 9662615"/>
              <a:gd name="connsiteY103" fmla="*/ 1571003 h 1679987"/>
              <a:gd name="connsiteX104" fmla="*/ 992039 w 9662615"/>
              <a:gd name="connsiteY104" fmla="*/ 1556662 h 1679987"/>
              <a:gd name="connsiteX105" fmla="*/ 868264 w 9662615"/>
              <a:gd name="connsiteY105" fmla="*/ 1566392 h 1679987"/>
              <a:gd name="connsiteX106" fmla="*/ 792765 w 9662615"/>
              <a:gd name="connsiteY106" fmla="*/ 1563102 h 1679987"/>
              <a:gd name="connsiteX107" fmla="*/ 669055 w 9662615"/>
              <a:gd name="connsiteY107" fmla="*/ 1543638 h 1679987"/>
              <a:gd name="connsiteX108" fmla="*/ 506152 w 9662615"/>
              <a:gd name="connsiteY108" fmla="*/ 1549124 h 1679987"/>
              <a:gd name="connsiteX109" fmla="*/ 472797 w 9662615"/>
              <a:gd name="connsiteY109" fmla="*/ 1568904 h 1679987"/>
              <a:gd name="connsiteX110" fmla="*/ 427864 w 9662615"/>
              <a:gd name="connsiteY110" fmla="*/ 1580848 h 1679987"/>
              <a:gd name="connsiteX111" fmla="*/ 408381 w 9662615"/>
              <a:gd name="connsiteY111" fmla="*/ 1552940 h 1679987"/>
              <a:gd name="connsiteX112" fmla="*/ 267163 w 9662615"/>
              <a:gd name="connsiteY112" fmla="*/ 1531913 h 1679987"/>
              <a:gd name="connsiteX113" fmla="*/ 196644 w 9662615"/>
              <a:gd name="connsiteY113" fmla="*/ 1524565 h 1679987"/>
              <a:gd name="connsiteX114" fmla="*/ 86819 w 9662615"/>
              <a:gd name="connsiteY114" fmla="*/ 1519517 h 1679987"/>
              <a:gd name="connsiteX115" fmla="*/ 53369 w 9662615"/>
              <a:gd name="connsiteY115" fmla="*/ 1516853 h 1679987"/>
              <a:gd name="connsiteX116" fmla="*/ 2359 w 9662615"/>
              <a:gd name="connsiteY116" fmla="*/ 1515247 h 1679987"/>
              <a:gd name="connsiteX117" fmla="*/ 0 w 9662615"/>
              <a:gd name="connsiteY117" fmla="*/ 1514932 h 1679987"/>
              <a:gd name="connsiteX118" fmla="*/ 0 w 9662615"/>
              <a:gd name="connsiteY118" fmla="*/ 0 h 1679987"/>
              <a:gd name="connsiteX0" fmla="*/ 0 w 9662615"/>
              <a:gd name="connsiteY0" fmla="*/ 0 h 1648182"/>
              <a:gd name="connsiteX1" fmla="*/ 9662615 w 9662615"/>
              <a:gd name="connsiteY1" fmla="*/ 0 h 1648182"/>
              <a:gd name="connsiteX2" fmla="*/ 9662615 w 9662615"/>
              <a:gd name="connsiteY2" fmla="*/ 1280346 h 1648182"/>
              <a:gd name="connsiteX3" fmla="*/ 9658420 w 9662615"/>
              <a:gd name="connsiteY3" fmla="*/ 1280106 h 1648182"/>
              <a:gd name="connsiteX4" fmla="*/ 9469546 w 9662615"/>
              <a:gd name="connsiteY4" fmla="*/ 1289837 h 1648182"/>
              <a:gd name="connsiteX5" fmla="*/ 9385895 w 9662615"/>
              <a:gd name="connsiteY5" fmla="*/ 1269203 h 1648182"/>
              <a:gd name="connsiteX6" fmla="*/ 9144767 w 9662615"/>
              <a:gd name="connsiteY6" fmla="*/ 1264120 h 1648182"/>
              <a:gd name="connsiteX7" fmla="*/ 8837252 w 9662615"/>
              <a:gd name="connsiteY7" fmla="*/ 1350515 h 1648182"/>
              <a:gd name="connsiteX8" fmla="*/ 8705466 w 9662615"/>
              <a:gd name="connsiteY8" fmla="*/ 1342419 h 1648182"/>
              <a:gd name="connsiteX9" fmla="*/ 8652221 w 9662615"/>
              <a:gd name="connsiteY9" fmla="*/ 1326906 h 1648182"/>
              <a:gd name="connsiteX10" fmla="*/ 8632312 w 9662615"/>
              <a:gd name="connsiteY10" fmla="*/ 1326025 h 1648182"/>
              <a:gd name="connsiteX11" fmla="*/ 8591582 w 9662615"/>
              <a:gd name="connsiteY11" fmla="*/ 1341666 h 1648182"/>
              <a:gd name="connsiteX12" fmla="*/ 8537336 w 9662615"/>
              <a:gd name="connsiteY12" fmla="*/ 1341684 h 1648182"/>
              <a:gd name="connsiteX13" fmla="*/ 8472508 w 9662615"/>
              <a:gd name="connsiteY13" fmla="*/ 1363109 h 1648182"/>
              <a:gd name="connsiteX14" fmla="*/ 8258477 w 9662615"/>
              <a:gd name="connsiteY14" fmla="*/ 1370666 h 1648182"/>
              <a:gd name="connsiteX15" fmla="*/ 8197961 w 9662615"/>
              <a:gd name="connsiteY15" fmla="*/ 1392804 h 1648182"/>
              <a:gd name="connsiteX16" fmla="*/ 8171196 w 9662615"/>
              <a:gd name="connsiteY16" fmla="*/ 1397216 h 1648182"/>
              <a:gd name="connsiteX17" fmla="*/ 8127667 w 9662615"/>
              <a:gd name="connsiteY17" fmla="*/ 1418254 h 1648182"/>
              <a:gd name="connsiteX18" fmla="*/ 7974579 w 9662615"/>
              <a:gd name="connsiteY18" fmla="*/ 1383439 h 1648182"/>
              <a:gd name="connsiteX19" fmla="*/ 7768351 w 9662615"/>
              <a:gd name="connsiteY19" fmla="*/ 1395051 h 1648182"/>
              <a:gd name="connsiteX20" fmla="*/ 7635985 w 9662615"/>
              <a:gd name="connsiteY20" fmla="*/ 1386363 h 1648182"/>
              <a:gd name="connsiteX21" fmla="*/ 7466069 w 9662615"/>
              <a:gd name="connsiteY21" fmla="*/ 1377654 h 1648182"/>
              <a:gd name="connsiteX22" fmla="*/ 7355642 w 9662615"/>
              <a:gd name="connsiteY22" fmla="*/ 1407761 h 1648182"/>
              <a:gd name="connsiteX23" fmla="*/ 7151610 w 9662615"/>
              <a:gd name="connsiteY23" fmla="*/ 1397856 h 1648182"/>
              <a:gd name="connsiteX24" fmla="*/ 7082147 w 9662615"/>
              <a:gd name="connsiteY24" fmla="*/ 1406113 h 1648182"/>
              <a:gd name="connsiteX25" fmla="*/ 7014958 w 9662615"/>
              <a:gd name="connsiteY25" fmla="*/ 1396883 h 1648182"/>
              <a:gd name="connsiteX26" fmla="*/ 6907567 w 9662615"/>
              <a:gd name="connsiteY26" fmla="*/ 1419149 h 1648182"/>
              <a:gd name="connsiteX27" fmla="*/ 6748428 w 9662615"/>
              <a:gd name="connsiteY27" fmla="*/ 1420308 h 1648182"/>
              <a:gd name="connsiteX28" fmla="*/ 6654257 w 9662615"/>
              <a:gd name="connsiteY28" fmla="*/ 1424143 h 1648182"/>
              <a:gd name="connsiteX29" fmla="*/ 6620123 w 9662615"/>
              <a:gd name="connsiteY29" fmla="*/ 1430535 h 1648182"/>
              <a:gd name="connsiteX30" fmla="*/ 6571355 w 9662615"/>
              <a:gd name="connsiteY30" fmla="*/ 1436144 h 1648182"/>
              <a:gd name="connsiteX31" fmla="*/ 6486557 w 9662615"/>
              <a:gd name="connsiteY31" fmla="*/ 1449861 h 1648182"/>
              <a:gd name="connsiteX32" fmla="*/ 6370419 w 9662615"/>
              <a:gd name="connsiteY32" fmla="*/ 1461649 h 1648182"/>
              <a:gd name="connsiteX33" fmla="*/ 6278839 w 9662615"/>
              <a:gd name="connsiteY33" fmla="*/ 1449160 h 1648182"/>
              <a:gd name="connsiteX34" fmla="*/ 6272455 w 9662615"/>
              <a:gd name="connsiteY34" fmla="*/ 1453191 h 1648182"/>
              <a:gd name="connsiteX35" fmla="*/ 6212659 w 9662615"/>
              <a:gd name="connsiteY35" fmla="*/ 1454850 h 1648182"/>
              <a:gd name="connsiteX36" fmla="*/ 6069317 w 9662615"/>
              <a:gd name="connsiteY36" fmla="*/ 1445838 h 1648182"/>
              <a:gd name="connsiteX37" fmla="*/ 5878477 w 9662615"/>
              <a:gd name="connsiteY37" fmla="*/ 1439180 h 1648182"/>
              <a:gd name="connsiteX38" fmla="*/ 5838387 w 9662615"/>
              <a:gd name="connsiteY38" fmla="*/ 1444679 h 1648182"/>
              <a:gd name="connsiteX39" fmla="*/ 5771136 w 9662615"/>
              <a:gd name="connsiteY39" fmla="*/ 1453639 h 1648182"/>
              <a:gd name="connsiteX40" fmla="*/ 5724081 w 9662615"/>
              <a:gd name="connsiteY40" fmla="*/ 1470431 h 1648182"/>
              <a:gd name="connsiteX41" fmla="*/ 5666577 w 9662615"/>
              <a:gd name="connsiteY41" fmla="*/ 1473921 h 1648182"/>
              <a:gd name="connsiteX42" fmla="*/ 5649068 w 9662615"/>
              <a:gd name="connsiteY42" fmla="*/ 1461676 h 1648182"/>
              <a:gd name="connsiteX43" fmla="*/ 5588902 w 9662615"/>
              <a:gd name="connsiteY43" fmla="*/ 1469647 h 1648182"/>
              <a:gd name="connsiteX44" fmla="*/ 5498090 w 9662615"/>
              <a:gd name="connsiteY44" fmla="*/ 1483173 h 1648182"/>
              <a:gd name="connsiteX45" fmla="*/ 5444641 w 9662615"/>
              <a:gd name="connsiteY45" fmla="*/ 1487602 h 1648182"/>
              <a:gd name="connsiteX46" fmla="*/ 5299812 w 9662615"/>
              <a:gd name="connsiteY46" fmla="*/ 1503362 h 1648182"/>
              <a:gd name="connsiteX47" fmla="*/ 5213947 w 9662615"/>
              <a:gd name="connsiteY47" fmla="*/ 1516637 h 1648182"/>
              <a:gd name="connsiteX48" fmla="*/ 5090342 w 9662615"/>
              <a:gd name="connsiteY48" fmla="*/ 1546680 h 1648182"/>
              <a:gd name="connsiteX49" fmla="*/ 5129812 w 9662615"/>
              <a:gd name="connsiteY49" fmla="*/ 1521277 h 1648182"/>
              <a:gd name="connsiteX50" fmla="*/ 5059484 w 9662615"/>
              <a:gd name="connsiteY50" fmla="*/ 1546802 h 1648182"/>
              <a:gd name="connsiteX51" fmla="*/ 5038524 w 9662615"/>
              <a:gd name="connsiteY51" fmla="*/ 1545675 h 1648182"/>
              <a:gd name="connsiteX52" fmla="*/ 5026564 w 9662615"/>
              <a:gd name="connsiteY52" fmla="*/ 1545376 h 1648182"/>
              <a:gd name="connsiteX53" fmla="*/ 4969433 w 9662615"/>
              <a:gd name="connsiteY53" fmla="*/ 1550865 h 1648182"/>
              <a:gd name="connsiteX54" fmla="*/ 4929254 w 9662615"/>
              <a:gd name="connsiteY54" fmla="*/ 1563452 h 1648182"/>
              <a:gd name="connsiteX55" fmla="*/ 4871726 w 9662615"/>
              <a:gd name="connsiteY55" fmla="*/ 1570584 h 1648182"/>
              <a:gd name="connsiteX56" fmla="*/ 4843267 w 9662615"/>
              <a:gd name="connsiteY56" fmla="*/ 1561459 h 1648182"/>
              <a:gd name="connsiteX57" fmla="*/ 4821058 w 9662615"/>
              <a:gd name="connsiteY57" fmla="*/ 1553078 h 1648182"/>
              <a:gd name="connsiteX58" fmla="*/ 4791466 w 9662615"/>
              <a:gd name="connsiteY58" fmla="*/ 1561324 h 1648182"/>
              <a:gd name="connsiteX59" fmla="*/ 4784247 w 9662615"/>
              <a:gd name="connsiteY59" fmla="*/ 1562342 h 1648182"/>
              <a:gd name="connsiteX60" fmla="*/ 4739309 w 9662615"/>
              <a:gd name="connsiteY60" fmla="*/ 1553948 h 1648182"/>
              <a:gd name="connsiteX61" fmla="*/ 4697562 w 9662615"/>
              <a:gd name="connsiteY61" fmla="*/ 1551206 h 1648182"/>
              <a:gd name="connsiteX62" fmla="*/ 4650737 w 9662615"/>
              <a:gd name="connsiteY62" fmla="*/ 1537381 h 1648182"/>
              <a:gd name="connsiteX63" fmla="*/ 4583150 w 9662615"/>
              <a:gd name="connsiteY63" fmla="*/ 1529064 h 1648182"/>
              <a:gd name="connsiteX64" fmla="*/ 4521734 w 9662615"/>
              <a:gd name="connsiteY64" fmla="*/ 1529359 h 1648182"/>
              <a:gd name="connsiteX65" fmla="*/ 4382398 w 9662615"/>
              <a:gd name="connsiteY65" fmla="*/ 1534108 h 1648182"/>
              <a:gd name="connsiteX66" fmla="*/ 4221826 w 9662615"/>
              <a:gd name="connsiteY66" fmla="*/ 1500972 h 1648182"/>
              <a:gd name="connsiteX67" fmla="*/ 4096601 w 9662615"/>
              <a:gd name="connsiteY67" fmla="*/ 1521563 h 1648182"/>
              <a:gd name="connsiteX68" fmla="*/ 4058099 w 9662615"/>
              <a:gd name="connsiteY68" fmla="*/ 1648182 h 1648182"/>
              <a:gd name="connsiteX69" fmla="*/ 3833906 w 9662615"/>
              <a:gd name="connsiteY69" fmla="*/ 1516637 h 1648182"/>
              <a:gd name="connsiteX70" fmla="*/ 3696258 w 9662615"/>
              <a:gd name="connsiteY70" fmla="*/ 1537563 h 1648182"/>
              <a:gd name="connsiteX71" fmla="*/ 3594070 w 9662615"/>
              <a:gd name="connsiteY71" fmla="*/ 1509422 h 1648182"/>
              <a:gd name="connsiteX72" fmla="*/ 3565233 w 9662615"/>
              <a:gd name="connsiteY72" fmla="*/ 1515122 h 1648182"/>
              <a:gd name="connsiteX73" fmla="*/ 3560267 w 9662615"/>
              <a:gd name="connsiteY73" fmla="*/ 1516288 h 1648182"/>
              <a:gd name="connsiteX74" fmla="*/ 3540258 w 9662615"/>
              <a:gd name="connsiteY74" fmla="*/ 1516976 h 1648182"/>
              <a:gd name="connsiteX75" fmla="*/ 3534780 w 9662615"/>
              <a:gd name="connsiteY75" fmla="*/ 1522141 h 1648182"/>
              <a:gd name="connsiteX76" fmla="*/ 3504783 w 9662615"/>
              <a:gd name="connsiteY76" fmla="*/ 1526739 h 1648182"/>
              <a:gd name="connsiteX77" fmla="*/ 3430805 w 9662615"/>
              <a:gd name="connsiteY77" fmla="*/ 1542521 h 1648182"/>
              <a:gd name="connsiteX78" fmla="*/ 3292707 w 9662615"/>
              <a:gd name="connsiteY78" fmla="*/ 1520490 h 1648182"/>
              <a:gd name="connsiteX79" fmla="*/ 3187872 w 9662615"/>
              <a:gd name="connsiteY79" fmla="*/ 1519991 h 1648182"/>
              <a:gd name="connsiteX80" fmla="*/ 3148026 w 9662615"/>
              <a:gd name="connsiteY80" fmla="*/ 1524777 h 1648182"/>
              <a:gd name="connsiteX81" fmla="*/ 3092394 w 9662615"/>
              <a:gd name="connsiteY81" fmla="*/ 1528115 h 1648182"/>
              <a:gd name="connsiteX82" fmla="*/ 2994200 w 9662615"/>
              <a:gd name="connsiteY82" fmla="*/ 1537857 h 1648182"/>
              <a:gd name="connsiteX83" fmla="*/ 2862301 w 9662615"/>
              <a:gd name="connsiteY83" fmla="*/ 1544250 h 1648182"/>
              <a:gd name="connsiteX84" fmla="*/ 2766335 w 9662615"/>
              <a:gd name="connsiteY84" fmla="*/ 1527662 h 1648182"/>
              <a:gd name="connsiteX85" fmla="*/ 2757836 w 9662615"/>
              <a:gd name="connsiteY85" fmla="*/ 1531371 h 1648182"/>
              <a:gd name="connsiteX86" fmla="*/ 2691555 w 9662615"/>
              <a:gd name="connsiteY86" fmla="*/ 1530283 h 1648182"/>
              <a:gd name="connsiteX87" fmla="*/ 2491676 w 9662615"/>
              <a:gd name="connsiteY87" fmla="*/ 1500859 h 1648182"/>
              <a:gd name="connsiteX88" fmla="*/ 2378036 w 9662615"/>
              <a:gd name="connsiteY88" fmla="*/ 1520645 h 1648182"/>
              <a:gd name="connsiteX89" fmla="*/ 2284269 w 9662615"/>
              <a:gd name="connsiteY89" fmla="*/ 1503068 h 1648182"/>
              <a:gd name="connsiteX90" fmla="*/ 2207104 w 9662615"/>
              <a:gd name="connsiteY90" fmla="*/ 1508888 h 1648182"/>
              <a:gd name="connsiteX91" fmla="*/ 2149226 w 9662615"/>
              <a:gd name="connsiteY91" fmla="*/ 1523409 h 1648182"/>
              <a:gd name="connsiteX92" fmla="*/ 2084783 w 9662615"/>
              <a:gd name="connsiteY92" fmla="*/ 1524245 h 1648182"/>
              <a:gd name="connsiteX93" fmla="*/ 2070075 w 9662615"/>
              <a:gd name="connsiteY93" fmla="*/ 1511285 h 1648182"/>
              <a:gd name="connsiteX94" fmla="*/ 2001057 w 9662615"/>
              <a:gd name="connsiteY94" fmla="*/ 1516449 h 1648182"/>
              <a:gd name="connsiteX95" fmla="*/ 1896330 w 9662615"/>
              <a:gd name="connsiteY95" fmla="*/ 1525725 h 1648182"/>
              <a:gd name="connsiteX96" fmla="*/ 1835994 w 9662615"/>
              <a:gd name="connsiteY96" fmla="*/ 1527678 h 1648182"/>
              <a:gd name="connsiteX97" fmla="*/ 1671119 w 9662615"/>
              <a:gd name="connsiteY97" fmla="*/ 1536701 h 1648182"/>
              <a:gd name="connsiteX98" fmla="*/ 1601337 w 9662615"/>
              <a:gd name="connsiteY98" fmla="*/ 1548552 h 1648182"/>
              <a:gd name="connsiteX99" fmla="*/ 1407755 w 9662615"/>
              <a:gd name="connsiteY99" fmla="*/ 1571444 h 1648182"/>
              <a:gd name="connsiteX100" fmla="*/ 1271994 w 9662615"/>
              <a:gd name="connsiteY100" fmla="*/ 1579471 h 1648182"/>
              <a:gd name="connsiteX101" fmla="*/ 1249226 w 9662615"/>
              <a:gd name="connsiteY101" fmla="*/ 1583140 h 1648182"/>
              <a:gd name="connsiteX102" fmla="*/ 1217719 w 9662615"/>
              <a:gd name="connsiteY102" fmla="*/ 1580863 h 1648182"/>
              <a:gd name="connsiteX103" fmla="*/ 1091432 w 9662615"/>
              <a:gd name="connsiteY103" fmla="*/ 1571003 h 1648182"/>
              <a:gd name="connsiteX104" fmla="*/ 992039 w 9662615"/>
              <a:gd name="connsiteY104" fmla="*/ 1556662 h 1648182"/>
              <a:gd name="connsiteX105" fmla="*/ 868264 w 9662615"/>
              <a:gd name="connsiteY105" fmla="*/ 1566392 h 1648182"/>
              <a:gd name="connsiteX106" fmla="*/ 792765 w 9662615"/>
              <a:gd name="connsiteY106" fmla="*/ 1563102 h 1648182"/>
              <a:gd name="connsiteX107" fmla="*/ 669055 w 9662615"/>
              <a:gd name="connsiteY107" fmla="*/ 1543638 h 1648182"/>
              <a:gd name="connsiteX108" fmla="*/ 506152 w 9662615"/>
              <a:gd name="connsiteY108" fmla="*/ 1549124 h 1648182"/>
              <a:gd name="connsiteX109" fmla="*/ 472797 w 9662615"/>
              <a:gd name="connsiteY109" fmla="*/ 1568904 h 1648182"/>
              <a:gd name="connsiteX110" fmla="*/ 427864 w 9662615"/>
              <a:gd name="connsiteY110" fmla="*/ 1580848 h 1648182"/>
              <a:gd name="connsiteX111" fmla="*/ 408381 w 9662615"/>
              <a:gd name="connsiteY111" fmla="*/ 1552940 h 1648182"/>
              <a:gd name="connsiteX112" fmla="*/ 267163 w 9662615"/>
              <a:gd name="connsiteY112" fmla="*/ 1531913 h 1648182"/>
              <a:gd name="connsiteX113" fmla="*/ 196644 w 9662615"/>
              <a:gd name="connsiteY113" fmla="*/ 1524565 h 1648182"/>
              <a:gd name="connsiteX114" fmla="*/ 86819 w 9662615"/>
              <a:gd name="connsiteY114" fmla="*/ 1519517 h 1648182"/>
              <a:gd name="connsiteX115" fmla="*/ 53369 w 9662615"/>
              <a:gd name="connsiteY115" fmla="*/ 1516853 h 1648182"/>
              <a:gd name="connsiteX116" fmla="*/ 2359 w 9662615"/>
              <a:gd name="connsiteY116" fmla="*/ 1515247 h 1648182"/>
              <a:gd name="connsiteX117" fmla="*/ 0 w 9662615"/>
              <a:gd name="connsiteY117" fmla="*/ 1514932 h 1648182"/>
              <a:gd name="connsiteX118" fmla="*/ 0 w 9662615"/>
              <a:gd name="connsiteY118" fmla="*/ 0 h 1648182"/>
              <a:gd name="connsiteX0" fmla="*/ 0 w 9662615"/>
              <a:gd name="connsiteY0" fmla="*/ 0 h 1648182"/>
              <a:gd name="connsiteX1" fmla="*/ 9662615 w 9662615"/>
              <a:gd name="connsiteY1" fmla="*/ 0 h 1648182"/>
              <a:gd name="connsiteX2" fmla="*/ 9662615 w 9662615"/>
              <a:gd name="connsiteY2" fmla="*/ 1280346 h 1648182"/>
              <a:gd name="connsiteX3" fmla="*/ 9658420 w 9662615"/>
              <a:gd name="connsiteY3" fmla="*/ 1280106 h 1648182"/>
              <a:gd name="connsiteX4" fmla="*/ 9469546 w 9662615"/>
              <a:gd name="connsiteY4" fmla="*/ 1289837 h 1648182"/>
              <a:gd name="connsiteX5" fmla="*/ 9385895 w 9662615"/>
              <a:gd name="connsiteY5" fmla="*/ 1269203 h 1648182"/>
              <a:gd name="connsiteX6" fmla="*/ 9144767 w 9662615"/>
              <a:gd name="connsiteY6" fmla="*/ 1264120 h 1648182"/>
              <a:gd name="connsiteX7" fmla="*/ 8837252 w 9662615"/>
              <a:gd name="connsiteY7" fmla="*/ 1350515 h 1648182"/>
              <a:gd name="connsiteX8" fmla="*/ 8705466 w 9662615"/>
              <a:gd name="connsiteY8" fmla="*/ 1342419 h 1648182"/>
              <a:gd name="connsiteX9" fmla="*/ 8652221 w 9662615"/>
              <a:gd name="connsiteY9" fmla="*/ 1326906 h 1648182"/>
              <a:gd name="connsiteX10" fmla="*/ 8632312 w 9662615"/>
              <a:gd name="connsiteY10" fmla="*/ 1326025 h 1648182"/>
              <a:gd name="connsiteX11" fmla="*/ 8591582 w 9662615"/>
              <a:gd name="connsiteY11" fmla="*/ 1341666 h 1648182"/>
              <a:gd name="connsiteX12" fmla="*/ 8537336 w 9662615"/>
              <a:gd name="connsiteY12" fmla="*/ 1341684 h 1648182"/>
              <a:gd name="connsiteX13" fmla="*/ 8472508 w 9662615"/>
              <a:gd name="connsiteY13" fmla="*/ 1363109 h 1648182"/>
              <a:gd name="connsiteX14" fmla="*/ 8258477 w 9662615"/>
              <a:gd name="connsiteY14" fmla="*/ 1370666 h 1648182"/>
              <a:gd name="connsiteX15" fmla="*/ 8197961 w 9662615"/>
              <a:gd name="connsiteY15" fmla="*/ 1392804 h 1648182"/>
              <a:gd name="connsiteX16" fmla="*/ 8171196 w 9662615"/>
              <a:gd name="connsiteY16" fmla="*/ 1397216 h 1648182"/>
              <a:gd name="connsiteX17" fmla="*/ 8127667 w 9662615"/>
              <a:gd name="connsiteY17" fmla="*/ 1418254 h 1648182"/>
              <a:gd name="connsiteX18" fmla="*/ 7974579 w 9662615"/>
              <a:gd name="connsiteY18" fmla="*/ 1383439 h 1648182"/>
              <a:gd name="connsiteX19" fmla="*/ 7768351 w 9662615"/>
              <a:gd name="connsiteY19" fmla="*/ 1395051 h 1648182"/>
              <a:gd name="connsiteX20" fmla="*/ 7635985 w 9662615"/>
              <a:gd name="connsiteY20" fmla="*/ 1386363 h 1648182"/>
              <a:gd name="connsiteX21" fmla="*/ 7466069 w 9662615"/>
              <a:gd name="connsiteY21" fmla="*/ 1377654 h 1648182"/>
              <a:gd name="connsiteX22" fmla="*/ 7355642 w 9662615"/>
              <a:gd name="connsiteY22" fmla="*/ 1407761 h 1648182"/>
              <a:gd name="connsiteX23" fmla="*/ 7151610 w 9662615"/>
              <a:gd name="connsiteY23" fmla="*/ 1397856 h 1648182"/>
              <a:gd name="connsiteX24" fmla="*/ 7082147 w 9662615"/>
              <a:gd name="connsiteY24" fmla="*/ 1406113 h 1648182"/>
              <a:gd name="connsiteX25" fmla="*/ 7014958 w 9662615"/>
              <a:gd name="connsiteY25" fmla="*/ 1396883 h 1648182"/>
              <a:gd name="connsiteX26" fmla="*/ 6907567 w 9662615"/>
              <a:gd name="connsiteY26" fmla="*/ 1419149 h 1648182"/>
              <a:gd name="connsiteX27" fmla="*/ 6748428 w 9662615"/>
              <a:gd name="connsiteY27" fmla="*/ 1420308 h 1648182"/>
              <a:gd name="connsiteX28" fmla="*/ 6654257 w 9662615"/>
              <a:gd name="connsiteY28" fmla="*/ 1424143 h 1648182"/>
              <a:gd name="connsiteX29" fmla="*/ 6620123 w 9662615"/>
              <a:gd name="connsiteY29" fmla="*/ 1430535 h 1648182"/>
              <a:gd name="connsiteX30" fmla="*/ 6571355 w 9662615"/>
              <a:gd name="connsiteY30" fmla="*/ 1436144 h 1648182"/>
              <a:gd name="connsiteX31" fmla="*/ 6486557 w 9662615"/>
              <a:gd name="connsiteY31" fmla="*/ 1449861 h 1648182"/>
              <a:gd name="connsiteX32" fmla="*/ 6370419 w 9662615"/>
              <a:gd name="connsiteY32" fmla="*/ 1461649 h 1648182"/>
              <a:gd name="connsiteX33" fmla="*/ 6278839 w 9662615"/>
              <a:gd name="connsiteY33" fmla="*/ 1449160 h 1648182"/>
              <a:gd name="connsiteX34" fmla="*/ 6272455 w 9662615"/>
              <a:gd name="connsiteY34" fmla="*/ 1453191 h 1648182"/>
              <a:gd name="connsiteX35" fmla="*/ 6212659 w 9662615"/>
              <a:gd name="connsiteY35" fmla="*/ 1454850 h 1648182"/>
              <a:gd name="connsiteX36" fmla="*/ 6069317 w 9662615"/>
              <a:gd name="connsiteY36" fmla="*/ 1445838 h 1648182"/>
              <a:gd name="connsiteX37" fmla="*/ 5878477 w 9662615"/>
              <a:gd name="connsiteY37" fmla="*/ 1439180 h 1648182"/>
              <a:gd name="connsiteX38" fmla="*/ 5838387 w 9662615"/>
              <a:gd name="connsiteY38" fmla="*/ 1444679 h 1648182"/>
              <a:gd name="connsiteX39" fmla="*/ 5771136 w 9662615"/>
              <a:gd name="connsiteY39" fmla="*/ 1453639 h 1648182"/>
              <a:gd name="connsiteX40" fmla="*/ 5724081 w 9662615"/>
              <a:gd name="connsiteY40" fmla="*/ 1470431 h 1648182"/>
              <a:gd name="connsiteX41" fmla="*/ 5666577 w 9662615"/>
              <a:gd name="connsiteY41" fmla="*/ 1473921 h 1648182"/>
              <a:gd name="connsiteX42" fmla="*/ 5649068 w 9662615"/>
              <a:gd name="connsiteY42" fmla="*/ 1461676 h 1648182"/>
              <a:gd name="connsiteX43" fmla="*/ 5588902 w 9662615"/>
              <a:gd name="connsiteY43" fmla="*/ 1469647 h 1648182"/>
              <a:gd name="connsiteX44" fmla="*/ 5498090 w 9662615"/>
              <a:gd name="connsiteY44" fmla="*/ 1483173 h 1648182"/>
              <a:gd name="connsiteX45" fmla="*/ 5444641 w 9662615"/>
              <a:gd name="connsiteY45" fmla="*/ 1487602 h 1648182"/>
              <a:gd name="connsiteX46" fmla="*/ 5299812 w 9662615"/>
              <a:gd name="connsiteY46" fmla="*/ 1503362 h 1648182"/>
              <a:gd name="connsiteX47" fmla="*/ 5213947 w 9662615"/>
              <a:gd name="connsiteY47" fmla="*/ 1516637 h 1648182"/>
              <a:gd name="connsiteX48" fmla="*/ 5090342 w 9662615"/>
              <a:gd name="connsiteY48" fmla="*/ 1546680 h 1648182"/>
              <a:gd name="connsiteX49" fmla="*/ 5129812 w 9662615"/>
              <a:gd name="connsiteY49" fmla="*/ 1521277 h 1648182"/>
              <a:gd name="connsiteX50" fmla="*/ 5059484 w 9662615"/>
              <a:gd name="connsiteY50" fmla="*/ 1546802 h 1648182"/>
              <a:gd name="connsiteX51" fmla="*/ 5038524 w 9662615"/>
              <a:gd name="connsiteY51" fmla="*/ 1545675 h 1648182"/>
              <a:gd name="connsiteX52" fmla="*/ 5026564 w 9662615"/>
              <a:gd name="connsiteY52" fmla="*/ 1545376 h 1648182"/>
              <a:gd name="connsiteX53" fmla="*/ 4969433 w 9662615"/>
              <a:gd name="connsiteY53" fmla="*/ 1550865 h 1648182"/>
              <a:gd name="connsiteX54" fmla="*/ 4929254 w 9662615"/>
              <a:gd name="connsiteY54" fmla="*/ 1563452 h 1648182"/>
              <a:gd name="connsiteX55" fmla="*/ 4871726 w 9662615"/>
              <a:gd name="connsiteY55" fmla="*/ 1570584 h 1648182"/>
              <a:gd name="connsiteX56" fmla="*/ 4843267 w 9662615"/>
              <a:gd name="connsiteY56" fmla="*/ 1561459 h 1648182"/>
              <a:gd name="connsiteX57" fmla="*/ 4821058 w 9662615"/>
              <a:gd name="connsiteY57" fmla="*/ 1553078 h 1648182"/>
              <a:gd name="connsiteX58" fmla="*/ 4791466 w 9662615"/>
              <a:gd name="connsiteY58" fmla="*/ 1561324 h 1648182"/>
              <a:gd name="connsiteX59" fmla="*/ 4784247 w 9662615"/>
              <a:gd name="connsiteY59" fmla="*/ 1562342 h 1648182"/>
              <a:gd name="connsiteX60" fmla="*/ 4739309 w 9662615"/>
              <a:gd name="connsiteY60" fmla="*/ 1553948 h 1648182"/>
              <a:gd name="connsiteX61" fmla="*/ 4697562 w 9662615"/>
              <a:gd name="connsiteY61" fmla="*/ 1551206 h 1648182"/>
              <a:gd name="connsiteX62" fmla="*/ 4650737 w 9662615"/>
              <a:gd name="connsiteY62" fmla="*/ 1537381 h 1648182"/>
              <a:gd name="connsiteX63" fmla="*/ 4583150 w 9662615"/>
              <a:gd name="connsiteY63" fmla="*/ 1529064 h 1648182"/>
              <a:gd name="connsiteX64" fmla="*/ 4521734 w 9662615"/>
              <a:gd name="connsiteY64" fmla="*/ 1529359 h 1648182"/>
              <a:gd name="connsiteX65" fmla="*/ 4382398 w 9662615"/>
              <a:gd name="connsiteY65" fmla="*/ 1534108 h 1648182"/>
              <a:gd name="connsiteX66" fmla="*/ 4221826 w 9662615"/>
              <a:gd name="connsiteY66" fmla="*/ 1500972 h 1648182"/>
              <a:gd name="connsiteX67" fmla="*/ 4096601 w 9662615"/>
              <a:gd name="connsiteY67" fmla="*/ 1521563 h 1648182"/>
              <a:gd name="connsiteX68" fmla="*/ 4058099 w 9662615"/>
              <a:gd name="connsiteY68" fmla="*/ 1648182 h 1648182"/>
              <a:gd name="connsiteX69" fmla="*/ 3833906 w 9662615"/>
              <a:gd name="connsiteY69" fmla="*/ 1516637 h 1648182"/>
              <a:gd name="connsiteX70" fmla="*/ 3696258 w 9662615"/>
              <a:gd name="connsiteY70" fmla="*/ 1537563 h 1648182"/>
              <a:gd name="connsiteX71" fmla="*/ 3594070 w 9662615"/>
              <a:gd name="connsiteY71" fmla="*/ 1509422 h 1648182"/>
              <a:gd name="connsiteX72" fmla="*/ 3565233 w 9662615"/>
              <a:gd name="connsiteY72" fmla="*/ 1515122 h 1648182"/>
              <a:gd name="connsiteX73" fmla="*/ 3560267 w 9662615"/>
              <a:gd name="connsiteY73" fmla="*/ 1516288 h 1648182"/>
              <a:gd name="connsiteX74" fmla="*/ 3540258 w 9662615"/>
              <a:gd name="connsiteY74" fmla="*/ 1516976 h 1648182"/>
              <a:gd name="connsiteX75" fmla="*/ 3534780 w 9662615"/>
              <a:gd name="connsiteY75" fmla="*/ 1522141 h 1648182"/>
              <a:gd name="connsiteX76" fmla="*/ 3504783 w 9662615"/>
              <a:gd name="connsiteY76" fmla="*/ 1526739 h 1648182"/>
              <a:gd name="connsiteX77" fmla="*/ 3430805 w 9662615"/>
              <a:gd name="connsiteY77" fmla="*/ 1542521 h 1648182"/>
              <a:gd name="connsiteX78" fmla="*/ 3292707 w 9662615"/>
              <a:gd name="connsiteY78" fmla="*/ 1520490 h 1648182"/>
              <a:gd name="connsiteX79" fmla="*/ 3187872 w 9662615"/>
              <a:gd name="connsiteY79" fmla="*/ 1519991 h 1648182"/>
              <a:gd name="connsiteX80" fmla="*/ 3148026 w 9662615"/>
              <a:gd name="connsiteY80" fmla="*/ 1524777 h 1648182"/>
              <a:gd name="connsiteX81" fmla="*/ 3092394 w 9662615"/>
              <a:gd name="connsiteY81" fmla="*/ 1528115 h 1648182"/>
              <a:gd name="connsiteX82" fmla="*/ 2994200 w 9662615"/>
              <a:gd name="connsiteY82" fmla="*/ 1537857 h 1648182"/>
              <a:gd name="connsiteX83" fmla="*/ 2862301 w 9662615"/>
              <a:gd name="connsiteY83" fmla="*/ 1544250 h 1648182"/>
              <a:gd name="connsiteX84" fmla="*/ 2766335 w 9662615"/>
              <a:gd name="connsiteY84" fmla="*/ 1527662 h 1648182"/>
              <a:gd name="connsiteX85" fmla="*/ 2757836 w 9662615"/>
              <a:gd name="connsiteY85" fmla="*/ 1531371 h 1648182"/>
              <a:gd name="connsiteX86" fmla="*/ 2691555 w 9662615"/>
              <a:gd name="connsiteY86" fmla="*/ 1530283 h 1648182"/>
              <a:gd name="connsiteX87" fmla="*/ 2491676 w 9662615"/>
              <a:gd name="connsiteY87" fmla="*/ 1500859 h 1648182"/>
              <a:gd name="connsiteX88" fmla="*/ 2378036 w 9662615"/>
              <a:gd name="connsiteY88" fmla="*/ 1520645 h 1648182"/>
              <a:gd name="connsiteX89" fmla="*/ 2284269 w 9662615"/>
              <a:gd name="connsiteY89" fmla="*/ 1503068 h 1648182"/>
              <a:gd name="connsiteX90" fmla="*/ 2207104 w 9662615"/>
              <a:gd name="connsiteY90" fmla="*/ 1508888 h 1648182"/>
              <a:gd name="connsiteX91" fmla="*/ 2149226 w 9662615"/>
              <a:gd name="connsiteY91" fmla="*/ 1523409 h 1648182"/>
              <a:gd name="connsiteX92" fmla="*/ 2084783 w 9662615"/>
              <a:gd name="connsiteY92" fmla="*/ 1524245 h 1648182"/>
              <a:gd name="connsiteX93" fmla="*/ 2070075 w 9662615"/>
              <a:gd name="connsiteY93" fmla="*/ 1511285 h 1648182"/>
              <a:gd name="connsiteX94" fmla="*/ 2001057 w 9662615"/>
              <a:gd name="connsiteY94" fmla="*/ 1516449 h 1648182"/>
              <a:gd name="connsiteX95" fmla="*/ 1896330 w 9662615"/>
              <a:gd name="connsiteY95" fmla="*/ 1525725 h 1648182"/>
              <a:gd name="connsiteX96" fmla="*/ 1835994 w 9662615"/>
              <a:gd name="connsiteY96" fmla="*/ 1527678 h 1648182"/>
              <a:gd name="connsiteX97" fmla="*/ 1671119 w 9662615"/>
              <a:gd name="connsiteY97" fmla="*/ 1536701 h 1648182"/>
              <a:gd name="connsiteX98" fmla="*/ 1601337 w 9662615"/>
              <a:gd name="connsiteY98" fmla="*/ 1548552 h 1648182"/>
              <a:gd name="connsiteX99" fmla="*/ 1407755 w 9662615"/>
              <a:gd name="connsiteY99" fmla="*/ 1571444 h 1648182"/>
              <a:gd name="connsiteX100" fmla="*/ 1271994 w 9662615"/>
              <a:gd name="connsiteY100" fmla="*/ 1579471 h 1648182"/>
              <a:gd name="connsiteX101" fmla="*/ 1249226 w 9662615"/>
              <a:gd name="connsiteY101" fmla="*/ 1583140 h 1648182"/>
              <a:gd name="connsiteX102" fmla="*/ 1217719 w 9662615"/>
              <a:gd name="connsiteY102" fmla="*/ 1580863 h 1648182"/>
              <a:gd name="connsiteX103" fmla="*/ 1091432 w 9662615"/>
              <a:gd name="connsiteY103" fmla="*/ 1571003 h 1648182"/>
              <a:gd name="connsiteX104" fmla="*/ 992039 w 9662615"/>
              <a:gd name="connsiteY104" fmla="*/ 1556662 h 1648182"/>
              <a:gd name="connsiteX105" fmla="*/ 868264 w 9662615"/>
              <a:gd name="connsiteY105" fmla="*/ 1566392 h 1648182"/>
              <a:gd name="connsiteX106" fmla="*/ 792765 w 9662615"/>
              <a:gd name="connsiteY106" fmla="*/ 1563102 h 1648182"/>
              <a:gd name="connsiteX107" fmla="*/ 669055 w 9662615"/>
              <a:gd name="connsiteY107" fmla="*/ 1543638 h 1648182"/>
              <a:gd name="connsiteX108" fmla="*/ 506152 w 9662615"/>
              <a:gd name="connsiteY108" fmla="*/ 1549124 h 1648182"/>
              <a:gd name="connsiteX109" fmla="*/ 472797 w 9662615"/>
              <a:gd name="connsiteY109" fmla="*/ 1568904 h 1648182"/>
              <a:gd name="connsiteX110" fmla="*/ 427864 w 9662615"/>
              <a:gd name="connsiteY110" fmla="*/ 1580848 h 1648182"/>
              <a:gd name="connsiteX111" fmla="*/ 408381 w 9662615"/>
              <a:gd name="connsiteY111" fmla="*/ 1552940 h 1648182"/>
              <a:gd name="connsiteX112" fmla="*/ 267163 w 9662615"/>
              <a:gd name="connsiteY112" fmla="*/ 1531913 h 1648182"/>
              <a:gd name="connsiteX113" fmla="*/ 196644 w 9662615"/>
              <a:gd name="connsiteY113" fmla="*/ 1524565 h 1648182"/>
              <a:gd name="connsiteX114" fmla="*/ 86819 w 9662615"/>
              <a:gd name="connsiteY114" fmla="*/ 1519517 h 1648182"/>
              <a:gd name="connsiteX115" fmla="*/ 53369 w 9662615"/>
              <a:gd name="connsiteY115" fmla="*/ 1516853 h 1648182"/>
              <a:gd name="connsiteX116" fmla="*/ 2359 w 9662615"/>
              <a:gd name="connsiteY116" fmla="*/ 1515247 h 1648182"/>
              <a:gd name="connsiteX117" fmla="*/ 0 w 9662615"/>
              <a:gd name="connsiteY117" fmla="*/ 1514932 h 1648182"/>
              <a:gd name="connsiteX118" fmla="*/ 0 w 9662615"/>
              <a:gd name="connsiteY118" fmla="*/ 0 h 1648182"/>
              <a:gd name="connsiteX0" fmla="*/ 0 w 9662615"/>
              <a:gd name="connsiteY0" fmla="*/ 0 h 1723719"/>
              <a:gd name="connsiteX1" fmla="*/ 9662615 w 9662615"/>
              <a:gd name="connsiteY1" fmla="*/ 0 h 1723719"/>
              <a:gd name="connsiteX2" fmla="*/ 9662615 w 9662615"/>
              <a:gd name="connsiteY2" fmla="*/ 1280346 h 1723719"/>
              <a:gd name="connsiteX3" fmla="*/ 9658420 w 9662615"/>
              <a:gd name="connsiteY3" fmla="*/ 1280106 h 1723719"/>
              <a:gd name="connsiteX4" fmla="*/ 9469546 w 9662615"/>
              <a:gd name="connsiteY4" fmla="*/ 1289837 h 1723719"/>
              <a:gd name="connsiteX5" fmla="*/ 9385895 w 9662615"/>
              <a:gd name="connsiteY5" fmla="*/ 1269203 h 1723719"/>
              <a:gd name="connsiteX6" fmla="*/ 9144767 w 9662615"/>
              <a:gd name="connsiteY6" fmla="*/ 1264120 h 1723719"/>
              <a:gd name="connsiteX7" fmla="*/ 8837252 w 9662615"/>
              <a:gd name="connsiteY7" fmla="*/ 1350515 h 1723719"/>
              <a:gd name="connsiteX8" fmla="*/ 8705466 w 9662615"/>
              <a:gd name="connsiteY8" fmla="*/ 1342419 h 1723719"/>
              <a:gd name="connsiteX9" fmla="*/ 8652221 w 9662615"/>
              <a:gd name="connsiteY9" fmla="*/ 1326906 h 1723719"/>
              <a:gd name="connsiteX10" fmla="*/ 8632312 w 9662615"/>
              <a:gd name="connsiteY10" fmla="*/ 1326025 h 1723719"/>
              <a:gd name="connsiteX11" fmla="*/ 8591582 w 9662615"/>
              <a:gd name="connsiteY11" fmla="*/ 1341666 h 1723719"/>
              <a:gd name="connsiteX12" fmla="*/ 8537336 w 9662615"/>
              <a:gd name="connsiteY12" fmla="*/ 1341684 h 1723719"/>
              <a:gd name="connsiteX13" fmla="*/ 8472508 w 9662615"/>
              <a:gd name="connsiteY13" fmla="*/ 1363109 h 1723719"/>
              <a:gd name="connsiteX14" fmla="*/ 8258477 w 9662615"/>
              <a:gd name="connsiteY14" fmla="*/ 1370666 h 1723719"/>
              <a:gd name="connsiteX15" fmla="*/ 8197961 w 9662615"/>
              <a:gd name="connsiteY15" fmla="*/ 1392804 h 1723719"/>
              <a:gd name="connsiteX16" fmla="*/ 8171196 w 9662615"/>
              <a:gd name="connsiteY16" fmla="*/ 1397216 h 1723719"/>
              <a:gd name="connsiteX17" fmla="*/ 8127667 w 9662615"/>
              <a:gd name="connsiteY17" fmla="*/ 1418254 h 1723719"/>
              <a:gd name="connsiteX18" fmla="*/ 7974579 w 9662615"/>
              <a:gd name="connsiteY18" fmla="*/ 1383439 h 1723719"/>
              <a:gd name="connsiteX19" fmla="*/ 7768351 w 9662615"/>
              <a:gd name="connsiteY19" fmla="*/ 1395051 h 1723719"/>
              <a:gd name="connsiteX20" fmla="*/ 7635985 w 9662615"/>
              <a:gd name="connsiteY20" fmla="*/ 1386363 h 1723719"/>
              <a:gd name="connsiteX21" fmla="*/ 7466069 w 9662615"/>
              <a:gd name="connsiteY21" fmla="*/ 1377654 h 1723719"/>
              <a:gd name="connsiteX22" fmla="*/ 7355642 w 9662615"/>
              <a:gd name="connsiteY22" fmla="*/ 1407761 h 1723719"/>
              <a:gd name="connsiteX23" fmla="*/ 7151610 w 9662615"/>
              <a:gd name="connsiteY23" fmla="*/ 1397856 h 1723719"/>
              <a:gd name="connsiteX24" fmla="*/ 7082147 w 9662615"/>
              <a:gd name="connsiteY24" fmla="*/ 1406113 h 1723719"/>
              <a:gd name="connsiteX25" fmla="*/ 7014958 w 9662615"/>
              <a:gd name="connsiteY25" fmla="*/ 1396883 h 1723719"/>
              <a:gd name="connsiteX26" fmla="*/ 6907567 w 9662615"/>
              <a:gd name="connsiteY26" fmla="*/ 1419149 h 1723719"/>
              <a:gd name="connsiteX27" fmla="*/ 6748428 w 9662615"/>
              <a:gd name="connsiteY27" fmla="*/ 1420308 h 1723719"/>
              <a:gd name="connsiteX28" fmla="*/ 6654257 w 9662615"/>
              <a:gd name="connsiteY28" fmla="*/ 1424143 h 1723719"/>
              <a:gd name="connsiteX29" fmla="*/ 6620123 w 9662615"/>
              <a:gd name="connsiteY29" fmla="*/ 1430535 h 1723719"/>
              <a:gd name="connsiteX30" fmla="*/ 6571355 w 9662615"/>
              <a:gd name="connsiteY30" fmla="*/ 1436144 h 1723719"/>
              <a:gd name="connsiteX31" fmla="*/ 6486557 w 9662615"/>
              <a:gd name="connsiteY31" fmla="*/ 1449861 h 1723719"/>
              <a:gd name="connsiteX32" fmla="*/ 6370419 w 9662615"/>
              <a:gd name="connsiteY32" fmla="*/ 1461649 h 1723719"/>
              <a:gd name="connsiteX33" fmla="*/ 6278839 w 9662615"/>
              <a:gd name="connsiteY33" fmla="*/ 1449160 h 1723719"/>
              <a:gd name="connsiteX34" fmla="*/ 6272455 w 9662615"/>
              <a:gd name="connsiteY34" fmla="*/ 1453191 h 1723719"/>
              <a:gd name="connsiteX35" fmla="*/ 6212659 w 9662615"/>
              <a:gd name="connsiteY35" fmla="*/ 1454850 h 1723719"/>
              <a:gd name="connsiteX36" fmla="*/ 6069317 w 9662615"/>
              <a:gd name="connsiteY36" fmla="*/ 1445838 h 1723719"/>
              <a:gd name="connsiteX37" fmla="*/ 5878477 w 9662615"/>
              <a:gd name="connsiteY37" fmla="*/ 1439180 h 1723719"/>
              <a:gd name="connsiteX38" fmla="*/ 5838387 w 9662615"/>
              <a:gd name="connsiteY38" fmla="*/ 1444679 h 1723719"/>
              <a:gd name="connsiteX39" fmla="*/ 5771136 w 9662615"/>
              <a:gd name="connsiteY39" fmla="*/ 1453639 h 1723719"/>
              <a:gd name="connsiteX40" fmla="*/ 5724081 w 9662615"/>
              <a:gd name="connsiteY40" fmla="*/ 1470431 h 1723719"/>
              <a:gd name="connsiteX41" fmla="*/ 5666577 w 9662615"/>
              <a:gd name="connsiteY41" fmla="*/ 1473921 h 1723719"/>
              <a:gd name="connsiteX42" fmla="*/ 5649068 w 9662615"/>
              <a:gd name="connsiteY42" fmla="*/ 1461676 h 1723719"/>
              <a:gd name="connsiteX43" fmla="*/ 5588902 w 9662615"/>
              <a:gd name="connsiteY43" fmla="*/ 1469647 h 1723719"/>
              <a:gd name="connsiteX44" fmla="*/ 5498090 w 9662615"/>
              <a:gd name="connsiteY44" fmla="*/ 1483173 h 1723719"/>
              <a:gd name="connsiteX45" fmla="*/ 5444641 w 9662615"/>
              <a:gd name="connsiteY45" fmla="*/ 1487602 h 1723719"/>
              <a:gd name="connsiteX46" fmla="*/ 5299812 w 9662615"/>
              <a:gd name="connsiteY46" fmla="*/ 1503362 h 1723719"/>
              <a:gd name="connsiteX47" fmla="*/ 5213947 w 9662615"/>
              <a:gd name="connsiteY47" fmla="*/ 1516637 h 1723719"/>
              <a:gd name="connsiteX48" fmla="*/ 5090342 w 9662615"/>
              <a:gd name="connsiteY48" fmla="*/ 1546680 h 1723719"/>
              <a:gd name="connsiteX49" fmla="*/ 5129812 w 9662615"/>
              <a:gd name="connsiteY49" fmla="*/ 1521277 h 1723719"/>
              <a:gd name="connsiteX50" fmla="*/ 5059484 w 9662615"/>
              <a:gd name="connsiteY50" fmla="*/ 1546802 h 1723719"/>
              <a:gd name="connsiteX51" fmla="*/ 5038524 w 9662615"/>
              <a:gd name="connsiteY51" fmla="*/ 1545675 h 1723719"/>
              <a:gd name="connsiteX52" fmla="*/ 5026564 w 9662615"/>
              <a:gd name="connsiteY52" fmla="*/ 1545376 h 1723719"/>
              <a:gd name="connsiteX53" fmla="*/ 4969433 w 9662615"/>
              <a:gd name="connsiteY53" fmla="*/ 1550865 h 1723719"/>
              <a:gd name="connsiteX54" fmla="*/ 4929254 w 9662615"/>
              <a:gd name="connsiteY54" fmla="*/ 1563452 h 1723719"/>
              <a:gd name="connsiteX55" fmla="*/ 4871726 w 9662615"/>
              <a:gd name="connsiteY55" fmla="*/ 1570584 h 1723719"/>
              <a:gd name="connsiteX56" fmla="*/ 4843267 w 9662615"/>
              <a:gd name="connsiteY56" fmla="*/ 1561459 h 1723719"/>
              <a:gd name="connsiteX57" fmla="*/ 4821058 w 9662615"/>
              <a:gd name="connsiteY57" fmla="*/ 1553078 h 1723719"/>
              <a:gd name="connsiteX58" fmla="*/ 4791466 w 9662615"/>
              <a:gd name="connsiteY58" fmla="*/ 1561324 h 1723719"/>
              <a:gd name="connsiteX59" fmla="*/ 4784247 w 9662615"/>
              <a:gd name="connsiteY59" fmla="*/ 1562342 h 1723719"/>
              <a:gd name="connsiteX60" fmla="*/ 4739309 w 9662615"/>
              <a:gd name="connsiteY60" fmla="*/ 1553948 h 1723719"/>
              <a:gd name="connsiteX61" fmla="*/ 4697562 w 9662615"/>
              <a:gd name="connsiteY61" fmla="*/ 1551206 h 1723719"/>
              <a:gd name="connsiteX62" fmla="*/ 4650737 w 9662615"/>
              <a:gd name="connsiteY62" fmla="*/ 1537381 h 1723719"/>
              <a:gd name="connsiteX63" fmla="*/ 4583150 w 9662615"/>
              <a:gd name="connsiteY63" fmla="*/ 1529064 h 1723719"/>
              <a:gd name="connsiteX64" fmla="*/ 4521734 w 9662615"/>
              <a:gd name="connsiteY64" fmla="*/ 1529359 h 1723719"/>
              <a:gd name="connsiteX65" fmla="*/ 4382398 w 9662615"/>
              <a:gd name="connsiteY65" fmla="*/ 1534108 h 1723719"/>
              <a:gd name="connsiteX66" fmla="*/ 4221826 w 9662615"/>
              <a:gd name="connsiteY66" fmla="*/ 1500972 h 1723719"/>
              <a:gd name="connsiteX67" fmla="*/ 4096601 w 9662615"/>
              <a:gd name="connsiteY67" fmla="*/ 1521563 h 1723719"/>
              <a:gd name="connsiteX68" fmla="*/ 3970635 w 9662615"/>
              <a:gd name="connsiteY68" fmla="*/ 1723719 h 1723719"/>
              <a:gd name="connsiteX69" fmla="*/ 3833906 w 9662615"/>
              <a:gd name="connsiteY69" fmla="*/ 1516637 h 1723719"/>
              <a:gd name="connsiteX70" fmla="*/ 3696258 w 9662615"/>
              <a:gd name="connsiteY70" fmla="*/ 1537563 h 1723719"/>
              <a:gd name="connsiteX71" fmla="*/ 3594070 w 9662615"/>
              <a:gd name="connsiteY71" fmla="*/ 1509422 h 1723719"/>
              <a:gd name="connsiteX72" fmla="*/ 3565233 w 9662615"/>
              <a:gd name="connsiteY72" fmla="*/ 1515122 h 1723719"/>
              <a:gd name="connsiteX73" fmla="*/ 3560267 w 9662615"/>
              <a:gd name="connsiteY73" fmla="*/ 1516288 h 1723719"/>
              <a:gd name="connsiteX74" fmla="*/ 3540258 w 9662615"/>
              <a:gd name="connsiteY74" fmla="*/ 1516976 h 1723719"/>
              <a:gd name="connsiteX75" fmla="*/ 3534780 w 9662615"/>
              <a:gd name="connsiteY75" fmla="*/ 1522141 h 1723719"/>
              <a:gd name="connsiteX76" fmla="*/ 3504783 w 9662615"/>
              <a:gd name="connsiteY76" fmla="*/ 1526739 h 1723719"/>
              <a:gd name="connsiteX77" fmla="*/ 3430805 w 9662615"/>
              <a:gd name="connsiteY77" fmla="*/ 1542521 h 1723719"/>
              <a:gd name="connsiteX78" fmla="*/ 3292707 w 9662615"/>
              <a:gd name="connsiteY78" fmla="*/ 1520490 h 1723719"/>
              <a:gd name="connsiteX79" fmla="*/ 3187872 w 9662615"/>
              <a:gd name="connsiteY79" fmla="*/ 1519991 h 1723719"/>
              <a:gd name="connsiteX80" fmla="*/ 3148026 w 9662615"/>
              <a:gd name="connsiteY80" fmla="*/ 1524777 h 1723719"/>
              <a:gd name="connsiteX81" fmla="*/ 3092394 w 9662615"/>
              <a:gd name="connsiteY81" fmla="*/ 1528115 h 1723719"/>
              <a:gd name="connsiteX82" fmla="*/ 2994200 w 9662615"/>
              <a:gd name="connsiteY82" fmla="*/ 1537857 h 1723719"/>
              <a:gd name="connsiteX83" fmla="*/ 2862301 w 9662615"/>
              <a:gd name="connsiteY83" fmla="*/ 1544250 h 1723719"/>
              <a:gd name="connsiteX84" fmla="*/ 2766335 w 9662615"/>
              <a:gd name="connsiteY84" fmla="*/ 1527662 h 1723719"/>
              <a:gd name="connsiteX85" fmla="*/ 2757836 w 9662615"/>
              <a:gd name="connsiteY85" fmla="*/ 1531371 h 1723719"/>
              <a:gd name="connsiteX86" fmla="*/ 2691555 w 9662615"/>
              <a:gd name="connsiteY86" fmla="*/ 1530283 h 1723719"/>
              <a:gd name="connsiteX87" fmla="*/ 2491676 w 9662615"/>
              <a:gd name="connsiteY87" fmla="*/ 1500859 h 1723719"/>
              <a:gd name="connsiteX88" fmla="*/ 2378036 w 9662615"/>
              <a:gd name="connsiteY88" fmla="*/ 1520645 h 1723719"/>
              <a:gd name="connsiteX89" fmla="*/ 2284269 w 9662615"/>
              <a:gd name="connsiteY89" fmla="*/ 1503068 h 1723719"/>
              <a:gd name="connsiteX90" fmla="*/ 2207104 w 9662615"/>
              <a:gd name="connsiteY90" fmla="*/ 1508888 h 1723719"/>
              <a:gd name="connsiteX91" fmla="*/ 2149226 w 9662615"/>
              <a:gd name="connsiteY91" fmla="*/ 1523409 h 1723719"/>
              <a:gd name="connsiteX92" fmla="*/ 2084783 w 9662615"/>
              <a:gd name="connsiteY92" fmla="*/ 1524245 h 1723719"/>
              <a:gd name="connsiteX93" fmla="*/ 2070075 w 9662615"/>
              <a:gd name="connsiteY93" fmla="*/ 1511285 h 1723719"/>
              <a:gd name="connsiteX94" fmla="*/ 2001057 w 9662615"/>
              <a:gd name="connsiteY94" fmla="*/ 1516449 h 1723719"/>
              <a:gd name="connsiteX95" fmla="*/ 1896330 w 9662615"/>
              <a:gd name="connsiteY95" fmla="*/ 1525725 h 1723719"/>
              <a:gd name="connsiteX96" fmla="*/ 1835994 w 9662615"/>
              <a:gd name="connsiteY96" fmla="*/ 1527678 h 1723719"/>
              <a:gd name="connsiteX97" fmla="*/ 1671119 w 9662615"/>
              <a:gd name="connsiteY97" fmla="*/ 1536701 h 1723719"/>
              <a:gd name="connsiteX98" fmla="*/ 1601337 w 9662615"/>
              <a:gd name="connsiteY98" fmla="*/ 1548552 h 1723719"/>
              <a:gd name="connsiteX99" fmla="*/ 1407755 w 9662615"/>
              <a:gd name="connsiteY99" fmla="*/ 1571444 h 1723719"/>
              <a:gd name="connsiteX100" fmla="*/ 1271994 w 9662615"/>
              <a:gd name="connsiteY100" fmla="*/ 1579471 h 1723719"/>
              <a:gd name="connsiteX101" fmla="*/ 1249226 w 9662615"/>
              <a:gd name="connsiteY101" fmla="*/ 1583140 h 1723719"/>
              <a:gd name="connsiteX102" fmla="*/ 1217719 w 9662615"/>
              <a:gd name="connsiteY102" fmla="*/ 1580863 h 1723719"/>
              <a:gd name="connsiteX103" fmla="*/ 1091432 w 9662615"/>
              <a:gd name="connsiteY103" fmla="*/ 1571003 h 1723719"/>
              <a:gd name="connsiteX104" fmla="*/ 992039 w 9662615"/>
              <a:gd name="connsiteY104" fmla="*/ 1556662 h 1723719"/>
              <a:gd name="connsiteX105" fmla="*/ 868264 w 9662615"/>
              <a:gd name="connsiteY105" fmla="*/ 1566392 h 1723719"/>
              <a:gd name="connsiteX106" fmla="*/ 792765 w 9662615"/>
              <a:gd name="connsiteY106" fmla="*/ 1563102 h 1723719"/>
              <a:gd name="connsiteX107" fmla="*/ 669055 w 9662615"/>
              <a:gd name="connsiteY107" fmla="*/ 1543638 h 1723719"/>
              <a:gd name="connsiteX108" fmla="*/ 506152 w 9662615"/>
              <a:gd name="connsiteY108" fmla="*/ 1549124 h 1723719"/>
              <a:gd name="connsiteX109" fmla="*/ 472797 w 9662615"/>
              <a:gd name="connsiteY109" fmla="*/ 1568904 h 1723719"/>
              <a:gd name="connsiteX110" fmla="*/ 427864 w 9662615"/>
              <a:gd name="connsiteY110" fmla="*/ 1580848 h 1723719"/>
              <a:gd name="connsiteX111" fmla="*/ 408381 w 9662615"/>
              <a:gd name="connsiteY111" fmla="*/ 1552940 h 1723719"/>
              <a:gd name="connsiteX112" fmla="*/ 267163 w 9662615"/>
              <a:gd name="connsiteY112" fmla="*/ 1531913 h 1723719"/>
              <a:gd name="connsiteX113" fmla="*/ 196644 w 9662615"/>
              <a:gd name="connsiteY113" fmla="*/ 1524565 h 1723719"/>
              <a:gd name="connsiteX114" fmla="*/ 86819 w 9662615"/>
              <a:gd name="connsiteY114" fmla="*/ 1519517 h 1723719"/>
              <a:gd name="connsiteX115" fmla="*/ 53369 w 9662615"/>
              <a:gd name="connsiteY115" fmla="*/ 1516853 h 1723719"/>
              <a:gd name="connsiteX116" fmla="*/ 2359 w 9662615"/>
              <a:gd name="connsiteY116" fmla="*/ 1515247 h 1723719"/>
              <a:gd name="connsiteX117" fmla="*/ 0 w 9662615"/>
              <a:gd name="connsiteY117" fmla="*/ 1514932 h 1723719"/>
              <a:gd name="connsiteX118" fmla="*/ 0 w 9662615"/>
              <a:gd name="connsiteY118" fmla="*/ 0 h 1723719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129812 w 9662615"/>
              <a:gd name="connsiteY49" fmla="*/ 1521277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696258 w 9662615"/>
              <a:gd name="connsiteY70" fmla="*/ 1537563 h 1583140"/>
              <a:gd name="connsiteX71" fmla="*/ 3594070 w 9662615"/>
              <a:gd name="connsiteY71" fmla="*/ 1509422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129812 w 9662615"/>
              <a:gd name="connsiteY49" fmla="*/ 1521277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696258 w 9662615"/>
              <a:gd name="connsiteY70" fmla="*/ 1537563 h 1583140"/>
              <a:gd name="connsiteX71" fmla="*/ 3594070 w 9662615"/>
              <a:gd name="connsiteY71" fmla="*/ 1509422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129812 w 9662615"/>
              <a:gd name="connsiteY49" fmla="*/ 1521277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696258 w 9662615"/>
              <a:gd name="connsiteY70" fmla="*/ 1537563 h 1583140"/>
              <a:gd name="connsiteX71" fmla="*/ 3594070 w 9662615"/>
              <a:gd name="connsiteY71" fmla="*/ 1509422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129812 w 9662615"/>
              <a:gd name="connsiteY49" fmla="*/ 1521277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696258 w 9662615"/>
              <a:gd name="connsiteY70" fmla="*/ 1537563 h 1583140"/>
              <a:gd name="connsiteX71" fmla="*/ 3594070 w 9662615"/>
              <a:gd name="connsiteY71" fmla="*/ 1509422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129812 w 9662615"/>
              <a:gd name="connsiteY49" fmla="*/ 1521277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594070 w 9662615"/>
              <a:gd name="connsiteY71" fmla="*/ 1509422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129812 w 9662615"/>
              <a:gd name="connsiteY49" fmla="*/ 1521277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090342 w 9662615"/>
              <a:gd name="connsiteY48" fmla="*/ 1546680 h 1583140"/>
              <a:gd name="connsiteX49" fmla="*/ 5137764 w 9662615"/>
              <a:gd name="connsiteY49" fmla="*/ 1481521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177807 w 9662615"/>
              <a:gd name="connsiteY48" fmla="*/ 1526802 h 1583140"/>
              <a:gd name="connsiteX49" fmla="*/ 5137764 w 9662615"/>
              <a:gd name="connsiteY49" fmla="*/ 1481521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13947 w 9662615"/>
              <a:gd name="connsiteY47" fmla="*/ 1516637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15161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7014958 w 9662615"/>
              <a:gd name="connsiteY25" fmla="*/ 1396883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6987129 w 9662615"/>
              <a:gd name="connsiteY25" fmla="*/ 1404834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6987129 w 9662615"/>
              <a:gd name="connsiteY25" fmla="*/ 1404834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127667 w 9662615"/>
              <a:gd name="connsiteY17" fmla="*/ 1418254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6987129 w 9662615"/>
              <a:gd name="connsiteY25" fmla="*/ 1404834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58477 w 9662615"/>
              <a:gd name="connsiteY14" fmla="*/ 1370666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087910 w 9662615"/>
              <a:gd name="connsiteY17" fmla="*/ 1386449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6987129 w 9662615"/>
              <a:gd name="connsiteY25" fmla="*/ 1404834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78355 w 9662615"/>
              <a:gd name="connsiteY14" fmla="*/ 1386569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087910 w 9662615"/>
              <a:gd name="connsiteY17" fmla="*/ 1386449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6987129 w 9662615"/>
              <a:gd name="connsiteY25" fmla="*/ 1404834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78355 w 9662615"/>
              <a:gd name="connsiteY14" fmla="*/ 1386569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087910 w 9662615"/>
              <a:gd name="connsiteY17" fmla="*/ 1386449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6987129 w 9662615"/>
              <a:gd name="connsiteY25" fmla="*/ 1404834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78355 w 9662615"/>
              <a:gd name="connsiteY14" fmla="*/ 1386569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087910 w 9662615"/>
              <a:gd name="connsiteY17" fmla="*/ 1386449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6987129 w 9662615"/>
              <a:gd name="connsiteY25" fmla="*/ 1404834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837252 w 9662615"/>
              <a:gd name="connsiteY7" fmla="*/ 1350515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78355 w 9662615"/>
              <a:gd name="connsiteY14" fmla="*/ 1386569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087910 w 9662615"/>
              <a:gd name="connsiteY17" fmla="*/ 1386449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6987129 w 9662615"/>
              <a:gd name="connsiteY25" fmla="*/ 1404834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976400 w 9662615"/>
              <a:gd name="connsiteY7" fmla="*/ 1326661 h 1583140"/>
              <a:gd name="connsiteX8" fmla="*/ 8705466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78355 w 9662615"/>
              <a:gd name="connsiteY14" fmla="*/ 1386569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087910 w 9662615"/>
              <a:gd name="connsiteY17" fmla="*/ 1386449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6987129 w 9662615"/>
              <a:gd name="connsiteY25" fmla="*/ 1404834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976400 w 9662615"/>
              <a:gd name="connsiteY7" fmla="*/ 1326661 h 1583140"/>
              <a:gd name="connsiteX8" fmla="*/ 8784979 w 9662615"/>
              <a:gd name="connsiteY8" fmla="*/ 1342419 h 1583140"/>
              <a:gd name="connsiteX9" fmla="*/ 8652221 w 9662615"/>
              <a:gd name="connsiteY9" fmla="*/ 1326906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78355 w 9662615"/>
              <a:gd name="connsiteY14" fmla="*/ 1386569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087910 w 9662615"/>
              <a:gd name="connsiteY17" fmla="*/ 1386449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6987129 w 9662615"/>
              <a:gd name="connsiteY25" fmla="*/ 1404834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976400 w 9662615"/>
              <a:gd name="connsiteY7" fmla="*/ 1326661 h 1583140"/>
              <a:gd name="connsiteX8" fmla="*/ 8784979 w 9662615"/>
              <a:gd name="connsiteY8" fmla="*/ 1342419 h 1583140"/>
              <a:gd name="connsiteX9" fmla="*/ 8695953 w 9662615"/>
              <a:gd name="connsiteY9" fmla="*/ 1346784 h 1583140"/>
              <a:gd name="connsiteX10" fmla="*/ 8632312 w 9662615"/>
              <a:gd name="connsiteY10" fmla="*/ 1326025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78355 w 9662615"/>
              <a:gd name="connsiteY14" fmla="*/ 1386569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087910 w 9662615"/>
              <a:gd name="connsiteY17" fmla="*/ 1386449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6987129 w 9662615"/>
              <a:gd name="connsiteY25" fmla="*/ 1404834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976400 w 9662615"/>
              <a:gd name="connsiteY7" fmla="*/ 1326661 h 1583140"/>
              <a:gd name="connsiteX8" fmla="*/ 8784979 w 9662615"/>
              <a:gd name="connsiteY8" fmla="*/ 1342419 h 1583140"/>
              <a:gd name="connsiteX9" fmla="*/ 8695953 w 9662615"/>
              <a:gd name="connsiteY9" fmla="*/ 1346784 h 1583140"/>
              <a:gd name="connsiteX10" fmla="*/ 8652191 w 9662615"/>
              <a:gd name="connsiteY10" fmla="*/ 1345903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72508 w 9662615"/>
              <a:gd name="connsiteY13" fmla="*/ 1363109 h 1583140"/>
              <a:gd name="connsiteX14" fmla="*/ 8278355 w 9662615"/>
              <a:gd name="connsiteY14" fmla="*/ 1386569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087910 w 9662615"/>
              <a:gd name="connsiteY17" fmla="*/ 1386449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6987129 w 9662615"/>
              <a:gd name="connsiteY25" fmla="*/ 1404834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976400 w 9662615"/>
              <a:gd name="connsiteY7" fmla="*/ 1326661 h 1583140"/>
              <a:gd name="connsiteX8" fmla="*/ 8784979 w 9662615"/>
              <a:gd name="connsiteY8" fmla="*/ 1342419 h 1583140"/>
              <a:gd name="connsiteX9" fmla="*/ 8695953 w 9662615"/>
              <a:gd name="connsiteY9" fmla="*/ 1346784 h 1583140"/>
              <a:gd name="connsiteX10" fmla="*/ 8652191 w 9662615"/>
              <a:gd name="connsiteY10" fmla="*/ 1345903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16849 w 9662615"/>
              <a:gd name="connsiteY13" fmla="*/ 1367085 h 1583140"/>
              <a:gd name="connsiteX14" fmla="*/ 8278355 w 9662615"/>
              <a:gd name="connsiteY14" fmla="*/ 1386569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087910 w 9662615"/>
              <a:gd name="connsiteY17" fmla="*/ 1386449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6987129 w 9662615"/>
              <a:gd name="connsiteY25" fmla="*/ 1404834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85895 w 9662615"/>
              <a:gd name="connsiteY5" fmla="*/ 1269203 h 1583140"/>
              <a:gd name="connsiteX6" fmla="*/ 9144767 w 9662615"/>
              <a:gd name="connsiteY6" fmla="*/ 1264120 h 1583140"/>
              <a:gd name="connsiteX7" fmla="*/ 8976400 w 9662615"/>
              <a:gd name="connsiteY7" fmla="*/ 1326661 h 1583140"/>
              <a:gd name="connsiteX8" fmla="*/ 8784979 w 9662615"/>
              <a:gd name="connsiteY8" fmla="*/ 1342419 h 1583140"/>
              <a:gd name="connsiteX9" fmla="*/ 8695953 w 9662615"/>
              <a:gd name="connsiteY9" fmla="*/ 1346784 h 1583140"/>
              <a:gd name="connsiteX10" fmla="*/ 8652191 w 9662615"/>
              <a:gd name="connsiteY10" fmla="*/ 1345903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16849 w 9662615"/>
              <a:gd name="connsiteY13" fmla="*/ 1367085 h 1583140"/>
              <a:gd name="connsiteX14" fmla="*/ 8278355 w 9662615"/>
              <a:gd name="connsiteY14" fmla="*/ 1386569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087910 w 9662615"/>
              <a:gd name="connsiteY17" fmla="*/ 1386449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6987129 w 9662615"/>
              <a:gd name="connsiteY25" fmla="*/ 1404834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26260 w 9662615"/>
              <a:gd name="connsiteY5" fmla="*/ 1277155 h 1583140"/>
              <a:gd name="connsiteX6" fmla="*/ 9144767 w 9662615"/>
              <a:gd name="connsiteY6" fmla="*/ 1264120 h 1583140"/>
              <a:gd name="connsiteX7" fmla="*/ 8976400 w 9662615"/>
              <a:gd name="connsiteY7" fmla="*/ 1326661 h 1583140"/>
              <a:gd name="connsiteX8" fmla="*/ 8784979 w 9662615"/>
              <a:gd name="connsiteY8" fmla="*/ 1342419 h 1583140"/>
              <a:gd name="connsiteX9" fmla="*/ 8695953 w 9662615"/>
              <a:gd name="connsiteY9" fmla="*/ 1346784 h 1583140"/>
              <a:gd name="connsiteX10" fmla="*/ 8652191 w 9662615"/>
              <a:gd name="connsiteY10" fmla="*/ 1345903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16849 w 9662615"/>
              <a:gd name="connsiteY13" fmla="*/ 1367085 h 1583140"/>
              <a:gd name="connsiteX14" fmla="*/ 8278355 w 9662615"/>
              <a:gd name="connsiteY14" fmla="*/ 1386569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087910 w 9662615"/>
              <a:gd name="connsiteY17" fmla="*/ 1386449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6987129 w 9662615"/>
              <a:gd name="connsiteY25" fmla="*/ 1404834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26260 w 9662615"/>
              <a:gd name="connsiteY5" fmla="*/ 1277155 h 1583140"/>
              <a:gd name="connsiteX6" fmla="*/ 9144767 w 9662615"/>
              <a:gd name="connsiteY6" fmla="*/ 1264120 h 1583140"/>
              <a:gd name="connsiteX7" fmla="*/ 8976400 w 9662615"/>
              <a:gd name="connsiteY7" fmla="*/ 1326661 h 1583140"/>
              <a:gd name="connsiteX8" fmla="*/ 8828711 w 9662615"/>
              <a:gd name="connsiteY8" fmla="*/ 1346394 h 1583140"/>
              <a:gd name="connsiteX9" fmla="*/ 8695953 w 9662615"/>
              <a:gd name="connsiteY9" fmla="*/ 1346784 h 1583140"/>
              <a:gd name="connsiteX10" fmla="*/ 8652191 w 9662615"/>
              <a:gd name="connsiteY10" fmla="*/ 1345903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16849 w 9662615"/>
              <a:gd name="connsiteY13" fmla="*/ 1367085 h 1583140"/>
              <a:gd name="connsiteX14" fmla="*/ 8278355 w 9662615"/>
              <a:gd name="connsiteY14" fmla="*/ 1386569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087910 w 9662615"/>
              <a:gd name="connsiteY17" fmla="*/ 1386449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6987129 w 9662615"/>
              <a:gd name="connsiteY25" fmla="*/ 1404834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26260 w 9662615"/>
              <a:gd name="connsiteY5" fmla="*/ 1277155 h 1583140"/>
              <a:gd name="connsiteX6" fmla="*/ 9144767 w 9662615"/>
              <a:gd name="connsiteY6" fmla="*/ 1264120 h 1583140"/>
              <a:gd name="connsiteX7" fmla="*/ 8976400 w 9662615"/>
              <a:gd name="connsiteY7" fmla="*/ 1326661 h 1583140"/>
              <a:gd name="connsiteX8" fmla="*/ 8828711 w 9662615"/>
              <a:gd name="connsiteY8" fmla="*/ 1346394 h 1583140"/>
              <a:gd name="connsiteX9" fmla="*/ 8695953 w 9662615"/>
              <a:gd name="connsiteY9" fmla="*/ 1346784 h 1583140"/>
              <a:gd name="connsiteX10" fmla="*/ 8652191 w 9662615"/>
              <a:gd name="connsiteY10" fmla="*/ 1345903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16849 w 9662615"/>
              <a:gd name="connsiteY13" fmla="*/ 1367085 h 1583140"/>
              <a:gd name="connsiteX14" fmla="*/ 8278355 w 9662615"/>
              <a:gd name="connsiteY14" fmla="*/ 1386569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087910 w 9662615"/>
              <a:gd name="connsiteY17" fmla="*/ 1386449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6987129 w 9662615"/>
              <a:gd name="connsiteY25" fmla="*/ 1404834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26260 w 9662615"/>
              <a:gd name="connsiteY5" fmla="*/ 1277155 h 1583140"/>
              <a:gd name="connsiteX6" fmla="*/ 9144767 w 9662615"/>
              <a:gd name="connsiteY6" fmla="*/ 1264120 h 1583140"/>
              <a:gd name="connsiteX7" fmla="*/ 8976400 w 9662615"/>
              <a:gd name="connsiteY7" fmla="*/ 1326661 h 1583140"/>
              <a:gd name="connsiteX8" fmla="*/ 8828711 w 9662615"/>
              <a:gd name="connsiteY8" fmla="*/ 1346394 h 1583140"/>
              <a:gd name="connsiteX9" fmla="*/ 8695953 w 9662615"/>
              <a:gd name="connsiteY9" fmla="*/ 1346784 h 1583140"/>
              <a:gd name="connsiteX10" fmla="*/ 8652191 w 9662615"/>
              <a:gd name="connsiteY10" fmla="*/ 1345903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16849 w 9662615"/>
              <a:gd name="connsiteY13" fmla="*/ 1367085 h 1583140"/>
              <a:gd name="connsiteX14" fmla="*/ 8278355 w 9662615"/>
              <a:gd name="connsiteY14" fmla="*/ 1386569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087910 w 9662615"/>
              <a:gd name="connsiteY17" fmla="*/ 1386449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6987129 w 9662615"/>
              <a:gd name="connsiteY25" fmla="*/ 1404834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58420 w 9662615"/>
              <a:gd name="connsiteY3" fmla="*/ 1280106 h 1583140"/>
              <a:gd name="connsiteX4" fmla="*/ 9469546 w 9662615"/>
              <a:gd name="connsiteY4" fmla="*/ 1289837 h 1583140"/>
              <a:gd name="connsiteX5" fmla="*/ 9326260 w 9662615"/>
              <a:gd name="connsiteY5" fmla="*/ 1277155 h 1583140"/>
              <a:gd name="connsiteX6" fmla="*/ 9144767 w 9662615"/>
              <a:gd name="connsiteY6" fmla="*/ 1264120 h 1583140"/>
              <a:gd name="connsiteX7" fmla="*/ 8976400 w 9662615"/>
              <a:gd name="connsiteY7" fmla="*/ 1326661 h 1583140"/>
              <a:gd name="connsiteX8" fmla="*/ 8828711 w 9662615"/>
              <a:gd name="connsiteY8" fmla="*/ 1346394 h 1583140"/>
              <a:gd name="connsiteX9" fmla="*/ 8695953 w 9662615"/>
              <a:gd name="connsiteY9" fmla="*/ 1346784 h 1583140"/>
              <a:gd name="connsiteX10" fmla="*/ 8652191 w 9662615"/>
              <a:gd name="connsiteY10" fmla="*/ 1345903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16849 w 9662615"/>
              <a:gd name="connsiteY13" fmla="*/ 1367085 h 1583140"/>
              <a:gd name="connsiteX14" fmla="*/ 8278355 w 9662615"/>
              <a:gd name="connsiteY14" fmla="*/ 1386569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087910 w 9662615"/>
              <a:gd name="connsiteY17" fmla="*/ 1386449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6987129 w 9662615"/>
              <a:gd name="connsiteY25" fmla="*/ 1404834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618664 w 9662615"/>
              <a:gd name="connsiteY3" fmla="*/ 1331789 h 1583140"/>
              <a:gd name="connsiteX4" fmla="*/ 9469546 w 9662615"/>
              <a:gd name="connsiteY4" fmla="*/ 1289837 h 1583140"/>
              <a:gd name="connsiteX5" fmla="*/ 9326260 w 9662615"/>
              <a:gd name="connsiteY5" fmla="*/ 1277155 h 1583140"/>
              <a:gd name="connsiteX6" fmla="*/ 9144767 w 9662615"/>
              <a:gd name="connsiteY6" fmla="*/ 1264120 h 1583140"/>
              <a:gd name="connsiteX7" fmla="*/ 8976400 w 9662615"/>
              <a:gd name="connsiteY7" fmla="*/ 1326661 h 1583140"/>
              <a:gd name="connsiteX8" fmla="*/ 8828711 w 9662615"/>
              <a:gd name="connsiteY8" fmla="*/ 1346394 h 1583140"/>
              <a:gd name="connsiteX9" fmla="*/ 8695953 w 9662615"/>
              <a:gd name="connsiteY9" fmla="*/ 1346784 h 1583140"/>
              <a:gd name="connsiteX10" fmla="*/ 8652191 w 9662615"/>
              <a:gd name="connsiteY10" fmla="*/ 1345903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16849 w 9662615"/>
              <a:gd name="connsiteY13" fmla="*/ 1367085 h 1583140"/>
              <a:gd name="connsiteX14" fmla="*/ 8278355 w 9662615"/>
              <a:gd name="connsiteY14" fmla="*/ 1386569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087910 w 9662615"/>
              <a:gd name="connsiteY17" fmla="*/ 1386449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6987129 w 9662615"/>
              <a:gd name="connsiteY25" fmla="*/ 1404834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551077 w 9662615"/>
              <a:gd name="connsiteY3" fmla="*/ 1292033 h 1583140"/>
              <a:gd name="connsiteX4" fmla="*/ 9469546 w 9662615"/>
              <a:gd name="connsiteY4" fmla="*/ 1289837 h 1583140"/>
              <a:gd name="connsiteX5" fmla="*/ 9326260 w 9662615"/>
              <a:gd name="connsiteY5" fmla="*/ 1277155 h 1583140"/>
              <a:gd name="connsiteX6" fmla="*/ 9144767 w 9662615"/>
              <a:gd name="connsiteY6" fmla="*/ 1264120 h 1583140"/>
              <a:gd name="connsiteX7" fmla="*/ 8976400 w 9662615"/>
              <a:gd name="connsiteY7" fmla="*/ 1326661 h 1583140"/>
              <a:gd name="connsiteX8" fmla="*/ 8828711 w 9662615"/>
              <a:gd name="connsiteY8" fmla="*/ 1346394 h 1583140"/>
              <a:gd name="connsiteX9" fmla="*/ 8695953 w 9662615"/>
              <a:gd name="connsiteY9" fmla="*/ 1346784 h 1583140"/>
              <a:gd name="connsiteX10" fmla="*/ 8652191 w 9662615"/>
              <a:gd name="connsiteY10" fmla="*/ 1345903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16849 w 9662615"/>
              <a:gd name="connsiteY13" fmla="*/ 1367085 h 1583140"/>
              <a:gd name="connsiteX14" fmla="*/ 8278355 w 9662615"/>
              <a:gd name="connsiteY14" fmla="*/ 1386569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087910 w 9662615"/>
              <a:gd name="connsiteY17" fmla="*/ 1386449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6987129 w 9662615"/>
              <a:gd name="connsiteY25" fmla="*/ 1404834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929254 w 9662615"/>
              <a:gd name="connsiteY54" fmla="*/ 1563452 h 1583140"/>
              <a:gd name="connsiteX55" fmla="*/ 4871726 w 9662615"/>
              <a:gd name="connsiteY55" fmla="*/ 1570584 h 1583140"/>
              <a:gd name="connsiteX56" fmla="*/ 4843267 w 9662615"/>
              <a:gd name="connsiteY56" fmla="*/ 1561459 h 1583140"/>
              <a:gd name="connsiteX57" fmla="*/ 4821058 w 9662615"/>
              <a:gd name="connsiteY57" fmla="*/ 1553078 h 1583140"/>
              <a:gd name="connsiteX58" fmla="*/ 4791466 w 9662615"/>
              <a:gd name="connsiteY58" fmla="*/ 1561324 h 1583140"/>
              <a:gd name="connsiteX59" fmla="*/ 4784247 w 9662615"/>
              <a:gd name="connsiteY59" fmla="*/ 1562342 h 1583140"/>
              <a:gd name="connsiteX60" fmla="*/ 4739309 w 9662615"/>
              <a:gd name="connsiteY60" fmla="*/ 1553948 h 1583140"/>
              <a:gd name="connsiteX61" fmla="*/ 4697562 w 9662615"/>
              <a:gd name="connsiteY61" fmla="*/ 1551206 h 1583140"/>
              <a:gd name="connsiteX62" fmla="*/ 4650737 w 9662615"/>
              <a:gd name="connsiteY62" fmla="*/ 1537381 h 1583140"/>
              <a:gd name="connsiteX63" fmla="*/ 4583150 w 9662615"/>
              <a:gd name="connsiteY63" fmla="*/ 1529064 h 1583140"/>
              <a:gd name="connsiteX64" fmla="*/ 4521734 w 9662615"/>
              <a:gd name="connsiteY64" fmla="*/ 1529359 h 1583140"/>
              <a:gd name="connsiteX65" fmla="*/ 4382398 w 9662615"/>
              <a:gd name="connsiteY65" fmla="*/ 1534108 h 1583140"/>
              <a:gd name="connsiteX66" fmla="*/ 4221826 w 9662615"/>
              <a:gd name="connsiteY66" fmla="*/ 1500972 h 1583140"/>
              <a:gd name="connsiteX67" fmla="*/ 4096601 w 9662615"/>
              <a:gd name="connsiteY67" fmla="*/ 1521563 h 1583140"/>
              <a:gd name="connsiteX68" fmla="*/ 4002441 w 9662615"/>
              <a:gd name="connsiteY68" fmla="*/ 1528912 h 1583140"/>
              <a:gd name="connsiteX69" fmla="*/ 3833906 w 9662615"/>
              <a:gd name="connsiteY69" fmla="*/ 1516637 h 1583140"/>
              <a:gd name="connsiteX70" fmla="*/ 3763845 w 9662615"/>
              <a:gd name="connsiteY70" fmla="*/ 1501782 h 1583140"/>
              <a:gd name="connsiteX71" fmla="*/ 3641778 w 9662615"/>
              <a:gd name="connsiteY71" fmla="*/ 1505446 h 1583140"/>
              <a:gd name="connsiteX72" fmla="*/ 3565233 w 9662615"/>
              <a:gd name="connsiteY72" fmla="*/ 1515122 h 1583140"/>
              <a:gd name="connsiteX73" fmla="*/ 3560267 w 9662615"/>
              <a:gd name="connsiteY73" fmla="*/ 1516288 h 1583140"/>
              <a:gd name="connsiteX74" fmla="*/ 3540258 w 9662615"/>
              <a:gd name="connsiteY74" fmla="*/ 1516976 h 1583140"/>
              <a:gd name="connsiteX75" fmla="*/ 3534780 w 9662615"/>
              <a:gd name="connsiteY75" fmla="*/ 1522141 h 1583140"/>
              <a:gd name="connsiteX76" fmla="*/ 3504783 w 9662615"/>
              <a:gd name="connsiteY76" fmla="*/ 1526739 h 1583140"/>
              <a:gd name="connsiteX77" fmla="*/ 3430805 w 9662615"/>
              <a:gd name="connsiteY77" fmla="*/ 1542521 h 1583140"/>
              <a:gd name="connsiteX78" fmla="*/ 3292707 w 9662615"/>
              <a:gd name="connsiteY78" fmla="*/ 1520490 h 1583140"/>
              <a:gd name="connsiteX79" fmla="*/ 3187872 w 9662615"/>
              <a:gd name="connsiteY79" fmla="*/ 1519991 h 1583140"/>
              <a:gd name="connsiteX80" fmla="*/ 3148026 w 9662615"/>
              <a:gd name="connsiteY80" fmla="*/ 1524777 h 1583140"/>
              <a:gd name="connsiteX81" fmla="*/ 3092394 w 9662615"/>
              <a:gd name="connsiteY81" fmla="*/ 1528115 h 1583140"/>
              <a:gd name="connsiteX82" fmla="*/ 2994200 w 9662615"/>
              <a:gd name="connsiteY82" fmla="*/ 1537857 h 1583140"/>
              <a:gd name="connsiteX83" fmla="*/ 2862301 w 9662615"/>
              <a:gd name="connsiteY83" fmla="*/ 1544250 h 1583140"/>
              <a:gd name="connsiteX84" fmla="*/ 2766335 w 9662615"/>
              <a:gd name="connsiteY84" fmla="*/ 1527662 h 1583140"/>
              <a:gd name="connsiteX85" fmla="*/ 2757836 w 9662615"/>
              <a:gd name="connsiteY85" fmla="*/ 1531371 h 1583140"/>
              <a:gd name="connsiteX86" fmla="*/ 2691555 w 9662615"/>
              <a:gd name="connsiteY86" fmla="*/ 1530283 h 1583140"/>
              <a:gd name="connsiteX87" fmla="*/ 2491676 w 9662615"/>
              <a:gd name="connsiteY87" fmla="*/ 1500859 h 1583140"/>
              <a:gd name="connsiteX88" fmla="*/ 2378036 w 9662615"/>
              <a:gd name="connsiteY88" fmla="*/ 1520645 h 1583140"/>
              <a:gd name="connsiteX89" fmla="*/ 2284269 w 9662615"/>
              <a:gd name="connsiteY89" fmla="*/ 1503068 h 1583140"/>
              <a:gd name="connsiteX90" fmla="*/ 2207104 w 9662615"/>
              <a:gd name="connsiteY90" fmla="*/ 1508888 h 1583140"/>
              <a:gd name="connsiteX91" fmla="*/ 2149226 w 9662615"/>
              <a:gd name="connsiteY91" fmla="*/ 1523409 h 1583140"/>
              <a:gd name="connsiteX92" fmla="*/ 2084783 w 9662615"/>
              <a:gd name="connsiteY92" fmla="*/ 1524245 h 1583140"/>
              <a:gd name="connsiteX93" fmla="*/ 2070075 w 9662615"/>
              <a:gd name="connsiteY93" fmla="*/ 1511285 h 1583140"/>
              <a:gd name="connsiteX94" fmla="*/ 2001057 w 9662615"/>
              <a:gd name="connsiteY94" fmla="*/ 1516449 h 1583140"/>
              <a:gd name="connsiteX95" fmla="*/ 1896330 w 9662615"/>
              <a:gd name="connsiteY95" fmla="*/ 1525725 h 1583140"/>
              <a:gd name="connsiteX96" fmla="*/ 1835994 w 9662615"/>
              <a:gd name="connsiteY96" fmla="*/ 1527678 h 1583140"/>
              <a:gd name="connsiteX97" fmla="*/ 1671119 w 9662615"/>
              <a:gd name="connsiteY97" fmla="*/ 1536701 h 1583140"/>
              <a:gd name="connsiteX98" fmla="*/ 1601337 w 9662615"/>
              <a:gd name="connsiteY98" fmla="*/ 1548552 h 1583140"/>
              <a:gd name="connsiteX99" fmla="*/ 1407755 w 9662615"/>
              <a:gd name="connsiteY99" fmla="*/ 1571444 h 1583140"/>
              <a:gd name="connsiteX100" fmla="*/ 1271994 w 9662615"/>
              <a:gd name="connsiteY100" fmla="*/ 1579471 h 1583140"/>
              <a:gd name="connsiteX101" fmla="*/ 1249226 w 9662615"/>
              <a:gd name="connsiteY101" fmla="*/ 1583140 h 1583140"/>
              <a:gd name="connsiteX102" fmla="*/ 1217719 w 9662615"/>
              <a:gd name="connsiteY102" fmla="*/ 1580863 h 1583140"/>
              <a:gd name="connsiteX103" fmla="*/ 1091432 w 9662615"/>
              <a:gd name="connsiteY103" fmla="*/ 1571003 h 1583140"/>
              <a:gd name="connsiteX104" fmla="*/ 992039 w 9662615"/>
              <a:gd name="connsiteY104" fmla="*/ 1556662 h 1583140"/>
              <a:gd name="connsiteX105" fmla="*/ 868264 w 9662615"/>
              <a:gd name="connsiteY105" fmla="*/ 1566392 h 1583140"/>
              <a:gd name="connsiteX106" fmla="*/ 792765 w 9662615"/>
              <a:gd name="connsiteY106" fmla="*/ 1563102 h 1583140"/>
              <a:gd name="connsiteX107" fmla="*/ 669055 w 9662615"/>
              <a:gd name="connsiteY107" fmla="*/ 1543638 h 1583140"/>
              <a:gd name="connsiteX108" fmla="*/ 506152 w 9662615"/>
              <a:gd name="connsiteY108" fmla="*/ 1549124 h 1583140"/>
              <a:gd name="connsiteX109" fmla="*/ 472797 w 9662615"/>
              <a:gd name="connsiteY109" fmla="*/ 1568904 h 1583140"/>
              <a:gd name="connsiteX110" fmla="*/ 427864 w 9662615"/>
              <a:gd name="connsiteY110" fmla="*/ 1580848 h 1583140"/>
              <a:gd name="connsiteX111" fmla="*/ 408381 w 9662615"/>
              <a:gd name="connsiteY111" fmla="*/ 1552940 h 1583140"/>
              <a:gd name="connsiteX112" fmla="*/ 267163 w 9662615"/>
              <a:gd name="connsiteY112" fmla="*/ 1531913 h 1583140"/>
              <a:gd name="connsiteX113" fmla="*/ 196644 w 9662615"/>
              <a:gd name="connsiteY113" fmla="*/ 1524565 h 1583140"/>
              <a:gd name="connsiteX114" fmla="*/ 86819 w 9662615"/>
              <a:gd name="connsiteY114" fmla="*/ 1519517 h 1583140"/>
              <a:gd name="connsiteX115" fmla="*/ 53369 w 9662615"/>
              <a:gd name="connsiteY115" fmla="*/ 1516853 h 1583140"/>
              <a:gd name="connsiteX116" fmla="*/ 2359 w 9662615"/>
              <a:gd name="connsiteY116" fmla="*/ 1515247 h 1583140"/>
              <a:gd name="connsiteX117" fmla="*/ 0 w 9662615"/>
              <a:gd name="connsiteY117" fmla="*/ 1514932 h 1583140"/>
              <a:gd name="connsiteX118" fmla="*/ 0 w 9662615"/>
              <a:gd name="connsiteY118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551077 w 9662615"/>
              <a:gd name="connsiteY3" fmla="*/ 1292033 h 1583140"/>
              <a:gd name="connsiteX4" fmla="*/ 9469546 w 9662615"/>
              <a:gd name="connsiteY4" fmla="*/ 1289837 h 1583140"/>
              <a:gd name="connsiteX5" fmla="*/ 9326260 w 9662615"/>
              <a:gd name="connsiteY5" fmla="*/ 1277155 h 1583140"/>
              <a:gd name="connsiteX6" fmla="*/ 9144767 w 9662615"/>
              <a:gd name="connsiteY6" fmla="*/ 1264120 h 1583140"/>
              <a:gd name="connsiteX7" fmla="*/ 8976400 w 9662615"/>
              <a:gd name="connsiteY7" fmla="*/ 1326661 h 1583140"/>
              <a:gd name="connsiteX8" fmla="*/ 8828711 w 9662615"/>
              <a:gd name="connsiteY8" fmla="*/ 1346394 h 1583140"/>
              <a:gd name="connsiteX9" fmla="*/ 8695953 w 9662615"/>
              <a:gd name="connsiteY9" fmla="*/ 1346784 h 1583140"/>
              <a:gd name="connsiteX10" fmla="*/ 8652191 w 9662615"/>
              <a:gd name="connsiteY10" fmla="*/ 1345903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16849 w 9662615"/>
              <a:gd name="connsiteY13" fmla="*/ 1367085 h 1583140"/>
              <a:gd name="connsiteX14" fmla="*/ 8278355 w 9662615"/>
              <a:gd name="connsiteY14" fmla="*/ 1386569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087910 w 9662615"/>
              <a:gd name="connsiteY17" fmla="*/ 1386449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6987129 w 9662615"/>
              <a:gd name="connsiteY25" fmla="*/ 1404834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871726 w 9662615"/>
              <a:gd name="connsiteY54" fmla="*/ 1570584 h 1583140"/>
              <a:gd name="connsiteX55" fmla="*/ 4843267 w 9662615"/>
              <a:gd name="connsiteY55" fmla="*/ 1561459 h 1583140"/>
              <a:gd name="connsiteX56" fmla="*/ 4821058 w 9662615"/>
              <a:gd name="connsiteY56" fmla="*/ 1553078 h 1583140"/>
              <a:gd name="connsiteX57" fmla="*/ 4791466 w 9662615"/>
              <a:gd name="connsiteY57" fmla="*/ 1561324 h 1583140"/>
              <a:gd name="connsiteX58" fmla="*/ 4784247 w 9662615"/>
              <a:gd name="connsiteY58" fmla="*/ 1562342 h 1583140"/>
              <a:gd name="connsiteX59" fmla="*/ 4739309 w 9662615"/>
              <a:gd name="connsiteY59" fmla="*/ 1553948 h 1583140"/>
              <a:gd name="connsiteX60" fmla="*/ 4697562 w 9662615"/>
              <a:gd name="connsiteY60" fmla="*/ 1551206 h 1583140"/>
              <a:gd name="connsiteX61" fmla="*/ 4650737 w 9662615"/>
              <a:gd name="connsiteY61" fmla="*/ 1537381 h 1583140"/>
              <a:gd name="connsiteX62" fmla="*/ 4583150 w 9662615"/>
              <a:gd name="connsiteY62" fmla="*/ 1529064 h 1583140"/>
              <a:gd name="connsiteX63" fmla="*/ 4521734 w 9662615"/>
              <a:gd name="connsiteY63" fmla="*/ 1529359 h 1583140"/>
              <a:gd name="connsiteX64" fmla="*/ 4382398 w 9662615"/>
              <a:gd name="connsiteY64" fmla="*/ 1534108 h 1583140"/>
              <a:gd name="connsiteX65" fmla="*/ 4221826 w 9662615"/>
              <a:gd name="connsiteY65" fmla="*/ 1500972 h 1583140"/>
              <a:gd name="connsiteX66" fmla="*/ 4096601 w 9662615"/>
              <a:gd name="connsiteY66" fmla="*/ 1521563 h 1583140"/>
              <a:gd name="connsiteX67" fmla="*/ 4002441 w 9662615"/>
              <a:gd name="connsiteY67" fmla="*/ 1528912 h 1583140"/>
              <a:gd name="connsiteX68" fmla="*/ 3833906 w 9662615"/>
              <a:gd name="connsiteY68" fmla="*/ 1516637 h 1583140"/>
              <a:gd name="connsiteX69" fmla="*/ 3763845 w 9662615"/>
              <a:gd name="connsiteY69" fmla="*/ 1501782 h 1583140"/>
              <a:gd name="connsiteX70" fmla="*/ 3641778 w 9662615"/>
              <a:gd name="connsiteY70" fmla="*/ 1505446 h 1583140"/>
              <a:gd name="connsiteX71" fmla="*/ 3565233 w 9662615"/>
              <a:gd name="connsiteY71" fmla="*/ 1515122 h 1583140"/>
              <a:gd name="connsiteX72" fmla="*/ 3560267 w 9662615"/>
              <a:gd name="connsiteY72" fmla="*/ 1516288 h 1583140"/>
              <a:gd name="connsiteX73" fmla="*/ 3540258 w 9662615"/>
              <a:gd name="connsiteY73" fmla="*/ 1516976 h 1583140"/>
              <a:gd name="connsiteX74" fmla="*/ 3534780 w 9662615"/>
              <a:gd name="connsiteY74" fmla="*/ 1522141 h 1583140"/>
              <a:gd name="connsiteX75" fmla="*/ 3504783 w 9662615"/>
              <a:gd name="connsiteY75" fmla="*/ 1526739 h 1583140"/>
              <a:gd name="connsiteX76" fmla="*/ 3430805 w 9662615"/>
              <a:gd name="connsiteY76" fmla="*/ 1542521 h 1583140"/>
              <a:gd name="connsiteX77" fmla="*/ 3292707 w 9662615"/>
              <a:gd name="connsiteY77" fmla="*/ 1520490 h 1583140"/>
              <a:gd name="connsiteX78" fmla="*/ 3187872 w 9662615"/>
              <a:gd name="connsiteY78" fmla="*/ 1519991 h 1583140"/>
              <a:gd name="connsiteX79" fmla="*/ 3148026 w 9662615"/>
              <a:gd name="connsiteY79" fmla="*/ 1524777 h 1583140"/>
              <a:gd name="connsiteX80" fmla="*/ 3092394 w 9662615"/>
              <a:gd name="connsiteY80" fmla="*/ 1528115 h 1583140"/>
              <a:gd name="connsiteX81" fmla="*/ 2994200 w 9662615"/>
              <a:gd name="connsiteY81" fmla="*/ 1537857 h 1583140"/>
              <a:gd name="connsiteX82" fmla="*/ 2862301 w 9662615"/>
              <a:gd name="connsiteY82" fmla="*/ 1544250 h 1583140"/>
              <a:gd name="connsiteX83" fmla="*/ 2766335 w 9662615"/>
              <a:gd name="connsiteY83" fmla="*/ 1527662 h 1583140"/>
              <a:gd name="connsiteX84" fmla="*/ 2757836 w 9662615"/>
              <a:gd name="connsiteY84" fmla="*/ 1531371 h 1583140"/>
              <a:gd name="connsiteX85" fmla="*/ 2691555 w 9662615"/>
              <a:gd name="connsiteY85" fmla="*/ 1530283 h 1583140"/>
              <a:gd name="connsiteX86" fmla="*/ 2491676 w 9662615"/>
              <a:gd name="connsiteY86" fmla="*/ 1500859 h 1583140"/>
              <a:gd name="connsiteX87" fmla="*/ 2378036 w 9662615"/>
              <a:gd name="connsiteY87" fmla="*/ 1520645 h 1583140"/>
              <a:gd name="connsiteX88" fmla="*/ 2284269 w 9662615"/>
              <a:gd name="connsiteY88" fmla="*/ 1503068 h 1583140"/>
              <a:gd name="connsiteX89" fmla="*/ 2207104 w 9662615"/>
              <a:gd name="connsiteY89" fmla="*/ 1508888 h 1583140"/>
              <a:gd name="connsiteX90" fmla="*/ 2149226 w 9662615"/>
              <a:gd name="connsiteY90" fmla="*/ 1523409 h 1583140"/>
              <a:gd name="connsiteX91" fmla="*/ 2084783 w 9662615"/>
              <a:gd name="connsiteY91" fmla="*/ 1524245 h 1583140"/>
              <a:gd name="connsiteX92" fmla="*/ 2070075 w 9662615"/>
              <a:gd name="connsiteY92" fmla="*/ 1511285 h 1583140"/>
              <a:gd name="connsiteX93" fmla="*/ 2001057 w 9662615"/>
              <a:gd name="connsiteY93" fmla="*/ 1516449 h 1583140"/>
              <a:gd name="connsiteX94" fmla="*/ 1896330 w 9662615"/>
              <a:gd name="connsiteY94" fmla="*/ 1525725 h 1583140"/>
              <a:gd name="connsiteX95" fmla="*/ 1835994 w 9662615"/>
              <a:gd name="connsiteY95" fmla="*/ 1527678 h 1583140"/>
              <a:gd name="connsiteX96" fmla="*/ 1671119 w 9662615"/>
              <a:gd name="connsiteY96" fmla="*/ 1536701 h 1583140"/>
              <a:gd name="connsiteX97" fmla="*/ 1601337 w 9662615"/>
              <a:gd name="connsiteY97" fmla="*/ 1548552 h 1583140"/>
              <a:gd name="connsiteX98" fmla="*/ 1407755 w 9662615"/>
              <a:gd name="connsiteY98" fmla="*/ 1571444 h 1583140"/>
              <a:gd name="connsiteX99" fmla="*/ 1271994 w 9662615"/>
              <a:gd name="connsiteY99" fmla="*/ 1579471 h 1583140"/>
              <a:gd name="connsiteX100" fmla="*/ 1249226 w 9662615"/>
              <a:gd name="connsiteY100" fmla="*/ 1583140 h 1583140"/>
              <a:gd name="connsiteX101" fmla="*/ 1217719 w 9662615"/>
              <a:gd name="connsiteY101" fmla="*/ 1580863 h 1583140"/>
              <a:gd name="connsiteX102" fmla="*/ 1091432 w 9662615"/>
              <a:gd name="connsiteY102" fmla="*/ 1571003 h 1583140"/>
              <a:gd name="connsiteX103" fmla="*/ 992039 w 9662615"/>
              <a:gd name="connsiteY103" fmla="*/ 1556662 h 1583140"/>
              <a:gd name="connsiteX104" fmla="*/ 868264 w 9662615"/>
              <a:gd name="connsiteY104" fmla="*/ 1566392 h 1583140"/>
              <a:gd name="connsiteX105" fmla="*/ 792765 w 9662615"/>
              <a:gd name="connsiteY105" fmla="*/ 1563102 h 1583140"/>
              <a:gd name="connsiteX106" fmla="*/ 669055 w 9662615"/>
              <a:gd name="connsiteY106" fmla="*/ 1543638 h 1583140"/>
              <a:gd name="connsiteX107" fmla="*/ 506152 w 9662615"/>
              <a:gd name="connsiteY107" fmla="*/ 1549124 h 1583140"/>
              <a:gd name="connsiteX108" fmla="*/ 472797 w 9662615"/>
              <a:gd name="connsiteY108" fmla="*/ 1568904 h 1583140"/>
              <a:gd name="connsiteX109" fmla="*/ 427864 w 9662615"/>
              <a:gd name="connsiteY109" fmla="*/ 1580848 h 1583140"/>
              <a:gd name="connsiteX110" fmla="*/ 408381 w 9662615"/>
              <a:gd name="connsiteY110" fmla="*/ 1552940 h 1583140"/>
              <a:gd name="connsiteX111" fmla="*/ 267163 w 9662615"/>
              <a:gd name="connsiteY111" fmla="*/ 1531913 h 1583140"/>
              <a:gd name="connsiteX112" fmla="*/ 196644 w 9662615"/>
              <a:gd name="connsiteY112" fmla="*/ 1524565 h 1583140"/>
              <a:gd name="connsiteX113" fmla="*/ 86819 w 9662615"/>
              <a:gd name="connsiteY113" fmla="*/ 1519517 h 1583140"/>
              <a:gd name="connsiteX114" fmla="*/ 53369 w 9662615"/>
              <a:gd name="connsiteY114" fmla="*/ 1516853 h 1583140"/>
              <a:gd name="connsiteX115" fmla="*/ 2359 w 9662615"/>
              <a:gd name="connsiteY115" fmla="*/ 1515247 h 1583140"/>
              <a:gd name="connsiteX116" fmla="*/ 0 w 9662615"/>
              <a:gd name="connsiteY116" fmla="*/ 1514932 h 1583140"/>
              <a:gd name="connsiteX117" fmla="*/ 0 w 9662615"/>
              <a:gd name="connsiteY117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551077 w 9662615"/>
              <a:gd name="connsiteY3" fmla="*/ 1292033 h 1583140"/>
              <a:gd name="connsiteX4" fmla="*/ 9469546 w 9662615"/>
              <a:gd name="connsiteY4" fmla="*/ 1289837 h 1583140"/>
              <a:gd name="connsiteX5" fmla="*/ 9326260 w 9662615"/>
              <a:gd name="connsiteY5" fmla="*/ 1277155 h 1583140"/>
              <a:gd name="connsiteX6" fmla="*/ 9144767 w 9662615"/>
              <a:gd name="connsiteY6" fmla="*/ 1264120 h 1583140"/>
              <a:gd name="connsiteX7" fmla="*/ 8976400 w 9662615"/>
              <a:gd name="connsiteY7" fmla="*/ 1326661 h 1583140"/>
              <a:gd name="connsiteX8" fmla="*/ 8828711 w 9662615"/>
              <a:gd name="connsiteY8" fmla="*/ 1346394 h 1583140"/>
              <a:gd name="connsiteX9" fmla="*/ 8695953 w 9662615"/>
              <a:gd name="connsiteY9" fmla="*/ 1346784 h 1583140"/>
              <a:gd name="connsiteX10" fmla="*/ 8652191 w 9662615"/>
              <a:gd name="connsiteY10" fmla="*/ 1345903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16849 w 9662615"/>
              <a:gd name="connsiteY13" fmla="*/ 1367085 h 1583140"/>
              <a:gd name="connsiteX14" fmla="*/ 8278355 w 9662615"/>
              <a:gd name="connsiteY14" fmla="*/ 1386569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087910 w 9662615"/>
              <a:gd name="connsiteY17" fmla="*/ 1386449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6987129 w 9662615"/>
              <a:gd name="connsiteY25" fmla="*/ 1404834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871726 w 9662615"/>
              <a:gd name="connsiteY54" fmla="*/ 1570584 h 1583140"/>
              <a:gd name="connsiteX55" fmla="*/ 4843267 w 9662615"/>
              <a:gd name="connsiteY55" fmla="*/ 1561459 h 1583140"/>
              <a:gd name="connsiteX56" fmla="*/ 4821058 w 9662615"/>
              <a:gd name="connsiteY56" fmla="*/ 1553078 h 1583140"/>
              <a:gd name="connsiteX57" fmla="*/ 4791466 w 9662615"/>
              <a:gd name="connsiteY57" fmla="*/ 1561324 h 1583140"/>
              <a:gd name="connsiteX58" fmla="*/ 4784247 w 9662615"/>
              <a:gd name="connsiteY58" fmla="*/ 1562342 h 1583140"/>
              <a:gd name="connsiteX59" fmla="*/ 4739309 w 9662615"/>
              <a:gd name="connsiteY59" fmla="*/ 1553948 h 1583140"/>
              <a:gd name="connsiteX60" fmla="*/ 4697562 w 9662615"/>
              <a:gd name="connsiteY60" fmla="*/ 1551206 h 1583140"/>
              <a:gd name="connsiteX61" fmla="*/ 4650737 w 9662615"/>
              <a:gd name="connsiteY61" fmla="*/ 1537381 h 1583140"/>
              <a:gd name="connsiteX62" fmla="*/ 4583150 w 9662615"/>
              <a:gd name="connsiteY62" fmla="*/ 1529064 h 1583140"/>
              <a:gd name="connsiteX63" fmla="*/ 4521734 w 9662615"/>
              <a:gd name="connsiteY63" fmla="*/ 1529359 h 1583140"/>
              <a:gd name="connsiteX64" fmla="*/ 4382398 w 9662615"/>
              <a:gd name="connsiteY64" fmla="*/ 1534108 h 1583140"/>
              <a:gd name="connsiteX65" fmla="*/ 4221826 w 9662615"/>
              <a:gd name="connsiteY65" fmla="*/ 1500972 h 1583140"/>
              <a:gd name="connsiteX66" fmla="*/ 4096601 w 9662615"/>
              <a:gd name="connsiteY66" fmla="*/ 1521563 h 1583140"/>
              <a:gd name="connsiteX67" fmla="*/ 4002441 w 9662615"/>
              <a:gd name="connsiteY67" fmla="*/ 1528912 h 1583140"/>
              <a:gd name="connsiteX68" fmla="*/ 3833906 w 9662615"/>
              <a:gd name="connsiteY68" fmla="*/ 1516637 h 1583140"/>
              <a:gd name="connsiteX69" fmla="*/ 3763845 w 9662615"/>
              <a:gd name="connsiteY69" fmla="*/ 1501782 h 1583140"/>
              <a:gd name="connsiteX70" fmla="*/ 3641778 w 9662615"/>
              <a:gd name="connsiteY70" fmla="*/ 1505446 h 1583140"/>
              <a:gd name="connsiteX71" fmla="*/ 3565233 w 9662615"/>
              <a:gd name="connsiteY71" fmla="*/ 1515122 h 1583140"/>
              <a:gd name="connsiteX72" fmla="*/ 3560267 w 9662615"/>
              <a:gd name="connsiteY72" fmla="*/ 1516288 h 1583140"/>
              <a:gd name="connsiteX73" fmla="*/ 3540258 w 9662615"/>
              <a:gd name="connsiteY73" fmla="*/ 1516976 h 1583140"/>
              <a:gd name="connsiteX74" fmla="*/ 3534780 w 9662615"/>
              <a:gd name="connsiteY74" fmla="*/ 1522141 h 1583140"/>
              <a:gd name="connsiteX75" fmla="*/ 3504783 w 9662615"/>
              <a:gd name="connsiteY75" fmla="*/ 1526739 h 1583140"/>
              <a:gd name="connsiteX76" fmla="*/ 3430805 w 9662615"/>
              <a:gd name="connsiteY76" fmla="*/ 1542521 h 1583140"/>
              <a:gd name="connsiteX77" fmla="*/ 3292707 w 9662615"/>
              <a:gd name="connsiteY77" fmla="*/ 1520490 h 1583140"/>
              <a:gd name="connsiteX78" fmla="*/ 3187872 w 9662615"/>
              <a:gd name="connsiteY78" fmla="*/ 1519991 h 1583140"/>
              <a:gd name="connsiteX79" fmla="*/ 3148026 w 9662615"/>
              <a:gd name="connsiteY79" fmla="*/ 1524777 h 1583140"/>
              <a:gd name="connsiteX80" fmla="*/ 3092394 w 9662615"/>
              <a:gd name="connsiteY80" fmla="*/ 1528115 h 1583140"/>
              <a:gd name="connsiteX81" fmla="*/ 2994200 w 9662615"/>
              <a:gd name="connsiteY81" fmla="*/ 1537857 h 1583140"/>
              <a:gd name="connsiteX82" fmla="*/ 2862301 w 9662615"/>
              <a:gd name="connsiteY82" fmla="*/ 1544250 h 1583140"/>
              <a:gd name="connsiteX83" fmla="*/ 2766335 w 9662615"/>
              <a:gd name="connsiteY83" fmla="*/ 1527662 h 1583140"/>
              <a:gd name="connsiteX84" fmla="*/ 2757836 w 9662615"/>
              <a:gd name="connsiteY84" fmla="*/ 1531371 h 1583140"/>
              <a:gd name="connsiteX85" fmla="*/ 2691555 w 9662615"/>
              <a:gd name="connsiteY85" fmla="*/ 1530283 h 1583140"/>
              <a:gd name="connsiteX86" fmla="*/ 2491676 w 9662615"/>
              <a:gd name="connsiteY86" fmla="*/ 1500859 h 1583140"/>
              <a:gd name="connsiteX87" fmla="*/ 2378036 w 9662615"/>
              <a:gd name="connsiteY87" fmla="*/ 1520645 h 1583140"/>
              <a:gd name="connsiteX88" fmla="*/ 2284269 w 9662615"/>
              <a:gd name="connsiteY88" fmla="*/ 1503068 h 1583140"/>
              <a:gd name="connsiteX89" fmla="*/ 2207104 w 9662615"/>
              <a:gd name="connsiteY89" fmla="*/ 1508888 h 1583140"/>
              <a:gd name="connsiteX90" fmla="*/ 2149226 w 9662615"/>
              <a:gd name="connsiteY90" fmla="*/ 1523409 h 1583140"/>
              <a:gd name="connsiteX91" fmla="*/ 2084783 w 9662615"/>
              <a:gd name="connsiteY91" fmla="*/ 1524245 h 1583140"/>
              <a:gd name="connsiteX92" fmla="*/ 2070075 w 9662615"/>
              <a:gd name="connsiteY92" fmla="*/ 1511285 h 1583140"/>
              <a:gd name="connsiteX93" fmla="*/ 2001057 w 9662615"/>
              <a:gd name="connsiteY93" fmla="*/ 1516449 h 1583140"/>
              <a:gd name="connsiteX94" fmla="*/ 1896330 w 9662615"/>
              <a:gd name="connsiteY94" fmla="*/ 1525725 h 1583140"/>
              <a:gd name="connsiteX95" fmla="*/ 1835994 w 9662615"/>
              <a:gd name="connsiteY95" fmla="*/ 1527678 h 1583140"/>
              <a:gd name="connsiteX96" fmla="*/ 1671119 w 9662615"/>
              <a:gd name="connsiteY96" fmla="*/ 1536701 h 1583140"/>
              <a:gd name="connsiteX97" fmla="*/ 1601337 w 9662615"/>
              <a:gd name="connsiteY97" fmla="*/ 1548552 h 1583140"/>
              <a:gd name="connsiteX98" fmla="*/ 1407755 w 9662615"/>
              <a:gd name="connsiteY98" fmla="*/ 1571444 h 1583140"/>
              <a:gd name="connsiteX99" fmla="*/ 1271994 w 9662615"/>
              <a:gd name="connsiteY99" fmla="*/ 1579471 h 1583140"/>
              <a:gd name="connsiteX100" fmla="*/ 1249226 w 9662615"/>
              <a:gd name="connsiteY100" fmla="*/ 1583140 h 1583140"/>
              <a:gd name="connsiteX101" fmla="*/ 1217719 w 9662615"/>
              <a:gd name="connsiteY101" fmla="*/ 1580863 h 1583140"/>
              <a:gd name="connsiteX102" fmla="*/ 1091432 w 9662615"/>
              <a:gd name="connsiteY102" fmla="*/ 1571003 h 1583140"/>
              <a:gd name="connsiteX103" fmla="*/ 992039 w 9662615"/>
              <a:gd name="connsiteY103" fmla="*/ 1556662 h 1583140"/>
              <a:gd name="connsiteX104" fmla="*/ 868264 w 9662615"/>
              <a:gd name="connsiteY104" fmla="*/ 1566392 h 1583140"/>
              <a:gd name="connsiteX105" fmla="*/ 792765 w 9662615"/>
              <a:gd name="connsiteY105" fmla="*/ 1563102 h 1583140"/>
              <a:gd name="connsiteX106" fmla="*/ 669055 w 9662615"/>
              <a:gd name="connsiteY106" fmla="*/ 1543638 h 1583140"/>
              <a:gd name="connsiteX107" fmla="*/ 506152 w 9662615"/>
              <a:gd name="connsiteY107" fmla="*/ 1549124 h 1583140"/>
              <a:gd name="connsiteX108" fmla="*/ 472797 w 9662615"/>
              <a:gd name="connsiteY108" fmla="*/ 1568904 h 1583140"/>
              <a:gd name="connsiteX109" fmla="*/ 427864 w 9662615"/>
              <a:gd name="connsiteY109" fmla="*/ 1580848 h 1583140"/>
              <a:gd name="connsiteX110" fmla="*/ 336819 w 9662615"/>
              <a:gd name="connsiteY110" fmla="*/ 1560892 h 1583140"/>
              <a:gd name="connsiteX111" fmla="*/ 267163 w 9662615"/>
              <a:gd name="connsiteY111" fmla="*/ 1531913 h 1583140"/>
              <a:gd name="connsiteX112" fmla="*/ 196644 w 9662615"/>
              <a:gd name="connsiteY112" fmla="*/ 1524565 h 1583140"/>
              <a:gd name="connsiteX113" fmla="*/ 86819 w 9662615"/>
              <a:gd name="connsiteY113" fmla="*/ 1519517 h 1583140"/>
              <a:gd name="connsiteX114" fmla="*/ 53369 w 9662615"/>
              <a:gd name="connsiteY114" fmla="*/ 1516853 h 1583140"/>
              <a:gd name="connsiteX115" fmla="*/ 2359 w 9662615"/>
              <a:gd name="connsiteY115" fmla="*/ 1515247 h 1583140"/>
              <a:gd name="connsiteX116" fmla="*/ 0 w 9662615"/>
              <a:gd name="connsiteY116" fmla="*/ 1514932 h 1583140"/>
              <a:gd name="connsiteX117" fmla="*/ 0 w 9662615"/>
              <a:gd name="connsiteY117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551077 w 9662615"/>
              <a:gd name="connsiteY3" fmla="*/ 1292033 h 1583140"/>
              <a:gd name="connsiteX4" fmla="*/ 9469546 w 9662615"/>
              <a:gd name="connsiteY4" fmla="*/ 1289837 h 1583140"/>
              <a:gd name="connsiteX5" fmla="*/ 9326260 w 9662615"/>
              <a:gd name="connsiteY5" fmla="*/ 1277155 h 1583140"/>
              <a:gd name="connsiteX6" fmla="*/ 9144767 w 9662615"/>
              <a:gd name="connsiteY6" fmla="*/ 1264120 h 1583140"/>
              <a:gd name="connsiteX7" fmla="*/ 8976400 w 9662615"/>
              <a:gd name="connsiteY7" fmla="*/ 1326661 h 1583140"/>
              <a:gd name="connsiteX8" fmla="*/ 8828711 w 9662615"/>
              <a:gd name="connsiteY8" fmla="*/ 1346394 h 1583140"/>
              <a:gd name="connsiteX9" fmla="*/ 8695953 w 9662615"/>
              <a:gd name="connsiteY9" fmla="*/ 1346784 h 1583140"/>
              <a:gd name="connsiteX10" fmla="*/ 8652191 w 9662615"/>
              <a:gd name="connsiteY10" fmla="*/ 1345903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16849 w 9662615"/>
              <a:gd name="connsiteY13" fmla="*/ 1367085 h 1583140"/>
              <a:gd name="connsiteX14" fmla="*/ 8278355 w 9662615"/>
              <a:gd name="connsiteY14" fmla="*/ 1386569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087910 w 9662615"/>
              <a:gd name="connsiteY17" fmla="*/ 1386449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6987129 w 9662615"/>
              <a:gd name="connsiteY25" fmla="*/ 1404834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871726 w 9662615"/>
              <a:gd name="connsiteY54" fmla="*/ 1570584 h 1583140"/>
              <a:gd name="connsiteX55" fmla="*/ 4843267 w 9662615"/>
              <a:gd name="connsiteY55" fmla="*/ 1561459 h 1583140"/>
              <a:gd name="connsiteX56" fmla="*/ 4821058 w 9662615"/>
              <a:gd name="connsiteY56" fmla="*/ 1553078 h 1583140"/>
              <a:gd name="connsiteX57" fmla="*/ 4791466 w 9662615"/>
              <a:gd name="connsiteY57" fmla="*/ 1561324 h 1583140"/>
              <a:gd name="connsiteX58" fmla="*/ 4784247 w 9662615"/>
              <a:gd name="connsiteY58" fmla="*/ 1562342 h 1583140"/>
              <a:gd name="connsiteX59" fmla="*/ 4739309 w 9662615"/>
              <a:gd name="connsiteY59" fmla="*/ 1553948 h 1583140"/>
              <a:gd name="connsiteX60" fmla="*/ 4697562 w 9662615"/>
              <a:gd name="connsiteY60" fmla="*/ 1551206 h 1583140"/>
              <a:gd name="connsiteX61" fmla="*/ 4650737 w 9662615"/>
              <a:gd name="connsiteY61" fmla="*/ 1537381 h 1583140"/>
              <a:gd name="connsiteX62" fmla="*/ 4583150 w 9662615"/>
              <a:gd name="connsiteY62" fmla="*/ 1529064 h 1583140"/>
              <a:gd name="connsiteX63" fmla="*/ 4521734 w 9662615"/>
              <a:gd name="connsiteY63" fmla="*/ 1529359 h 1583140"/>
              <a:gd name="connsiteX64" fmla="*/ 4382398 w 9662615"/>
              <a:gd name="connsiteY64" fmla="*/ 1534108 h 1583140"/>
              <a:gd name="connsiteX65" fmla="*/ 4221826 w 9662615"/>
              <a:gd name="connsiteY65" fmla="*/ 1500972 h 1583140"/>
              <a:gd name="connsiteX66" fmla="*/ 4096601 w 9662615"/>
              <a:gd name="connsiteY66" fmla="*/ 1521563 h 1583140"/>
              <a:gd name="connsiteX67" fmla="*/ 4002441 w 9662615"/>
              <a:gd name="connsiteY67" fmla="*/ 1528912 h 1583140"/>
              <a:gd name="connsiteX68" fmla="*/ 3833906 w 9662615"/>
              <a:gd name="connsiteY68" fmla="*/ 1516637 h 1583140"/>
              <a:gd name="connsiteX69" fmla="*/ 3763845 w 9662615"/>
              <a:gd name="connsiteY69" fmla="*/ 1501782 h 1583140"/>
              <a:gd name="connsiteX70" fmla="*/ 3641778 w 9662615"/>
              <a:gd name="connsiteY70" fmla="*/ 1505446 h 1583140"/>
              <a:gd name="connsiteX71" fmla="*/ 3565233 w 9662615"/>
              <a:gd name="connsiteY71" fmla="*/ 1515122 h 1583140"/>
              <a:gd name="connsiteX72" fmla="*/ 3560267 w 9662615"/>
              <a:gd name="connsiteY72" fmla="*/ 1516288 h 1583140"/>
              <a:gd name="connsiteX73" fmla="*/ 3540258 w 9662615"/>
              <a:gd name="connsiteY73" fmla="*/ 1516976 h 1583140"/>
              <a:gd name="connsiteX74" fmla="*/ 3534780 w 9662615"/>
              <a:gd name="connsiteY74" fmla="*/ 1522141 h 1583140"/>
              <a:gd name="connsiteX75" fmla="*/ 3504783 w 9662615"/>
              <a:gd name="connsiteY75" fmla="*/ 1526739 h 1583140"/>
              <a:gd name="connsiteX76" fmla="*/ 3430805 w 9662615"/>
              <a:gd name="connsiteY76" fmla="*/ 1542521 h 1583140"/>
              <a:gd name="connsiteX77" fmla="*/ 3292707 w 9662615"/>
              <a:gd name="connsiteY77" fmla="*/ 1520490 h 1583140"/>
              <a:gd name="connsiteX78" fmla="*/ 3187872 w 9662615"/>
              <a:gd name="connsiteY78" fmla="*/ 1519991 h 1583140"/>
              <a:gd name="connsiteX79" fmla="*/ 3148026 w 9662615"/>
              <a:gd name="connsiteY79" fmla="*/ 1524777 h 1583140"/>
              <a:gd name="connsiteX80" fmla="*/ 3092394 w 9662615"/>
              <a:gd name="connsiteY80" fmla="*/ 1528115 h 1583140"/>
              <a:gd name="connsiteX81" fmla="*/ 2994200 w 9662615"/>
              <a:gd name="connsiteY81" fmla="*/ 1537857 h 1583140"/>
              <a:gd name="connsiteX82" fmla="*/ 2862301 w 9662615"/>
              <a:gd name="connsiteY82" fmla="*/ 1544250 h 1583140"/>
              <a:gd name="connsiteX83" fmla="*/ 2766335 w 9662615"/>
              <a:gd name="connsiteY83" fmla="*/ 1527662 h 1583140"/>
              <a:gd name="connsiteX84" fmla="*/ 2757836 w 9662615"/>
              <a:gd name="connsiteY84" fmla="*/ 1531371 h 1583140"/>
              <a:gd name="connsiteX85" fmla="*/ 2691555 w 9662615"/>
              <a:gd name="connsiteY85" fmla="*/ 1530283 h 1583140"/>
              <a:gd name="connsiteX86" fmla="*/ 2491676 w 9662615"/>
              <a:gd name="connsiteY86" fmla="*/ 1500859 h 1583140"/>
              <a:gd name="connsiteX87" fmla="*/ 2378036 w 9662615"/>
              <a:gd name="connsiteY87" fmla="*/ 1520645 h 1583140"/>
              <a:gd name="connsiteX88" fmla="*/ 2284269 w 9662615"/>
              <a:gd name="connsiteY88" fmla="*/ 1503068 h 1583140"/>
              <a:gd name="connsiteX89" fmla="*/ 2207104 w 9662615"/>
              <a:gd name="connsiteY89" fmla="*/ 1508888 h 1583140"/>
              <a:gd name="connsiteX90" fmla="*/ 2149226 w 9662615"/>
              <a:gd name="connsiteY90" fmla="*/ 1523409 h 1583140"/>
              <a:gd name="connsiteX91" fmla="*/ 2084783 w 9662615"/>
              <a:gd name="connsiteY91" fmla="*/ 1524245 h 1583140"/>
              <a:gd name="connsiteX92" fmla="*/ 2070075 w 9662615"/>
              <a:gd name="connsiteY92" fmla="*/ 1511285 h 1583140"/>
              <a:gd name="connsiteX93" fmla="*/ 2001057 w 9662615"/>
              <a:gd name="connsiteY93" fmla="*/ 1516449 h 1583140"/>
              <a:gd name="connsiteX94" fmla="*/ 1896330 w 9662615"/>
              <a:gd name="connsiteY94" fmla="*/ 1525725 h 1583140"/>
              <a:gd name="connsiteX95" fmla="*/ 1835994 w 9662615"/>
              <a:gd name="connsiteY95" fmla="*/ 1527678 h 1583140"/>
              <a:gd name="connsiteX96" fmla="*/ 1671119 w 9662615"/>
              <a:gd name="connsiteY96" fmla="*/ 1536701 h 1583140"/>
              <a:gd name="connsiteX97" fmla="*/ 1601337 w 9662615"/>
              <a:gd name="connsiteY97" fmla="*/ 1548552 h 1583140"/>
              <a:gd name="connsiteX98" fmla="*/ 1407755 w 9662615"/>
              <a:gd name="connsiteY98" fmla="*/ 1571444 h 1583140"/>
              <a:gd name="connsiteX99" fmla="*/ 1271994 w 9662615"/>
              <a:gd name="connsiteY99" fmla="*/ 1579471 h 1583140"/>
              <a:gd name="connsiteX100" fmla="*/ 1249226 w 9662615"/>
              <a:gd name="connsiteY100" fmla="*/ 1583140 h 1583140"/>
              <a:gd name="connsiteX101" fmla="*/ 1217719 w 9662615"/>
              <a:gd name="connsiteY101" fmla="*/ 1580863 h 1583140"/>
              <a:gd name="connsiteX102" fmla="*/ 1091432 w 9662615"/>
              <a:gd name="connsiteY102" fmla="*/ 1571003 h 1583140"/>
              <a:gd name="connsiteX103" fmla="*/ 992039 w 9662615"/>
              <a:gd name="connsiteY103" fmla="*/ 1556662 h 1583140"/>
              <a:gd name="connsiteX104" fmla="*/ 868264 w 9662615"/>
              <a:gd name="connsiteY104" fmla="*/ 1566392 h 1583140"/>
              <a:gd name="connsiteX105" fmla="*/ 792765 w 9662615"/>
              <a:gd name="connsiteY105" fmla="*/ 1563102 h 1583140"/>
              <a:gd name="connsiteX106" fmla="*/ 669055 w 9662615"/>
              <a:gd name="connsiteY106" fmla="*/ 1543638 h 1583140"/>
              <a:gd name="connsiteX107" fmla="*/ 506152 w 9662615"/>
              <a:gd name="connsiteY107" fmla="*/ 1549124 h 1583140"/>
              <a:gd name="connsiteX108" fmla="*/ 472797 w 9662615"/>
              <a:gd name="connsiteY108" fmla="*/ 1568904 h 1583140"/>
              <a:gd name="connsiteX109" fmla="*/ 396059 w 9662615"/>
              <a:gd name="connsiteY109" fmla="*/ 1560970 h 1583140"/>
              <a:gd name="connsiteX110" fmla="*/ 336819 w 9662615"/>
              <a:gd name="connsiteY110" fmla="*/ 1560892 h 1583140"/>
              <a:gd name="connsiteX111" fmla="*/ 267163 w 9662615"/>
              <a:gd name="connsiteY111" fmla="*/ 1531913 h 1583140"/>
              <a:gd name="connsiteX112" fmla="*/ 196644 w 9662615"/>
              <a:gd name="connsiteY112" fmla="*/ 1524565 h 1583140"/>
              <a:gd name="connsiteX113" fmla="*/ 86819 w 9662615"/>
              <a:gd name="connsiteY113" fmla="*/ 1519517 h 1583140"/>
              <a:gd name="connsiteX114" fmla="*/ 53369 w 9662615"/>
              <a:gd name="connsiteY114" fmla="*/ 1516853 h 1583140"/>
              <a:gd name="connsiteX115" fmla="*/ 2359 w 9662615"/>
              <a:gd name="connsiteY115" fmla="*/ 1515247 h 1583140"/>
              <a:gd name="connsiteX116" fmla="*/ 0 w 9662615"/>
              <a:gd name="connsiteY116" fmla="*/ 1514932 h 1583140"/>
              <a:gd name="connsiteX117" fmla="*/ 0 w 9662615"/>
              <a:gd name="connsiteY117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551077 w 9662615"/>
              <a:gd name="connsiteY3" fmla="*/ 1292033 h 1583140"/>
              <a:gd name="connsiteX4" fmla="*/ 9469546 w 9662615"/>
              <a:gd name="connsiteY4" fmla="*/ 1289837 h 1583140"/>
              <a:gd name="connsiteX5" fmla="*/ 9326260 w 9662615"/>
              <a:gd name="connsiteY5" fmla="*/ 1277155 h 1583140"/>
              <a:gd name="connsiteX6" fmla="*/ 9144767 w 9662615"/>
              <a:gd name="connsiteY6" fmla="*/ 1264120 h 1583140"/>
              <a:gd name="connsiteX7" fmla="*/ 8976400 w 9662615"/>
              <a:gd name="connsiteY7" fmla="*/ 1326661 h 1583140"/>
              <a:gd name="connsiteX8" fmla="*/ 8828711 w 9662615"/>
              <a:gd name="connsiteY8" fmla="*/ 1346394 h 1583140"/>
              <a:gd name="connsiteX9" fmla="*/ 8695953 w 9662615"/>
              <a:gd name="connsiteY9" fmla="*/ 1346784 h 1583140"/>
              <a:gd name="connsiteX10" fmla="*/ 8652191 w 9662615"/>
              <a:gd name="connsiteY10" fmla="*/ 1345903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16849 w 9662615"/>
              <a:gd name="connsiteY13" fmla="*/ 1367085 h 1583140"/>
              <a:gd name="connsiteX14" fmla="*/ 8278355 w 9662615"/>
              <a:gd name="connsiteY14" fmla="*/ 1386569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087910 w 9662615"/>
              <a:gd name="connsiteY17" fmla="*/ 1386449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6987129 w 9662615"/>
              <a:gd name="connsiteY25" fmla="*/ 1404834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871726 w 9662615"/>
              <a:gd name="connsiteY54" fmla="*/ 1570584 h 1583140"/>
              <a:gd name="connsiteX55" fmla="*/ 4843267 w 9662615"/>
              <a:gd name="connsiteY55" fmla="*/ 1561459 h 1583140"/>
              <a:gd name="connsiteX56" fmla="*/ 4821058 w 9662615"/>
              <a:gd name="connsiteY56" fmla="*/ 1553078 h 1583140"/>
              <a:gd name="connsiteX57" fmla="*/ 4791466 w 9662615"/>
              <a:gd name="connsiteY57" fmla="*/ 1561324 h 1583140"/>
              <a:gd name="connsiteX58" fmla="*/ 4784247 w 9662615"/>
              <a:gd name="connsiteY58" fmla="*/ 1562342 h 1583140"/>
              <a:gd name="connsiteX59" fmla="*/ 4739309 w 9662615"/>
              <a:gd name="connsiteY59" fmla="*/ 1553948 h 1583140"/>
              <a:gd name="connsiteX60" fmla="*/ 4697562 w 9662615"/>
              <a:gd name="connsiteY60" fmla="*/ 1551206 h 1583140"/>
              <a:gd name="connsiteX61" fmla="*/ 4650737 w 9662615"/>
              <a:gd name="connsiteY61" fmla="*/ 1537381 h 1583140"/>
              <a:gd name="connsiteX62" fmla="*/ 4583150 w 9662615"/>
              <a:gd name="connsiteY62" fmla="*/ 1529064 h 1583140"/>
              <a:gd name="connsiteX63" fmla="*/ 4521734 w 9662615"/>
              <a:gd name="connsiteY63" fmla="*/ 1529359 h 1583140"/>
              <a:gd name="connsiteX64" fmla="*/ 4382398 w 9662615"/>
              <a:gd name="connsiteY64" fmla="*/ 1534108 h 1583140"/>
              <a:gd name="connsiteX65" fmla="*/ 4221826 w 9662615"/>
              <a:gd name="connsiteY65" fmla="*/ 1500972 h 1583140"/>
              <a:gd name="connsiteX66" fmla="*/ 4096601 w 9662615"/>
              <a:gd name="connsiteY66" fmla="*/ 1521563 h 1583140"/>
              <a:gd name="connsiteX67" fmla="*/ 4002441 w 9662615"/>
              <a:gd name="connsiteY67" fmla="*/ 1528912 h 1583140"/>
              <a:gd name="connsiteX68" fmla="*/ 3833906 w 9662615"/>
              <a:gd name="connsiteY68" fmla="*/ 1516637 h 1583140"/>
              <a:gd name="connsiteX69" fmla="*/ 3763845 w 9662615"/>
              <a:gd name="connsiteY69" fmla="*/ 1501782 h 1583140"/>
              <a:gd name="connsiteX70" fmla="*/ 3641778 w 9662615"/>
              <a:gd name="connsiteY70" fmla="*/ 1505446 h 1583140"/>
              <a:gd name="connsiteX71" fmla="*/ 3565233 w 9662615"/>
              <a:gd name="connsiteY71" fmla="*/ 1515122 h 1583140"/>
              <a:gd name="connsiteX72" fmla="*/ 3560267 w 9662615"/>
              <a:gd name="connsiteY72" fmla="*/ 1516288 h 1583140"/>
              <a:gd name="connsiteX73" fmla="*/ 3540258 w 9662615"/>
              <a:gd name="connsiteY73" fmla="*/ 1516976 h 1583140"/>
              <a:gd name="connsiteX74" fmla="*/ 3534780 w 9662615"/>
              <a:gd name="connsiteY74" fmla="*/ 1522141 h 1583140"/>
              <a:gd name="connsiteX75" fmla="*/ 3504783 w 9662615"/>
              <a:gd name="connsiteY75" fmla="*/ 1526739 h 1583140"/>
              <a:gd name="connsiteX76" fmla="*/ 3430805 w 9662615"/>
              <a:gd name="connsiteY76" fmla="*/ 1542521 h 1583140"/>
              <a:gd name="connsiteX77" fmla="*/ 3292707 w 9662615"/>
              <a:gd name="connsiteY77" fmla="*/ 1520490 h 1583140"/>
              <a:gd name="connsiteX78" fmla="*/ 3187872 w 9662615"/>
              <a:gd name="connsiteY78" fmla="*/ 1519991 h 1583140"/>
              <a:gd name="connsiteX79" fmla="*/ 3148026 w 9662615"/>
              <a:gd name="connsiteY79" fmla="*/ 1524777 h 1583140"/>
              <a:gd name="connsiteX80" fmla="*/ 3092394 w 9662615"/>
              <a:gd name="connsiteY80" fmla="*/ 1528115 h 1583140"/>
              <a:gd name="connsiteX81" fmla="*/ 2994200 w 9662615"/>
              <a:gd name="connsiteY81" fmla="*/ 1537857 h 1583140"/>
              <a:gd name="connsiteX82" fmla="*/ 2862301 w 9662615"/>
              <a:gd name="connsiteY82" fmla="*/ 1544250 h 1583140"/>
              <a:gd name="connsiteX83" fmla="*/ 2766335 w 9662615"/>
              <a:gd name="connsiteY83" fmla="*/ 1527662 h 1583140"/>
              <a:gd name="connsiteX84" fmla="*/ 2757836 w 9662615"/>
              <a:gd name="connsiteY84" fmla="*/ 1531371 h 1583140"/>
              <a:gd name="connsiteX85" fmla="*/ 2691555 w 9662615"/>
              <a:gd name="connsiteY85" fmla="*/ 1530283 h 1583140"/>
              <a:gd name="connsiteX86" fmla="*/ 2491676 w 9662615"/>
              <a:gd name="connsiteY86" fmla="*/ 1500859 h 1583140"/>
              <a:gd name="connsiteX87" fmla="*/ 2378036 w 9662615"/>
              <a:gd name="connsiteY87" fmla="*/ 1520645 h 1583140"/>
              <a:gd name="connsiteX88" fmla="*/ 2284269 w 9662615"/>
              <a:gd name="connsiteY88" fmla="*/ 1503068 h 1583140"/>
              <a:gd name="connsiteX89" fmla="*/ 2207104 w 9662615"/>
              <a:gd name="connsiteY89" fmla="*/ 1508888 h 1583140"/>
              <a:gd name="connsiteX90" fmla="*/ 2149226 w 9662615"/>
              <a:gd name="connsiteY90" fmla="*/ 1523409 h 1583140"/>
              <a:gd name="connsiteX91" fmla="*/ 2084783 w 9662615"/>
              <a:gd name="connsiteY91" fmla="*/ 1524245 h 1583140"/>
              <a:gd name="connsiteX92" fmla="*/ 2070075 w 9662615"/>
              <a:gd name="connsiteY92" fmla="*/ 1511285 h 1583140"/>
              <a:gd name="connsiteX93" fmla="*/ 2001057 w 9662615"/>
              <a:gd name="connsiteY93" fmla="*/ 1516449 h 1583140"/>
              <a:gd name="connsiteX94" fmla="*/ 1896330 w 9662615"/>
              <a:gd name="connsiteY94" fmla="*/ 1525725 h 1583140"/>
              <a:gd name="connsiteX95" fmla="*/ 1835994 w 9662615"/>
              <a:gd name="connsiteY95" fmla="*/ 1527678 h 1583140"/>
              <a:gd name="connsiteX96" fmla="*/ 1671119 w 9662615"/>
              <a:gd name="connsiteY96" fmla="*/ 1536701 h 1583140"/>
              <a:gd name="connsiteX97" fmla="*/ 1601337 w 9662615"/>
              <a:gd name="connsiteY97" fmla="*/ 1548552 h 1583140"/>
              <a:gd name="connsiteX98" fmla="*/ 1407755 w 9662615"/>
              <a:gd name="connsiteY98" fmla="*/ 1571444 h 1583140"/>
              <a:gd name="connsiteX99" fmla="*/ 1271994 w 9662615"/>
              <a:gd name="connsiteY99" fmla="*/ 1579471 h 1583140"/>
              <a:gd name="connsiteX100" fmla="*/ 1249226 w 9662615"/>
              <a:gd name="connsiteY100" fmla="*/ 1583140 h 1583140"/>
              <a:gd name="connsiteX101" fmla="*/ 1217719 w 9662615"/>
              <a:gd name="connsiteY101" fmla="*/ 1580863 h 1583140"/>
              <a:gd name="connsiteX102" fmla="*/ 1091432 w 9662615"/>
              <a:gd name="connsiteY102" fmla="*/ 1571003 h 1583140"/>
              <a:gd name="connsiteX103" fmla="*/ 992039 w 9662615"/>
              <a:gd name="connsiteY103" fmla="*/ 1556662 h 1583140"/>
              <a:gd name="connsiteX104" fmla="*/ 868264 w 9662615"/>
              <a:gd name="connsiteY104" fmla="*/ 1566392 h 1583140"/>
              <a:gd name="connsiteX105" fmla="*/ 792765 w 9662615"/>
              <a:gd name="connsiteY105" fmla="*/ 1563102 h 1583140"/>
              <a:gd name="connsiteX106" fmla="*/ 669055 w 9662615"/>
              <a:gd name="connsiteY106" fmla="*/ 1543638 h 1583140"/>
              <a:gd name="connsiteX107" fmla="*/ 541933 w 9662615"/>
              <a:gd name="connsiteY107" fmla="*/ 1561051 h 1583140"/>
              <a:gd name="connsiteX108" fmla="*/ 472797 w 9662615"/>
              <a:gd name="connsiteY108" fmla="*/ 1568904 h 1583140"/>
              <a:gd name="connsiteX109" fmla="*/ 396059 w 9662615"/>
              <a:gd name="connsiteY109" fmla="*/ 1560970 h 1583140"/>
              <a:gd name="connsiteX110" fmla="*/ 336819 w 9662615"/>
              <a:gd name="connsiteY110" fmla="*/ 1560892 h 1583140"/>
              <a:gd name="connsiteX111" fmla="*/ 267163 w 9662615"/>
              <a:gd name="connsiteY111" fmla="*/ 1531913 h 1583140"/>
              <a:gd name="connsiteX112" fmla="*/ 196644 w 9662615"/>
              <a:gd name="connsiteY112" fmla="*/ 1524565 h 1583140"/>
              <a:gd name="connsiteX113" fmla="*/ 86819 w 9662615"/>
              <a:gd name="connsiteY113" fmla="*/ 1519517 h 1583140"/>
              <a:gd name="connsiteX114" fmla="*/ 53369 w 9662615"/>
              <a:gd name="connsiteY114" fmla="*/ 1516853 h 1583140"/>
              <a:gd name="connsiteX115" fmla="*/ 2359 w 9662615"/>
              <a:gd name="connsiteY115" fmla="*/ 1515247 h 1583140"/>
              <a:gd name="connsiteX116" fmla="*/ 0 w 9662615"/>
              <a:gd name="connsiteY116" fmla="*/ 1514932 h 1583140"/>
              <a:gd name="connsiteX117" fmla="*/ 0 w 9662615"/>
              <a:gd name="connsiteY117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551077 w 9662615"/>
              <a:gd name="connsiteY3" fmla="*/ 1292033 h 1583140"/>
              <a:gd name="connsiteX4" fmla="*/ 9469546 w 9662615"/>
              <a:gd name="connsiteY4" fmla="*/ 1289837 h 1583140"/>
              <a:gd name="connsiteX5" fmla="*/ 9326260 w 9662615"/>
              <a:gd name="connsiteY5" fmla="*/ 1277155 h 1583140"/>
              <a:gd name="connsiteX6" fmla="*/ 9144767 w 9662615"/>
              <a:gd name="connsiteY6" fmla="*/ 1264120 h 1583140"/>
              <a:gd name="connsiteX7" fmla="*/ 8976400 w 9662615"/>
              <a:gd name="connsiteY7" fmla="*/ 1326661 h 1583140"/>
              <a:gd name="connsiteX8" fmla="*/ 8828711 w 9662615"/>
              <a:gd name="connsiteY8" fmla="*/ 1346394 h 1583140"/>
              <a:gd name="connsiteX9" fmla="*/ 8695953 w 9662615"/>
              <a:gd name="connsiteY9" fmla="*/ 1346784 h 1583140"/>
              <a:gd name="connsiteX10" fmla="*/ 8652191 w 9662615"/>
              <a:gd name="connsiteY10" fmla="*/ 1345903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16849 w 9662615"/>
              <a:gd name="connsiteY13" fmla="*/ 1367085 h 1583140"/>
              <a:gd name="connsiteX14" fmla="*/ 8278355 w 9662615"/>
              <a:gd name="connsiteY14" fmla="*/ 1386569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087910 w 9662615"/>
              <a:gd name="connsiteY17" fmla="*/ 1386449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6987129 w 9662615"/>
              <a:gd name="connsiteY25" fmla="*/ 1404834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871726 w 9662615"/>
              <a:gd name="connsiteY54" fmla="*/ 1570584 h 1583140"/>
              <a:gd name="connsiteX55" fmla="*/ 4843267 w 9662615"/>
              <a:gd name="connsiteY55" fmla="*/ 1561459 h 1583140"/>
              <a:gd name="connsiteX56" fmla="*/ 4821058 w 9662615"/>
              <a:gd name="connsiteY56" fmla="*/ 1553078 h 1583140"/>
              <a:gd name="connsiteX57" fmla="*/ 4791466 w 9662615"/>
              <a:gd name="connsiteY57" fmla="*/ 1561324 h 1583140"/>
              <a:gd name="connsiteX58" fmla="*/ 4784247 w 9662615"/>
              <a:gd name="connsiteY58" fmla="*/ 1562342 h 1583140"/>
              <a:gd name="connsiteX59" fmla="*/ 4739309 w 9662615"/>
              <a:gd name="connsiteY59" fmla="*/ 1553948 h 1583140"/>
              <a:gd name="connsiteX60" fmla="*/ 4697562 w 9662615"/>
              <a:gd name="connsiteY60" fmla="*/ 1551206 h 1583140"/>
              <a:gd name="connsiteX61" fmla="*/ 4650737 w 9662615"/>
              <a:gd name="connsiteY61" fmla="*/ 1537381 h 1583140"/>
              <a:gd name="connsiteX62" fmla="*/ 4583150 w 9662615"/>
              <a:gd name="connsiteY62" fmla="*/ 1529064 h 1583140"/>
              <a:gd name="connsiteX63" fmla="*/ 4521734 w 9662615"/>
              <a:gd name="connsiteY63" fmla="*/ 1529359 h 1583140"/>
              <a:gd name="connsiteX64" fmla="*/ 4382398 w 9662615"/>
              <a:gd name="connsiteY64" fmla="*/ 1534108 h 1583140"/>
              <a:gd name="connsiteX65" fmla="*/ 4221826 w 9662615"/>
              <a:gd name="connsiteY65" fmla="*/ 1500972 h 1583140"/>
              <a:gd name="connsiteX66" fmla="*/ 4096601 w 9662615"/>
              <a:gd name="connsiteY66" fmla="*/ 1521563 h 1583140"/>
              <a:gd name="connsiteX67" fmla="*/ 4002441 w 9662615"/>
              <a:gd name="connsiteY67" fmla="*/ 1528912 h 1583140"/>
              <a:gd name="connsiteX68" fmla="*/ 3833906 w 9662615"/>
              <a:gd name="connsiteY68" fmla="*/ 1516637 h 1583140"/>
              <a:gd name="connsiteX69" fmla="*/ 3763845 w 9662615"/>
              <a:gd name="connsiteY69" fmla="*/ 1501782 h 1583140"/>
              <a:gd name="connsiteX70" fmla="*/ 3641778 w 9662615"/>
              <a:gd name="connsiteY70" fmla="*/ 1505446 h 1583140"/>
              <a:gd name="connsiteX71" fmla="*/ 3565233 w 9662615"/>
              <a:gd name="connsiteY71" fmla="*/ 1515122 h 1583140"/>
              <a:gd name="connsiteX72" fmla="*/ 3560267 w 9662615"/>
              <a:gd name="connsiteY72" fmla="*/ 1516288 h 1583140"/>
              <a:gd name="connsiteX73" fmla="*/ 3540258 w 9662615"/>
              <a:gd name="connsiteY73" fmla="*/ 1516976 h 1583140"/>
              <a:gd name="connsiteX74" fmla="*/ 3534780 w 9662615"/>
              <a:gd name="connsiteY74" fmla="*/ 1522141 h 1583140"/>
              <a:gd name="connsiteX75" fmla="*/ 3504783 w 9662615"/>
              <a:gd name="connsiteY75" fmla="*/ 1526739 h 1583140"/>
              <a:gd name="connsiteX76" fmla="*/ 3430805 w 9662615"/>
              <a:gd name="connsiteY76" fmla="*/ 1542521 h 1583140"/>
              <a:gd name="connsiteX77" fmla="*/ 3292707 w 9662615"/>
              <a:gd name="connsiteY77" fmla="*/ 1520490 h 1583140"/>
              <a:gd name="connsiteX78" fmla="*/ 3187872 w 9662615"/>
              <a:gd name="connsiteY78" fmla="*/ 1519991 h 1583140"/>
              <a:gd name="connsiteX79" fmla="*/ 3148026 w 9662615"/>
              <a:gd name="connsiteY79" fmla="*/ 1524777 h 1583140"/>
              <a:gd name="connsiteX80" fmla="*/ 3092394 w 9662615"/>
              <a:gd name="connsiteY80" fmla="*/ 1528115 h 1583140"/>
              <a:gd name="connsiteX81" fmla="*/ 2994200 w 9662615"/>
              <a:gd name="connsiteY81" fmla="*/ 1537857 h 1583140"/>
              <a:gd name="connsiteX82" fmla="*/ 2862301 w 9662615"/>
              <a:gd name="connsiteY82" fmla="*/ 1544250 h 1583140"/>
              <a:gd name="connsiteX83" fmla="*/ 2766335 w 9662615"/>
              <a:gd name="connsiteY83" fmla="*/ 1527662 h 1583140"/>
              <a:gd name="connsiteX84" fmla="*/ 2757836 w 9662615"/>
              <a:gd name="connsiteY84" fmla="*/ 1531371 h 1583140"/>
              <a:gd name="connsiteX85" fmla="*/ 2691555 w 9662615"/>
              <a:gd name="connsiteY85" fmla="*/ 1530283 h 1583140"/>
              <a:gd name="connsiteX86" fmla="*/ 2491676 w 9662615"/>
              <a:gd name="connsiteY86" fmla="*/ 1500859 h 1583140"/>
              <a:gd name="connsiteX87" fmla="*/ 2378036 w 9662615"/>
              <a:gd name="connsiteY87" fmla="*/ 1520645 h 1583140"/>
              <a:gd name="connsiteX88" fmla="*/ 2284269 w 9662615"/>
              <a:gd name="connsiteY88" fmla="*/ 1503068 h 1583140"/>
              <a:gd name="connsiteX89" fmla="*/ 2207104 w 9662615"/>
              <a:gd name="connsiteY89" fmla="*/ 1508888 h 1583140"/>
              <a:gd name="connsiteX90" fmla="*/ 2149226 w 9662615"/>
              <a:gd name="connsiteY90" fmla="*/ 1523409 h 1583140"/>
              <a:gd name="connsiteX91" fmla="*/ 2084783 w 9662615"/>
              <a:gd name="connsiteY91" fmla="*/ 1524245 h 1583140"/>
              <a:gd name="connsiteX92" fmla="*/ 2070075 w 9662615"/>
              <a:gd name="connsiteY92" fmla="*/ 1511285 h 1583140"/>
              <a:gd name="connsiteX93" fmla="*/ 2001057 w 9662615"/>
              <a:gd name="connsiteY93" fmla="*/ 1516449 h 1583140"/>
              <a:gd name="connsiteX94" fmla="*/ 1896330 w 9662615"/>
              <a:gd name="connsiteY94" fmla="*/ 1525725 h 1583140"/>
              <a:gd name="connsiteX95" fmla="*/ 1835994 w 9662615"/>
              <a:gd name="connsiteY95" fmla="*/ 1527678 h 1583140"/>
              <a:gd name="connsiteX96" fmla="*/ 1671119 w 9662615"/>
              <a:gd name="connsiteY96" fmla="*/ 1536701 h 1583140"/>
              <a:gd name="connsiteX97" fmla="*/ 1601337 w 9662615"/>
              <a:gd name="connsiteY97" fmla="*/ 1548552 h 1583140"/>
              <a:gd name="connsiteX98" fmla="*/ 1407755 w 9662615"/>
              <a:gd name="connsiteY98" fmla="*/ 1571444 h 1583140"/>
              <a:gd name="connsiteX99" fmla="*/ 1271994 w 9662615"/>
              <a:gd name="connsiteY99" fmla="*/ 1579471 h 1583140"/>
              <a:gd name="connsiteX100" fmla="*/ 1249226 w 9662615"/>
              <a:gd name="connsiteY100" fmla="*/ 1583140 h 1583140"/>
              <a:gd name="connsiteX101" fmla="*/ 1217719 w 9662615"/>
              <a:gd name="connsiteY101" fmla="*/ 1580863 h 1583140"/>
              <a:gd name="connsiteX102" fmla="*/ 1091432 w 9662615"/>
              <a:gd name="connsiteY102" fmla="*/ 1571003 h 1583140"/>
              <a:gd name="connsiteX103" fmla="*/ 992039 w 9662615"/>
              <a:gd name="connsiteY103" fmla="*/ 1556662 h 1583140"/>
              <a:gd name="connsiteX104" fmla="*/ 868264 w 9662615"/>
              <a:gd name="connsiteY104" fmla="*/ 1566392 h 1583140"/>
              <a:gd name="connsiteX105" fmla="*/ 792765 w 9662615"/>
              <a:gd name="connsiteY105" fmla="*/ 1563102 h 1583140"/>
              <a:gd name="connsiteX106" fmla="*/ 653153 w 9662615"/>
              <a:gd name="connsiteY106" fmla="*/ 1563516 h 1583140"/>
              <a:gd name="connsiteX107" fmla="*/ 541933 w 9662615"/>
              <a:gd name="connsiteY107" fmla="*/ 1561051 h 1583140"/>
              <a:gd name="connsiteX108" fmla="*/ 472797 w 9662615"/>
              <a:gd name="connsiteY108" fmla="*/ 1568904 h 1583140"/>
              <a:gd name="connsiteX109" fmla="*/ 396059 w 9662615"/>
              <a:gd name="connsiteY109" fmla="*/ 1560970 h 1583140"/>
              <a:gd name="connsiteX110" fmla="*/ 336819 w 9662615"/>
              <a:gd name="connsiteY110" fmla="*/ 1560892 h 1583140"/>
              <a:gd name="connsiteX111" fmla="*/ 267163 w 9662615"/>
              <a:gd name="connsiteY111" fmla="*/ 1531913 h 1583140"/>
              <a:gd name="connsiteX112" fmla="*/ 196644 w 9662615"/>
              <a:gd name="connsiteY112" fmla="*/ 1524565 h 1583140"/>
              <a:gd name="connsiteX113" fmla="*/ 86819 w 9662615"/>
              <a:gd name="connsiteY113" fmla="*/ 1519517 h 1583140"/>
              <a:gd name="connsiteX114" fmla="*/ 53369 w 9662615"/>
              <a:gd name="connsiteY114" fmla="*/ 1516853 h 1583140"/>
              <a:gd name="connsiteX115" fmla="*/ 2359 w 9662615"/>
              <a:gd name="connsiteY115" fmla="*/ 1515247 h 1583140"/>
              <a:gd name="connsiteX116" fmla="*/ 0 w 9662615"/>
              <a:gd name="connsiteY116" fmla="*/ 1514932 h 1583140"/>
              <a:gd name="connsiteX117" fmla="*/ 0 w 9662615"/>
              <a:gd name="connsiteY117" fmla="*/ 0 h 1583140"/>
              <a:gd name="connsiteX0" fmla="*/ 0 w 9662615"/>
              <a:gd name="connsiteY0" fmla="*/ 0 h 1583140"/>
              <a:gd name="connsiteX1" fmla="*/ 9662615 w 9662615"/>
              <a:gd name="connsiteY1" fmla="*/ 0 h 1583140"/>
              <a:gd name="connsiteX2" fmla="*/ 9662615 w 9662615"/>
              <a:gd name="connsiteY2" fmla="*/ 1280346 h 1583140"/>
              <a:gd name="connsiteX3" fmla="*/ 9551077 w 9662615"/>
              <a:gd name="connsiteY3" fmla="*/ 1292033 h 1583140"/>
              <a:gd name="connsiteX4" fmla="*/ 9469546 w 9662615"/>
              <a:gd name="connsiteY4" fmla="*/ 1289837 h 1583140"/>
              <a:gd name="connsiteX5" fmla="*/ 9326260 w 9662615"/>
              <a:gd name="connsiteY5" fmla="*/ 1277155 h 1583140"/>
              <a:gd name="connsiteX6" fmla="*/ 9144767 w 9662615"/>
              <a:gd name="connsiteY6" fmla="*/ 1264120 h 1583140"/>
              <a:gd name="connsiteX7" fmla="*/ 8976400 w 9662615"/>
              <a:gd name="connsiteY7" fmla="*/ 1326661 h 1583140"/>
              <a:gd name="connsiteX8" fmla="*/ 8828711 w 9662615"/>
              <a:gd name="connsiteY8" fmla="*/ 1346394 h 1583140"/>
              <a:gd name="connsiteX9" fmla="*/ 8695953 w 9662615"/>
              <a:gd name="connsiteY9" fmla="*/ 1346784 h 1583140"/>
              <a:gd name="connsiteX10" fmla="*/ 8652191 w 9662615"/>
              <a:gd name="connsiteY10" fmla="*/ 1345903 h 1583140"/>
              <a:gd name="connsiteX11" fmla="*/ 8591582 w 9662615"/>
              <a:gd name="connsiteY11" fmla="*/ 1341666 h 1583140"/>
              <a:gd name="connsiteX12" fmla="*/ 8537336 w 9662615"/>
              <a:gd name="connsiteY12" fmla="*/ 1341684 h 1583140"/>
              <a:gd name="connsiteX13" fmla="*/ 8416849 w 9662615"/>
              <a:gd name="connsiteY13" fmla="*/ 1367085 h 1583140"/>
              <a:gd name="connsiteX14" fmla="*/ 8278355 w 9662615"/>
              <a:gd name="connsiteY14" fmla="*/ 1386569 h 1583140"/>
              <a:gd name="connsiteX15" fmla="*/ 8197961 w 9662615"/>
              <a:gd name="connsiteY15" fmla="*/ 1392804 h 1583140"/>
              <a:gd name="connsiteX16" fmla="*/ 8171196 w 9662615"/>
              <a:gd name="connsiteY16" fmla="*/ 1397216 h 1583140"/>
              <a:gd name="connsiteX17" fmla="*/ 8087910 w 9662615"/>
              <a:gd name="connsiteY17" fmla="*/ 1386449 h 1583140"/>
              <a:gd name="connsiteX18" fmla="*/ 7974579 w 9662615"/>
              <a:gd name="connsiteY18" fmla="*/ 1383439 h 1583140"/>
              <a:gd name="connsiteX19" fmla="*/ 7768351 w 9662615"/>
              <a:gd name="connsiteY19" fmla="*/ 1395051 h 1583140"/>
              <a:gd name="connsiteX20" fmla="*/ 7635985 w 9662615"/>
              <a:gd name="connsiteY20" fmla="*/ 1386363 h 1583140"/>
              <a:gd name="connsiteX21" fmla="*/ 7466069 w 9662615"/>
              <a:gd name="connsiteY21" fmla="*/ 1377654 h 1583140"/>
              <a:gd name="connsiteX22" fmla="*/ 7355642 w 9662615"/>
              <a:gd name="connsiteY22" fmla="*/ 1407761 h 1583140"/>
              <a:gd name="connsiteX23" fmla="*/ 7215220 w 9662615"/>
              <a:gd name="connsiteY23" fmla="*/ 1397856 h 1583140"/>
              <a:gd name="connsiteX24" fmla="*/ 7082147 w 9662615"/>
              <a:gd name="connsiteY24" fmla="*/ 1406113 h 1583140"/>
              <a:gd name="connsiteX25" fmla="*/ 6987129 w 9662615"/>
              <a:gd name="connsiteY25" fmla="*/ 1404834 h 1583140"/>
              <a:gd name="connsiteX26" fmla="*/ 6907567 w 9662615"/>
              <a:gd name="connsiteY26" fmla="*/ 1419149 h 1583140"/>
              <a:gd name="connsiteX27" fmla="*/ 6748428 w 9662615"/>
              <a:gd name="connsiteY27" fmla="*/ 1420308 h 1583140"/>
              <a:gd name="connsiteX28" fmla="*/ 6654257 w 9662615"/>
              <a:gd name="connsiteY28" fmla="*/ 1424143 h 1583140"/>
              <a:gd name="connsiteX29" fmla="*/ 6620123 w 9662615"/>
              <a:gd name="connsiteY29" fmla="*/ 1430535 h 1583140"/>
              <a:gd name="connsiteX30" fmla="*/ 6571355 w 9662615"/>
              <a:gd name="connsiteY30" fmla="*/ 1436144 h 1583140"/>
              <a:gd name="connsiteX31" fmla="*/ 6486557 w 9662615"/>
              <a:gd name="connsiteY31" fmla="*/ 1449861 h 1583140"/>
              <a:gd name="connsiteX32" fmla="*/ 6370419 w 9662615"/>
              <a:gd name="connsiteY32" fmla="*/ 1461649 h 1583140"/>
              <a:gd name="connsiteX33" fmla="*/ 6278839 w 9662615"/>
              <a:gd name="connsiteY33" fmla="*/ 1449160 h 1583140"/>
              <a:gd name="connsiteX34" fmla="*/ 6272455 w 9662615"/>
              <a:gd name="connsiteY34" fmla="*/ 1453191 h 1583140"/>
              <a:gd name="connsiteX35" fmla="*/ 6212659 w 9662615"/>
              <a:gd name="connsiteY35" fmla="*/ 1454850 h 1583140"/>
              <a:gd name="connsiteX36" fmla="*/ 6069317 w 9662615"/>
              <a:gd name="connsiteY36" fmla="*/ 1445838 h 1583140"/>
              <a:gd name="connsiteX37" fmla="*/ 5878477 w 9662615"/>
              <a:gd name="connsiteY37" fmla="*/ 1439180 h 1583140"/>
              <a:gd name="connsiteX38" fmla="*/ 5838387 w 9662615"/>
              <a:gd name="connsiteY38" fmla="*/ 1444679 h 1583140"/>
              <a:gd name="connsiteX39" fmla="*/ 5771136 w 9662615"/>
              <a:gd name="connsiteY39" fmla="*/ 1453639 h 1583140"/>
              <a:gd name="connsiteX40" fmla="*/ 5724081 w 9662615"/>
              <a:gd name="connsiteY40" fmla="*/ 1470431 h 1583140"/>
              <a:gd name="connsiteX41" fmla="*/ 5666577 w 9662615"/>
              <a:gd name="connsiteY41" fmla="*/ 1473921 h 1583140"/>
              <a:gd name="connsiteX42" fmla="*/ 5649068 w 9662615"/>
              <a:gd name="connsiteY42" fmla="*/ 1461676 h 1583140"/>
              <a:gd name="connsiteX43" fmla="*/ 5588902 w 9662615"/>
              <a:gd name="connsiteY43" fmla="*/ 1469647 h 1583140"/>
              <a:gd name="connsiteX44" fmla="*/ 5498090 w 9662615"/>
              <a:gd name="connsiteY44" fmla="*/ 1483173 h 1583140"/>
              <a:gd name="connsiteX45" fmla="*/ 5444641 w 9662615"/>
              <a:gd name="connsiteY45" fmla="*/ 1487602 h 1583140"/>
              <a:gd name="connsiteX46" fmla="*/ 5299812 w 9662615"/>
              <a:gd name="connsiteY46" fmla="*/ 1503362 h 1583140"/>
              <a:gd name="connsiteX47" fmla="*/ 5245752 w 9662615"/>
              <a:gd name="connsiteY47" fmla="*/ 1520612 h 1583140"/>
              <a:gd name="connsiteX48" fmla="*/ 5177807 w 9662615"/>
              <a:gd name="connsiteY48" fmla="*/ 1526802 h 1583140"/>
              <a:gd name="connsiteX49" fmla="*/ 5113910 w 9662615"/>
              <a:gd name="connsiteY49" fmla="*/ 1533205 h 1583140"/>
              <a:gd name="connsiteX50" fmla="*/ 5059484 w 9662615"/>
              <a:gd name="connsiteY50" fmla="*/ 1546802 h 1583140"/>
              <a:gd name="connsiteX51" fmla="*/ 5038524 w 9662615"/>
              <a:gd name="connsiteY51" fmla="*/ 1545675 h 1583140"/>
              <a:gd name="connsiteX52" fmla="*/ 5026564 w 9662615"/>
              <a:gd name="connsiteY52" fmla="*/ 1545376 h 1583140"/>
              <a:gd name="connsiteX53" fmla="*/ 4969433 w 9662615"/>
              <a:gd name="connsiteY53" fmla="*/ 1550865 h 1583140"/>
              <a:gd name="connsiteX54" fmla="*/ 4871726 w 9662615"/>
              <a:gd name="connsiteY54" fmla="*/ 1570584 h 1583140"/>
              <a:gd name="connsiteX55" fmla="*/ 4843267 w 9662615"/>
              <a:gd name="connsiteY55" fmla="*/ 1561459 h 1583140"/>
              <a:gd name="connsiteX56" fmla="*/ 4821058 w 9662615"/>
              <a:gd name="connsiteY56" fmla="*/ 1553078 h 1583140"/>
              <a:gd name="connsiteX57" fmla="*/ 4791466 w 9662615"/>
              <a:gd name="connsiteY57" fmla="*/ 1561324 h 1583140"/>
              <a:gd name="connsiteX58" fmla="*/ 4784247 w 9662615"/>
              <a:gd name="connsiteY58" fmla="*/ 1562342 h 1583140"/>
              <a:gd name="connsiteX59" fmla="*/ 4739309 w 9662615"/>
              <a:gd name="connsiteY59" fmla="*/ 1553948 h 1583140"/>
              <a:gd name="connsiteX60" fmla="*/ 4697562 w 9662615"/>
              <a:gd name="connsiteY60" fmla="*/ 1551206 h 1583140"/>
              <a:gd name="connsiteX61" fmla="*/ 4650737 w 9662615"/>
              <a:gd name="connsiteY61" fmla="*/ 1537381 h 1583140"/>
              <a:gd name="connsiteX62" fmla="*/ 4583150 w 9662615"/>
              <a:gd name="connsiteY62" fmla="*/ 1529064 h 1583140"/>
              <a:gd name="connsiteX63" fmla="*/ 4521734 w 9662615"/>
              <a:gd name="connsiteY63" fmla="*/ 1529359 h 1583140"/>
              <a:gd name="connsiteX64" fmla="*/ 4382398 w 9662615"/>
              <a:gd name="connsiteY64" fmla="*/ 1534108 h 1583140"/>
              <a:gd name="connsiteX65" fmla="*/ 4221826 w 9662615"/>
              <a:gd name="connsiteY65" fmla="*/ 1500972 h 1583140"/>
              <a:gd name="connsiteX66" fmla="*/ 4096601 w 9662615"/>
              <a:gd name="connsiteY66" fmla="*/ 1521563 h 1583140"/>
              <a:gd name="connsiteX67" fmla="*/ 4002441 w 9662615"/>
              <a:gd name="connsiteY67" fmla="*/ 1528912 h 1583140"/>
              <a:gd name="connsiteX68" fmla="*/ 3833906 w 9662615"/>
              <a:gd name="connsiteY68" fmla="*/ 1516637 h 1583140"/>
              <a:gd name="connsiteX69" fmla="*/ 3763845 w 9662615"/>
              <a:gd name="connsiteY69" fmla="*/ 1501782 h 1583140"/>
              <a:gd name="connsiteX70" fmla="*/ 3641778 w 9662615"/>
              <a:gd name="connsiteY70" fmla="*/ 1505446 h 1583140"/>
              <a:gd name="connsiteX71" fmla="*/ 3565233 w 9662615"/>
              <a:gd name="connsiteY71" fmla="*/ 1515122 h 1583140"/>
              <a:gd name="connsiteX72" fmla="*/ 3560267 w 9662615"/>
              <a:gd name="connsiteY72" fmla="*/ 1516288 h 1583140"/>
              <a:gd name="connsiteX73" fmla="*/ 3540258 w 9662615"/>
              <a:gd name="connsiteY73" fmla="*/ 1516976 h 1583140"/>
              <a:gd name="connsiteX74" fmla="*/ 3534780 w 9662615"/>
              <a:gd name="connsiteY74" fmla="*/ 1522141 h 1583140"/>
              <a:gd name="connsiteX75" fmla="*/ 3504783 w 9662615"/>
              <a:gd name="connsiteY75" fmla="*/ 1526739 h 1583140"/>
              <a:gd name="connsiteX76" fmla="*/ 3430805 w 9662615"/>
              <a:gd name="connsiteY76" fmla="*/ 1542521 h 1583140"/>
              <a:gd name="connsiteX77" fmla="*/ 3292707 w 9662615"/>
              <a:gd name="connsiteY77" fmla="*/ 1520490 h 1583140"/>
              <a:gd name="connsiteX78" fmla="*/ 3187872 w 9662615"/>
              <a:gd name="connsiteY78" fmla="*/ 1519991 h 1583140"/>
              <a:gd name="connsiteX79" fmla="*/ 3148026 w 9662615"/>
              <a:gd name="connsiteY79" fmla="*/ 1524777 h 1583140"/>
              <a:gd name="connsiteX80" fmla="*/ 3092394 w 9662615"/>
              <a:gd name="connsiteY80" fmla="*/ 1528115 h 1583140"/>
              <a:gd name="connsiteX81" fmla="*/ 2994200 w 9662615"/>
              <a:gd name="connsiteY81" fmla="*/ 1537857 h 1583140"/>
              <a:gd name="connsiteX82" fmla="*/ 2862301 w 9662615"/>
              <a:gd name="connsiteY82" fmla="*/ 1544250 h 1583140"/>
              <a:gd name="connsiteX83" fmla="*/ 2766335 w 9662615"/>
              <a:gd name="connsiteY83" fmla="*/ 1527662 h 1583140"/>
              <a:gd name="connsiteX84" fmla="*/ 2757836 w 9662615"/>
              <a:gd name="connsiteY84" fmla="*/ 1531371 h 1583140"/>
              <a:gd name="connsiteX85" fmla="*/ 2691555 w 9662615"/>
              <a:gd name="connsiteY85" fmla="*/ 1530283 h 1583140"/>
              <a:gd name="connsiteX86" fmla="*/ 2491676 w 9662615"/>
              <a:gd name="connsiteY86" fmla="*/ 1500859 h 1583140"/>
              <a:gd name="connsiteX87" fmla="*/ 2378036 w 9662615"/>
              <a:gd name="connsiteY87" fmla="*/ 1520645 h 1583140"/>
              <a:gd name="connsiteX88" fmla="*/ 2284269 w 9662615"/>
              <a:gd name="connsiteY88" fmla="*/ 1503068 h 1583140"/>
              <a:gd name="connsiteX89" fmla="*/ 2207104 w 9662615"/>
              <a:gd name="connsiteY89" fmla="*/ 1508888 h 1583140"/>
              <a:gd name="connsiteX90" fmla="*/ 2149226 w 9662615"/>
              <a:gd name="connsiteY90" fmla="*/ 1523409 h 1583140"/>
              <a:gd name="connsiteX91" fmla="*/ 2084783 w 9662615"/>
              <a:gd name="connsiteY91" fmla="*/ 1524245 h 1583140"/>
              <a:gd name="connsiteX92" fmla="*/ 2070075 w 9662615"/>
              <a:gd name="connsiteY92" fmla="*/ 1511285 h 1583140"/>
              <a:gd name="connsiteX93" fmla="*/ 2001057 w 9662615"/>
              <a:gd name="connsiteY93" fmla="*/ 1516449 h 1583140"/>
              <a:gd name="connsiteX94" fmla="*/ 1896330 w 9662615"/>
              <a:gd name="connsiteY94" fmla="*/ 1525725 h 1583140"/>
              <a:gd name="connsiteX95" fmla="*/ 1835994 w 9662615"/>
              <a:gd name="connsiteY95" fmla="*/ 1527678 h 1583140"/>
              <a:gd name="connsiteX96" fmla="*/ 1671119 w 9662615"/>
              <a:gd name="connsiteY96" fmla="*/ 1536701 h 1583140"/>
              <a:gd name="connsiteX97" fmla="*/ 1601337 w 9662615"/>
              <a:gd name="connsiteY97" fmla="*/ 1548552 h 1583140"/>
              <a:gd name="connsiteX98" fmla="*/ 1407755 w 9662615"/>
              <a:gd name="connsiteY98" fmla="*/ 1571444 h 1583140"/>
              <a:gd name="connsiteX99" fmla="*/ 1271994 w 9662615"/>
              <a:gd name="connsiteY99" fmla="*/ 1579471 h 1583140"/>
              <a:gd name="connsiteX100" fmla="*/ 1249226 w 9662615"/>
              <a:gd name="connsiteY100" fmla="*/ 1583140 h 1583140"/>
              <a:gd name="connsiteX101" fmla="*/ 1217719 w 9662615"/>
              <a:gd name="connsiteY101" fmla="*/ 1580863 h 1583140"/>
              <a:gd name="connsiteX102" fmla="*/ 1091432 w 9662615"/>
              <a:gd name="connsiteY102" fmla="*/ 1571003 h 1583140"/>
              <a:gd name="connsiteX103" fmla="*/ 940355 w 9662615"/>
              <a:gd name="connsiteY103" fmla="*/ 1560638 h 1583140"/>
              <a:gd name="connsiteX104" fmla="*/ 868264 w 9662615"/>
              <a:gd name="connsiteY104" fmla="*/ 1566392 h 1583140"/>
              <a:gd name="connsiteX105" fmla="*/ 792765 w 9662615"/>
              <a:gd name="connsiteY105" fmla="*/ 1563102 h 1583140"/>
              <a:gd name="connsiteX106" fmla="*/ 653153 w 9662615"/>
              <a:gd name="connsiteY106" fmla="*/ 1563516 h 1583140"/>
              <a:gd name="connsiteX107" fmla="*/ 541933 w 9662615"/>
              <a:gd name="connsiteY107" fmla="*/ 1561051 h 1583140"/>
              <a:gd name="connsiteX108" fmla="*/ 472797 w 9662615"/>
              <a:gd name="connsiteY108" fmla="*/ 1568904 h 1583140"/>
              <a:gd name="connsiteX109" fmla="*/ 396059 w 9662615"/>
              <a:gd name="connsiteY109" fmla="*/ 1560970 h 1583140"/>
              <a:gd name="connsiteX110" fmla="*/ 336819 w 9662615"/>
              <a:gd name="connsiteY110" fmla="*/ 1560892 h 1583140"/>
              <a:gd name="connsiteX111" fmla="*/ 267163 w 9662615"/>
              <a:gd name="connsiteY111" fmla="*/ 1531913 h 1583140"/>
              <a:gd name="connsiteX112" fmla="*/ 196644 w 9662615"/>
              <a:gd name="connsiteY112" fmla="*/ 1524565 h 1583140"/>
              <a:gd name="connsiteX113" fmla="*/ 86819 w 9662615"/>
              <a:gd name="connsiteY113" fmla="*/ 1519517 h 1583140"/>
              <a:gd name="connsiteX114" fmla="*/ 53369 w 9662615"/>
              <a:gd name="connsiteY114" fmla="*/ 1516853 h 1583140"/>
              <a:gd name="connsiteX115" fmla="*/ 2359 w 9662615"/>
              <a:gd name="connsiteY115" fmla="*/ 1515247 h 1583140"/>
              <a:gd name="connsiteX116" fmla="*/ 0 w 9662615"/>
              <a:gd name="connsiteY116" fmla="*/ 1514932 h 1583140"/>
              <a:gd name="connsiteX117" fmla="*/ 0 w 9662615"/>
              <a:gd name="connsiteY117" fmla="*/ 0 h 1583140"/>
              <a:gd name="connsiteX0" fmla="*/ 0 w 9662615"/>
              <a:gd name="connsiteY0" fmla="*/ 0 h 1592811"/>
              <a:gd name="connsiteX1" fmla="*/ 9662615 w 9662615"/>
              <a:gd name="connsiteY1" fmla="*/ 0 h 1592811"/>
              <a:gd name="connsiteX2" fmla="*/ 9662615 w 9662615"/>
              <a:gd name="connsiteY2" fmla="*/ 1280346 h 1592811"/>
              <a:gd name="connsiteX3" fmla="*/ 9551077 w 9662615"/>
              <a:gd name="connsiteY3" fmla="*/ 1292033 h 1592811"/>
              <a:gd name="connsiteX4" fmla="*/ 9469546 w 9662615"/>
              <a:gd name="connsiteY4" fmla="*/ 1289837 h 1592811"/>
              <a:gd name="connsiteX5" fmla="*/ 9326260 w 9662615"/>
              <a:gd name="connsiteY5" fmla="*/ 1277155 h 1592811"/>
              <a:gd name="connsiteX6" fmla="*/ 9144767 w 9662615"/>
              <a:gd name="connsiteY6" fmla="*/ 1264120 h 1592811"/>
              <a:gd name="connsiteX7" fmla="*/ 8976400 w 9662615"/>
              <a:gd name="connsiteY7" fmla="*/ 1326661 h 1592811"/>
              <a:gd name="connsiteX8" fmla="*/ 8828711 w 9662615"/>
              <a:gd name="connsiteY8" fmla="*/ 1346394 h 1592811"/>
              <a:gd name="connsiteX9" fmla="*/ 8695953 w 9662615"/>
              <a:gd name="connsiteY9" fmla="*/ 1346784 h 1592811"/>
              <a:gd name="connsiteX10" fmla="*/ 8652191 w 9662615"/>
              <a:gd name="connsiteY10" fmla="*/ 1345903 h 1592811"/>
              <a:gd name="connsiteX11" fmla="*/ 8591582 w 9662615"/>
              <a:gd name="connsiteY11" fmla="*/ 1341666 h 1592811"/>
              <a:gd name="connsiteX12" fmla="*/ 8537336 w 9662615"/>
              <a:gd name="connsiteY12" fmla="*/ 1341684 h 1592811"/>
              <a:gd name="connsiteX13" fmla="*/ 8416849 w 9662615"/>
              <a:gd name="connsiteY13" fmla="*/ 1367085 h 1592811"/>
              <a:gd name="connsiteX14" fmla="*/ 8278355 w 9662615"/>
              <a:gd name="connsiteY14" fmla="*/ 1386569 h 1592811"/>
              <a:gd name="connsiteX15" fmla="*/ 8197961 w 9662615"/>
              <a:gd name="connsiteY15" fmla="*/ 1392804 h 1592811"/>
              <a:gd name="connsiteX16" fmla="*/ 8171196 w 9662615"/>
              <a:gd name="connsiteY16" fmla="*/ 1397216 h 1592811"/>
              <a:gd name="connsiteX17" fmla="*/ 8087910 w 9662615"/>
              <a:gd name="connsiteY17" fmla="*/ 1386449 h 1592811"/>
              <a:gd name="connsiteX18" fmla="*/ 7974579 w 9662615"/>
              <a:gd name="connsiteY18" fmla="*/ 1383439 h 1592811"/>
              <a:gd name="connsiteX19" fmla="*/ 7768351 w 9662615"/>
              <a:gd name="connsiteY19" fmla="*/ 1395051 h 1592811"/>
              <a:gd name="connsiteX20" fmla="*/ 7635985 w 9662615"/>
              <a:gd name="connsiteY20" fmla="*/ 1386363 h 1592811"/>
              <a:gd name="connsiteX21" fmla="*/ 7466069 w 9662615"/>
              <a:gd name="connsiteY21" fmla="*/ 1377654 h 1592811"/>
              <a:gd name="connsiteX22" fmla="*/ 7355642 w 9662615"/>
              <a:gd name="connsiteY22" fmla="*/ 1407761 h 1592811"/>
              <a:gd name="connsiteX23" fmla="*/ 7215220 w 9662615"/>
              <a:gd name="connsiteY23" fmla="*/ 1397856 h 1592811"/>
              <a:gd name="connsiteX24" fmla="*/ 7082147 w 9662615"/>
              <a:gd name="connsiteY24" fmla="*/ 1406113 h 1592811"/>
              <a:gd name="connsiteX25" fmla="*/ 6987129 w 9662615"/>
              <a:gd name="connsiteY25" fmla="*/ 1404834 h 1592811"/>
              <a:gd name="connsiteX26" fmla="*/ 6907567 w 9662615"/>
              <a:gd name="connsiteY26" fmla="*/ 1419149 h 1592811"/>
              <a:gd name="connsiteX27" fmla="*/ 6748428 w 9662615"/>
              <a:gd name="connsiteY27" fmla="*/ 1420308 h 1592811"/>
              <a:gd name="connsiteX28" fmla="*/ 6654257 w 9662615"/>
              <a:gd name="connsiteY28" fmla="*/ 1424143 h 1592811"/>
              <a:gd name="connsiteX29" fmla="*/ 6620123 w 9662615"/>
              <a:gd name="connsiteY29" fmla="*/ 1430535 h 1592811"/>
              <a:gd name="connsiteX30" fmla="*/ 6571355 w 9662615"/>
              <a:gd name="connsiteY30" fmla="*/ 1436144 h 1592811"/>
              <a:gd name="connsiteX31" fmla="*/ 6486557 w 9662615"/>
              <a:gd name="connsiteY31" fmla="*/ 1449861 h 1592811"/>
              <a:gd name="connsiteX32" fmla="*/ 6370419 w 9662615"/>
              <a:gd name="connsiteY32" fmla="*/ 1461649 h 1592811"/>
              <a:gd name="connsiteX33" fmla="*/ 6278839 w 9662615"/>
              <a:gd name="connsiteY33" fmla="*/ 1449160 h 1592811"/>
              <a:gd name="connsiteX34" fmla="*/ 6272455 w 9662615"/>
              <a:gd name="connsiteY34" fmla="*/ 1453191 h 1592811"/>
              <a:gd name="connsiteX35" fmla="*/ 6212659 w 9662615"/>
              <a:gd name="connsiteY35" fmla="*/ 1454850 h 1592811"/>
              <a:gd name="connsiteX36" fmla="*/ 6069317 w 9662615"/>
              <a:gd name="connsiteY36" fmla="*/ 1445838 h 1592811"/>
              <a:gd name="connsiteX37" fmla="*/ 5878477 w 9662615"/>
              <a:gd name="connsiteY37" fmla="*/ 1439180 h 1592811"/>
              <a:gd name="connsiteX38" fmla="*/ 5838387 w 9662615"/>
              <a:gd name="connsiteY38" fmla="*/ 1444679 h 1592811"/>
              <a:gd name="connsiteX39" fmla="*/ 5771136 w 9662615"/>
              <a:gd name="connsiteY39" fmla="*/ 1453639 h 1592811"/>
              <a:gd name="connsiteX40" fmla="*/ 5724081 w 9662615"/>
              <a:gd name="connsiteY40" fmla="*/ 1470431 h 1592811"/>
              <a:gd name="connsiteX41" fmla="*/ 5666577 w 9662615"/>
              <a:gd name="connsiteY41" fmla="*/ 1473921 h 1592811"/>
              <a:gd name="connsiteX42" fmla="*/ 5649068 w 9662615"/>
              <a:gd name="connsiteY42" fmla="*/ 1461676 h 1592811"/>
              <a:gd name="connsiteX43" fmla="*/ 5588902 w 9662615"/>
              <a:gd name="connsiteY43" fmla="*/ 1469647 h 1592811"/>
              <a:gd name="connsiteX44" fmla="*/ 5498090 w 9662615"/>
              <a:gd name="connsiteY44" fmla="*/ 1483173 h 1592811"/>
              <a:gd name="connsiteX45" fmla="*/ 5444641 w 9662615"/>
              <a:gd name="connsiteY45" fmla="*/ 1487602 h 1592811"/>
              <a:gd name="connsiteX46" fmla="*/ 5299812 w 9662615"/>
              <a:gd name="connsiteY46" fmla="*/ 1503362 h 1592811"/>
              <a:gd name="connsiteX47" fmla="*/ 5245752 w 9662615"/>
              <a:gd name="connsiteY47" fmla="*/ 1520612 h 1592811"/>
              <a:gd name="connsiteX48" fmla="*/ 5177807 w 9662615"/>
              <a:gd name="connsiteY48" fmla="*/ 1526802 h 1592811"/>
              <a:gd name="connsiteX49" fmla="*/ 5113910 w 9662615"/>
              <a:gd name="connsiteY49" fmla="*/ 1533205 h 1592811"/>
              <a:gd name="connsiteX50" fmla="*/ 5059484 w 9662615"/>
              <a:gd name="connsiteY50" fmla="*/ 1546802 h 1592811"/>
              <a:gd name="connsiteX51" fmla="*/ 5038524 w 9662615"/>
              <a:gd name="connsiteY51" fmla="*/ 1545675 h 1592811"/>
              <a:gd name="connsiteX52" fmla="*/ 5026564 w 9662615"/>
              <a:gd name="connsiteY52" fmla="*/ 1545376 h 1592811"/>
              <a:gd name="connsiteX53" fmla="*/ 4969433 w 9662615"/>
              <a:gd name="connsiteY53" fmla="*/ 1550865 h 1592811"/>
              <a:gd name="connsiteX54" fmla="*/ 4871726 w 9662615"/>
              <a:gd name="connsiteY54" fmla="*/ 1570584 h 1592811"/>
              <a:gd name="connsiteX55" fmla="*/ 4843267 w 9662615"/>
              <a:gd name="connsiteY55" fmla="*/ 1561459 h 1592811"/>
              <a:gd name="connsiteX56" fmla="*/ 4821058 w 9662615"/>
              <a:gd name="connsiteY56" fmla="*/ 1553078 h 1592811"/>
              <a:gd name="connsiteX57" fmla="*/ 4791466 w 9662615"/>
              <a:gd name="connsiteY57" fmla="*/ 1561324 h 1592811"/>
              <a:gd name="connsiteX58" fmla="*/ 4784247 w 9662615"/>
              <a:gd name="connsiteY58" fmla="*/ 1562342 h 1592811"/>
              <a:gd name="connsiteX59" fmla="*/ 4739309 w 9662615"/>
              <a:gd name="connsiteY59" fmla="*/ 1553948 h 1592811"/>
              <a:gd name="connsiteX60" fmla="*/ 4697562 w 9662615"/>
              <a:gd name="connsiteY60" fmla="*/ 1551206 h 1592811"/>
              <a:gd name="connsiteX61" fmla="*/ 4650737 w 9662615"/>
              <a:gd name="connsiteY61" fmla="*/ 1537381 h 1592811"/>
              <a:gd name="connsiteX62" fmla="*/ 4583150 w 9662615"/>
              <a:gd name="connsiteY62" fmla="*/ 1529064 h 1592811"/>
              <a:gd name="connsiteX63" fmla="*/ 4521734 w 9662615"/>
              <a:gd name="connsiteY63" fmla="*/ 1529359 h 1592811"/>
              <a:gd name="connsiteX64" fmla="*/ 4382398 w 9662615"/>
              <a:gd name="connsiteY64" fmla="*/ 1534108 h 1592811"/>
              <a:gd name="connsiteX65" fmla="*/ 4221826 w 9662615"/>
              <a:gd name="connsiteY65" fmla="*/ 1500972 h 1592811"/>
              <a:gd name="connsiteX66" fmla="*/ 4096601 w 9662615"/>
              <a:gd name="connsiteY66" fmla="*/ 1521563 h 1592811"/>
              <a:gd name="connsiteX67" fmla="*/ 4002441 w 9662615"/>
              <a:gd name="connsiteY67" fmla="*/ 1528912 h 1592811"/>
              <a:gd name="connsiteX68" fmla="*/ 3833906 w 9662615"/>
              <a:gd name="connsiteY68" fmla="*/ 1516637 h 1592811"/>
              <a:gd name="connsiteX69" fmla="*/ 3763845 w 9662615"/>
              <a:gd name="connsiteY69" fmla="*/ 1501782 h 1592811"/>
              <a:gd name="connsiteX70" fmla="*/ 3641778 w 9662615"/>
              <a:gd name="connsiteY70" fmla="*/ 1505446 h 1592811"/>
              <a:gd name="connsiteX71" fmla="*/ 3565233 w 9662615"/>
              <a:gd name="connsiteY71" fmla="*/ 1515122 h 1592811"/>
              <a:gd name="connsiteX72" fmla="*/ 3560267 w 9662615"/>
              <a:gd name="connsiteY72" fmla="*/ 1516288 h 1592811"/>
              <a:gd name="connsiteX73" fmla="*/ 3540258 w 9662615"/>
              <a:gd name="connsiteY73" fmla="*/ 1516976 h 1592811"/>
              <a:gd name="connsiteX74" fmla="*/ 3534780 w 9662615"/>
              <a:gd name="connsiteY74" fmla="*/ 1522141 h 1592811"/>
              <a:gd name="connsiteX75" fmla="*/ 3504783 w 9662615"/>
              <a:gd name="connsiteY75" fmla="*/ 1526739 h 1592811"/>
              <a:gd name="connsiteX76" fmla="*/ 3430805 w 9662615"/>
              <a:gd name="connsiteY76" fmla="*/ 1542521 h 1592811"/>
              <a:gd name="connsiteX77" fmla="*/ 3292707 w 9662615"/>
              <a:gd name="connsiteY77" fmla="*/ 1520490 h 1592811"/>
              <a:gd name="connsiteX78" fmla="*/ 3187872 w 9662615"/>
              <a:gd name="connsiteY78" fmla="*/ 1519991 h 1592811"/>
              <a:gd name="connsiteX79" fmla="*/ 3148026 w 9662615"/>
              <a:gd name="connsiteY79" fmla="*/ 1524777 h 1592811"/>
              <a:gd name="connsiteX80" fmla="*/ 3092394 w 9662615"/>
              <a:gd name="connsiteY80" fmla="*/ 1528115 h 1592811"/>
              <a:gd name="connsiteX81" fmla="*/ 2994200 w 9662615"/>
              <a:gd name="connsiteY81" fmla="*/ 1537857 h 1592811"/>
              <a:gd name="connsiteX82" fmla="*/ 2862301 w 9662615"/>
              <a:gd name="connsiteY82" fmla="*/ 1544250 h 1592811"/>
              <a:gd name="connsiteX83" fmla="*/ 2766335 w 9662615"/>
              <a:gd name="connsiteY83" fmla="*/ 1527662 h 1592811"/>
              <a:gd name="connsiteX84" fmla="*/ 2757836 w 9662615"/>
              <a:gd name="connsiteY84" fmla="*/ 1531371 h 1592811"/>
              <a:gd name="connsiteX85" fmla="*/ 2691555 w 9662615"/>
              <a:gd name="connsiteY85" fmla="*/ 1530283 h 1592811"/>
              <a:gd name="connsiteX86" fmla="*/ 2491676 w 9662615"/>
              <a:gd name="connsiteY86" fmla="*/ 1500859 h 1592811"/>
              <a:gd name="connsiteX87" fmla="*/ 2378036 w 9662615"/>
              <a:gd name="connsiteY87" fmla="*/ 1520645 h 1592811"/>
              <a:gd name="connsiteX88" fmla="*/ 2284269 w 9662615"/>
              <a:gd name="connsiteY88" fmla="*/ 1503068 h 1592811"/>
              <a:gd name="connsiteX89" fmla="*/ 2207104 w 9662615"/>
              <a:gd name="connsiteY89" fmla="*/ 1508888 h 1592811"/>
              <a:gd name="connsiteX90" fmla="*/ 2149226 w 9662615"/>
              <a:gd name="connsiteY90" fmla="*/ 1523409 h 1592811"/>
              <a:gd name="connsiteX91" fmla="*/ 2084783 w 9662615"/>
              <a:gd name="connsiteY91" fmla="*/ 1524245 h 1592811"/>
              <a:gd name="connsiteX92" fmla="*/ 2070075 w 9662615"/>
              <a:gd name="connsiteY92" fmla="*/ 1511285 h 1592811"/>
              <a:gd name="connsiteX93" fmla="*/ 2001057 w 9662615"/>
              <a:gd name="connsiteY93" fmla="*/ 1516449 h 1592811"/>
              <a:gd name="connsiteX94" fmla="*/ 1896330 w 9662615"/>
              <a:gd name="connsiteY94" fmla="*/ 1525725 h 1592811"/>
              <a:gd name="connsiteX95" fmla="*/ 1835994 w 9662615"/>
              <a:gd name="connsiteY95" fmla="*/ 1527678 h 1592811"/>
              <a:gd name="connsiteX96" fmla="*/ 1671119 w 9662615"/>
              <a:gd name="connsiteY96" fmla="*/ 1536701 h 1592811"/>
              <a:gd name="connsiteX97" fmla="*/ 1601337 w 9662615"/>
              <a:gd name="connsiteY97" fmla="*/ 1548552 h 1592811"/>
              <a:gd name="connsiteX98" fmla="*/ 1407755 w 9662615"/>
              <a:gd name="connsiteY98" fmla="*/ 1571444 h 1592811"/>
              <a:gd name="connsiteX99" fmla="*/ 1271994 w 9662615"/>
              <a:gd name="connsiteY99" fmla="*/ 1579471 h 1592811"/>
              <a:gd name="connsiteX100" fmla="*/ 1249226 w 9662615"/>
              <a:gd name="connsiteY100" fmla="*/ 1583140 h 1592811"/>
              <a:gd name="connsiteX101" fmla="*/ 1181938 w 9662615"/>
              <a:gd name="connsiteY101" fmla="*/ 1592789 h 1592811"/>
              <a:gd name="connsiteX102" fmla="*/ 1091432 w 9662615"/>
              <a:gd name="connsiteY102" fmla="*/ 1571003 h 1592811"/>
              <a:gd name="connsiteX103" fmla="*/ 940355 w 9662615"/>
              <a:gd name="connsiteY103" fmla="*/ 1560638 h 1592811"/>
              <a:gd name="connsiteX104" fmla="*/ 868264 w 9662615"/>
              <a:gd name="connsiteY104" fmla="*/ 1566392 h 1592811"/>
              <a:gd name="connsiteX105" fmla="*/ 792765 w 9662615"/>
              <a:gd name="connsiteY105" fmla="*/ 1563102 h 1592811"/>
              <a:gd name="connsiteX106" fmla="*/ 653153 w 9662615"/>
              <a:gd name="connsiteY106" fmla="*/ 1563516 h 1592811"/>
              <a:gd name="connsiteX107" fmla="*/ 541933 w 9662615"/>
              <a:gd name="connsiteY107" fmla="*/ 1561051 h 1592811"/>
              <a:gd name="connsiteX108" fmla="*/ 472797 w 9662615"/>
              <a:gd name="connsiteY108" fmla="*/ 1568904 h 1592811"/>
              <a:gd name="connsiteX109" fmla="*/ 396059 w 9662615"/>
              <a:gd name="connsiteY109" fmla="*/ 1560970 h 1592811"/>
              <a:gd name="connsiteX110" fmla="*/ 336819 w 9662615"/>
              <a:gd name="connsiteY110" fmla="*/ 1560892 h 1592811"/>
              <a:gd name="connsiteX111" fmla="*/ 267163 w 9662615"/>
              <a:gd name="connsiteY111" fmla="*/ 1531913 h 1592811"/>
              <a:gd name="connsiteX112" fmla="*/ 196644 w 9662615"/>
              <a:gd name="connsiteY112" fmla="*/ 1524565 h 1592811"/>
              <a:gd name="connsiteX113" fmla="*/ 86819 w 9662615"/>
              <a:gd name="connsiteY113" fmla="*/ 1519517 h 1592811"/>
              <a:gd name="connsiteX114" fmla="*/ 53369 w 9662615"/>
              <a:gd name="connsiteY114" fmla="*/ 1516853 h 1592811"/>
              <a:gd name="connsiteX115" fmla="*/ 2359 w 9662615"/>
              <a:gd name="connsiteY115" fmla="*/ 1515247 h 1592811"/>
              <a:gd name="connsiteX116" fmla="*/ 0 w 9662615"/>
              <a:gd name="connsiteY116" fmla="*/ 1514932 h 1592811"/>
              <a:gd name="connsiteX117" fmla="*/ 0 w 9662615"/>
              <a:gd name="connsiteY117" fmla="*/ 0 h 1592811"/>
              <a:gd name="connsiteX0" fmla="*/ 0 w 9662615"/>
              <a:gd name="connsiteY0" fmla="*/ 0 h 1592811"/>
              <a:gd name="connsiteX1" fmla="*/ 9662615 w 9662615"/>
              <a:gd name="connsiteY1" fmla="*/ 0 h 1592811"/>
              <a:gd name="connsiteX2" fmla="*/ 9662615 w 9662615"/>
              <a:gd name="connsiteY2" fmla="*/ 1280346 h 1592811"/>
              <a:gd name="connsiteX3" fmla="*/ 9551077 w 9662615"/>
              <a:gd name="connsiteY3" fmla="*/ 1292033 h 1592811"/>
              <a:gd name="connsiteX4" fmla="*/ 9469546 w 9662615"/>
              <a:gd name="connsiteY4" fmla="*/ 1289837 h 1592811"/>
              <a:gd name="connsiteX5" fmla="*/ 9326260 w 9662615"/>
              <a:gd name="connsiteY5" fmla="*/ 1277155 h 1592811"/>
              <a:gd name="connsiteX6" fmla="*/ 9144767 w 9662615"/>
              <a:gd name="connsiteY6" fmla="*/ 1264120 h 1592811"/>
              <a:gd name="connsiteX7" fmla="*/ 8976400 w 9662615"/>
              <a:gd name="connsiteY7" fmla="*/ 1326661 h 1592811"/>
              <a:gd name="connsiteX8" fmla="*/ 8828711 w 9662615"/>
              <a:gd name="connsiteY8" fmla="*/ 1346394 h 1592811"/>
              <a:gd name="connsiteX9" fmla="*/ 8695953 w 9662615"/>
              <a:gd name="connsiteY9" fmla="*/ 1346784 h 1592811"/>
              <a:gd name="connsiteX10" fmla="*/ 8652191 w 9662615"/>
              <a:gd name="connsiteY10" fmla="*/ 1345903 h 1592811"/>
              <a:gd name="connsiteX11" fmla="*/ 8591582 w 9662615"/>
              <a:gd name="connsiteY11" fmla="*/ 1341666 h 1592811"/>
              <a:gd name="connsiteX12" fmla="*/ 8537336 w 9662615"/>
              <a:gd name="connsiteY12" fmla="*/ 1341684 h 1592811"/>
              <a:gd name="connsiteX13" fmla="*/ 8416849 w 9662615"/>
              <a:gd name="connsiteY13" fmla="*/ 1367085 h 1592811"/>
              <a:gd name="connsiteX14" fmla="*/ 8278355 w 9662615"/>
              <a:gd name="connsiteY14" fmla="*/ 1386569 h 1592811"/>
              <a:gd name="connsiteX15" fmla="*/ 8197961 w 9662615"/>
              <a:gd name="connsiteY15" fmla="*/ 1392804 h 1592811"/>
              <a:gd name="connsiteX16" fmla="*/ 8171196 w 9662615"/>
              <a:gd name="connsiteY16" fmla="*/ 1397216 h 1592811"/>
              <a:gd name="connsiteX17" fmla="*/ 8087910 w 9662615"/>
              <a:gd name="connsiteY17" fmla="*/ 1386449 h 1592811"/>
              <a:gd name="connsiteX18" fmla="*/ 7974579 w 9662615"/>
              <a:gd name="connsiteY18" fmla="*/ 1383439 h 1592811"/>
              <a:gd name="connsiteX19" fmla="*/ 7768351 w 9662615"/>
              <a:gd name="connsiteY19" fmla="*/ 1395051 h 1592811"/>
              <a:gd name="connsiteX20" fmla="*/ 7635985 w 9662615"/>
              <a:gd name="connsiteY20" fmla="*/ 1386363 h 1592811"/>
              <a:gd name="connsiteX21" fmla="*/ 7466069 w 9662615"/>
              <a:gd name="connsiteY21" fmla="*/ 1377654 h 1592811"/>
              <a:gd name="connsiteX22" fmla="*/ 7355642 w 9662615"/>
              <a:gd name="connsiteY22" fmla="*/ 1407761 h 1592811"/>
              <a:gd name="connsiteX23" fmla="*/ 7215220 w 9662615"/>
              <a:gd name="connsiteY23" fmla="*/ 1397856 h 1592811"/>
              <a:gd name="connsiteX24" fmla="*/ 7082147 w 9662615"/>
              <a:gd name="connsiteY24" fmla="*/ 1406113 h 1592811"/>
              <a:gd name="connsiteX25" fmla="*/ 6987129 w 9662615"/>
              <a:gd name="connsiteY25" fmla="*/ 1404834 h 1592811"/>
              <a:gd name="connsiteX26" fmla="*/ 6907567 w 9662615"/>
              <a:gd name="connsiteY26" fmla="*/ 1419149 h 1592811"/>
              <a:gd name="connsiteX27" fmla="*/ 6748428 w 9662615"/>
              <a:gd name="connsiteY27" fmla="*/ 1420308 h 1592811"/>
              <a:gd name="connsiteX28" fmla="*/ 6654257 w 9662615"/>
              <a:gd name="connsiteY28" fmla="*/ 1424143 h 1592811"/>
              <a:gd name="connsiteX29" fmla="*/ 6620123 w 9662615"/>
              <a:gd name="connsiteY29" fmla="*/ 1430535 h 1592811"/>
              <a:gd name="connsiteX30" fmla="*/ 6571355 w 9662615"/>
              <a:gd name="connsiteY30" fmla="*/ 1436144 h 1592811"/>
              <a:gd name="connsiteX31" fmla="*/ 6486557 w 9662615"/>
              <a:gd name="connsiteY31" fmla="*/ 1449861 h 1592811"/>
              <a:gd name="connsiteX32" fmla="*/ 6370419 w 9662615"/>
              <a:gd name="connsiteY32" fmla="*/ 1461649 h 1592811"/>
              <a:gd name="connsiteX33" fmla="*/ 6278839 w 9662615"/>
              <a:gd name="connsiteY33" fmla="*/ 1449160 h 1592811"/>
              <a:gd name="connsiteX34" fmla="*/ 6272455 w 9662615"/>
              <a:gd name="connsiteY34" fmla="*/ 1453191 h 1592811"/>
              <a:gd name="connsiteX35" fmla="*/ 6212659 w 9662615"/>
              <a:gd name="connsiteY35" fmla="*/ 1454850 h 1592811"/>
              <a:gd name="connsiteX36" fmla="*/ 6069317 w 9662615"/>
              <a:gd name="connsiteY36" fmla="*/ 1445838 h 1592811"/>
              <a:gd name="connsiteX37" fmla="*/ 5878477 w 9662615"/>
              <a:gd name="connsiteY37" fmla="*/ 1439180 h 1592811"/>
              <a:gd name="connsiteX38" fmla="*/ 5838387 w 9662615"/>
              <a:gd name="connsiteY38" fmla="*/ 1444679 h 1592811"/>
              <a:gd name="connsiteX39" fmla="*/ 5771136 w 9662615"/>
              <a:gd name="connsiteY39" fmla="*/ 1453639 h 1592811"/>
              <a:gd name="connsiteX40" fmla="*/ 5724081 w 9662615"/>
              <a:gd name="connsiteY40" fmla="*/ 1470431 h 1592811"/>
              <a:gd name="connsiteX41" fmla="*/ 5666577 w 9662615"/>
              <a:gd name="connsiteY41" fmla="*/ 1473921 h 1592811"/>
              <a:gd name="connsiteX42" fmla="*/ 5649068 w 9662615"/>
              <a:gd name="connsiteY42" fmla="*/ 1461676 h 1592811"/>
              <a:gd name="connsiteX43" fmla="*/ 5588902 w 9662615"/>
              <a:gd name="connsiteY43" fmla="*/ 1469647 h 1592811"/>
              <a:gd name="connsiteX44" fmla="*/ 5498090 w 9662615"/>
              <a:gd name="connsiteY44" fmla="*/ 1483173 h 1592811"/>
              <a:gd name="connsiteX45" fmla="*/ 5444641 w 9662615"/>
              <a:gd name="connsiteY45" fmla="*/ 1487602 h 1592811"/>
              <a:gd name="connsiteX46" fmla="*/ 5299812 w 9662615"/>
              <a:gd name="connsiteY46" fmla="*/ 1503362 h 1592811"/>
              <a:gd name="connsiteX47" fmla="*/ 5245752 w 9662615"/>
              <a:gd name="connsiteY47" fmla="*/ 1520612 h 1592811"/>
              <a:gd name="connsiteX48" fmla="*/ 5177807 w 9662615"/>
              <a:gd name="connsiteY48" fmla="*/ 1526802 h 1592811"/>
              <a:gd name="connsiteX49" fmla="*/ 5113910 w 9662615"/>
              <a:gd name="connsiteY49" fmla="*/ 1533205 h 1592811"/>
              <a:gd name="connsiteX50" fmla="*/ 5059484 w 9662615"/>
              <a:gd name="connsiteY50" fmla="*/ 1546802 h 1592811"/>
              <a:gd name="connsiteX51" fmla="*/ 5038524 w 9662615"/>
              <a:gd name="connsiteY51" fmla="*/ 1545675 h 1592811"/>
              <a:gd name="connsiteX52" fmla="*/ 5026564 w 9662615"/>
              <a:gd name="connsiteY52" fmla="*/ 1545376 h 1592811"/>
              <a:gd name="connsiteX53" fmla="*/ 4969433 w 9662615"/>
              <a:gd name="connsiteY53" fmla="*/ 1550865 h 1592811"/>
              <a:gd name="connsiteX54" fmla="*/ 4871726 w 9662615"/>
              <a:gd name="connsiteY54" fmla="*/ 1570584 h 1592811"/>
              <a:gd name="connsiteX55" fmla="*/ 4843267 w 9662615"/>
              <a:gd name="connsiteY55" fmla="*/ 1561459 h 1592811"/>
              <a:gd name="connsiteX56" fmla="*/ 4821058 w 9662615"/>
              <a:gd name="connsiteY56" fmla="*/ 1553078 h 1592811"/>
              <a:gd name="connsiteX57" fmla="*/ 4791466 w 9662615"/>
              <a:gd name="connsiteY57" fmla="*/ 1561324 h 1592811"/>
              <a:gd name="connsiteX58" fmla="*/ 4784247 w 9662615"/>
              <a:gd name="connsiteY58" fmla="*/ 1562342 h 1592811"/>
              <a:gd name="connsiteX59" fmla="*/ 4739309 w 9662615"/>
              <a:gd name="connsiteY59" fmla="*/ 1553948 h 1592811"/>
              <a:gd name="connsiteX60" fmla="*/ 4697562 w 9662615"/>
              <a:gd name="connsiteY60" fmla="*/ 1551206 h 1592811"/>
              <a:gd name="connsiteX61" fmla="*/ 4650737 w 9662615"/>
              <a:gd name="connsiteY61" fmla="*/ 1537381 h 1592811"/>
              <a:gd name="connsiteX62" fmla="*/ 4583150 w 9662615"/>
              <a:gd name="connsiteY62" fmla="*/ 1529064 h 1592811"/>
              <a:gd name="connsiteX63" fmla="*/ 4521734 w 9662615"/>
              <a:gd name="connsiteY63" fmla="*/ 1529359 h 1592811"/>
              <a:gd name="connsiteX64" fmla="*/ 4382398 w 9662615"/>
              <a:gd name="connsiteY64" fmla="*/ 1534108 h 1592811"/>
              <a:gd name="connsiteX65" fmla="*/ 4221826 w 9662615"/>
              <a:gd name="connsiteY65" fmla="*/ 1500972 h 1592811"/>
              <a:gd name="connsiteX66" fmla="*/ 4096601 w 9662615"/>
              <a:gd name="connsiteY66" fmla="*/ 1521563 h 1592811"/>
              <a:gd name="connsiteX67" fmla="*/ 4002441 w 9662615"/>
              <a:gd name="connsiteY67" fmla="*/ 1528912 h 1592811"/>
              <a:gd name="connsiteX68" fmla="*/ 3833906 w 9662615"/>
              <a:gd name="connsiteY68" fmla="*/ 1516637 h 1592811"/>
              <a:gd name="connsiteX69" fmla="*/ 3763845 w 9662615"/>
              <a:gd name="connsiteY69" fmla="*/ 1501782 h 1592811"/>
              <a:gd name="connsiteX70" fmla="*/ 3641778 w 9662615"/>
              <a:gd name="connsiteY70" fmla="*/ 1505446 h 1592811"/>
              <a:gd name="connsiteX71" fmla="*/ 3565233 w 9662615"/>
              <a:gd name="connsiteY71" fmla="*/ 1515122 h 1592811"/>
              <a:gd name="connsiteX72" fmla="*/ 3560267 w 9662615"/>
              <a:gd name="connsiteY72" fmla="*/ 1516288 h 1592811"/>
              <a:gd name="connsiteX73" fmla="*/ 3540258 w 9662615"/>
              <a:gd name="connsiteY73" fmla="*/ 1516976 h 1592811"/>
              <a:gd name="connsiteX74" fmla="*/ 3534780 w 9662615"/>
              <a:gd name="connsiteY74" fmla="*/ 1522141 h 1592811"/>
              <a:gd name="connsiteX75" fmla="*/ 3504783 w 9662615"/>
              <a:gd name="connsiteY75" fmla="*/ 1526739 h 1592811"/>
              <a:gd name="connsiteX76" fmla="*/ 3430805 w 9662615"/>
              <a:gd name="connsiteY76" fmla="*/ 1542521 h 1592811"/>
              <a:gd name="connsiteX77" fmla="*/ 3292707 w 9662615"/>
              <a:gd name="connsiteY77" fmla="*/ 1520490 h 1592811"/>
              <a:gd name="connsiteX78" fmla="*/ 3187872 w 9662615"/>
              <a:gd name="connsiteY78" fmla="*/ 1519991 h 1592811"/>
              <a:gd name="connsiteX79" fmla="*/ 3148026 w 9662615"/>
              <a:gd name="connsiteY79" fmla="*/ 1524777 h 1592811"/>
              <a:gd name="connsiteX80" fmla="*/ 3092394 w 9662615"/>
              <a:gd name="connsiteY80" fmla="*/ 1528115 h 1592811"/>
              <a:gd name="connsiteX81" fmla="*/ 2994200 w 9662615"/>
              <a:gd name="connsiteY81" fmla="*/ 1537857 h 1592811"/>
              <a:gd name="connsiteX82" fmla="*/ 2862301 w 9662615"/>
              <a:gd name="connsiteY82" fmla="*/ 1544250 h 1592811"/>
              <a:gd name="connsiteX83" fmla="*/ 2766335 w 9662615"/>
              <a:gd name="connsiteY83" fmla="*/ 1527662 h 1592811"/>
              <a:gd name="connsiteX84" fmla="*/ 2757836 w 9662615"/>
              <a:gd name="connsiteY84" fmla="*/ 1531371 h 1592811"/>
              <a:gd name="connsiteX85" fmla="*/ 2691555 w 9662615"/>
              <a:gd name="connsiteY85" fmla="*/ 1530283 h 1592811"/>
              <a:gd name="connsiteX86" fmla="*/ 2491676 w 9662615"/>
              <a:gd name="connsiteY86" fmla="*/ 1500859 h 1592811"/>
              <a:gd name="connsiteX87" fmla="*/ 2378036 w 9662615"/>
              <a:gd name="connsiteY87" fmla="*/ 1520645 h 1592811"/>
              <a:gd name="connsiteX88" fmla="*/ 2284269 w 9662615"/>
              <a:gd name="connsiteY88" fmla="*/ 1503068 h 1592811"/>
              <a:gd name="connsiteX89" fmla="*/ 2207104 w 9662615"/>
              <a:gd name="connsiteY89" fmla="*/ 1508888 h 1592811"/>
              <a:gd name="connsiteX90" fmla="*/ 2149226 w 9662615"/>
              <a:gd name="connsiteY90" fmla="*/ 1523409 h 1592811"/>
              <a:gd name="connsiteX91" fmla="*/ 2084783 w 9662615"/>
              <a:gd name="connsiteY91" fmla="*/ 1524245 h 1592811"/>
              <a:gd name="connsiteX92" fmla="*/ 2070075 w 9662615"/>
              <a:gd name="connsiteY92" fmla="*/ 1511285 h 1592811"/>
              <a:gd name="connsiteX93" fmla="*/ 2001057 w 9662615"/>
              <a:gd name="connsiteY93" fmla="*/ 1516449 h 1592811"/>
              <a:gd name="connsiteX94" fmla="*/ 1896330 w 9662615"/>
              <a:gd name="connsiteY94" fmla="*/ 1525725 h 1592811"/>
              <a:gd name="connsiteX95" fmla="*/ 1835994 w 9662615"/>
              <a:gd name="connsiteY95" fmla="*/ 1527678 h 1592811"/>
              <a:gd name="connsiteX96" fmla="*/ 1671119 w 9662615"/>
              <a:gd name="connsiteY96" fmla="*/ 1536701 h 1592811"/>
              <a:gd name="connsiteX97" fmla="*/ 1601337 w 9662615"/>
              <a:gd name="connsiteY97" fmla="*/ 1548552 h 1592811"/>
              <a:gd name="connsiteX98" fmla="*/ 1407755 w 9662615"/>
              <a:gd name="connsiteY98" fmla="*/ 1571444 h 1592811"/>
              <a:gd name="connsiteX99" fmla="*/ 1291872 w 9662615"/>
              <a:gd name="connsiteY99" fmla="*/ 1579471 h 1592811"/>
              <a:gd name="connsiteX100" fmla="*/ 1249226 w 9662615"/>
              <a:gd name="connsiteY100" fmla="*/ 1583140 h 1592811"/>
              <a:gd name="connsiteX101" fmla="*/ 1181938 w 9662615"/>
              <a:gd name="connsiteY101" fmla="*/ 1592789 h 1592811"/>
              <a:gd name="connsiteX102" fmla="*/ 1091432 w 9662615"/>
              <a:gd name="connsiteY102" fmla="*/ 1571003 h 1592811"/>
              <a:gd name="connsiteX103" fmla="*/ 940355 w 9662615"/>
              <a:gd name="connsiteY103" fmla="*/ 1560638 h 1592811"/>
              <a:gd name="connsiteX104" fmla="*/ 868264 w 9662615"/>
              <a:gd name="connsiteY104" fmla="*/ 1566392 h 1592811"/>
              <a:gd name="connsiteX105" fmla="*/ 792765 w 9662615"/>
              <a:gd name="connsiteY105" fmla="*/ 1563102 h 1592811"/>
              <a:gd name="connsiteX106" fmla="*/ 653153 w 9662615"/>
              <a:gd name="connsiteY106" fmla="*/ 1563516 h 1592811"/>
              <a:gd name="connsiteX107" fmla="*/ 541933 w 9662615"/>
              <a:gd name="connsiteY107" fmla="*/ 1561051 h 1592811"/>
              <a:gd name="connsiteX108" fmla="*/ 472797 w 9662615"/>
              <a:gd name="connsiteY108" fmla="*/ 1568904 h 1592811"/>
              <a:gd name="connsiteX109" fmla="*/ 396059 w 9662615"/>
              <a:gd name="connsiteY109" fmla="*/ 1560970 h 1592811"/>
              <a:gd name="connsiteX110" fmla="*/ 336819 w 9662615"/>
              <a:gd name="connsiteY110" fmla="*/ 1560892 h 1592811"/>
              <a:gd name="connsiteX111" fmla="*/ 267163 w 9662615"/>
              <a:gd name="connsiteY111" fmla="*/ 1531913 h 1592811"/>
              <a:gd name="connsiteX112" fmla="*/ 196644 w 9662615"/>
              <a:gd name="connsiteY112" fmla="*/ 1524565 h 1592811"/>
              <a:gd name="connsiteX113" fmla="*/ 86819 w 9662615"/>
              <a:gd name="connsiteY113" fmla="*/ 1519517 h 1592811"/>
              <a:gd name="connsiteX114" fmla="*/ 53369 w 9662615"/>
              <a:gd name="connsiteY114" fmla="*/ 1516853 h 1592811"/>
              <a:gd name="connsiteX115" fmla="*/ 2359 w 9662615"/>
              <a:gd name="connsiteY115" fmla="*/ 1515247 h 1592811"/>
              <a:gd name="connsiteX116" fmla="*/ 0 w 9662615"/>
              <a:gd name="connsiteY116" fmla="*/ 1514932 h 1592811"/>
              <a:gd name="connsiteX117" fmla="*/ 0 w 9662615"/>
              <a:gd name="connsiteY117" fmla="*/ 0 h 1592811"/>
              <a:gd name="connsiteX0" fmla="*/ 0 w 9662615"/>
              <a:gd name="connsiteY0" fmla="*/ 0 h 1603018"/>
              <a:gd name="connsiteX1" fmla="*/ 9662615 w 9662615"/>
              <a:gd name="connsiteY1" fmla="*/ 0 h 1603018"/>
              <a:gd name="connsiteX2" fmla="*/ 9662615 w 9662615"/>
              <a:gd name="connsiteY2" fmla="*/ 1280346 h 1603018"/>
              <a:gd name="connsiteX3" fmla="*/ 9551077 w 9662615"/>
              <a:gd name="connsiteY3" fmla="*/ 1292033 h 1603018"/>
              <a:gd name="connsiteX4" fmla="*/ 9469546 w 9662615"/>
              <a:gd name="connsiteY4" fmla="*/ 1289837 h 1603018"/>
              <a:gd name="connsiteX5" fmla="*/ 9326260 w 9662615"/>
              <a:gd name="connsiteY5" fmla="*/ 1277155 h 1603018"/>
              <a:gd name="connsiteX6" fmla="*/ 9144767 w 9662615"/>
              <a:gd name="connsiteY6" fmla="*/ 1264120 h 1603018"/>
              <a:gd name="connsiteX7" fmla="*/ 8976400 w 9662615"/>
              <a:gd name="connsiteY7" fmla="*/ 1326661 h 1603018"/>
              <a:gd name="connsiteX8" fmla="*/ 8828711 w 9662615"/>
              <a:gd name="connsiteY8" fmla="*/ 1346394 h 1603018"/>
              <a:gd name="connsiteX9" fmla="*/ 8695953 w 9662615"/>
              <a:gd name="connsiteY9" fmla="*/ 1346784 h 1603018"/>
              <a:gd name="connsiteX10" fmla="*/ 8652191 w 9662615"/>
              <a:gd name="connsiteY10" fmla="*/ 1345903 h 1603018"/>
              <a:gd name="connsiteX11" fmla="*/ 8591582 w 9662615"/>
              <a:gd name="connsiteY11" fmla="*/ 1341666 h 1603018"/>
              <a:gd name="connsiteX12" fmla="*/ 8537336 w 9662615"/>
              <a:gd name="connsiteY12" fmla="*/ 1341684 h 1603018"/>
              <a:gd name="connsiteX13" fmla="*/ 8416849 w 9662615"/>
              <a:gd name="connsiteY13" fmla="*/ 1367085 h 1603018"/>
              <a:gd name="connsiteX14" fmla="*/ 8278355 w 9662615"/>
              <a:gd name="connsiteY14" fmla="*/ 1386569 h 1603018"/>
              <a:gd name="connsiteX15" fmla="*/ 8197961 w 9662615"/>
              <a:gd name="connsiteY15" fmla="*/ 1392804 h 1603018"/>
              <a:gd name="connsiteX16" fmla="*/ 8171196 w 9662615"/>
              <a:gd name="connsiteY16" fmla="*/ 1397216 h 1603018"/>
              <a:gd name="connsiteX17" fmla="*/ 8087910 w 9662615"/>
              <a:gd name="connsiteY17" fmla="*/ 1386449 h 1603018"/>
              <a:gd name="connsiteX18" fmla="*/ 7974579 w 9662615"/>
              <a:gd name="connsiteY18" fmla="*/ 1383439 h 1603018"/>
              <a:gd name="connsiteX19" fmla="*/ 7768351 w 9662615"/>
              <a:gd name="connsiteY19" fmla="*/ 1395051 h 1603018"/>
              <a:gd name="connsiteX20" fmla="*/ 7635985 w 9662615"/>
              <a:gd name="connsiteY20" fmla="*/ 1386363 h 1603018"/>
              <a:gd name="connsiteX21" fmla="*/ 7466069 w 9662615"/>
              <a:gd name="connsiteY21" fmla="*/ 1377654 h 1603018"/>
              <a:gd name="connsiteX22" fmla="*/ 7355642 w 9662615"/>
              <a:gd name="connsiteY22" fmla="*/ 1407761 h 1603018"/>
              <a:gd name="connsiteX23" fmla="*/ 7215220 w 9662615"/>
              <a:gd name="connsiteY23" fmla="*/ 1397856 h 1603018"/>
              <a:gd name="connsiteX24" fmla="*/ 7082147 w 9662615"/>
              <a:gd name="connsiteY24" fmla="*/ 1406113 h 1603018"/>
              <a:gd name="connsiteX25" fmla="*/ 6987129 w 9662615"/>
              <a:gd name="connsiteY25" fmla="*/ 1404834 h 1603018"/>
              <a:gd name="connsiteX26" fmla="*/ 6907567 w 9662615"/>
              <a:gd name="connsiteY26" fmla="*/ 1419149 h 1603018"/>
              <a:gd name="connsiteX27" fmla="*/ 6748428 w 9662615"/>
              <a:gd name="connsiteY27" fmla="*/ 1420308 h 1603018"/>
              <a:gd name="connsiteX28" fmla="*/ 6654257 w 9662615"/>
              <a:gd name="connsiteY28" fmla="*/ 1424143 h 1603018"/>
              <a:gd name="connsiteX29" fmla="*/ 6620123 w 9662615"/>
              <a:gd name="connsiteY29" fmla="*/ 1430535 h 1603018"/>
              <a:gd name="connsiteX30" fmla="*/ 6571355 w 9662615"/>
              <a:gd name="connsiteY30" fmla="*/ 1436144 h 1603018"/>
              <a:gd name="connsiteX31" fmla="*/ 6486557 w 9662615"/>
              <a:gd name="connsiteY31" fmla="*/ 1449861 h 1603018"/>
              <a:gd name="connsiteX32" fmla="*/ 6370419 w 9662615"/>
              <a:gd name="connsiteY32" fmla="*/ 1461649 h 1603018"/>
              <a:gd name="connsiteX33" fmla="*/ 6278839 w 9662615"/>
              <a:gd name="connsiteY33" fmla="*/ 1449160 h 1603018"/>
              <a:gd name="connsiteX34" fmla="*/ 6272455 w 9662615"/>
              <a:gd name="connsiteY34" fmla="*/ 1453191 h 1603018"/>
              <a:gd name="connsiteX35" fmla="*/ 6212659 w 9662615"/>
              <a:gd name="connsiteY35" fmla="*/ 1454850 h 1603018"/>
              <a:gd name="connsiteX36" fmla="*/ 6069317 w 9662615"/>
              <a:gd name="connsiteY36" fmla="*/ 1445838 h 1603018"/>
              <a:gd name="connsiteX37" fmla="*/ 5878477 w 9662615"/>
              <a:gd name="connsiteY37" fmla="*/ 1439180 h 1603018"/>
              <a:gd name="connsiteX38" fmla="*/ 5838387 w 9662615"/>
              <a:gd name="connsiteY38" fmla="*/ 1444679 h 1603018"/>
              <a:gd name="connsiteX39" fmla="*/ 5771136 w 9662615"/>
              <a:gd name="connsiteY39" fmla="*/ 1453639 h 1603018"/>
              <a:gd name="connsiteX40" fmla="*/ 5724081 w 9662615"/>
              <a:gd name="connsiteY40" fmla="*/ 1470431 h 1603018"/>
              <a:gd name="connsiteX41" fmla="*/ 5666577 w 9662615"/>
              <a:gd name="connsiteY41" fmla="*/ 1473921 h 1603018"/>
              <a:gd name="connsiteX42" fmla="*/ 5649068 w 9662615"/>
              <a:gd name="connsiteY42" fmla="*/ 1461676 h 1603018"/>
              <a:gd name="connsiteX43" fmla="*/ 5588902 w 9662615"/>
              <a:gd name="connsiteY43" fmla="*/ 1469647 h 1603018"/>
              <a:gd name="connsiteX44" fmla="*/ 5498090 w 9662615"/>
              <a:gd name="connsiteY44" fmla="*/ 1483173 h 1603018"/>
              <a:gd name="connsiteX45" fmla="*/ 5444641 w 9662615"/>
              <a:gd name="connsiteY45" fmla="*/ 1487602 h 1603018"/>
              <a:gd name="connsiteX46" fmla="*/ 5299812 w 9662615"/>
              <a:gd name="connsiteY46" fmla="*/ 1503362 h 1603018"/>
              <a:gd name="connsiteX47" fmla="*/ 5245752 w 9662615"/>
              <a:gd name="connsiteY47" fmla="*/ 1520612 h 1603018"/>
              <a:gd name="connsiteX48" fmla="*/ 5177807 w 9662615"/>
              <a:gd name="connsiteY48" fmla="*/ 1526802 h 1603018"/>
              <a:gd name="connsiteX49" fmla="*/ 5113910 w 9662615"/>
              <a:gd name="connsiteY49" fmla="*/ 1533205 h 1603018"/>
              <a:gd name="connsiteX50" fmla="*/ 5059484 w 9662615"/>
              <a:gd name="connsiteY50" fmla="*/ 1546802 h 1603018"/>
              <a:gd name="connsiteX51" fmla="*/ 5038524 w 9662615"/>
              <a:gd name="connsiteY51" fmla="*/ 1545675 h 1603018"/>
              <a:gd name="connsiteX52" fmla="*/ 5026564 w 9662615"/>
              <a:gd name="connsiteY52" fmla="*/ 1545376 h 1603018"/>
              <a:gd name="connsiteX53" fmla="*/ 4969433 w 9662615"/>
              <a:gd name="connsiteY53" fmla="*/ 1550865 h 1603018"/>
              <a:gd name="connsiteX54" fmla="*/ 4871726 w 9662615"/>
              <a:gd name="connsiteY54" fmla="*/ 1570584 h 1603018"/>
              <a:gd name="connsiteX55" fmla="*/ 4843267 w 9662615"/>
              <a:gd name="connsiteY55" fmla="*/ 1561459 h 1603018"/>
              <a:gd name="connsiteX56" fmla="*/ 4821058 w 9662615"/>
              <a:gd name="connsiteY56" fmla="*/ 1553078 h 1603018"/>
              <a:gd name="connsiteX57" fmla="*/ 4791466 w 9662615"/>
              <a:gd name="connsiteY57" fmla="*/ 1561324 h 1603018"/>
              <a:gd name="connsiteX58" fmla="*/ 4784247 w 9662615"/>
              <a:gd name="connsiteY58" fmla="*/ 1562342 h 1603018"/>
              <a:gd name="connsiteX59" fmla="*/ 4739309 w 9662615"/>
              <a:gd name="connsiteY59" fmla="*/ 1553948 h 1603018"/>
              <a:gd name="connsiteX60" fmla="*/ 4697562 w 9662615"/>
              <a:gd name="connsiteY60" fmla="*/ 1551206 h 1603018"/>
              <a:gd name="connsiteX61" fmla="*/ 4650737 w 9662615"/>
              <a:gd name="connsiteY61" fmla="*/ 1537381 h 1603018"/>
              <a:gd name="connsiteX62" fmla="*/ 4583150 w 9662615"/>
              <a:gd name="connsiteY62" fmla="*/ 1529064 h 1603018"/>
              <a:gd name="connsiteX63" fmla="*/ 4521734 w 9662615"/>
              <a:gd name="connsiteY63" fmla="*/ 1529359 h 1603018"/>
              <a:gd name="connsiteX64" fmla="*/ 4382398 w 9662615"/>
              <a:gd name="connsiteY64" fmla="*/ 1534108 h 1603018"/>
              <a:gd name="connsiteX65" fmla="*/ 4221826 w 9662615"/>
              <a:gd name="connsiteY65" fmla="*/ 1500972 h 1603018"/>
              <a:gd name="connsiteX66" fmla="*/ 4096601 w 9662615"/>
              <a:gd name="connsiteY66" fmla="*/ 1521563 h 1603018"/>
              <a:gd name="connsiteX67" fmla="*/ 4002441 w 9662615"/>
              <a:gd name="connsiteY67" fmla="*/ 1528912 h 1603018"/>
              <a:gd name="connsiteX68" fmla="*/ 3833906 w 9662615"/>
              <a:gd name="connsiteY68" fmla="*/ 1516637 h 1603018"/>
              <a:gd name="connsiteX69" fmla="*/ 3763845 w 9662615"/>
              <a:gd name="connsiteY69" fmla="*/ 1501782 h 1603018"/>
              <a:gd name="connsiteX70" fmla="*/ 3641778 w 9662615"/>
              <a:gd name="connsiteY70" fmla="*/ 1505446 h 1603018"/>
              <a:gd name="connsiteX71" fmla="*/ 3565233 w 9662615"/>
              <a:gd name="connsiteY71" fmla="*/ 1515122 h 1603018"/>
              <a:gd name="connsiteX72" fmla="*/ 3560267 w 9662615"/>
              <a:gd name="connsiteY72" fmla="*/ 1516288 h 1603018"/>
              <a:gd name="connsiteX73" fmla="*/ 3540258 w 9662615"/>
              <a:gd name="connsiteY73" fmla="*/ 1516976 h 1603018"/>
              <a:gd name="connsiteX74" fmla="*/ 3534780 w 9662615"/>
              <a:gd name="connsiteY74" fmla="*/ 1522141 h 1603018"/>
              <a:gd name="connsiteX75" fmla="*/ 3504783 w 9662615"/>
              <a:gd name="connsiteY75" fmla="*/ 1526739 h 1603018"/>
              <a:gd name="connsiteX76" fmla="*/ 3430805 w 9662615"/>
              <a:gd name="connsiteY76" fmla="*/ 1542521 h 1603018"/>
              <a:gd name="connsiteX77" fmla="*/ 3292707 w 9662615"/>
              <a:gd name="connsiteY77" fmla="*/ 1520490 h 1603018"/>
              <a:gd name="connsiteX78" fmla="*/ 3187872 w 9662615"/>
              <a:gd name="connsiteY78" fmla="*/ 1519991 h 1603018"/>
              <a:gd name="connsiteX79" fmla="*/ 3148026 w 9662615"/>
              <a:gd name="connsiteY79" fmla="*/ 1524777 h 1603018"/>
              <a:gd name="connsiteX80" fmla="*/ 3092394 w 9662615"/>
              <a:gd name="connsiteY80" fmla="*/ 1528115 h 1603018"/>
              <a:gd name="connsiteX81" fmla="*/ 2994200 w 9662615"/>
              <a:gd name="connsiteY81" fmla="*/ 1537857 h 1603018"/>
              <a:gd name="connsiteX82" fmla="*/ 2862301 w 9662615"/>
              <a:gd name="connsiteY82" fmla="*/ 1544250 h 1603018"/>
              <a:gd name="connsiteX83" fmla="*/ 2766335 w 9662615"/>
              <a:gd name="connsiteY83" fmla="*/ 1527662 h 1603018"/>
              <a:gd name="connsiteX84" fmla="*/ 2757836 w 9662615"/>
              <a:gd name="connsiteY84" fmla="*/ 1531371 h 1603018"/>
              <a:gd name="connsiteX85" fmla="*/ 2691555 w 9662615"/>
              <a:gd name="connsiteY85" fmla="*/ 1530283 h 1603018"/>
              <a:gd name="connsiteX86" fmla="*/ 2491676 w 9662615"/>
              <a:gd name="connsiteY86" fmla="*/ 1500859 h 1603018"/>
              <a:gd name="connsiteX87" fmla="*/ 2378036 w 9662615"/>
              <a:gd name="connsiteY87" fmla="*/ 1520645 h 1603018"/>
              <a:gd name="connsiteX88" fmla="*/ 2284269 w 9662615"/>
              <a:gd name="connsiteY88" fmla="*/ 1503068 h 1603018"/>
              <a:gd name="connsiteX89" fmla="*/ 2207104 w 9662615"/>
              <a:gd name="connsiteY89" fmla="*/ 1508888 h 1603018"/>
              <a:gd name="connsiteX90" fmla="*/ 2149226 w 9662615"/>
              <a:gd name="connsiteY90" fmla="*/ 1523409 h 1603018"/>
              <a:gd name="connsiteX91" fmla="*/ 2084783 w 9662615"/>
              <a:gd name="connsiteY91" fmla="*/ 1524245 h 1603018"/>
              <a:gd name="connsiteX92" fmla="*/ 2070075 w 9662615"/>
              <a:gd name="connsiteY92" fmla="*/ 1511285 h 1603018"/>
              <a:gd name="connsiteX93" fmla="*/ 2001057 w 9662615"/>
              <a:gd name="connsiteY93" fmla="*/ 1516449 h 1603018"/>
              <a:gd name="connsiteX94" fmla="*/ 1896330 w 9662615"/>
              <a:gd name="connsiteY94" fmla="*/ 1525725 h 1603018"/>
              <a:gd name="connsiteX95" fmla="*/ 1835994 w 9662615"/>
              <a:gd name="connsiteY95" fmla="*/ 1527678 h 1603018"/>
              <a:gd name="connsiteX96" fmla="*/ 1671119 w 9662615"/>
              <a:gd name="connsiteY96" fmla="*/ 1536701 h 1603018"/>
              <a:gd name="connsiteX97" fmla="*/ 1601337 w 9662615"/>
              <a:gd name="connsiteY97" fmla="*/ 1548552 h 1603018"/>
              <a:gd name="connsiteX98" fmla="*/ 1407755 w 9662615"/>
              <a:gd name="connsiteY98" fmla="*/ 1571444 h 1603018"/>
              <a:gd name="connsiteX99" fmla="*/ 1291872 w 9662615"/>
              <a:gd name="connsiteY99" fmla="*/ 1579471 h 1603018"/>
              <a:gd name="connsiteX100" fmla="*/ 1245251 w 9662615"/>
              <a:gd name="connsiteY100" fmla="*/ 1603018 h 1603018"/>
              <a:gd name="connsiteX101" fmla="*/ 1181938 w 9662615"/>
              <a:gd name="connsiteY101" fmla="*/ 1592789 h 1603018"/>
              <a:gd name="connsiteX102" fmla="*/ 1091432 w 9662615"/>
              <a:gd name="connsiteY102" fmla="*/ 1571003 h 1603018"/>
              <a:gd name="connsiteX103" fmla="*/ 940355 w 9662615"/>
              <a:gd name="connsiteY103" fmla="*/ 1560638 h 1603018"/>
              <a:gd name="connsiteX104" fmla="*/ 868264 w 9662615"/>
              <a:gd name="connsiteY104" fmla="*/ 1566392 h 1603018"/>
              <a:gd name="connsiteX105" fmla="*/ 792765 w 9662615"/>
              <a:gd name="connsiteY105" fmla="*/ 1563102 h 1603018"/>
              <a:gd name="connsiteX106" fmla="*/ 653153 w 9662615"/>
              <a:gd name="connsiteY106" fmla="*/ 1563516 h 1603018"/>
              <a:gd name="connsiteX107" fmla="*/ 541933 w 9662615"/>
              <a:gd name="connsiteY107" fmla="*/ 1561051 h 1603018"/>
              <a:gd name="connsiteX108" fmla="*/ 472797 w 9662615"/>
              <a:gd name="connsiteY108" fmla="*/ 1568904 h 1603018"/>
              <a:gd name="connsiteX109" fmla="*/ 396059 w 9662615"/>
              <a:gd name="connsiteY109" fmla="*/ 1560970 h 1603018"/>
              <a:gd name="connsiteX110" fmla="*/ 336819 w 9662615"/>
              <a:gd name="connsiteY110" fmla="*/ 1560892 h 1603018"/>
              <a:gd name="connsiteX111" fmla="*/ 267163 w 9662615"/>
              <a:gd name="connsiteY111" fmla="*/ 1531913 h 1603018"/>
              <a:gd name="connsiteX112" fmla="*/ 196644 w 9662615"/>
              <a:gd name="connsiteY112" fmla="*/ 1524565 h 1603018"/>
              <a:gd name="connsiteX113" fmla="*/ 86819 w 9662615"/>
              <a:gd name="connsiteY113" fmla="*/ 1519517 h 1603018"/>
              <a:gd name="connsiteX114" fmla="*/ 53369 w 9662615"/>
              <a:gd name="connsiteY114" fmla="*/ 1516853 h 1603018"/>
              <a:gd name="connsiteX115" fmla="*/ 2359 w 9662615"/>
              <a:gd name="connsiteY115" fmla="*/ 1515247 h 1603018"/>
              <a:gd name="connsiteX116" fmla="*/ 0 w 9662615"/>
              <a:gd name="connsiteY116" fmla="*/ 1514932 h 1603018"/>
              <a:gd name="connsiteX117" fmla="*/ 0 w 9662615"/>
              <a:gd name="connsiteY117" fmla="*/ 0 h 1603018"/>
              <a:gd name="connsiteX0" fmla="*/ 0 w 9662615"/>
              <a:gd name="connsiteY0" fmla="*/ 0 h 1603018"/>
              <a:gd name="connsiteX1" fmla="*/ 9662615 w 9662615"/>
              <a:gd name="connsiteY1" fmla="*/ 0 h 1603018"/>
              <a:gd name="connsiteX2" fmla="*/ 9662615 w 9662615"/>
              <a:gd name="connsiteY2" fmla="*/ 1280346 h 1603018"/>
              <a:gd name="connsiteX3" fmla="*/ 9551077 w 9662615"/>
              <a:gd name="connsiteY3" fmla="*/ 1292033 h 1603018"/>
              <a:gd name="connsiteX4" fmla="*/ 9469546 w 9662615"/>
              <a:gd name="connsiteY4" fmla="*/ 1289837 h 1603018"/>
              <a:gd name="connsiteX5" fmla="*/ 9326260 w 9662615"/>
              <a:gd name="connsiteY5" fmla="*/ 1277155 h 1603018"/>
              <a:gd name="connsiteX6" fmla="*/ 9144767 w 9662615"/>
              <a:gd name="connsiteY6" fmla="*/ 1264120 h 1603018"/>
              <a:gd name="connsiteX7" fmla="*/ 8976400 w 9662615"/>
              <a:gd name="connsiteY7" fmla="*/ 1326661 h 1603018"/>
              <a:gd name="connsiteX8" fmla="*/ 8828711 w 9662615"/>
              <a:gd name="connsiteY8" fmla="*/ 1346394 h 1603018"/>
              <a:gd name="connsiteX9" fmla="*/ 8695953 w 9662615"/>
              <a:gd name="connsiteY9" fmla="*/ 1346784 h 1603018"/>
              <a:gd name="connsiteX10" fmla="*/ 8652191 w 9662615"/>
              <a:gd name="connsiteY10" fmla="*/ 1345903 h 1603018"/>
              <a:gd name="connsiteX11" fmla="*/ 8591582 w 9662615"/>
              <a:gd name="connsiteY11" fmla="*/ 1341666 h 1603018"/>
              <a:gd name="connsiteX12" fmla="*/ 8537336 w 9662615"/>
              <a:gd name="connsiteY12" fmla="*/ 1341684 h 1603018"/>
              <a:gd name="connsiteX13" fmla="*/ 8416849 w 9662615"/>
              <a:gd name="connsiteY13" fmla="*/ 1367085 h 1603018"/>
              <a:gd name="connsiteX14" fmla="*/ 8278355 w 9662615"/>
              <a:gd name="connsiteY14" fmla="*/ 1386569 h 1603018"/>
              <a:gd name="connsiteX15" fmla="*/ 8197961 w 9662615"/>
              <a:gd name="connsiteY15" fmla="*/ 1392804 h 1603018"/>
              <a:gd name="connsiteX16" fmla="*/ 8171196 w 9662615"/>
              <a:gd name="connsiteY16" fmla="*/ 1397216 h 1603018"/>
              <a:gd name="connsiteX17" fmla="*/ 8087910 w 9662615"/>
              <a:gd name="connsiteY17" fmla="*/ 1386449 h 1603018"/>
              <a:gd name="connsiteX18" fmla="*/ 7974579 w 9662615"/>
              <a:gd name="connsiteY18" fmla="*/ 1383439 h 1603018"/>
              <a:gd name="connsiteX19" fmla="*/ 7768351 w 9662615"/>
              <a:gd name="connsiteY19" fmla="*/ 1395051 h 1603018"/>
              <a:gd name="connsiteX20" fmla="*/ 7635985 w 9662615"/>
              <a:gd name="connsiteY20" fmla="*/ 1386363 h 1603018"/>
              <a:gd name="connsiteX21" fmla="*/ 7466069 w 9662615"/>
              <a:gd name="connsiteY21" fmla="*/ 1377654 h 1603018"/>
              <a:gd name="connsiteX22" fmla="*/ 7355642 w 9662615"/>
              <a:gd name="connsiteY22" fmla="*/ 1407761 h 1603018"/>
              <a:gd name="connsiteX23" fmla="*/ 7215220 w 9662615"/>
              <a:gd name="connsiteY23" fmla="*/ 1397856 h 1603018"/>
              <a:gd name="connsiteX24" fmla="*/ 7082147 w 9662615"/>
              <a:gd name="connsiteY24" fmla="*/ 1406113 h 1603018"/>
              <a:gd name="connsiteX25" fmla="*/ 6987129 w 9662615"/>
              <a:gd name="connsiteY25" fmla="*/ 1404834 h 1603018"/>
              <a:gd name="connsiteX26" fmla="*/ 6907567 w 9662615"/>
              <a:gd name="connsiteY26" fmla="*/ 1419149 h 1603018"/>
              <a:gd name="connsiteX27" fmla="*/ 6748428 w 9662615"/>
              <a:gd name="connsiteY27" fmla="*/ 1420308 h 1603018"/>
              <a:gd name="connsiteX28" fmla="*/ 6654257 w 9662615"/>
              <a:gd name="connsiteY28" fmla="*/ 1424143 h 1603018"/>
              <a:gd name="connsiteX29" fmla="*/ 6620123 w 9662615"/>
              <a:gd name="connsiteY29" fmla="*/ 1430535 h 1603018"/>
              <a:gd name="connsiteX30" fmla="*/ 6571355 w 9662615"/>
              <a:gd name="connsiteY30" fmla="*/ 1436144 h 1603018"/>
              <a:gd name="connsiteX31" fmla="*/ 6486557 w 9662615"/>
              <a:gd name="connsiteY31" fmla="*/ 1449861 h 1603018"/>
              <a:gd name="connsiteX32" fmla="*/ 6370419 w 9662615"/>
              <a:gd name="connsiteY32" fmla="*/ 1461649 h 1603018"/>
              <a:gd name="connsiteX33" fmla="*/ 6278839 w 9662615"/>
              <a:gd name="connsiteY33" fmla="*/ 1449160 h 1603018"/>
              <a:gd name="connsiteX34" fmla="*/ 6272455 w 9662615"/>
              <a:gd name="connsiteY34" fmla="*/ 1453191 h 1603018"/>
              <a:gd name="connsiteX35" fmla="*/ 6212659 w 9662615"/>
              <a:gd name="connsiteY35" fmla="*/ 1454850 h 1603018"/>
              <a:gd name="connsiteX36" fmla="*/ 6069317 w 9662615"/>
              <a:gd name="connsiteY36" fmla="*/ 1445838 h 1603018"/>
              <a:gd name="connsiteX37" fmla="*/ 5878477 w 9662615"/>
              <a:gd name="connsiteY37" fmla="*/ 1439180 h 1603018"/>
              <a:gd name="connsiteX38" fmla="*/ 5838387 w 9662615"/>
              <a:gd name="connsiteY38" fmla="*/ 1444679 h 1603018"/>
              <a:gd name="connsiteX39" fmla="*/ 5771136 w 9662615"/>
              <a:gd name="connsiteY39" fmla="*/ 1453639 h 1603018"/>
              <a:gd name="connsiteX40" fmla="*/ 5724081 w 9662615"/>
              <a:gd name="connsiteY40" fmla="*/ 1470431 h 1603018"/>
              <a:gd name="connsiteX41" fmla="*/ 5666577 w 9662615"/>
              <a:gd name="connsiteY41" fmla="*/ 1473921 h 1603018"/>
              <a:gd name="connsiteX42" fmla="*/ 5649068 w 9662615"/>
              <a:gd name="connsiteY42" fmla="*/ 1461676 h 1603018"/>
              <a:gd name="connsiteX43" fmla="*/ 5588902 w 9662615"/>
              <a:gd name="connsiteY43" fmla="*/ 1469647 h 1603018"/>
              <a:gd name="connsiteX44" fmla="*/ 5498090 w 9662615"/>
              <a:gd name="connsiteY44" fmla="*/ 1483173 h 1603018"/>
              <a:gd name="connsiteX45" fmla="*/ 5444641 w 9662615"/>
              <a:gd name="connsiteY45" fmla="*/ 1487602 h 1603018"/>
              <a:gd name="connsiteX46" fmla="*/ 5299812 w 9662615"/>
              <a:gd name="connsiteY46" fmla="*/ 1503362 h 1603018"/>
              <a:gd name="connsiteX47" fmla="*/ 5245752 w 9662615"/>
              <a:gd name="connsiteY47" fmla="*/ 1520612 h 1603018"/>
              <a:gd name="connsiteX48" fmla="*/ 5177807 w 9662615"/>
              <a:gd name="connsiteY48" fmla="*/ 1526802 h 1603018"/>
              <a:gd name="connsiteX49" fmla="*/ 5113910 w 9662615"/>
              <a:gd name="connsiteY49" fmla="*/ 1533205 h 1603018"/>
              <a:gd name="connsiteX50" fmla="*/ 5059484 w 9662615"/>
              <a:gd name="connsiteY50" fmla="*/ 1546802 h 1603018"/>
              <a:gd name="connsiteX51" fmla="*/ 5038524 w 9662615"/>
              <a:gd name="connsiteY51" fmla="*/ 1545675 h 1603018"/>
              <a:gd name="connsiteX52" fmla="*/ 5026564 w 9662615"/>
              <a:gd name="connsiteY52" fmla="*/ 1545376 h 1603018"/>
              <a:gd name="connsiteX53" fmla="*/ 4969433 w 9662615"/>
              <a:gd name="connsiteY53" fmla="*/ 1550865 h 1603018"/>
              <a:gd name="connsiteX54" fmla="*/ 4871726 w 9662615"/>
              <a:gd name="connsiteY54" fmla="*/ 1570584 h 1603018"/>
              <a:gd name="connsiteX55" fmla="*/ 4843267 w 9662615"/>
              <a:gd name="connsiteY55" fmla="*/ 1561459 h 1603018"/>
              <a:gd name="connsiteX56" fmla="*/ 4821058 w 9662615"/>
              <a:gd name="connsiteY56" fmla="*/ 1553078 h 1603018"/>
              <a:gd name="connsiteX57" fmla="*/ 4791466 w 9662615"/>
              <a:gd name="connsiteY57" fmla="*/ 1561324 h 1603018"/>
              <a:gd name="connsiteX58" fmla="*/ 4784247 w 9662615"/>
              <a:gd name="connsiteY58" fmla="*/ 1562342 h 1603018"/>
              <a:gd name="connsiteX59" fmla="*/ 4739309 w 9662615"/>
              <a:gd name="connsiteY59" fmla="*/ 1553948 h 1603018"/>
              <a:gd name="connsiteX60" fmla="*/ 4697562 w 9662615"/>
              <a:gd name="connsiteY60" fmla="*/ 1551206 h 1603018"/>
              <a:gd name="connsiteX61" fmla="*/ 4650737 w 9662615"/>
              <a:gd name="connsiteY61" fmla="*/ 1537381 h 1603018"/>
              <a:gd name="connsiteX62" fmla="*/ 4583150 w 9662615"/>
              <a:gd name="connsiteY62" fmla="*/ 1529064 h 1603018"/>
              <a:gd name="connsiteX63" fmla="*/ 4521734 w 9662615"/>
              <a:gd name="connsiteY63" fmla="*/ 1529359 h 1603018"/>
              <a:gd name="connsiteX64" fmla="*/ 4382398 w 9662615"/>
              <a:gd name="connsiteY64" fmla="*/ 1534108 h 1603018"/>
              <a:gd name="connsiteX65" fmla="*/ 4221826 w 9662615"/>
              <a:gd name="connsiteY65" fmla="*/ 1500972 h 1603018"/>
              <a:gd name="connsiteX66" fmla="*/ 4096601 w 9662615"/>
              <a:gd name="connsiteY66" fmla="*/ 1521563 h 1603018"/>
              <a:gd name="connsiteX67" fmla="*/ 4002441 w 9662615"/>
              <a:gd name="connsiteY67" fmla="*/ 1528912 h 1603018"/>
              <a:gd name="connsiteX68" fmla="*/ 3833906 w 9662615"/>
              <a:gd name="connsiteY68" fmla="*/ 1516637 h 1603018"/>
              <a:gd name="connsiteX69" fmla="*/ 3763845 w 9662615"/>
              <a:gd name="connsiteY69" fmla="*/ 1501782 h 1603018"/>
              <a:gd name="connsiteX70" fmla="*/ 3641778 w 9662615"/>
              <a:gd name="connsiteY70" fmla="*/ 1505446 h 1603018"/>
              <a:gd name="connsiteX71" fmla="*/ 3565233 w 9662615"/>
              <a:gd name="connsiteY71" fmla="*/ 1515122 h 1603018"/>
              <a:gd name="connsiteX72" fmla="*/ 3560267 w 9662615"/>
              <a:gd name="connsiteY72" fmla="*/ 1516288 h 1603018"/>
              <a:gd name="connsiteX73" fmla="*/ 3540258 w 9662615"/>
              <a:gd name="connsiteY73" fmla="*/ 1516976 h 1603018"/>
              <a:gd name="connsiteX74" fmla="*/ 3534780 w 9662615"/>
              <a:gd name="connsiteY74" fmla="*/ 1522141 h 1603018"/>
              <a:gd name="connsiteX75" fmla="*/ 3504783 w 9662615"/>
              <a:gd name="connsiteY75" fmla="*/ 1526739 h 1603018"/>
              <a:gd name="connsiteX76" fmla="*/ 3430805 w 9662615"/>
              <a:gd name="connsiteY76" fmla="*/ 1542521 h 1603018"/>
              <a:gd name="connsiteX77" fmla="*/ 3292707 w 9662615"/>
              <a:gd name="connsiteY77" fmla="*/ 1520490 h 1603018"/>
              <a:gd name="connsiteX78" fmla="*/ 3187872 w 9662615"/>
              <a:gd name="connsiteY78" fmla="*/ 1519991 h 1603018"/>
              <a:gd name="connsiteX79" fmla="*/ 3148026 w 9662615"/>
              <a:gd name="connsiteY79" fmla="*/ 1524777 h 1603018"/>
              <a:gd name="connsiteX80" fmla="*/ 3092394 w 9662615"/>
              <a:gd name="connsiteY80" fmla="*/ 1528115 h 1603018"/>
              <a:gd name="connsiteX81" fmla="*/ 2994200 w 9662615"/>
              <a:gd name="connsiteY81" fmla="*/ 1537857 h 1603018"/>
              <a:gd name="connsiteX82" fmla="*/ 2862301 w 9662615"/>
              <a:gd name="connsiteY82" fmla="*/ 1544250 h 1603018"/>
              <a:gd name="connsiteX83" fmla="*/ 2766335 w 9662615"/>
              <a:gd name="connsiteY83" fmla="*/ 1527662 h 1603018"/>
              <a:gd name="connsiteX84" fmla="*/ 2757836 w 9662615"/>
              <a:gd name="connsiteY84" fmla="*/ 1531371 h 1603018"/>
              <a:gd name="connsiteX85" fmla="*/ 2691555 w 9662615"/>
              <a:gd name="connsiteY85" fmla="*/ 1530283 h 1603018"/>
              <a:gd name="connsiteX86" fmla="*/ 2491676 w 9662615"/>
              <a:gd name="connsiteY86" fmla="*/ 1500859 h 1603018"/>
              <a:gd name="connsiteX87" fmla="*/ 2378036 w 9662615"/>
              <a:gd name="connsiteY87" fmla="*/ 1520645 h 1603018"/>
              <a:gd name="connsiteX88" fmla="*/ 2284269 w 9662615"/>
              <a:gd name="connsiteY88" fmla="*/ 1503068 h 1603018"/>
              <a:gd name="connsiteX89" fmla="*/ 2207104 w 9662615"/>
              <a:gd name="connsiteY89" fmla="*/ 1508888 h 1603018"/>
              <a:gd name="connsiteX90" fmla="*/ 2149226 w 9662615"/>
              <a:gd name="connsiteY90" fmla="*/ 1523409 h 1603018"/>
              <a:gd name="connsiteX91" fmla="*/ 2084783 w 9662615"/>
              <a:gd name="connsiteY91" fmla="*/ 1524245 h 1603018"/>
              <a:gd name="connsiteX92" fmla="*/ 2070075 w 9662615"/>
              <a:gd name="connsiteY92" fmla="*/ 1511285 h 1603018"/>
              <a:gd name="connsiteX93" fmla="*/ 2001057 w 9662615"/>
              <a:gd name="connsiteY93" fmla="*/ 1516449 h 1603018"/>
              <a:gd name="connsiteX94" fmla="*/ 1896330 w 9662615"/>
              <a:gd name="connsiteY94" fmla="*/ 1525725 h 1603018"/>
              <a:gd name="connsiteX95" fmla="*/ 1835994 w 9662615"/>
              <a:gd name="connsiteY95" fmla="*/ 1527678 h 1603018"/>
              <a:gd name="connsiteX96" fmla="*/ 1671119 w 9662615"/>
              <a:gd name="connsiteY96" fmla="*/ 1536701 h 1603018"/>
              <a:gd name="connsiteX97" fmla="*/ 1565556 w 9662615"/>
              <a:gd name="connsiteY97" fmla="*/ 1556503 h 1603018"/>
              <a:gd name="connsiteX98" fmla="*/ 1407755 w 9662615"/>
              <a:gd name="connsiteY98" fmla="*/ 1571444 h 1603018"/>
              <a:gd name="connsiteX99" fmla="*/ 1291872 w 9662615"/>
              <a:gd name="connsiteY99" fmla="*/ 1579471 h 1603018"/>
              <a:gd name="connsiteX100" fmla="*/ 1245251 w 9662615"/>
              <a:gd name="connsiteY100" fmla="*/ 1603018 h 1603018"/>
              <a:gd name="connsiteX101" fmla="*/ 1181938 w 9662615"/>
              <a:gd name="connsiteY101" fmla="*/ 1592789 h 1603018"/>
              <a:gd name="connsiteX102" fmla="*/ 1091432 w 9662615"/>
              <a:gd name="connsiteY102" fmla="*/ 1571003 h 1603018"/>
              <a:gd name="connsiteX103" fmla="*/ 940355 w 9662615"/>
              <a:gd name="connsiteY103" fmla="*/ 1560638 h 1603018"/>
              <a:gd name="connsiteX104" fmla="*/ 868264 w 9662615"/>
              <a:gd name="connsiteY104" fmla="*/ 1566392 h 1603018"/>
              <a:gd name="connsiteX105" fmla="*/ 792765 w 9662615"/>
              <a:gd name="connsiteY105" fmla="*/ 1563102 h 1603018"/>
              <a:gd name="connsiteX106" fmla="*/ 653153 w 9662615"/>
              <a:gd name="connsiteY106" fmla="*/ 1563516 h 1603018"/>
              <a:gd name="connsiteX107" fmla="*/ 541933 w 9662615"/>
              <a:gd name="connsiteY107" fmla="*/ 1561051 h 1603018"/>
              <a:gd name="connsiteX108" fmla="*/ 472797 w 9662615"/>
              <a:gd name="connsiteY108" fmla="*/ 1568904 h 1603018"/>
              <a:gd name="connsiteX109" fmla="*/ 396059 w 9662615"/>
              <a:gd name="connsiteY109" fmla="*/ 1560970 h 1603018"/>
              <a:gd name="connsiteX110" fmla="*/ 336819 w 9662615"/>
              <a:gd name="connsiteY110" fmla="*/ 1560892 h 1603018"/>
              <a:gd name="connsiteX111" fmla="*/ 267163 w 9662615"/>
              <a:gd name="connsiteY111" fmla="*/ 1531913 h 1603018"/>
              <a:gd name="connsiteX112" fmla="*/ 196644 w 9662615"/>
              <a:gd name="connsiteY112" fmla="*/ 1524565 h 1603018"/>
              <a:gd name="connsiteX113" fmla="*/ 86819 w 9662615"/>
              <a:gd name="connsiteY113" fmla="*/ 1519517 h 1603018"/>
              <a:gd name="connsiteX114" fmla="*/ 53369 w 9662615"/>
              <a:gd name="connsiteY114" fmla="*/ 1516853 h 1603018"/>
              <a:gd name="connsiteX115" fmla="*/ 2359 w 9662615"/>
              <a:gd name="connsiteY115" fmla="*/ 1515247 h 1603018"/>
              <a:gd name="connsiteX116" fmla="*/ 0 w 9662615"/>
              <a:gd name="connsiteY116" fmla="*/ 1514932 h 1603018"/>
              <a:gd name="connsiteX117" fmla="*/ 0 w 9662615"/>
              <a:gd name="connsiteY117" fmla="*/ 0 h 1603018"/>
              <a:gd name="connsiteX0" fmla="*/ 0 w 9662615"/>
              <a:gd name="connsiteY0" fmla="*/ 0 h 1603018"/>
              <a:gd name="connsiteX1" fmla="*/ 9662615 w 9662615"/>
              <a:gd name="connsiteY1" fmla="*/ 0 h 1603018"/>
              <a:gd name="connsiteX2" fmla="*/ 9662615 w 9662615"/>
              <a:gd name="connsiteY2" fmla="*/ 1280346 h 1603018"/>
              <a:gd name="connsiteX3" fmla="*/ 9551077 w 9662615"/>
              <a:gd name="connsiteY3" fmla="*/ 1292033 h 1603018"/>
              <a:gd name="connsiteX4" fmla="*/ 9469546 w 9662615"/>
              <a:gd name="connsiteY4" fmla="*/ 1289837 h 1603018"/>
              <a:gd name="connsiteX5" fmla="*/ 9326260 w 9662615"/>
              <a:gd name="connsiteY5" fmla="*/ 1277155 h 1603018"/>
              <a:gd name="connsiteX6" fmla="*/ 9144767 w 9662615"/>
              <a:gd name="connsiteY6" fmla="*/ 1264120 h 1603018"/>
              <a:gd name="connsiteX7" fmla="*/ 8976400 w 9662615"/>
              <a:gd name="connsiteY7" fmla="*/ 1326661 h 1603018"/>
              <a:gd name="connsiteX8" fmla="*/ 8828711 w 9662615"/>
              <a:gd name="connsiteY8" fmla="*/ 1346394 h 1603018"/>
              <a:gd name="connsiteX9" fmla="*/ 8695953 w 9662615"/>
              <a:gd name="connsiteY9" fmla="*/ 1346784 h 1603018"/>
              <a:gd name="connsiteX10" fmla="*/ 8652191 w 9662615"/>
              <a:gd name="connsiteY10" fmla="*/ 1345903 h 1603018"/>
              <a:gd name="connsiteX11" fmla="*/ 8591582 w 9662615"/>
              <a:gd name="connsiteY11" fmla="*/ 1341666 h 1603018"/>
              <a:gd name="connsiteX12" fmla="*/ 8537336 w 9662615"/>
              <a:gd name="connsiteY12" fmla="*/ 1341684 h 1603018"/>
              <a:gd name="connsiteX13" fmla="*/ 8416849 w 9662615"/>
              <a:gd name="connsiteY13" fmla="*/ 1367085 h 1603018"/>
              <a:gd name="connsiteX14" fmla="*/ 8278355 w 9662615"/>
              <a:gd name="connsiteY14" fmla="*/ 1386569 h 1603018"/>
              <a:gd name="connsiteX15" fmla="*/ 8197961 w 9662615"/>
              <a:gd name="connsiteY15" fmla="*/ 1392804 h 1603018"/>
              <a:gd name="connsiteX16" fmla="*/ 8171196 w 9662615"/>
              <a:gd name="connsiteY16" fmla="*/ 1397216 h 1603018"/>
              <a:gd name="connsiteX17" fmla="*/ 8087910 w 9662615"/>
              <a:gd name="connsiteY17" fmla="*/ 1386449 h 1603018"/>
              <a:gd name="connsiteX18" fmla="*/ 7974579 w 9662615"/>
              <a:gd name="connsiteY18" fmla="*/ 1383439 h 1603018"/>
              <a:gd name="connsiteX19" fmla="*/ 7768351 w 9662615"/>
              <a:gd name="connsiteY19" fmla="*/ 1395051 h 1603018"/>
              <a:gd name="connsiteX20" fmla="*/ 7635985 w 9662615"/>
              <a:gd name="connsiteY20" fmla="*/ 1386363 h 1603018"/>
              <a:gd name="connsiteX21" fmla="*/ 7466069 w 9662615"/>
              <a:gd name="connsiteY21" fmla="*/ 1377654 h 1603018"/>
              <a:gd name="connsiteX22" fmla="*/ 7355642 w 9662615"/>
              <a:gd name="connsiteY22" fmla="*/ 1407761 h 1603018"/>
              <a:gd name="connsiteX23" fmla="*/ 7215220 w 9662615"/>
              <a:gd name="connsiteY23" fmla="*/ 1397856 h 1603018"/>
              <a:gd name="connsiteX24" fmla="*/ 7082147 w 9662615"/>
              <a:gd name="connsiteY24" fmla="*/ 1406113 h 1603018"/>
              <a:gd name="connsiteX25" fmla="*/ 6987129 w 9662615"/>
              <a:gd name="connsiteY25" fmla="*/ 1404834 h 1603018"/>
              <a:gd name="connsiteX26" fmla="*/ 6907567 w 9662615"/>
              <a:gd name="connsiteY26" fmla="*/ 1419149 h 1603018"/>
              <a:gd name="connsiteX27" fmla="*/ 6748428 w 9662615"/>
              <a:gd name="connsiteY27" fmla="*/ 1420308 h 1603018"/>
              <a:gd name="connsiteX28" fmla="*/ 6654257 w 9662615"/>
              <a:gd name="connsiteY28" fmla="*/ 1424143 h 1603018"/>
              <a:gd name="connsiteX29" fmla="*/ 6620123 w 9662615"/>
              <a:gd name="connsiteY29" fmla="*/ 1430535 h 1603018"/>
              <a:gd name="connsiteX30" fmla="*/ 6571355 w 9662615"/>
              <a:gd name="connsiteY30" fmla="*/ 1436144 h 1603018"/>
              <a:gd name="connsiteX31" fmla="*/ 6486557 w 9662615"/>
              <a:gd name="connsiteY31" fmla="*/ 1449861 h 1603018"/>
              <a:gd name="connsiteX32" fmla="*/ 6370419 w 9662615"/>
              <a:gd name="connsiteY32" fmla="*/ 1461649 h 1603018"/>
              <a:gd name="connsiteX33" fmla="*/ 6278839 w 9662615"/>
              <a:gd name="connsiteY33" fmla="*/ 1449160 h 1603018"/>
              <a:gd name="connsiteX34" fmla="*/ 6272455 w 9662615"/>
              <a:gd name="connsiteY34" fmla="*/ 1453191 h 1603018"/>
              <a:gd name="connsiteX35" fmla="*/ 6212659 w 9662615"/>
              <a:gd name="connsiteY35" fmla="*/ 1454850 h 1603018"/>
              <a:gd name="connsiteX36" fmla="*/ 6069317 w 9662615"/>
              <a:gd name="connsiteY36" fmla="*/ 1445838 h 1603018"/>
              <a:gd name="connsiteX37" fmla="*/ 5878477 w 9662615"/>
              <a:gd name="connsiteY37" fmla="*/ 1439180 h 1603018"/>
              <a:gd name="connsiteX38" fmla="*/ 5838387 w 9662615"/>
              <a:gd name="connsiteY38" fmla="*/ 1444679 h 1603018"/>
              <a:gd name="connsiteX39" fmla="*/ 5771136 w 9662615"/>
              <a:gd name="connsiteY39" fmla="*/ 1453639 h 1603018"/>
              <a:gd name="connsiteX40" fmla="*/ 5724081 w 9662615"/>
              <a:gd name="connsiteY40" fmla="*/ 1470431 h 1603018"/>
              <a:gd name="connsiteX41" fmla="*/ 5666577 w 9662615"/>
              <a:gd name="connsiteY41" fmla="*/ 1473921 h 1603018"/>
              <a:gd name="connsiteX42" fmla="*/ 5649068 w 9662615"/>
              <a:gd name="connsiteY42" fmla="*/ 1461676 h 1603018"/>
              <a:gd name="connsiteX43" fmla="*/ 5588902 w 9662615"/>
              <a:gd name="connsiteY43" fmla="*/ 1469647 h 1603018"/>
              <a:gd name="connsiteX44" fmla="*/ 5498090 w 9662615"/>
              <a:gd name="connsiteY44" fmla="*/ 1483173 h 1603018"/>
              <a:gd name="connsiteX45" fmla="*/ 5444641 w 9662615"/>
              <a:gd name="connsiteY45" fmla="*/ 1487602 h 1603018"/>
              <a:gd name="connsiteX46" fmla="*/ 5299812 w 9662615"/>
              <a:gd name="connsiteY46" fmla="*/ 1503362 h 1603018"/>
              <a:gd name="connsiteX47" fmla="*/ 5245752 w 9662615"/>
              <a:gd name="connsiteY47" fmla="*/ 1520612 h 1603018"/>
              <a:gd name="connsiteX48" fmla="*/ 5177807 w 9662615"/>
              <a:gd name="connsiteY48" fmla="*/ 1526802 h 1603018"/>
              <a:gd name="connsiteX49" fmla="*/ 5113910 w 9662615"/>
              <a:gd name="connsiteY49" fmla="*/ 1533205 h 1603018"/>
              <a:gd name="connsiteX50" fmla="*/ 5059484 w 9662615"/>
              <a:gd name="connsiteY50" fmla="*/ 1546802 h 1603018"/>
              <a:gd name="connsiteX51" fmla="*/ 5038524 w 9662615"/>
              <a:gd name="connsiteY51" fmla="*/ 1545675 h 1603018"/>
              <a:gd name="connsiteX52" fmla="*/ 5026564 w 9662615"/>
              <a:gd name="connsiteY52" fmla="*/ 1545376 h 1603018"/>
              <a:gd name="connsiteX53" fmla="*/ 4969433 w 9662615"/>
              <a:gd name="connsiteY53" fmla="*/ 1550865 h 1603018"/>
              <a:gd name="connsiteX54" fmla="*/ 4871726 w 9662615"/>
              <a:gd name="connsiteY54" fmla="*/ 1570584 h 1603018"/>
              <a:gd name="connsiteX55" fmla="*/ 4843267 w 9662615"/>
              <a:gd name="connsiteY55" fmla="*/ 1561459 h 1603018"/>
              <a:gd name="connsiteX56" fmla="*/ 4821058 w 9662615"/>
              <a:gd name="connsiteY56" fmla="*/ 1553078 h 1603018"/>
              <a:gd name="connsiteX57" fmla="*/ 4791466 w 9662615"/>
              <a:gd name="connsiteY57" fmla="*/ 1561324 h 1603018"/>
              <a:gd name="connsiteX58" fmla="*/ 4784247 w 9662615"/>
              <a:gd name="connsiteY58" fmla="*/ 1562342 h 1603018"/>
              <a:gd name="connsiteX59" fmla="*/ 4739309 w 9662615"/>
              <a:gd name="connsiteY59" fmla="*/ 1553948 h 1603018"/>
              <a:gd name="connsiteX60" fmla="*/ 4697562 w 9662615"/>
              <a:gd name="connsiteY60" fmla="*/ 1551206 h 1603018"/>
              <a:gd name="connsiteX61" fmla="*/ 4650737 w 9662615"/>
              <a:gd name="connsiteY61" fmla="*/ 1537381 h 1603018"/>
              <a:gd name="connsiteX62" fmla="*/ 4583150 w 9662615"/>
              <a:gd name="connsiteY62" fmla="*/ 1529064 h 1603018"/>
              <a:gd name="connsiteX63" fmla="*/ 4521734 w 9662615"/>
              <a:gd name="connsiteY63" fmla="*/ 1529359 h 1603018"/>
              <a:gd name="connsiteX64" fmla="*/ 4382398 w 9662615"/>
              <a:gd name="connsiteY64" fmla="*/ 1534108 h 1603018"/>
              <a:gd name="connsiteX65" fmla="*/ 4221826 w 9662615"/>
              <a:gd name="connsiteY65" fmla="*/ 1500972 h 1603018"/>
              <a:gd name="connsiteX66" fmla="*/ 4096601 w 9662615"/>
              <a:gd name="connsiteY66" fmla="*/ 1521563 h 1603018"/>
              <a:gd name="connsiteX67" fmla="*/ 4002441 w 9662615"/>
              <a:gd name="connsiteY67" fmla="*/ 1528912 h 1603018"/>
              <a:gd name="connsiteX68" fmla="*/ 3833906 w 9662615"/>
              <a:gd name="connsiteY68" fmla="*/ 1516637 h 1603018"/>
              <a:gd name="connsiteX69" fmla="*/ 3763845 w 9662615"/>
              <a:gd name="connsiteY69" fmla="*/ 1501782 h 1603018"/>
              <a:gd name="connsiteX70" fmla="*/ 3641778 w 9662615"/>
              <a:gd name="connsiteY70" fmla="*/ 1505446 h 1603018"/>
              <a:gd name="connsiteX71" fmla="*/ 3565233 w 9662615"/>
              <a:gd name="connsiteY71" fmla="*/ 1515122 h 1603018"/>
              <a:gd name="connsiteX72" fmla="*/ 3560267 w 9662615"/>
              <a:gd name="connsiteY72" fmla="*/ 1516288 h 1603018"/>
              <a:gd name="connsiteX73" fmla="*/ 3540258 w 9662615"/>
              <a:gd name="connsiteY73" fmla="*/ 1516976 h 1603018"/>
              <a:gd name="connsiteX74" fmla="*/ 3534780 w 9662615"/>
              <a:gd name="connsiteY74" fmla="*/ 1522141 h 1603018"/>
              <a:gd name="connsiteX75" fmla="*/ 3480929 w 9662615"/>
              <a:gd name="connsiteY75" fmla="*/ 1526739 h 1603018"/>
              <a:gd name="connsiteX76" fmla="*/ 3430805 w 9662615"/>
              <a:gd name="connsiteY76" fmla="*/ 1542521 h 1603018"/>
              <a:gd name="connsiteX77" fmla="*/ 3292707 w 9662615"/>
              <a:gd name="connsiteY77" fmla="*/ 1520490 h 1603018"/>
              <a:gd name="connsiteX78" fmla="*/ 3187872 w 9662615"/>
              <a:gd name="connsiteY78" fmla="*/ 1519991 h 1603018"/>
              <a:gd name="connsiteX79" fmla="*/ 3148026 w 9662615"/>
              <a:gd name="connsiteY79" fmla="*/ 1524777 h 1603018"/>
              <a:gd name="connsiteX80" fmla="*/ 3092394 w 9662615"/>
              <a:gd name="connsiteY80" fmla="*/ 1528115 h 1603018"/>
              <a:gd name="connsiteX81" fmla="*/ 2994200 w 9662615"/>
              <a:gd name="connsiteY81" fmla="*/ 1537857 h 1603018"/>
              <a:gd name="connsiteX82" fmla="*/ 2862301 w 9662615"/>
              <a:gd name="connsiteY82" fmla="*/ 1544250 h 1603018"/>
              <a:gd name="connsiteX83" fmla="*/ 2766335 w 9662615"/>
              <a:gd name="connsiteY83" fmla="*/ 1527662 h 1603018"/>
              <a:gd name="connsiteX84" fmla="*/ 2757836 w 9662615"/>
              <a:gd name="connsiteY84" fmla="*/ 1531371 h 1603018"/>
              <a:gd name="connsiteX85" fmla="*/ 2691555 w 9662615"/>
              <a:gd name="connsiteY85" fmla="*/ 1530283 h 1603018"/>
              <a:gd name="connsiteX86" fmla="*/ 2491676 w 9662615"/>
              <a:gd name="connsiteY86" fmla="*/ 1500859 h 1603018"/>
              <a:gd name="connsiteX87" fmla="*/ 2378036 w 9662615"/>
              <a:gd name="connsiteY87" fmla="*/ 1520645 h 1603018"/>
              <a:gd name="connsiteX88" fmla="*/ 2284269 w 9662615"/>
              <a:gd name="connsiteY88" fmla="*/ 1503068 h 1603018"/>
              <a:gd name="connsiteX89" fmla="*/ 2207104 w 9662615"/>
              <a:gd name="connsiteY89" fmla="*/ 1508888 h 1603018"/>
              <a:gd name="connsiteX90" fmla="*/ 2149226 w 9662615"/>
              <a:gd name="connsiteY90" fmla="*/ 1523409 h 1603018"/>
              <a:gd name="connsiteX91" fmla="*/ 2084783 w 9662615"/>
              <a:gd name="connsiteY91" fmla="*/ 1524245 h 1603018"/>
              <a:gd name="connsiteX92" fmla="*/ 2070075 w 9662615"/>
              <a:gd name="connsiteY92" fmla="*/ 1511285 h 1603018"/>
              <a:gd name="connsiteX93" fmla="*/ 2001057 w 9662615"/>
              <a:gd name="connsiteY93" fmla="*/ 1516449 h 1603018"/>
              <a:gd name="connsiteX94" fmla="*/ 1896330 w 9662615"/>
              <a:gd name="connsiteY94" fmla="*/ 1525725 h 1603018"/>
              <a:gd name="connsiteX95" fmla="*/ 1835994 w 9662615"/>
              <a:gd name="connsiteY95" fmla="*/ 1527678 h 1603018"/>
              <a:gd name="connsiteX96" fmla="*/ 1671119 w 9662615"/>
              <a:gd name="connsiteY96" fmla="*/ 1536701 h 1603018"/>
              <a:gd name="connsiteX97" fmla="*/ 1565556 w 9662615"/>
              <a:gd name="connsiteY97" fmla="*/ 1556503 h 1603018"/>
              <a:gd name="connsiteX98" fmla="*/ 1407755 w 9662615"/>
              <a:gd name="connsiteY98" fmla="*/ 1571444 h 1603018"/>
              <a:gd name="connsiteX99" fmla="*/ 1291872 w 9662615"/>
              <a:gd name="connsiteY99" fmla="*/ 1579471 h 1603018"/>
              <a:gd name="connsiteX100" fmla="*/ 1245251 w 9662615"/>
              <a:gd name="connsiteY100" fmla="*/ 1603018 h 1603018"/>
              <a:gd name="connsiteX101" fmla="*/ 1181938 w 9662615"/>
              <a:gd name="connsiteY101" fmla="*/ 1592789 h 1603018"/>
              <a:gd name="connsiteX102" fmla="*/ 1091432 w 9662615"/>
              <a:gd name="connsiteY102" fmla="*/ 1571003 h 1603018"/>
              <a:gd name="connsiteX103" fmla="*/ 940355 w 9662615"/>
              <a:gd name="connsiteY103" fmla="*/ 1560638 h 1603018"/>
              <a:gd name="connsiteX104" fmla="*/ 868264 w 9662615"/>
              <a:gd name="connsiteY104" fmla="*/ 1566392 h 1603018"/>
              <a:gd name="connsiteX105" fmla="*/ 792765 w 9662615"/>
              <a:gd name="connsiteY105" fmla="*/ 1563102 h 1603018"/>
              <a:gd name="connsiteX106" fmla="*/ 653153 w 9662615"/>
              <a:gd name="connsiteY106" fmla="*/ 1563516 h 1603018"/>
              <a:gd name="connsiteX107" fmla="*/ 541933 w 9662615"/>
              <a:gd name="connsiteY107" fmla="*/ 1561051 h 1603018"/>
              <a:gd name="connsiteX108" fmla="*/ 472797 w 9662615"/>
              <a:gd name="connsiteY108" fmla="*/ 1568904 h 1603018"/>
              <a:gd name="connsiteX109" fmla="*/ 396059 w 9662615"/>
              <a:gd name="connsiteY109" fmla="*/ 1560970 h 1603018"/>
              <a:gd name="connsiteX110" fmla="*/ 336819 w 9662615"/>
              <a:gd name="connsiteY110" fmla="*/ 1560892 h 1603018"/>
              <a:gd name="connsiteX111" fmla="*/ 267163 w 9662615"/>
              <a:gd name="connsiteY111" fmla="*/ 1531913 h 1603018"/>
              <a:gd name="connsiteX112" fmla="*/ 196644 w 9662615"/>
              <a:gd name="connsiteY112" fmla="*/ 1524565 h 1603018"/>
              <a:gd name="connsiteX113" fmla="*/ 86819 w 9662615"/>
              <a:gd name="connsiteY113" fmla="*/ 1519517 h 1603018"/>
              <a:gd name="connsiteX114" fmla="*/ 53369 w 9662615"/>
              <a:gd name="connsiteY114" fmla="*/ 1516853 h 1603018"/>
              <a:gd name="connsiteX115" fmla="*/ 2359 w 9662615"/>
              <a:gd name="connsiteY115" fmla="*/ 1515247 h 1603018"/>
              <a:gd name="connsiteX116" fmla="*/ 0 w 9662615"/>
              <a:gd name="connsiteY116" fmla="*/ 1514932 h 1603018"/>
              <a:gd name="connsiteX117" fmla="*/ 0 w 9662615"/>
              <a:gd name="connsiteY117" fmla="*/ 0 h 1603018"/>
              <a:gd name="connsiteX0" fmla="*/ 0 w 9662615"/>
              <a:gd name="connsiteY0" fmla="*/ 0 h 1603018"/>
              <a:gd name="connsiteX1" fmla="*/ 9662615 w 9662615"/>
              <a:gd name="connsiteY1" fmla="*/ 0 h 1603018"/>
              <a:gd name="connsiteX2" fmla="*/ 9662615 w 9662615"/>
              <a:gd name="connsiteY2" fmla="*/ 1280346 h 1603018"/>
              <a:gd name="connsiteX3" fmla="*/ 9551077 w 9662615"/>
              <a:gd name="connsiteY3" fmla="*/ 1292033 h 1603018"/>
              <a:gd name="connsiteX4" fmla="*/ 9469546 w 9662615"/>
              <a:gd name="connsiteY4" fmla="*/ 1289837 h 1603018"/>
              <a:gd name="connsiteX5" fmla="*/ 9326260 w 9662615"/>
              <a:gd name="connsiteY5" fmla="*/ 1277155 h 1603018"/>
              <a:gd name="connsiteX6" fmla="*/ 9144767 w 9662615"/>
              <a:gd name="connsiteY6" fmla="*/ 1264120 h 1603018"/>
              <a:gd name="connsiteX7" fmla="*/ 8976400 w 9662615"/>
              <a:gd name="connsiteY7" fmla="*/ 1326661 h 1603018"/>
              <a:gd name="connsiteX8" fmla="*/ 8828711 w 9662615"/>
              <a:gd name="connsiteY8" fmla="*/ 1346394 h 1603018"/>
              <a:gd name="connsiteX9" fmla="*/ 8695953 w 9662615"/>
              <a:gd name="connsiteY9" fmla="*/ 1346784 h 1603018"/>
              <a:gd name="connsiteX10" fmla="*/ 8652191 w 9662615"/>
              <a:gd name="connsiteY10" fmla="*/ 1345903 h 1603018"/>
              <a:gd name="connsiteX11" fmla="*/ 8591582 w 9662615"/>
              <a:gd name="connsiteY11" fmla="*/ 1341666 h 1603018"/>
              <a:gd name="connsiteX12" fmla="*/ 8537336 w 9662615"/>
              <a:gd name="connsiteY12" fmla="*/ 1341684 h 1603018"/>
              <a:gd name="connsiteX13" fmla="*/ 8416849 w 9662615"/>
              <a:gd name="connsiteY13" fmla="*/ 1367085 h 1603018"/>
              <a:gd name="connsiteX14" fmla="*/ 8278355 w 9662615"/>
              <a:gd name="connsiteY14" fmla="*/ 1386569 h 1603018"/>
              <a:gd name="connsiteX15" fmla="*/ 8197961 w 9662615"/>
              <a:gd name="connsiteY15" fmla="*/ 1392804 h 1603018"/>
              <a:gd name="connsiteX16" fmla="*/ 8171196 w 9662615"/>
              <a:gd name="connsiteY16" fmla="*/ 1397216 h 1603018"/>
              <a:gd name="connsiteX17" fmla="*/ 8087910 w 9662615"/>
              <a:gd name="connsiteY17" fmla="*/ 1386449 h 1603018"/>
              <a:gd name="connsiteX18" fmla="*/ 7974579 w 9662615"/>
              <a:gd name="connsiteY18" fmla="*/ 1383439 h 1603018"/>
              <a:gd name="connsiteX19" fmla="*/ 7768351 w 9662615"/>
              <a:gd name="connsiteY19" fmla="*/ 1395051 h 1603018"/>
              <a:gd name="connsiteX20" fmla="*/ 7635985 w 9662615"/>
              <a:gd name="connsiteY20" fmla="*/ 1386363 h 1603018"/>
              <a:gd name="connsiteX21" fmla="*/ 7466069 w 9662615"/>
              <a:gd name="connsiteY21" fmla="*/ 1377654 h 1603018"/>
              <a:gd name="connsiteX22" fmla="*/ 7355642 w 9662615"/>
              <a:gd name="connsiteY22" fmla="*/ 1407761 h 1603018"/>
              <a:gd name="connsiteX23" fmla="*/ 7215220 w 9662615"/>
              <a:gd name="connsiteY23" fmla="*/ 1397856 h 1603018"/>
              <a:gd name="connsiteX24" fmla="*/ 7082147 w 9662615"/>
              <a:gd name="connsiteY24" fmla="*/ 1406113 h 1603018"/>
              <a:gd name="connsiteX25" fmla="*/ 6987129 w 9662615"/>
              <a:gd name="connsiteY25" fmla="*/ 1404834 h 1603018"/>
              <a:gd name="connsiteX26" fmla="*/ 6907567 w 9662615"/>
              <a:gd name="connsiteY26" fmla="*/ 1419149 h 1603018"/>
              <a:gd name="connsiteX27" fmla="*/ 6748428 w 9662615"/>
              <a:gd name="connsiteY27" fmla="*/ 1420308 h 1603018"/>
              <a:gd name="connsiteX28" fmla="*/ 6654257 w 9662615"/>
              <a:gd name="connsiteY28" fmla="*/ 1424143 h 1603018"/>
              <a:gd name="connsiteX29" fmla="*/ 6620123 w 9662615"/>
              <a:gd name="connsiteY29" fmla="*/ 1430535 h 1603018"/>
              <a:gd name="connsiteX30" fmla="*/ 6571355 w 9662615"/>
              <a:gd name="connsiteY30" fmla="*/ 1436144 h 1603018"/>
              <a:gd name="connsiteX31" fmla="*/ 6486557 w 9662615"/>
              <a:gd name="connsiteY31" fmla="*/ 1449861 h 1603018"/>
              <a:gd name="connsiteX32" fmla="*/ 6370419 w 9662615"/>
              <a:gd name="connsiteY32" fmla="*/ 1461649 h 1603018"/>
              <a:gd name="connsiteX33" fmla="*/ 6278839 w 9662615"/>
              <a:gd name="connsiteY33" fmla="*/ 1449160 h 1603018"/>
              <a:gd name="connsiteX34" fmla="*/ 6272455 w 9662615"/>
              <a:gd name="connsiteY34" fmla="*/ 1453191 h 1603018"/>
              <a:gd name="connsiteX35" fmla="*/ 6212659 w 9662615"/>
              <a:gd name="connsiteY35" fmla="*/ 1454850 h 1603018"/>
              <a:gd name="connsiteX36" fmla="*/ 6069317 w 9662615"/>
              <a:gd name="connsiteY36" fmla="*/ 1445838 h 1603018"/>
              <a:gd name="connsiteX37" fmla="*/ 5878477 w 9662615"/>
              <a:gd name="connsiteY37" fmla="*/ 1439180 h 1603018"/>
              <a:gd name="connsiteX38" fmla="*/ 5838387 w 9662615"/>
              <a:gd name="connsiteY38" fmla="*/ 1444679 h 1603018"/>
              <a:gd name="connsiteX39" fmla="*/ 5771136 w 9662615"/>
              <a:gd name="connsiteY39" fmla="*/ 1453639 h 1603018"/>
              <a:gd name="connsiteX40" fmla="*/ 5724081 w 9662615"/>
              <a:gd name="connsiteY40" fmla="*/ 1470431 h 1603018"/>
              <a:gd name="connsiteX41" fmla="*/ 5666577 w 9662615"/>
              <a:gd name="connsiteY41" fmla="*/ 1473921 h 1603018"/>
              <a:gd name="connsiteX42" fmla="*/ 5649068 w 9662615"/>
              <a:gd name="connsiteY42" fmla="*/ 1461676 h 1603018"/>
              <a:gd name="connsiteX43" fmla="*/ 5588902 w 9662615"/>
              <a:gd name="connsiteY43" fmla="*/ 1469647 h 1603018"/>
              <a:gd name="connsiteX44" fmla="*/ 5498090 w 9662615"/>
              <a:gd name="connsiteY44" fmla="*/ 1483173 h 1603018"/>
              <a:gd name="connsiteX45" fmla="*/ 5444641 w 9662615"/>
              <a:gd name="connsiteY45" fmla="*/ 1487602 h 1603018"/>
              <a:gd name="connsiteX46" fmla="*/ 5299812 w 9662615"/>
              <a:gd name="connsiteY46" fmla="*/ 1503362 h 1603018"/>
              <a:gd name="connsiteX47" fmla="*/ 5245752 w 9662615"/>
              <a:gd name="connsiteY47" fmla="*/ 1520612 h 1603018"/>
              <a:gd name="connsiteX48" fmla="*/ 5177807 w 9662615"/>
              <a:gd name="connsiteY48" fmla="*/ 1526802 h 1603018"/>
              <a:gd name="connsiteX49" fmla="*/ 5113910 w 9662615"/>
              <a:gd name="connsiteY49" fmla="*/ 1533205 h 1603018"/>
              <a:gd name="connsiteX50" fmla="*/ 5059484 w 9662615"/>
              <a:gd name="connsiteY50" fmla="*/ 1546802 h 1603018"/>
              <a:gd name="connsiteX51" fmla="*/ 5038524 w 9662615"/>
              <a:gd name="connsiteY51" fmla="*/ 1545675 h 1603018"/>
              <a:gd name="connsiteX52" fmla="*/ 5026564 w 9662615"/>
              <a:gd name="connsiteY52" fmla="*/ 1545376 h 1603018"/>
              <a:gd name="connsiteX53" fmla="*/ 4969433 w 9662615"/>
              <a:gd name="connsiteY53" fmla="*/ 1550865 h 1603018"/>
              <a:gd name="connsiteX54" fmla="*/ 4871726 w 9662615"/>
              <a:gd name="connsiteY54" fmla="*/ 1570584 h 1603018"/>
              <a:gd name="connsiteX55" fmla="*/ 4843267 w 9662615"/>
              <a:gd name="connsiteY55" fmla="*/ 1561459 h 1603018"/>
              <a:gd name="connsiteX56" fmla="*/ 4821058 w 9662615"/>
              <a:gd name="connsiteY56" fmla="*/ 1553078 h 1603018"/>
              <a:gd name="connsiteX57" fmla="*/ 4791466 w 9662615"/>
              <a:gd name="connsiteY57" fmla="*/ 1561324 h 1603018"/>
              <a:gd name="connsiteX58" fmla="*/ 4784247 w 9662615"/>
              <a:gd name="connsiteY58" fmla="*/ 1562342 h 1603018"/>
              <a:gd name="connsiteX59" fmla="*/ 4739309 w 9662615"/>
              <a:gd name="connsiteY59" fmla="*/ 1553948 h 1603018"/>
              <a:gd name="connsiteX60" fmla="*/ 4697562 w 9662615"/>
              <a:gd name="connsiteY60" fmla="*/ 1551206 h 1603018"/>
              <a:gd name="connsiteX61" fmla="*/ 4650737 w 9662615"/>
              <a:gd name="connsiteY61" fmla="*/ 1537381 h 1603018"/>
              <a:gd name="connsiteX62" fmla="*/ 4583150 w 9662615"/>
              <a:gd name="connsiteY62" fmla="*/ 1529064 h 1603018"/>
              <a:gd name="connsiteX63" fmla="*/ 4521734 w 9662615"/>
              <a:gd name="connsiteY63" fmla="*/ 1529359 h 1603018"/>
              <a:gd name="connsiteX64" fmla="*/ 4382398 w 9662615"/>
              <a:gd name="connsiteY64" fmla="*/ 1534108 h 1603018"/>
              <a:gd name="connsiteX65" fmla="*/ 4221826 w 9662615"/>
              <a:gd name="connsiteY65" fmla="*/ 1500972 h 1603018"/>
              <a:gd name="connsiteX66" fmla="*/ 4096601 w 9662615"/>
              <a:gd name="connsiteY66" fmla="*/ 1521563 h 1603018"/>
              <a:gd name="connsiteX67" fmla="*/ 4002441 w 9662615"/>
              <a:gd name="connsiteY67" fmla="*/ 1528912 h 1603018"/>
              <a:gd name="connsiteX68" fmla="*/ 3833906 w 9662615"/>
              <a:gd name="connsiteY68" fmla="*/ 1516637 h 1603018"/>
              <a:gd name="connsiteX69" fmla="*/ 3763845 w 9662615"/>
              <a:gd name="connsiteY69" fmla="*/ 1501782 h 1603018"/>
              <a:gd name="connsiteX70" fmla="*/ 3641778 w 9662615"/>
              <a:gd name="connsiteY70" fmla="*/ 1505446 h 1603018"/>
              <a:gd name="connsiteX71" fmla="*/ 3565233 w 9662615"/>
              <a:gd name="connsiteY71" fmla="*/ 1515122 h 1603018"/>
              <a:gd name="connsiteX72" fmla="*/ 3560267 w 9662615"/>
              <a:gd name="connsiteY72" fmla="*/ 1516288 h 1603018"/>
              <a:gd name="connsiteX73" fmla="*/ 3540258 w 9662615"/>
              <a:gd name="connsiteY73" fmla="*/ 1516976 h 1603018"/>
              <a:gd name="connsiteX74" fmla="*/ 3522853 w 9662615"/>
              <a:gd name="connsiteY74" fmla="*/ 1538044 h 1603018"/>
              <a:gd name="connsiteX75" fmla="*/ 3480929 w 9662615"/>
              <a:gd name="connsiteY75" fmla="*/ 1526739 h 1603018"/>
              <a:gd name="connsiteX76" fmla="*/ 3430805 w 9662615"/>
              <a:gd name="connsiteY76" fmla="*/ 1542521 h 1603018"/>
              <a:gd name="connsiteX77" fmla="*/ 3292707 w 9662615"/>
              <a:gd name="connsiteY77" fmla="*/ 1520490 h 1603018"/>
              <a:gd name="connsiteX78" fmla="*/ 3187872 w 9662615"/>
              <a:gd name="connsiteY78" fmla="*/ 1519991 h 1603018"/>
              <a:gd name="connsiteX79" fmla="*/ 3148026 w 9662615"/>
              <a:gd name="connsiteY79" fmla="*/ 1524777 h 1603018"/>
              <a:gd name="connsiteX80" fmla="*/ 3092394 w 9662615"/>
              <a:gd name="connsiteY80" fmla="*/ 1528115 h 1603018"/>
              <a:gd name="connsiteX81" fmla="*/ 2994200 w 9662615"/>
              <a:gd name="connsiteY81" fmla="*/ 1537857 h 1603018"/>
              <a:gd name="connsiteX82" fmla="*/ 2862301 w 9662615"/>
              <a:gd name="connsiteY82" fmla="*/ 1544250 h 1603018"/>
              <a:gd name="connsiteX83" fmla="*/ 2766335 w 9662615"/>
              <a:gd name="connsiteY83" fmla="*/ 1527662 h 1603018"/>
              <a:gd name="connsiteX84" fmla="*/ 2757836 w 9662615"/>
              <a:gd name="connsiteY84" fmla="*/ 1531371 h 1603018"/>
              <a:gd name="connsiteX85" fmla="*/ 2691555 w 9662615"/>
              <a:gd name="connsiteY85" fmla="*/ 1530283 h 1603018"/>
              <a:gd name="connsiteX86" fmla="*/ 2491676 w 9662615"/>
              <a:gd name="connsiteY86" fmla="*/ 1500859 h 1603018"/>
              <a:gd name="connsiteX87" fmla="*/ 2378036 w 9662615"/>
              <a:gd name="connsiteY87" fmla="*/ 1520645 h 1603018"/>
              <a:gd name="connsiteX88" fmla="*/ 2284269 w 9662615"/>
              <a:gd name="connsiteY88" fmla="*/ 1503068 h 1603018"/>
              <a:gd name="connsiteX89" fmla="*/ 2207104 w 9662615"/>
              <a:gd name="connsiteY89" fmla="*/ 1508888 h 1603018"/>
              <a:gd name="connsiteX90" fmla="*/ 2149226 w 9662615"/>
              <a:gd name="connsiteY90" fmla="*/ 1523409 h 1603018"/>
              <a:gd name="connsiteX91" fmla="*/ 2084783 w 9662615"/>
              <a:gd name="connsiteY91" fmla="*/ 1524245 h 1603018"/>
              <a:gd name="connsiteX92" fmla="*/ 2070075 w 9662615"/>
              <a:gd name="connsiteY92" fmla="*/ 1511285 h 1603018"/>
              <a:gd name="connsiteX93" fmla="*/ 2001057 w 9662615"/>
              <a:gd name="connsiteY93" fmla="*/ 1516449 h 1603018"/>
              <a:gd name="connsiteX94" fmla="*/ 1896330 w 9662615"/>
              <a:gd name="connsiteY94" fmla="*/ 1525725 h 1603018"/>
              <a:gd name="connsiteX95" fmla="*/ 1835994 w 9662615"/>
              <a:gd name="connsiteY95" fmla="*/ 1527678 h 1603018"/>
              <a:gd name="connsiteX96" fmla="*/ 1671119 w 9662615"/>
              <a:gd name="connsiteY96" fmla="*/ 1536701 h 1603018"/>
              <a:gd name="connsiteX97" fmla="*/ 1565556 w 9662615"/>
              <a:gd name="connsiteY97" fmla="*/ 1556503 h 1603018"/>
              <a:gd name="connsiteX98" fmla="*/ 1407755 w 9662615"/>
              <a:gd name="connsiteY98" fmla="*/ 1571444 h 1603018"/>
              <a:gd name="connsiteX99" fmla="*/ 1291872 w 9662615"/>
              <a:gd name="connsiteY99" fmla="*/ 1579471 h 1603018"/>
              <a:gd name="connsiteX100" fmla="*/ 1245251 w 9662615"/>
              <a:gd name="connsiteY100" fmla="*/ 1603018 h 1603018"/>
              <a:gd name="connsiteX101" fmla="*/ 1181938 w 9662615"/>
              <a:gd name="connsiteY101" fmla="*/ 1592789 h 1603018"/>
              <a:gd name="connsiteX102" fmla="*/ 1091432 w 9662615"/>
              <a:gd name="connsiteY102" fmla="*/ 1571003 h 1603018"/>
              <a:gd name="connsiteX103" fmla="*/ 940355 w 9662615"/>
              <a:gd name="connsiteY103" fmla="*/ 1560638 h 1603018"/>
              <a:gd name="connsiteX104" fmla="*/ 868264 w 9662615"/>
              <a:gd name="connsiteY104" fmla="*/ 1566392 h 1603018"/>
              <a:gd name="connsiteX105" fmla="*/ 792765 w 9662615"/>
              <a:gd name="connsiteY105" fmla="*/ 1563102 h 1603018"/>
              <a:gd name="connsiteX106" fmla="*/ 653153 w 9662615"/>
              <a:gd name="connsiteY106" fmla="*/ 1563516 h 1603018"/>
              <a:gd name="connsiteX107" fmla="*/ 541933 w 9662615"/>
              <a:gd name="connsiteY107" fmla="*/ 1561051 h 1603018"/>
              <a:gd name="connsiteX108" fmla="*/ 472797 w 9662615"/>
              <a:gd name="connsiteY108" fmla="*/ 1568904 h 1603018"/>
              <a:gd name="connsiteX109" fmla="*/ 396059 w 9662615"/>
              <a:gd name="connsiteY109" fmla="*/ 1560970 h 1603018"/>
              <a:gd name="connsiteX110" fmla="*/ 336819 w 9662615"/>
              <a:gd name="connsiteY110" fmla="*/ 1560892 h 1603018"/>
              <a:gd name="connsiteX111" fmla="*/ 267163 w 9662615"/>
              <a:gd name="connsiteY111" fmla="*/ 1531913 h 1603018"/>
              <a:gd name="connsiteX112" fmla="*/ 196644 w 9662615"/>
              <a:gd name="connsiteY112" fmla="*/ 1524565 h 1603018"/>
              <a:gd name="connsiteX113" fmla="*/ 86819 w 9662615"/>
              <a:gd name="connsiteY113" fmla="*/ 1519517 h 1603018"/>
              <a:gd name="connsiteX114" fmla="*/ 53369 w 9662615"/>
              <a:gd name="connsiteY114" fmla="*/ 1516853 h 1603018"/>
              <a:gd name="connsiteX115" fmla="*/ 2359 w 9662615"/>
              <a:gd name="connsiteY115" fmla="*/ 1515247 h 1603018"/>
              <a:gd name="connsiteX116" fmla="*/ 0 w 9662615"/>
              <a:gd name="connsiteY116" fmla="*/ 1514932 h 1603018"/>
              <a:gd name="connsiteX117" fmla="*/ 0 w 9662615"/>
              <a:gd name="connsiteY117" fmla="*/ 0 h 1603018"/>
              <a:gd name="connsiteX0" fmla="*/ 0 w 9662615"/>
              <a:gd name="connsiteY0" fmla="*/ 0 h 1603018"/>
              <a:gd name="connsiteX1" fmla="*/ 9662615 w 9662615"/>
              <a:gd name="connsiteY1" fmla="*/ 0 h 1603018"/>
              <a:gd name="connsiteX2" fmla="*/ 9662615 w 9662615"/>
              <a:gd name="connsiteY2" fmla="*/ 1280346 h 1603018"/>
              <a:gd name="connsiteX3" fmla="*/ 9551077 w 9662615"/>
              <a:gd name="connsiteY3" fmla="*/ 1292033 h 1603018"/>
              <a:gd name="connsiteX4" fmla="*/ 9469546 w 9662615"/>
              <a:gd name="connsiteY4" fmla="*/ 1289837 h 1603018"/>
              <a:gd name="connsiteX5" fmla="*/ 9326260 w 9662615"/>
              <a:gd name="connsiteY5" fmla="*/ 1277155 h 1603018"/>
              <a:gd name="connsiteX6" fmla="*/ 9144767 w 9662615"/>
              <a:gd name="connsiteY6" fmla="*/ 1264120 h 1603018"/>
              <a:gd name="connsiteX7" fmla="*/ 8976400 w 9662615"/>
              <a:gd name="connsiteY7" fmla="*/ 1326661 h 1603018"/>
              <a:gd name="connsiteX8" fmla="*/ 8828711 w 9662615"/>
              <a:gd name="connsiteY8" fmla="*/ 1346394 h 1603018"/>
              <a:gd name="connsiteX9" fmla="*/ 8695953 w 9662615"/>
              <a:gd name="connsiteY9" fmla="*/ 1346784 h 1603018"/>
              <a:gd name="connsiteX10" fmla="*/ 8652191 w 9662615"/>
              <a:gd name="connsiteY10" fmla="*/ 1345903 h 1603018"/>
              <a:gd name="connsiteX11" fmla="*/ 8591582 w 9662615"/>
              <a:gd name="connsiteY11" fmla="*/ 1341666 h 1603018"/>
              <a:gd name="connsiteX12" fmla="*/ 8537336 w 9662615"/>
              <a:gd name="connsiteY12" fmla="*/ 1341684 h 1603018"/>
              <a:gd name="connsiteX13" fmla="*/ 8416849 w 9662615"/>
              <a:gd name="connsiteY13" fmla="*/ 1367085 h 1603018"/>
              <a:gd name="connsiteX14" fmla="*/ 8278355 w 9662615"/>
              <a:gd name="connsiteY14" fmla="*/ 1386569 h 1603018"/>
              <a:gd name="connsiteX15" fmla="*/ 8197961 w 9662615"/>
              <a:gd name="connsiteY15" fmla="*/ 1392804 h 1603018"/>
              <a:gd name="connsiteX16" fmla="*/ 8171196 w 9662615"/>
              <a:gd name="connsiteY16" fmla="*/ 1397216 h 1603018"/>
              <a:gd name="connsiteX17" fmla="*/ 8087910 w 9662615"/>
              <a:gd name="connsiteY17" fmla="*/ 1386449 h 1603018"/>
              <a:gd name="connsiteX18" fmla="*/ 7974579 w 9662615"/>
              <a:gd name="connsiteY18" fmla="*/ 1383439 h 1603018"/>
              <a:gd name="connsiteX19" fmla="*/ 7768351 w 9662615"/>
              <a:gd name="connsiteY19" fmla="*/ 1395051 h 1603018"/>
              <a:gd name="connsiteX20" fmla="*/ 7635985 w 9662615"/>
              <a:gd name="connsiteY20" fmla="*/ 1386363 h 1603018"/>
              <a:gd name="connsiteX21" fmla="*/ 7466069 w 9662615"/>
              <a:gd name="connsiteY21" fmla="*/ 1377654 h 1603018"/>
              <a:gd name="connsiteX22" fmla="*/ 7355642 w 9662615"/>
              <a:gd name="connsiteY22" fmla="*/ 1407761 h 1603018"/>
              <a:gd name="connsiteX23" fmla="*/ 7215220 w 9662615"/>
              <a:gd name="connsiteY23" fmla="*/ 1397856 h 1603018"/>
              <a:gd name="connsiteX24" fmla="*/ 7082147 w 9662615"/>
              <a:gd name="connsiteY24" fmla="*/ 1406113 h 1603018"/>
              <a:gd name="connsiteX25" fmla="*/ 6987129 w 9662615"/>
              <a:gd name="connsiteY25" fmla="*/ 1404834 h 1603018"/>
              <a:gd name="connsiteX26" fmla="*/ 6907567 w 9662615"/>
              <a:gd name="connsiteY26" fmla="*/ 1419149 h 1603018"/>
              <a:gd name="connsiteX27" fmla="*/ 6748428 w 9662615"/>
              <a:gd name="connsiteY27" fmla="*/ 1420308 h 1603018"/>
              <a:gd name="connsiteX28" fmla="*/ 6654257 w 9662615"/>
              <a:gd name="connsiteY28" fmla="*/ 1424143 h 1603018"/>
              <a:gd name="connsiteX29" fmla="*/ 6620123 w 9662615"/>
              <a:gd name="connsiteY29" fmla="*/ 1430535 h 1603018"/>
              <a:gd name="connsiteX30" fmla="*/ 6571355 w 9662615"/>
              <a:gd name="connsiteY30" fmla="*/ 1436144 h 1603018"/>
              <a:gd name="connsiteX31" fmla="*/ 6486557 w 9662615"/>
              <a:gd name="connsiteY31" fmla="*/ 1449861 h 1603018"/>
              <a:gd name="connsiteX32" fmla="*/ 6370419 w 9662615"/>
              <a:gd name="connsiteY32" fmla="*/ 1461649 h 1603018"/>
              <a:gd name="connsiteX33" fmla="*/ 6278839 w 9662615"/>
              <a:gd name="connsiteY33" fmla="*/ 1449160 h 1603018"/>
              <a:gd name="connsiteX34" fmla="*/ 6272455 w 9662615"/>
              <a:gd name="connsiteY34" fmla="*/ 1453191 h 1603018"/>
              <a:gd name="connsiteX35" fmla="*/ 6212659 w 9662615"/>
              <a:gd name="connsiteY35" fmla="*/ 1454850 h 1603018"/>
              <a:gd name="connsiteX36" fmla="*/ 6069317 w 9662615"/>
              <a:gd name="connsiteY36" fmla="*/ 1445838 h 1603018"/>
              <a:gd name="connsiteX37" fmla="*/ 5878477 w 9662615"/>
              <a:gd name="connsiteY37" fmla="*/ 1439180 h 1603018"/>
              <a:gd name="connsiteX38" fmla="*/ 5838387 w 9662615"/>
              <a:gd name="connsiteY38" fmla="*/ 1444679 h 1603018"/>
              <a:gd name="connsiteX39" fmla="*/ 5771136 w 9662615"/>
              <a:gd name="connsiteY39" fmla="*/ 1453639 h 1603018"/>
              <a:gd name="connsiteX40" fmla="*/ 5724081 w 9662615"/>
              <a:gd name="connsiteY40" fmla="*/ 1470431 h 1603018"/>
              <a:gd name="connsiteX41" fmla="*/ 5666577 w 9662615"/>
              <a:gd name="connsiteY41" fmla="*/ 1473921 h 1603018"/>
              <a:gd name="connsiteX42" fmla="*/ 5649068 w 9662615"/>
              <a:gd name="connsiteY42" fmla="*/ 1461676 h 1603018"/>
              <a:gd name="connsiteX43" fmla="*/ 5588902 w 9662615"/>
              <a:gd name="connsiteY43" fmla="*/ 1469647 h 1603018"/>
              <a:gd name="connsiteX44" fmla="*/ 5498090 w 9662615"/>
              <a:gd name="connsiteY44" fmla="*/ 1483173 h 1603018"/>
              <a:gd name="connsiteX45" fmla="*/ 5444641 w 9662615"/>
              <a:gd name="connsiteY45" fmla="*/ 1487602 h 1603018"/>
              <a:gd name="connsiteX46" fmla="*/ 5299812 w 9662615"/>
              <a:gd name="connsiteY46" fmla="*/ 1503362 h 1603018"/>
              <a:gd name="connsiteX47" fmla="*/ 5245752 w 9662615"/>
              <a:gd name="connsiteY47" fmla="*/ 1520612 h 1603018"/>
              <a:gd name="connsiteX48" fmla="*/ 5177807 w 9662615"/>
              <a:gd name="connsiteY48" fmla="*/ 1526802 h 1603018"/>
              <a:gd name="connsiteX49" fmla="*/ 5113910 w 9662615"/>
              <a:gd name="connsiteY49" fmla="*/ 1533205 h 1603018"/>
              <a:gd name="connsiteX50" fmla="*/ 5059484 w 9662615"/>
              <a:gd name="connsiteY50" fmla="*/ 1546802 h 1603018"/>
              <a:gd name="connsiteX51" fmla="*/ 5038524 w 9662615"/>
              <a:gd name="connsiteY51" fmla="*/ 1545675 h 1603018"/>
              <a:gd name="connsiteX52" fmla="*/ 5026564 w 9662615"/>
              <a:gd name="connsiteY52" fmla="*/ 1545376 h 1603018"/>
              <a:gd name="connsiteX53" fmla="*/ 4969433 w 9662615"/>
              <a:gd name="connsiteY53" fmla="*/ 1550865 h 1603018"/>
              <a:gd name="connsiteX54" fmla="*/ 4871726 w 9662615"/>
              <a:gd name="connsiteY54" fmla="*/ 1570584 h 1603018"/>
              <a:gd name="connsiteX55" fmla="*/ 4843267 w 9662615"/>
              <a:gd name="connsiteY55" fmla="*/ 1561459 h 1603018"/>
              <a:gd name="connsiteX56" fmla="*/ 4821058 w 9662615"/>
              <a:gd name="connsiteY56" fmla="*/ 1553078 h 1603018"/>
              <a:gd name="connsiteX57" fmla="*/ 4791466 w 9662615"/>
              <a:gd name="connsiteY57" fmla="*/ 1561324 h 1603018"/>
              <a:gd name="connsiteX58" fmla="*/ 4784247 w 9662615"/>
              <a:gd name="connsiteY58" fmla="*/ 1562342 h 1603018"/>
              <a:gd name="connsiteX59" fmla="*/ 4739309 w 9662615"/>
              <a:gd name="connsiteY59" fmla="*/ 1553948 h 1603018"/>
              <a:gd name="connsiteX60" fmla="*/ 4697562 w 9662615"/>
              <a:gd name="connsiteY60" fmla="*/ 1551206 h 1603018"/>
              <a:gd name="connsiteX61" fmla="*/ 4650737 w 9662615"/>
              <a:gd name="connsiteY61" fmla="*/ 1537381 h 1603018"/>
              <a:gd name="connsiteX62" fmla="*/ 4583150 w 9662615"/>
              <a:gd name="connsiteY62" fmla="*/ 1529064 h 1603018"/>
              <a:gd name="connsiteX63" fmla="*/ 4521734 w 9662615"/>
              <a:gd name="connsiteY63" fmla="*/ 1529359 h 1603018"/>
              <a:gd name="connsiteX64" fmla="*/ 4382398 w 9662615"/>
              <a:gd name="connsiteY64" fmla="*/ 1534108 h 1603018"/>
              <a:gd name="connsiteX65" fmla="*/ 4221826 w 9662615"/>
              <a:gd name="connsiteY65" fmla="*/ 1500972 h 1603018"/>
              <a:gd name="connsiteX66" fmla="*/ 4096601 w 9662615"/>
              <a:gd name="connsiteY66" fmla="*/ 1521563 h 1603018"/>
              <a:gd name="connsiteX67" fmla="*/ 4002441 w 9662615"/>
              <a:gd name="connsiteY67" fmla="*/ 1528912 h 1603018"/>
              <a:gd name="connsiteX68" fmla="*/ 3833906 w 9662615"/>
              <a:gd name="connsiteY68" fmla="*/ 1516637 h 1603018"/>
              <a:gd name="connsiteX69" fmla="*/ 3763845 w 9662615"/>
              <a:gd name="connsiteY69" fmla="*/ 1501782 h 1603018"/>
              <a:gd name="connsiteX70" fmla="*/ 3641778 w 9662615"/>
              <a:gd name="connsiteY70" fmla="*/ 1505446 h 1603018"/>
              <a:gd name="connsiteX71" fmla="*/ 3612941 w 9662615"/>
              <a:gd name="connsiteY71" fmla="*/ 1411755 h 1603018"/>
              <a:gd name="connsiteX72" fmla="*/ 3560267 w 9662615"/>
              <a:gd name="connsiteY72" fmla="*/ 1516288 h 1603018"/>
              <a:gd name="connsiteX73" fmla="*/ 3540258 w 9662615"/>
              <a:gd name="connsiteY73" fmla="*/ 1516976 h 1603018"/>
              <a:gd name="connsiteX74" fmla="*/ 3522853 w 9662615"/>
              <a:gd name="connsiteY74" fmla="*/ 1538044 h 1603018"/>
              <a:gd name="connsiteX75" fmla="*/ 3480929 w 9662615"/>
              <a:gd name="connsiteY75" fmla="*/ 1526739 h 1603018"/>
              <a:gd name="connsiteX76" fmla="*/ 3430805 w 9662615"/>
              <a:gd name="connsiteY76" fmla="*/ 1542521 h 1603018"/>
              <a:gd name="connsiteX77" fmla="*/ 3292707 w 9662615"/>
              <a:gd name="connsiteY77" fmla="*/ 1520490 h 1603018"/>
              <a:gd name="connsiteX78" fmla="*/ 3187872 w 9662615"/>
              <a:gd name="connsiteY78" fmla="*/ 1519991 h 1603018"/>
              <a:gd name="connsiteX79" fmla="*/ 3148026 w 9662615"/>
              <a:gd name="connsiteY79" fmla="*/ 1524777 h 1603018"/>
              <a:gd name="connsiteX80" fmla="*/ 3092394 w 9662615"/>
              <a:gd name="connsiteY80" fmla="*/ 1528115 h 1603018"/>
              <a:gd name="connsiteX81" fmla="*/ 2994200 w 9662615"/>
              <a:gd name="connsiteY81" fmla="*/ 1537857 h 1603018"/>
              <a:gd name="connsiteX82" fmla="*/ 2862301 w 9662615"/>
              <a:gd name="connsiteY82" fmla="*/ 1544250 h 1603018"/>
              <a:gd name="connsiteX83" fmla="*/ 2766335 w 9662615"/>
              <a:gd name="connsiteY83" fmla="*/ 1527662 h 1603018"/>
              <a:gd name="connsiteX84" fmla="*/ 2757836 w 9662615"/>
              <a:gd name="connsiteY84" fmla="*/ 1531371 h 1603018"/>
              <a:gd name="connsiteX85" fmla="*/ 2691555 w 9662615"/>
              <a:gd name="connsiteY85" fmla="*/ 1530283 h 1603018"/>
              <a:gd name="connsiteX86" fmla="*/ 2491676 w 9662615"/>
              <a:gd name="connsiteY86" fmla="*/ 1500859 h 1603018"/>
              <a:gd name="connsiteX87" fmla="*/ 2378036 w 9662615"/>
              <a:gd name="connsiteY87" fmla="*/ 1520645 h 1603018"/>
              <a:gd name="connsiteX88" fmla="*/ 2284269 w 9662615"/>
              <a:gd name="connsiteY88" fmla="*/ 1503068 h 1603018"/>
              <a:gd name="connsiteX89" fmla="*/ 2207104 w 9662615"/>
              <a:gd name="connsiteY89" fmla="*/ 1508888 h 1603018"/>
              <a:gd name="connsiteX90" fmla="*/ 2149226 w 9662615"/>
              <a:gd name="connsiteY90" fmla="*/ 1523409 h 1603018"/>
              <a:gd name="connsiteX91" fmla="*/ 2084783 w 9662615"/>
              <a:gd name="connsiteY91" fmla="*/ 1524245 h 1603018"/>
              <a:gd name="connsiteX92" fmla="*/ 2070075 w 9662615"/>
              <a:gd name="connsiteY92" fmla="*/ 1511285 h 1603018"/>
              <a:gd name="connsiteX93" fmla="*/ 2001057 w 9662615"/>
              <a:gd name="connsiteY93" fmla="*/ 1516449 h 1603018"/>
              <a:gd name="connsiteX94" fmla="*/ 1896330 w 9662615"/>
              <a:gd name="connsiteY94" fmla="*/ 1525725 h 1603018"/>
              <a:gd name="connsiteX95" fmla="*/ 1835994 w 9662615"/>
              <a:gd name="connsiteY95" fmla="*/ 1527678 h 1603018"/>
              <a:gd name="connsiteX96" fmla="*/ 1671119 w 9662615"/>
              <a:gd name="connsiteY96" fmla="*/ 1536701 h 1603018"/>
              <a:gd name="connsiteX97" fmla="*/ 1565556 w 9662615"/>
              <a:gd name="connsiteY97" fmla="*/ 1556503 h 1603018"/>
              <a:gd name="connsiteX98" fmla="*/ 1407755 w 9662615"/>
              <a:gd name="connsiteY98" fmla="*/ 1571444 h 1603018"/>
              <a:gd name="connsiteX99" fmla="*/ 1291872 w 9662615"/>
              <a:gd name="connsiteY99" fmla="*/ 1579471 h 1603018"/>
              <a:gd name="connsiteX100" fmla="*/ 1245251 w 9662615"/>
              <a:gd name="connsiteY100" fmla="*/ 1603018 h 1603018"/>
              <a:gd name="connsiteX101" fmla="*/ 1181938 w 9662615"/>
              <a:gd name="connsiteY101" fmla="*/ 1592789 h 1603018"/>
              <a:gd name="connsiteX102" fmla="*/ 1091432 w 9662615"/>
              <a:gd name="connsiteY102" fmla="*/ 1571003 h 1603018"/>
              <a:gd name="connsiteX103" fmla="*/ 940355 w 9662615"/>
              <a:gd name="connsiteY103" fmla="*/ 1560638 h 1603018"/>
              <a:gd name="connsiteX104" fmla="*/ 868264 w 9662615"/>
              <a:gd name="connsiteY104" fmla="*/ 1566392 h 1603018"/>
              <a:gd name="connsiteX105" fmla="*/ 792765 w 9662615"/>
              <a:gd name="connsiteY105" fmla="*/ 1563102 h 1603018"/>
              <a:gd name="connsiteX106" fmla="*/ 653153 w 9662615"/>
              <a:gd name="connsiteY106" fmla="*/ 1563516 h 1603018"/>
              <a:gd name="connsiteX107" fmla="*/ 541933 w 9662615"/>
              <a:gd name="connsiteY107" fmla="*/ 1561051 h 1603018"/>
              <a:gd name="connsiteX108" fmla="*/ 472797 w 9662615"/>
              <a:gd name="connsiteY108" fmla="*/ 1568904 h 1603018"/>
              <a:gd name="connsiteX109" fmla="*/ 396059 w 9662615"/>
              <a:gd name="connsiteY109" fmla="*/ 1560970 h 1603018"/>
              <a:gd name="connsiteX110" fmla="*/ 336819 w 9662615"/>
              <a:gd name="connsiteY110" fmla="*/ 1560892 h 1603018"/>
              <a:gd name="connsiteX111" fmla="*/ 267163 w 9662615"/>
              <a:gd name="connsiteY111" fmla="*/ 1531913 h 1603018"/>
              <a:gd name="connsiteX112" fmla="*/ 196644 w 9662615"/>
              <a:gd name="connsiteY112" fmla="*/ 1524565 h 1603018"/>
              <a:gd name="connsiteX113" fmla="*/ 86819 w 9662615"/>
              <a:gd name="connsiteY113" fmla="*/ 1519517 h 1603018"/>
              <a:gd name="connsiteX114" fmla="*/ 53369 w 9662615"/>
              <a:gd name="connsiteY114" fmla="*/ 1516853 h 1603018"/>
              <a:gd name="connsiteX115" fmla="*/ 2359 w 9662615"/>
              <a:gd name="connsiteY115" fmla="*/ 1515247 h 1603018"/>
              <a:gd name="connsiteX116" fmla="*/ 0 w 9662615"/>
              <a:gd name="connsiteY116" fmla="*/ 1514932 h 1603018"/>
              <a:gd name="connsiteX117" fmla="*/ 0 w 9662615"/>
              <a:gd name="connsiteY117" fmla="*/ 0 h 1603018"/>
              <a:gd name="connsiteX0" fmla="*/ 0 w 9662615"/>
              <a:gd name="connsiteY0" fmla="*/ 0 h 1603018"/>
              <a:gd name="connsiteX1" fmla="*/ 9662615 w 9662615"/>
              <a:gd name="connsiteY1" fmla="*/ 0 h 1603018"/>
              <a:gd name="connsiteX2" fmla="*/ 9662615 w 9662615"/>
              <a:gd name="connsiteY2" fmla="*/ 1280346 h 1603018"/>
              <a:gd name="connsiteX3" fmla="*/ 9551077 w 9662615"/>
              <a:gd name="connsiteY3" fmla="*/ 1292033 h 1603018"/>
              <a:gd name="connsiteX4" fmla="*/ 9469546 w 9662615"/>
              <a:gd name="connsiteY4" fmla="*/ 1289837 h 1603018"/>
              <a:gd name="connsiteX5" fmla="*/ 9326260 w 9662615"/>
              <a:gd name="connsiteY5" fmla="*/ 1277155 h 1603018"/>
              <a:gd name="connsiteX6" fmla="*/ 9144767 w 9662615"/>
              <a:gd name="connsiteY6" fmla="*/ 1264120 h 1603018"/>
              <a:gd name="connsiteX7" fmla="*/ 8976400 w 9662615"/>
              <a:gd name="connsiteY7" fmla="*/ 1326661 h 1603018"/>
              <a:gd name="connsiteX8" fmla="*/ 8828711 w 9662615"/>
              <a:gd name="connsiteY8" fmla="*/ 1346394 h 1603018"/>
              <a:gd name="connsiteX9" fmla="*/ 8695953 w 9662615"/>
              <a:gd name="connsiteY9" fmla="*/ 1346784 h 1603018"/>
              <a:gd name="connsiteX10" fmla="*/ 8652191 w 9662615"/>
              <a:gd name="connsiteY10" fmla="*/ 1345903 h 1603018"/>
              <a:gd name="connsiteX11" fmla="*/ 8591582 w 9662615"/>
              <a:gd name="connsiteY11" fmla="*/ 1341666 h 1603018"/>
              <a:gd name="connsiteX12" fmla="*/ 8537336 w 9662615"/>
              <a:gd name="connsiteY12" fmla="*/ 1341684 h 1603018"/>
              <a:gd name="connsiteX13" fmla="*/ 8416849 w 9662615"/>
              <a:gd name="connsiteY13" fmla="*/ 1367085 h 1603018"/>
              <a:gd name="connsiteX14" fmla="*/ 8278355 w 9662615"/>
              <a:gd name="connsiteY14" fmla="*/ 1386569 h 1603018"/>
              <a:gd name="connsiteX15" fmla="*/ 8197961 w 9662615"/>
              <a:gd name="connsiteY15" fmla="*/ 1392804 h 1603018"/>
              <a:gd name="connsiteX16" fmla="*/ 8171196 w 9662615"/>
              <a:gd name="connsiteY16" fmla="*/ 1397216 h 1603018"/>
              <a:gd name="connsiteX17" fmla="*/ 8087910 w 9662615"/>
              <a:gd name="connsiteY17" fmla="*/ 1386449 h 1603018"/>
              <a:gd name="connsiteX18" fmla="*/ 7974579 w 9662615"/>
              <a:gd name="connsiteY18" fmla="*/ 1383439 h 1603018"/>
              <a:gd name="connsiteX19" fmla="*/ 7768351 w 9662615"/>
              <a:gd name="connsiteY19" fmla="*/ 1395051 h 1603018"/>
              <a:gd name="connsiteX20" fmla="*/ 7635985 w 9662615"/>
              <a:gd name="connsiteY20" fmla="*/ 1386363 h 1603018"/>
              <a:gd name="connsiteX21" fmla="*/ 7466069 w 9662615"/>
              <a:gd name="connsiteY21" fmla="*/ 1377654 h 1603018"/>
              <a:gd name="connsiteX22" fmla="*/ 7355642 w 9662615"/>
              <a:gd name="connsiteY22" fmla="*/ 1407761 h 1603018"/>
              <a:gd name="connsiteX23" fmla="*/ 7215220 w 9662615"/>
              <a:gd name="connsiteY23" fmla="*/ 1397856 h 1603018"/>
              <a:gd name="connsiteX24" fmla="*/ 7082147 w 9662615"/>
              <a:gd name="connsiteY24" fmla="*/ 1406113 h 1603018"/>
              <a:gd name="connsiteX25" fmla="*/ 6987129 w 9662615"/>
              <a:gd name="connsiteY25" fmla="*/ 1404834 h 1603018"/>
              <a:gd name="connsiteX26" fmla="*/ 6907567 w 9662615"/>
              <a:gd name="connsiteY26" fmla="*/ 1419149 h 1603018"/>
              <a:gd name="connsiteX27" fmla="*/ 6748428 w 9662615"/>
              <a:gd name="connsiteY27" fmla="*/ 1420308 h 1603018"/>
              <a:gd name="connsiteX28" fmla="*/ 6654257 w 9662615"/>
              <a:gd name="connsiteY28" fmla="*/ 1424143 h 1603018"/>
              <a:gd name="connsiteX29" fmla="*/ 6620123 w 9662615"/>
              <a:gd name="connsiteY29" fmla="*/ 1430535 h 1603018"/>
              <a:gd name="connsiteX30" fmla="*/ 6571355 w 9662615"/>
              <a:gd name="connsiteY30" fmla="*/ 1436144 h 1603018"/>
              <a:gd name="connsiteX31" fmla="*/ 6486557 w 9662615"/>
              <a:gd name="connsiteY31" fmla="*/ 1449861 h 1603018"/>
              <a:gd name="connsiteX32" fmla="*/ 6370419 w 9662615"/>
              <a:gd name="connsiteY32" fmla="*/ 1461649 h 1603018"/>
              <a:gd name="connsiteX33" fmla="*/ 6278839 w 9662615"/>
              <a:gd name="connsiteY33" fmla="*/ 1449160 h 1603018"/>
              <a:gd name="connsiteX34" fmla="*/ 6272455 w 9662615"/>
              <a:gd name="connsiteY34" fmla="*/ 1453191 h 1603018"/>
              <a:gd name="connsiteX35" fmla="*/ 6212659 w 9662615"/>
              <a:gd name="connsiteY35" fmla="*/ 1454850 h 1603018"/>
              <a:gd name="connsiteX36" fmla="*/ 6069317 w 9662615"/>
              <a:gd name="connsiteY36" fmla="*/ 1445838 h 1603018"/>
              <a:gd name="connsiteX37" fmla="*/ 5878477 w 9662615"/>
              <a:gd name="connsiteY37" fmla="*/ 1439180 h 1603018"/>
              <a:gd name="connsiteX38" fmla="*/ 5838387 w 9662615"/>
              <a:gd name="connsiteY38" fmla="*/ 1444679 h 1603018"/>
              <a:gd name="connsiteX39" fmla="*/ 5771136 w 9662615"/>
              <a:gd name="connsiteY39" fmla="*/ 1453639 h 1603018"/>
              <a:gd name="connsiteX40" fmla="*/ 5724081 w 9662615"/>
              <a:gd name="connsiteY40" fmla="*/ 1470431 h 1603018"/>
              <a:gd name="connsiteX41" fmla="*/ 5666577 w 9662615"/>
              <a:gd name="connsiteY41" fmla="*/ 1473921 h 1603018"/>
              <a:gd name="connsiteX42" fmla="*/ 5649068 w 9662615"/>
              <a:gd name="connsiteY42" fmla="*/ 1461676 h 1603018"/>
              <a:gd name="connsiteX43" fmla="*/ 5588902 w 9662615"/>
              <a:gd name="connsiteY43" fmla="*/ 1469647 h 1603018"/>
              <a:gd name="connsiteX44" fmla="*/ 5498090 w 9662615"/>
              <a:gd name="connsiteY44" fmla="*/ 1483173 h 1603018"/>
              <a:gd name="connsiteX45" fmla="*/ 5444641 w 9662615"/>
              <a:gd name="connsiteY45" fmla="*/ 1487602 h 1603018"/>
              <a:gd name="connsiteX46" fmla="*/ 5299812 w 9662615"/>
              <a:gd name="connsiteY46" fmla="*/ 1503362 h 1603018"/>
              <a:gd name="connsiteX47" fmla="*/ 5245752 w 9662615"/>
              <a:gd name="connsiteY47" fmla="*/ 1520612 h 1603018"/>
              <a:gd name="connsiteX48" fmla="*/ 5177807 w 9662615"/>
              <a:gd name="connsiteY48" fmla="*/ 1526802 h 1603018"/>
              <a:gd name="connsiteX49" fmla="*/ 5113910 w 9662615"/>
              <a:gd name="connsiteY49" fmla="*/ 1533205 h 1603018"/>
              <a:gd name="connsiteX50" fmla="*/ 5059484 w 9662615"/>
              <a:gd name="connsiteY50" fmla="*/ 1546802 h 1603018"/>
              <a:gd name="connsiteX51" fmla="*/ 5038524 w 9662615"/>
              <a:gd name="connsiteY51" fmla="*/ 1545675 h 1603018"/>
              <a:gd name="connsiteX52" fmla="*/ 5026564 w 9662615"/>
              <a:gd name="connsiteY52" fmla="*/ 1545376 h 1603018"/>
              <a:gd name="connsiteX53" fmla="*/ 4969433 w 9662615"/>
              <a:gd name="connsiteY53" fmla="*/ 1550865 h 1603018"/>
              <a:gd name="connsiteX54" fmla="*/ 4871726 w 9662615"/>
              <a:gd name="connsiteY54" fmla="*/ 1570584 h 1603018"/>
              <a:gd name="connsiteX55" fmla="*/ 4843267 w 9662615"/>
              <a:gd name="connsiteY55" fmla="*/ 1561459 h 1603018"/>
              <a:gd name="connsiteX56" fmla="*/ 4821058 w 9662615"/>
              <a:gd name="connsiteY56" fmla="*/ 1553078 h 1603018"/>
              <a:gd name="connsiteX57" fmla="*/ 4791466 w 9662615"/>
              <a:gd name="connsiteY57" fmla="*/ 1561324 h 1603018"/>
              <a:gd name="connsiteX58" fmla="*/ 4784247 w 9662615"/>
              <a:gd name="connsiteY58" fmla="*/ 1562342 h 1603018"/>
              <a:gd name="connsiteX59" fmla="*/ 4739309 w 9662615"/>
              <a:gd name="connsiteY59" fmla="*/ 1553948 h 1603018"/>
              <a:gd name="connsiteX60" fmla="*/ 4697562 w 9662615"/>
              <a:gd name="connsiteY60" fmla="*/ 1551206 h 1603018"/>
              <a:gd name="connsiteX61" fmla="*/ 4650737 w 9662615"/>
              <a:gd name="connsiteY61" fmla="*/ 1537381 h 1603018"/>
              <a:gd name="connsiteX62" fmla="*/ 4583150 w 9662615"/>
              <a:gd name="connsiteY62" fmla="*/ 1529064 h 1603018"/>
              <a:gd name="connsiteX63" fmla="*/ 4521734 w 9662615"/>
              <a:gd name="connsiteY63" fmla="*/ 1529359 h 1603018"/>
              <a:gd name="connsiteX64" fmla="*/ 4382398 w 9662615"/>
              <a:gd name="connsiteY64" fmla="*/ 1534108 h 1603018"/>
              <a:gd name="connsiteX65" fmla="*/ 4221826 w 9662615"/>
              <a:gd name="connsiteY65" fmla="*/ 1500972 h 1603018"/>
              <a:gd name="connsiteX66" fmla="*/ 4096601 w 9662615"/>
              <a:gd name="connsiteY66" fmla="*/ 1521563 h 1603018"/>
              <a:gd name="connsiteX67" fmla="*/ 4002441 w 9662615"/>
              <a:gd name="connsiteY67" fmla="*/ 1528912 h 1603018"/>
              <a:gd name="connsiteX68" fmla="*/ 3833906 w 9662615"/>
              <a:gd name="connsiteY68" fmla="*/ 1516637 h 1603018"/>
              <a:gd name="connsiteX69" fmla="*/ 3763845 w 9662615"/>
              <a:gd name="connsiteY69" fmla="*/ 1501782 h 1603018"/>
              <a:gd name="connsiteX70" fmla="*/ 3641778 w 9662615"/>
              <a:gd name="connsiteY70" fmla="*/ 1505446 h 1603018"/>
              <a:gd name="connsiteX71" fmla="*/ 3612941 w 9662615"/>
              <a:gd name="connsiteY71" fmla="*/ 1411755 h 1603018"/>
              <a:gd name="connsiteX72" fmla="*/ 3576170 w 9662615"/>
              <a:gd name="connsiteY72" fmla="*/ 1516288 h 1603018"/>
              <a:gd name="connsiteX73" fmla="*/ 3540258 w 9662615"/>
              <a:gd name="connsiteY73" fmla="*/ 1516976 h 1603018"/>
              <a:gd name="connsiteX74" fmla="*/ 3522853 w 9662615"/>
              <a:gd name="connsiteY74" fmla="*/ 1538044 h 1603018"/>
              <a:gd name="connsiteX75" fmla="*/ 3480929 w 9662615"/>
              <a:gd name="connsiteY75" fmla="*/ 1526739 h 1603018"/>
              <a:gd name="connsiteX76" fmla="*/ 3430805 w 9662615"/>
              <a:gd name="connsiteY76" fmla="*/ 1542521 h 1603018"/>
              <a:gd name="connsiteX77" fmla="*/ 3292707 w 9662615"/>
              <a:gd name="connsiteY77" fmla="*/ 1520490 h 1603018"/>
              <a:gd name="connsiteX78" fmla="*/ 3187872 w 9662615"/>
              <a:gd name="connsiteY78" fmla="*/ 1519991 h 1603018"/>
              <a:gd name="connsiteX79" fmla="*/ 3148026 w 9662615"/>
              <a:gd name="connsiteY79" fmla="*/ 1524777 h 1603018"/>
              <a:gd name="connsiteX80" fmla="*/ 3092394 w 9662615"/>
              <a:gd name="connsiteY80" fmla="*/ 1528115 h 1603018"/>
              <a:gd name="connsiteX81" fmla="*/ 2994200 w 9662615"/>
              <a:gd name="connsiteY81" fmla="*/ 1537857 h 1603018"/>
              <a:gd name="connsiteX82" fmla="*/ 2862301 w 9662615"/>
              <a:gd name="connsiteY82" fmla="*/ 1544250 h 1603018"/>
              <a:gd name="connsiteX83" fmla="*/ 2766335 w 9662615"/>
              <a:gd name="connsiteY83" fmla="*/ 1527662 h 1603018"/>
              <a:gd name="connsiteX84" fmla="*/ 2757836 w 9662615"/>
              <a:gd name="connsiteY84" fmla="*/ 1531371 h 1603018"/>
              <a:gd name="connsiteX85" fmla="*/ 2691555 w 9662615"/>
              <a:gd name="connsiteY85" fmla="*/ 1530283 h 1603018"/>
              <a:gd name="connsiteX86" fmla="*/ 2491676 w 9662615"/>
              <a:gd name="connsiteY86" fmla="*/ 1500859 h 1603018"/>
              <a:gd name="connsiteX87" fmla="*/ 2378036 w 9662615"/>
              <a:gd name="connsiteY87" fmla="*/ 1520645 h 1603018"/>
              <a:gd name="connsiteX88" fmla="*/ 2284269 w 9662615"/>
              <a:gd name="connsiteY88" fmla="*/ 1503068 h 1603018"/>
              <a:gd name="connsiteX89" fmla="*/ 2207104 w 9662615"/>
              <a:gd name="connsiteY89" fmla="*/ 1508888 h 1603018"/>
              <a:gd name="connsiteX90" fmla="*/ 2149226 w 9662615"/>
              <a:gd name="connsiteY90" fmla="*/ 1523409 h 1603018"/>
              <a:gd name="connsiteX91" fmla="*/ 2084783 w 9662615"/>
              <a:gd name="connsiteY91" fmla="*/ 1524245 h 1603018"/>
              <a:gd name="connsiteX92" fmla="*/ 2070075 w 9662615"/>
              <a:gd name="connsiteY92" fmla="*/ 1511285 h 1603018"/>
              <a:gd name="connsiteX93" fmla="*/ 2001057 w 9662615"/>
              <a:gd name="connsiteY93" fmla="*/ 1516449 h 1603018"/>
              <a:gd name="connsiteX94" fmla="*/ 1896330 w 9662615"/>
              <a:gd name="connsiteY94" fmla="*/ 1525725 h 1603018"/>
              <a:gd name="connsiteX95" fmla="*/ 1835994 w 9662615"/>
              <a:gd name="connsiteY95" fmla="*/ 1527678 h 1603018"/>
              <a:gd name="connsiteX96" fmla="*/ 1671119 w 9662615"/>
              <a:gd name="connsiteY96" fmla="*/ 1536701 h 1603018"/>
              <a:gd name="connsiteX97" fmla="*/ 1565556 w 9662615"/>
              <a:gd name="connsiteY97" fmla="*/ 1556503 h 1603018"/>
              <a:gd name="connsiteX98" fmla="*/ 1407755 w 9662615"/>
              <a:gd name="connsiteY98" fmla="*/ 1571444 h 1603018"/>
              <a:gd name="connsiteX99" fmla="*/ 1291872 w 9662615"/>
              <a:gd name="connsiteY99" fmla="*/ 1579471 h 1603018"/>
              <a:gd name="connsiteX100" fmla="*/ 1245251 w 9662615"/>
              <a:gd name="connsiteY100" fmla="*/ 1603018 h 1603018"/>
              <a:gd name="connsiteX101" fmla="*/ 1181938 w 9662615"/>
              <a:gd name="connsiteY101" fmla="*/ 1592789 h 1603018"/>
              <a:gd name="connsiteX102" fmla="*/ 1091432 w 9662615"/>
              <a:gd name="connsiteY102" fmla="*/ 1571003 h 1603018"/>
              <a:gd name="connsiteX103" fmla="*/ 940355 w 9662615"/>
              <a:gd name="connsiteY103" fmla="*/ 1560638 h 1603018"/>
              <a:gd name="connsiteX104" fmla="*/ 868264 w 9662615"/>
              <a:gd name="connsiteY104" fmla="*/ 1566392 h 1603018"/>
              <a:gd name="connsiteX105" fmla="*/ 792765 w 9662615"/>
              <a:gd name="connsiteY105" fmla="*/ 1563102 h 1603018"/>
              <a:gd name="connsiteX106" fmla="*/ 653153 w 9662615"/>
              <a:gd name="connsiteY106" fmla="*/ 1563516 h 1603018"/>
              <a:gd name="connsiteX107" fmla="*/ 541933 w 9662615"/>
              <a:gd name="connsiteY107" fmla="*/ 1561051 h 1603018"/>
              <a:gd name="connsiteX108" fmla="*/ 472797 w 9662615"/>
              <a:gd name="connsiteY108" fmla="*/ 1568904 h 1603018"/>
              <a:gd name="connsiteX109" fmla="*/ 396059 w 9662615"/>
              <a:gd name="connsiteY109" fmla="*/ 1560970 h 1603018"/>
              <a:gd name="connsiteX110" fmla="*/ 336819 w 9662615"/>
              <a:gd name="connsiteY110" fmla="*/ 1560892 h 1603018"/>
              <a:gd name="connsiteX111" fmla="*/ 267163 w 9662615"/>
              <a:gd name="connsiteY111" fmla="*/ 1531913 h 1603018"/>
              <a:gd name="connsiteX112" fmla="*/ 196644 w 9662615"/>
              <a:gd name="connsiteY112" fmla="*/ 1524565 h 1603018"/>
              <a:gd name="connsiteX113" fmla="*/ 86819 w 9662615"/>
              <a:gd name="connsiteY113" fmla="*/ 1519517 h 1603018"/>
              <a:gd name="connsiteX114" fmla="*/ 53369 w 9662615"/>
              <a:gd name="connsiteY114" fmla="*/ 1516853 h 1603018"/>
              <a:gd name="connsiteX115" fmla="*/ 2359 w 9662615"/>
              <a:gd name="connsiteY115" fmla="*/ 1515247 h 1603018"/>
              <a:gd name="connsiteX116" fmla="*/ 0 w 9662615"/>
              <a:gd name="connsiteY116" fmla="*/ 1514932 h 1603018"/>
              <a:gd name="connsiteX117" fmla="*/ 0 w 9662615"/>
              <a:gd name="connsiteY117" fmla="*/ 0 h 1603018"/>
              <a:gd name="connsiteX0" fmla="*/ 0 w 9662615"/>
              <a:gd name="connsiteY0" fmla="*/ 0 h 1603018"/>
              <a:gd name="connsiteX1" fmla="*/ 9662615 w 9662615"/>
              <a:gd name="connsiteY1" fmla="*/ 0 h 1603018"/>
              <a:gd name="connsiteX2" fmla="*/ 9662615 w 9662615"/>
              <a:gd name="connsiteY2" fmla="*/ 1280346 h 1603018"/>
              <a:gd name="connsiteX3" fmla="*/ 9551077 w 9662615"/>
              <a:gd name="connsiteY3" fmla="*/ 1292033 h 1603018"/>
              <a:gd name="connsiteX4" fmla="*/ 9469546 w 9662615"/>
              <a:gd name="connsiteY4" fmla="*/ 1289837 h 1603018"/>
              <a:gd name="connsiteX5" fmla="*/ 9326260 w 9662615"/>
              <a:gd name="connsiteY5" fmla="*/ 1277155 h 1603018"/>
              <a:gd name="connsiteX6" fmla="*/ 9144767 w 9662615"/>
              <a:gd name="connsiteY6" fmla="*/ 1264120 h 1603018"/>
              <a:gd name="connsiteX7" fmla="*/ 8976400 w 9662615"/>
              <a:gd name="connsiteY7" fmla="*/ 1326661 h 1603018"/>
              <a:gd name="connsiteX8" fmla="*/ 8828711 w 9662615"/>
              <a:gd name="connsiteY8" fmla="*/ 1346394 h 1603018"/>
              <a:gd name="connsiteX9" fmla="*/ 8695953 w 9662615"/>
              <a:gd name="connsiteY9" fmla="*/ 1346784 h 1603018"/>
              <a:gd name="connsiteX10" fmla="*/ 8652191 w 9662615"/>
              <a:gd name="connsiteY10" fmla="*/ 1345903 h 1603018"/>
              <a:gd name="connsiteX11" fmla="*/ 8591582 w 9662615"/>
              <a:gd name="connsiteY11" fmla="*/ 1341666 h 1603018"/>
              <a:gd name="connsiteX12" fmla="*/ 8537336 w 9662615"/>
              <a:gd name="connsiteY12" fmla="*/ 1341684 h 1603018"/>
              <a:gd name="connsiteX13" fmla="*/ 8416849 w 9662615"/>
              <a:gd name="connsiteY13" fmla="*/ 1367085 h 1603018"/>
              <a:gd name="connsiteX14" fmla="*/ 8278355 w 9662615"/>
              <a:gd name="connsiteY14" fmla="*/ 1386569 h 1603018"/>
              <a:gd name="connsiteX15" fmla="*/ 8197961 w 9662615"/>
              <a:gd name="connsiteY15" fmla="*/ 1392804 h 1603018"/>
              <a:gd name="connsiteX16" fmla="*/ 8171196 w 9662615"/>
              <a:gd name="connsiteY16" fmla="*/ 1397216 h 1603018"/>
              <a:gd name="connsiteX17" fmla="*/ 8087910 w 9662615"/>
              <a:gd name="connsiteY17" fmla="*/ 1386449 h 1603018"/>
              <a:gd name="connsiteX18" fmla="*/ 7974579 w 9662615"/>
              <a:gd name="connsiteY18" fmla="*/ 1383439 h 1603018"/>
              <a:gd name="connsiteX19" fmla="*/ 7768351 w 9662615"/>
              <a:gd name="connsiteY19" fmla="*/ 1395051 h 1603018"/>
              <a:gd name="connsiteX20" fmla="*/ 7635985 w 9662615"/>
              <a:gd name="connsiteY20" fmla="*/ 1386363 h 1603018"/>
              <a:gd name="connsiteX21" fmla="*/ 7466069 w 9662615"/>
              <a:gd name="connsiteY21" fmla="*/ 1377654 h 1603018"/>
              <a:gd name="connsiteX22" fmla="*/ 7355642 w 9662615"/>
              <a:gd name="connsiteY22" fmla="*/ 1407761 h 1603018"/>
              <a:gd name="connsiteX23" fmla="*/ 7215220 w 9662615"/>
              <a:gd name="connsiteY23" fmla="*/ 1397856 h 1603018"/>
              <a:gd name="connsiteX24" fmla="*/ 7082147 w 9662615"/>
              <a:gd name="connsiteY24" fmla="*/ 1406113 h 1603018"/>
              <a:gd name="connsiteX25" fmla="*/ 6987129 w 9662615"/>
              <a:gd name="connsiteY25" fmla="*/ 1404834 h 1603018"/>
              <a:gd name="connsiteX26" fmla="*/ 6907567 w 9662615"/>
              <a:gd name="connsiteY26" fmla="*/ 1419149 h 1603018"/>
              <a:gd name="connsiteX27" fmla="*/ 6748428 w 9662615"/>
              <a:gd name="connsiteY27" fmla="*/ 1420308 h 1603018"/>
              <a:gd name="connsiteX28" fmla="*/ 6654257 w 9662615"/>
              <a:gd name="connsiteY28" fmla="*/ 1424143 h 1603018"/>
              <a:gd name="connsiteX29" fmla="*/ 6620123 w 9662615"/>
              <a:gd name="connsiteY29" fmla="*/ 1430535 h 1603018"/>
              <a:gd name="connsiteX30" fmla="*/ 6571355 w 9662615"/>
              <a:gd name="connsiteY30" fmla="*/ 1436144 h 1603018"/>
              <a:gd name="connsiteX31" fmla="*/ 6486557 w 9662615"/>
              <a:gd name="connsiteY31" fmla="*/ 1449861 h 1603018"/>
              <a:gd name="connsiteX32" fmla="*/ 6370419 w 9662615"/>
              <a:gd name="connsiteY32" fmla="*/ 1461649 h 1603018"/>
              <a:gd name="connsiteX33" fmla="*/ 6278839 w 9662615"/>
              <a:gd name="connsiteY33" fmla="*/ 1449160 h 1603018"/>
              <a:gd name="connsiteX34" fmla="*/ 6272455 w 9662615"/>
              <a:gd name="connsiteY34" fmla="*/ 1453191 h 1603018"/>
              <a:gd name="connsiteX35" fmla="*/ 6212659 w 9662615"/>
              <a:gd name="connsiteY35" fmla="*/ 1454850 h 1603018"/>
              <a:gd name="connsiteX36" fmla="*/ 6069317 w 9662615"/>
              <a:gd name="connsiteY36" fmla="*/ 1445838 h 1603018"/>
              <a:gd name="connsiteX37" fmla="*/ 5878477 w 9662615"/>
              <a:gd name="connsiteY37" fmla="*/ 1439180 h 1603018"/>
              <a:gd name="connsiteX38" fmla="*/ 5838387 w 9662615"/>
              <a:gd name="connsiteY38" fmla="*/ 1444679 h 1603018"/>
              <a:gd name="connsiteX39" fmla="*/ 5771136 w 9662615"/>
              <a:gd name="connsiteY39" fmla="*/ 1453639 h 1603018"/>
              <a:gd name="connsiteX40" fmla="*/ 5724081 w 9662615"/>
              <a:gd name="connsiteY40" fmla="*/ 1470431 h 1603018"/>
              <a:gd name="connsiteX41" fmla="*/ 5666577 w 9662615"/>
              <a:gd name="connsiteY41" fmla="*/ 1473921 h 1603018"/>
              <a:gd name="connsiteX42" fmla="*/ 5649068 w 9662615"/>
              <a:gd name="connsiteY42" fmla="*/ 1461676 h 1603018"/>
              <a:gd name="connsiteX43" fmla="*/ 5588902 w 9662615"/>
              <a:gd name="connsiteY43" fmla="*/ 1469647 h 1603018"/>
              <a:gd name="connsiteX44" fmla="*/ 5498090 w 9662615"/>
              <a:gd name="connsiteY44" fmla="*/ 1483173 h 1603018"/>
              <a:gd name="connsiteX45" fmla="*/ 5444641 w 9662615"/>
              <a:gd name="connsiteY45" fmla="*/ 1487602 h 1603018"/>
              <a:gd name="connsiteX46" fmla="*/ 5299812 w 9662615"/>
              <a:gd name="connsiteY46" fmla="*/ 1503362 h 1603018"/>
              <a:gd name="connsiteX47" fmla="*/ 5245752 w 9662615"/>
              <a:gd name="connsiteY47" fmla="*/ 1520612 h 1603018"/>
              <a:gd name="connsiteX48" fmla="*/ 5177807 w 9662615"/>
              <a:gd name="connsiteY48" fmla="*/ 1526802 h 1603018"/>
              <a:gd name="connsiteX49" fmla="*/ 5113910 w 9662615"/>
              <a:gd name="connsiteY49" fmla="*/ 1533205 h 1603018"/>
              <a:gd name="connsiteX50" fmla="*/ 5059484 w 9662615"/>
              <a:gd name="connsiteY50" fmla="*/ 1546802 h 1603018"/>
              <a:gd name="connsiteX51" fmla="*/ 5038524 w 9662615"/>
              <a:gd name="connsiteY51" fmla="*/ 1545675 h 1603018"/>
              <a:gd name="connsiteX52" fmla="*/ 5026564 w 9662615"/>
              <a:gd name="connsiteY52" fmla="*/ 1545376 h 1603018"/>
              <a:gd name="connsiteX53" fmla="*/ 4969433 w 9662615"/>
              <a:gd name="connsiteY53" fmla="*/ 1550865 h 1603018"/>
              <a:gd name="connsiteX54" fmla="*/ 4871726 w 9662615"/>
              <a:gd name="connsiteY54" fmla="*/ 1570584 h 1603018"/>
              <a:gd name="connsiteX55" fmla="*/ 4843267 w 9662615"/>
              <a:gd name="connsiteY55" fmla="*/ 1561459 h 1603018"/>
              <a:gd name="connsiteX56" fmla="*/ 4821058 w 9662615"/>
              <a:gd name="connsiteY56" fmla="*/ 1553078 h 1603018"/>
              <a:gd name="connsiteX57" fmla="*/ 4791466 w 9662615"/>
              <a:gd name="connsiteY57" fmla="*/ 1561324 h 1603018"/>
              <a:gd name="connsiteX58" fmla="*/ 4784247 w 9662615"/>
              <a:gd name="connsiteY58" fmla="*/ 1562342 h 1603018"/>
              <a:gd name="connsiteX59" fmla="*/ 4739309 w 9662615"/>
              <a:gd name="connsiteY59" fmla="*/ 1553948 h 1603018"/>
              <a:gd name="connsiteX60" fmla="*/ 4697562 w 9662615"/>
              <a:gd name="connsiteY60" fmla="*/ 1551206 h 1603018"/>
              <a:gd name="connsiteX61" fmla="*/ 4650737 w 9662615"/>
              <a:gd name="connsiteY61" fmla="*/ 1537381 h 1603018"/>
              <a:gd name="connsiteX62" fmla="*/ 4583150 w 9662615"/>
              <a:gd name="connsiteY62" fmla="*/ 1529064 h 1603018"/>
              <a:gd name="connsiteX63" fmla="*/ 4521734 w 9662615"/>
              <a:gd name="connsiteY63" fmla="*/ 1529359 h 1603018"/>
              <a:gd name="connsiteX64" fmla="*/ 4382398 w 9662615"/>
              <a:gd name="connsiteY64" fmla="*/ 1534108 h 1603018"/>
              <a:gd name="connsiteX65" fmla="*/ 4221826 w 9662615"/>
              <a:gd name="connsiteY65" fmla="*/ 1500972 h 1603018"/>
              <a:gd name="connsiteX66" fmla="*/ 4096601 w 9662615"/>
              <a:gd name="connsiteY66" fmla="*/ 1521563 h 1603018"/>
              <a:gd name="connsiteX67" fmla="*/ 4002441 w 9662615"/>
              <a:gd name="connsiteY67" fmla="*/ 1528912 h 1603018"/>
              <a:gd name="connsiteX68" fmla="*/ 3833906 w 9662615"/>
              <a:gd name="connsiteY68" fmla="*/ 1516637 h 1603018"/>
              <a:gd name="connsiteX69" fmla="*/ 3763845 w 9662615"/>
              <a:gd name="connsiteY69" fmla="*/ 1501782 h 1603018"/>
              <a:gd name="connsiteX70" fmla="*/ 3673583 w 9662615"/>
              <a:gd name="connsiteY70" fmla="*/ 1501471 h 1603018"/>
              <a:gd name="connsiteX71" fmla="*/ 3612941 w 9662615"/>
              <a:gd name="connsiteY71" fmla="*/ 1411755 h 1603018"/>
              <a:gd name="connsiteX72" fmla="*/ 3576170 w 9662615"/>
              <a:gd name="connsiteY72" fmla="*/ 1516288 h 1603018"/>
              <a:gd name="connsiteX73" fmla="*/ 3540258 w 9662615"/>
              <a:gd name="connsiteY73" fmla="*/ 1516976 h 1603018"/>
              <a:gd name="connsiteX74" fmla="*/ 3522853 w 9662615"/>
              <a:gd name="connsiteY74" fmla="*/ 1538044 h 1603018"/>
              <a:gd name="connsiteX75" fmla="*/ 3480929 w 9662615"/>
              <a:gd name="connsiteY75" fmla="*/ 1526739 h 1603018"/>
              <a:gd name="connsiteX76" fmla="*/ 3430805 w 9662615"/>
              <a:gd name="connsiteY76" fmla="*/ 1542521 h 1603018"/>
              <a:gd name="connsiteX77" fmla="*/ 3292707 w 9662615"/>
              <a:gd name="connsiteY77" fmla="*/ 1520490 h 1603018"/>
              <a:gd name="connsiteX78" fmla="*/ 3187872 w 9662615"/>
              <a:gd name="connsiteY78" fmla="*/ 1519991 h 1603018"/>
              <a:gd name="connsiteX79" fmla="*/ 3148026 w 9662615"/>
              <a:gd name="connsiteY79" fmla="*/ 1524777 h 1603018"/>
              <a:gd name="connsiteX80" fmla="*/ 3092394 w 9662615"/>
              <a:gd name="connsiteY80" fmla="*/ 1528115 h 1603018"/>
              <a:gd name="connsiteX81" fmla="*/ 2994200 w 9662615"/>
              <a:gd name="connsiteY81" fmla="*/ 1537857 h 1603018"/>
              <a:gd name="connsiteX82" fmla="*/ 2862301 w 9662615"/>
              <a:gd name="connsiteY82" fmla="*/ 1544250 h 1603018"/>
              <a:gd name="connsiteX83" fmla="*/ 2766335 w 9662615"/>
              <a:gd name="connsiteY83" fmla="*/ 1527662 h 1603018"/>
              <a:gd name="connsiteX84" fmla="*/ 2757836 w 9662615"/>
              <a:gd name="connsiteY84" fmla="*/ 1531371 h 1603018"/>
              <a:gd name="connsiteX85" fmla="*/ 2691555 w 9662615"/>
              <a:gd name="connsiteY85" fmla="*/ 1530283 h 1603018"/>
              <a:gd name="connsiteX86" fmla="*/ 2491676 w 9662615"/>
              <a:gd name="connsiteY86" fmla="*/ 1500859 h 1603018"/>
              <a:gd name="connsiteX87" fmla="*/ 2378036 w 9662615"/>
              <a:gd name="connsiteY87" fmla="*/ 1520645 h 1603018"/>
              <a:gd name="connsiteX88" fmla="*/ 2284269 w 9662615"/>
              <a:gd name="connsiteY88" fmla="*/ 1503068 h 1603018"/>
              <a:gd name="connsiteX89" fmla="*/ 2207104 w 9662615"/>
              <a:gd name="connsiteY89" fmla="*/ 1508888 h 1603018"/>
              <a:gd name="connsiteX90" fmla="*/ 2149226 w 9662615"/>
              <a:gd name="connsiteY90" fmla="*/ 1523409 h 1603018"/>
              <a:gd name="connsiteX91" fmla="*/ 2084783 w 9662615"/>
              <a:gd name="connsiteY91" fmla="*/ 1524245 h 1603018"/>
              <a:gd name="connsiteX92" fmla="*/ 2070075 w 9662615"/>
              <a:gd name="connsiteY92" fmla="*/ 1511285 h 1603018"/>
              <a:gd name="connsiteX93" fmla="*/ 2001057 w 9662615"/>
              <a:gd name="connsiteY93" fmla="*/ 1516449 h 1603018"/>
              <a:gd name="connsiteX94" fmla="*/ 1896330 w 9662615"/>
              <a:gd name="connsiteY94" fmla="*/ 1525725 h 1603018"/>
              <a:gd name="connsiteX95" fmla="*/ 1835994 w 9662615"/>
              <a:gd name="connsiteY95" fmla="*/ 1527678 h 1603018"/>
              <a:gd name="connsiteX96" fmla="*/ 1671119 w 9662615"/>
              <a:gd name="connsiteY96" fmla="*/ 1536701 h 1603018"/>
              <a:gd name="connsiteX97" fmla="*/ 1565556 w 9662615"/>
              <a:gd name="connsiteY97" fmla="*/ 1556503 h 1603018"/>
              <a:gd name="connsiteX98" fmla="*/ 1407755 w 9662615"/>
              <a:gd name="connsiteY98" fmla="*/ 1571444 h 1603018"/>
              <a:gd name="connsiteX99" fmla="*/ 1291872 w 9662615"/>
              <a:gd name="connsiteY99" fmla="*/ 1579471 h 1603018"/>
              <a:gd name="connsiteX100" fmla="*/ 1245251 w 9662615"/>
              <a:gd name="connsiteY100" fmla="*/ 1603018 h 1603018"/>
              <a:gd name="connsiteX101" fmla="*/ 1181938 w 9662615"/>
              <a:gd name="connsiteY101" fmla="*/ 1592789 h 1603018"/>
              <a:gd name="connsiteX102" fmla="*/ 1091432 w 9662615"/>
              <a:gd name="connsiteY102" fmla="*/ 1571003 h 1603018"/>
              <a:gd name="connsiteX103" fmla="*/ 940355 w 9662615"/>
              <a:gd name="connsiteY103" fmla="*/ 1560638 h 1603018"/>
              <a:gd name="connsiteX104" fmla="*/ 868264 w 9662615"/>
              <a:gd name="connsiteY104" fmla="*/ 1566392 h 1603018"/>
              <a:gd name="connsiteX105" fmla="*/ 792765 w 9662615"/>
              <a:gd name="connsiteY105" fmla="*/ 1563102 h 1603018"/>
              <a:gd name="connsiteX106" fmla="*/ 653153 w 9662615"/>
              <a:gd name="connsiteY106" fmla="*/ 1563516 h 1603018"/>
              <a:gd name="connsiteX107" fmla="*/ 541933 w 9662615"/>
              <a:gd name="connsiteY107" fmla="*/ 1561051 h 1603018"/>
              <a:gd name="connsiteX108" fmla="*/ 472797 w 9662615"/>
              <a:gd name="connsiteY108" fmla="*/ 1568904 h 1603018"/>
              <a:gd name="connsiteX109" fmla="*/ 396059 w 9662615"/>
              <a:gd name="connsiteY109" fmla="*/ 1560970 h 1603018"/>
              <a:gd name="connsiteX110" fmla="*/ 336819 w 9662615"/>
              <a:gd name="connsiteY110" fmla="*/ 1560892 h 1603018"/>
              <a:gd name="connsiteX111" fmla="*/ 267163 w 9662615"/>
              <a:gd name="connsiteY111" fmla="*/ 1531913 h 1603018"/>
              <a:gd name="connsiteX112" fmla="*/ 196644 w 9662615"/>
              <a:gd name="connsiteY112" fmla="*/ 1524565 h 1603018"/>
              <a:gd name="connsiteX113" fmla="*/ 86819 w 9662615"/>
              <a:gd name="connsiteY113" fmla="*/ 1519517 h 1603018"/>
              <a:gd name="connsiteX114" fmla="*/ 53369 w 9662615"/>
              <a:gd name="connsiteY114" fmla="*/ 1516853 h 1603018"/>
              <a:gd name="connsiteX115" fmla="*/ 2359 w 9662615"/>
              <a:gd name="connsiteY115" fmla="*/ 1515247 h 1603018"/>
              <a:gd name="connsiteX116" fmla="*/ 0 w 9662615"/>
              <a:gd name="connsiteY116" fmla="*/ 1514932 h 1603018"/>
              <a:gd name="connsiteX117" fmla="*/ 0 w 9662615"/>
              <a:gd name="connsiteY117" fmla="*/ 0 h 1603018"/>
              <a:gd name="connsiteX0" fmla="*/ 0 w 9662615"/>
              <a:gd name="connsiteY0" fmla="*/ 0 h 1603018"/>
              <a:gd name="connsiteX1" fmla="*/ 9662615 w 9662615"/>
              <a:gd name="connsiteY1" fmla="*/ 0 h 1603018"/>
              <a:gd name="connsiteX2" fmla="*/ 9662615 w 9662615"/>
              <a:gd name="connsiteY2" fmla="*/ 1280346 h 1603018"/>
              <a:gd name="connsiteX3" fmla="*/ 9551077 w 9662615"/>
              <a:gd name="connsiteY3" fmla="*/ 1292033 h 1603018"/>
              <a:gd name="connsiteX4" fmla="*/ 9469546 w 9662615"/>
              <a:gd name="connsiteY4" fmla="*/ 1289837 h 1603018"/>
              <a:gd name="connsiteX5" fmla="*/ 9326260 w 9662615"/>
              <a:gd name="connsiteY5" fmla="*/ 1277155 h 1603018"/>
              <a:gd name="connsiteX6" fmla="*/ 9144767 w 9662615"/>
              <a:gd name="connsiteY6" fmla="*/ 1264120 h 1603018"/>
              <a:gd name="connsiteX7" fmla="*/ 8976400 w 9662615"/>
              <a:gd name="connsiteY7" fmla="*/ 1326661 h 1603018"/>
              <a:gd name="connsiteX8" fmla="*/ 8828711 w 9662615"/>
              <a:gd name="connsiteY8" fmla="*/ 1346394 h 1603018"/>
              <a:gd name="connsiteX9" fmla="*/ 8695953 w 9662615"/>
              <a:gd name="connsiteY9" fmla="*/ 1346784 h 1603018"/>
              <a:gd name="connsiteX10" fmla="*/ 8652191 w 9662615"/>
              <a:gd name="connsiteY10" fmla="*/ 1345903 h 1603018"/>
              <a:gd name="connsiteX11" fmla="*/ 8591582 w 9662615"/>
              <a:gd name="connsiteY11" fmla="*/ 1341666 h 1603018"/>
              <a:gd name="connsiteX12" fmla="*/ 8537336 w 9662615"/>
              <a:gd name="connsiteY12" fmla="*/ 1341684 h 1603018"/>
              <a:gd name="connsiteX13" fmla="*/ 8416849 w 9662615"/>
              <a:gd name="connsiteY13" fmla="*/ 1367085 h 1603018"/>
              <a:gd name="connsiteX14" fmla="*/ 8278355 w 9662615"/>
              <a:gd name="connsiteY14" fmla="*/ 1386569 h 1603018"/>
              <a:gd name="connsiteX15" fmla="*/ 8197961 w 9662615"/>
              <a:gd name="connsiteY15" fmla="*/ 1392804 h 1603018"/>
              <a:gd name="connsiteX16" fmla="*/ 8171196 w 9662615"/>
              <a:gd name="connsiteY16" fmla="*/ 1397216 h 1603018"/>
              <a:gd name="connsiteX17" fmla="*/ 8087910 w 9662615"/>
              <a:gd name="connsiteY17" fmla="*/ 1386449 h 1603018"/>
              <a:gd name="connsiteX18" fmla="*/ 7974579 w 9662615"/>
              <a:gd name="connsiteY18" fmla="*/ 1383439 h 1603018"/>
              <a:gd name="connsiteX19" fmla="*/ 7768351 w 9662615"/>
              <a:gd name="connsiteY19" fmla="*/ 1395051 h 1603018"/>
              <a:gd name="connsiteX20" fmla="*/ 7635985 w 9662615"/>
              <a:gd name="connsiteY20" fmla="*/ 1386363 h 1603018"/>
              <a:gd name="connsiteX21" fmla="*/ 7466069 w 9662615"/>
              <a:gd name="connsiteY21" fmla="*/ 1377654 h 1603018"/>
              <a:gd name="connsiteX22" fmla="*/ 7355642 w 9662615"/>
              <a:gd name="connsiteY22" fmla="*/ 1407761 h 1603018"/>
              <a:gd name="connsiteX23" fmla="*/ 7215220 w 9662615"/>
              <a:gd name="connsiteY23" fmla="*/ 1397856 h 1603018"/>
              <a:gd name="connsiteX24" fmla="*/ 7082147 w 9662615"/>
              <a:gd name="connsiteY24" fmla="*/ 1406113 h 1603018"/>
              <a:gd name="connsiteX25" fmla="*/ 6987129 w 9662615"/>
              <a:gd name="connsiteY25" fmla="*/ 1404834 h 1603018"/>
              <a:gd name="connsiteX26" fmla="*/ 6907567 w 9662615"/>
              <a:gd name="connsiteY26" fmla="*/ 1419149 h 1603018"/>
              <a:gd name="connsiteX27" fmla="*/ 6748428 w 9662615"/>
              <a:gd name="connsiteY27" fmla="*/ 1420308 h 1603018"/>
              <a:gd name="connsiteX28" fmla="*/ 6654257 w 9662615"/>
              <a:gd name="connsiteY28" fmla="*/ 1424143 h 1603018"/>
              <a:gd name="connsiteX29" fmla="*/ 6620123 w 9662615"/>
              <a:gd name="connsiteY29" fmla="*/ 1430535 h 1603018"/>
              <a:gd name="connsiteX30" fmla="*/ 6571355 w 9662615"/>
              <a:gd name="connsiteY30" fmla="*/ 1436144 h 1603018"/>
              <a:gd name="connsiteX31" fmla="*/ 6486557 w 9662615"/>
              <a:gd name="connsiteY31" fmla="*/ 1449861 h 1603018"/>
              <a:gd name="connsiteX32" fmla="*/ 6370419 w 9662615"/>
              <a:gd name="connsiteY32" fmla="*/ 1461649 h 1603018"/>
              <a:gd name="connsiteX33" fmla="*/ 6278839 w 9662615"/>
              <a:gd name="connsiteY33" fmla="*/ 1449160 h 1603018"/>
              <a:gd name="connsiteX34" fmla="*/ 6272455 w 9662615"/>
              <a:gd name="connsiteY34" fmla="*/ 1453191 h 1603018"/>
              <a:gd name="connsiteX35" fmla="*/ 6212659 w 9662615"/>
              <a:gd name="connsiteY35" fmla="*/ 1454850 h 1603018"/>
              <a:gd name="connsiteX36" fmla="*/ 6069317 w 9662615"/>
              <a:gd name="connsiteY36" fmla="*/ 1445838 h 1603018"/>
              <a:gd name="connsiteX37" fmla="*/ 5878477 w 9662615"/>
              <a:gd name="connsiteY37" fmla="*/ 1439180 h 1603018"/>
              <a:gd name="connsiteX38" fmla="*/ 5838387 w 9662615"/>
              <a:gd name="connsiteY38" fmla="*/ 1444679 h 1603018"/>
              <a:gd name="connsiteX39" fmla="*/ 5771136 w 9662615"/>
              <a:gd name="connsiteY39" fmla="*/ 1453639 h 1603018"/>
              <a:gd name="connsiteX40" fmla="*/ 5724081 w 9662615"/>
              <a:gd name="connsiteY40" fmla="*/ 1470431 h 1603018"/>
              <a:gd name="connsiteX41" fmla="*/ 5666577 w 9662615"/>
              <a:gd name="connsiteY41" fmla="*/ 1473921 h 1603018"/>
              <a:gd name="connsiteX42" fmla="*/ 5649068 w 9662615"/>
              <a:gd name="connsiteY42" fmla="*/ 1461676 h 1603018"/>
              <a:gd name="connsiteX43" fmla="*/ 5588902 w 9662615"/>
              <a:gd name="connsiteY43" fmla="*/ 1469647 h 1603018"/>
              <a:gd name="connsiteX44" fmla="*/ 5498090 w 9662615"/>
              <a:gd name="connsiteY44" fmla="*/ 1483173 h 1603018"/>
              <a:gd name="connsiteX45" fmla="*/ 5444641 w 9662615"/>
              <a:gd name="connsiteY45" fmla="*/ 1487602 h 1603018"/>
              <a:gd name="connsiteX46" fmla="*/ 5299812 w 9662615"/>
              <a:gd name="connsiteY46" fmla="*/ 1503362 h 1603018"/>
              <a:gd name="connsiteX47" fmla="*/ 5245752 w 9662615"/>
              <a:gd name="connsiteY47" fmla="*/ 1520612 h 1603018"/>
              <a:gd name="connsiteX48" fmla="*/ 5177807 w 9662615"/>
              <a:gd name="connsiteY48" fmla="*/ 1526802 h 1603018"/>
              <a:gd name="connsiteX49" fmla="*/ 5113910 w 9662615"/>
              <a:gd name="connsiteY49" fmla="*/ 1533205 h 1603018"/>
              <a:gd name="connsiteX50" fmla="*/ 5059484 w 9662615"/>
              <a:gd name="connsiteY50" fmla="*/ 1546802 h 1603018"/>
              <a:gd name="connsiteX51" fmla="*/ 5038524 w 9662615"/>
              <a:gd name="connsiteY51" fmla="*/ 1545675 h 1603018"/>
              <a:gd name="connsiteX52" fmla="*/ 5026564 w 9662615"/>
              <a:gd name="connsiteY52" fmla="*/ 1545376 h 1603018"/>
              <a:gd name="connsiteX53" fmla="*/ 4969433 w 9662615"/>
              <a:gd name="connsiteY53" fmla="*/ 1550865 h 1603018"/>
              <a:gd name="connsiteX54" fmla="*/ 4871726 w 9662615"/>
              <a:gd name="connsiteY54" fmla="*/ 1570584 h 1603018"/>
              <a:gd name="connsiteX55" fmla="*/ 4843267 w 9662615"/>
              <a:gd name="connsiteY55" fmla="*/ 1561459 h 1603018"/>
              <a:gd name="connsiteX56" fmla="*/ 4821058 w 9662615"/>
              <a:gd name="connsiteY56" fmla="*/ 1553078 h 1603018"/>
              <a:gd name="connsiteX57" fmla="*/ 4791466 w 9662615"/>
              <a:gd name="connsiteY57" fmla="*/ 1561324 h 1603018"/>
              <a:gd name="connsiteX58" fmla="*/ 4784247 w 9662615"/>
              <a:gd name="connsiteY58" fmla="*/ 1562342 h 1603018"/>
              <a:gd name="connsiteX59" fmla="*/ 4739309 w 9662615"/>
              <a:gd name="connsiteY59" fmla="*/ 1553948 h 1603018"/>
              <a:gd name="connsiteX60" fmla="*/ 4697562 w 9662615"/>
              <a:gd name="connsiteY60" fmla="*/ 1551206 h 1603018"/>
              <a:gd name="connsiteX61" fmla="*/ 4650737 w 9662615"/>
              <a:gd name="connsiteY61" fmla="*/ 1537381 h 1603018"/>
              <a:gd name="connsiteX62" fmla="*/ 4583150 w 9662615"/>
              <a:gd name="connsiteY62" fmla="*/ 1529064 h 1603018"/>
              <a:gd name="connsiteX63" fmla="*/ 4521734 w 9662615"/>
              <a:gd name="connsiteY63" fmla="*/ 1529359 h 1603018"/>
              <a:gd name="connsiteX64" fmla="*/ 4382398 w 9662615"/>
              <a:gd name="connsiteY64" fmla="*/ 1534108 h 1603018"/>
              <a:gd name="connsiteX65" fmla="*/ 4221826 w 9662615"/>
              <a:gd name="connsiteY65" fmla="*/ 1500972 h 1603018"/>
              <a:gd name="connsiteX66" fmla="*/ 4096601 w 9662615"/>
              <a:gd name="connsiteY66" fmla="*/ 1521563 h 1603018"/>
              <a:gd name="connsiteX67" fmla="*/ 4002441 w 9662615"/>
              <a:gd name="connsiteY67" fmla="*/ 1528912 h 1603018"/>
              <a:gd name="connsiteX68" fmla="*/ 3833906 w 9662615"/>
              <a:gd name="connsiteY68" fmla="*/ 1516637 h 1603018"/>
              <a:gd name="connsiteX69" fmla="*/ 3763845 w 9662615"/>
              <a:gd name="connsiteY69" fmla="*/ 1501782 h 1603018"/>
              <a:gd name="connsiteX70" fmla="*/ 3673583 w 9662615"/>
              <a:gd name="connsiteY70" fmla="*/ 1501471 h 1603018"/>
              <a:gd name="connsiteX71" fmla="*/ 3640771 w 9662615"/>
              <a:gd name="connsiteY71" fmla="*/ 1531025 h 1603018"/>
              <a:gd name="connsiteX72" fmla="*/ 3576170 w 9662615"/>
              <a:gd name="connsiteY72" fmla="*/ 1516288 h 1603018"/>
              <a:gd name="connsiteX73" fmla="*/ 3540258 w 9662615"/>
              <a:gd name="connsiteY73" fmla="*/ 1516976 h 1603018"/>
              <a:gd name="connsiteX74" fmla="*/ 3522853 w 9662615"/>
              <a:gd name="connsiteY74" fmla="*/ 1538044 h 1603018"/>
              <a:gd name="connsiteX75" fmla="*/ 3480929 w 9662615"/>
              <a:gd name="connsiteY75" fmla="*/ 1526739 h 1603018"/>
              <a:gd name="connsiteX76" fmla="*/ 3430805 w 9662615"/>
              <a:gd name="connsiteY76" fmla="*/ 1542521 h 1603018"/>
              <a:gd name="connsiteX77" fmla="*/ 3292707 w 9662615"/>
              <a:gd name="connsiteY77" fmla="*/ 1520490 h 1603018"/>
              <a:gd name="connsiteX78" fmla="*/ 3187872 w 9662615"/>
              <a:gd name="connsiteY78" fmla="*/ 1519991 h 1603018"/>
              <a:gd name="connsiteX79" fmla="*/ 3148026 w 9662615"/>
              <a:gd name="connsiteY79" fmla="*/ 1524777 h 1603018"/>
              <a:gd name="connsiteX80" fmla="*/ 3092394 w 9662615"/>
              <a:gd name="connsiteY80" fmla="*/ 1528115 h 1603018"/>
              <a:gd name="connsiteX81" fmla="*/ 2994200 w 9662615"/>
              <a:gd name="connsiteY81" fmla="*/ 1537857 h 1603018"/>
              <a:gd name="connsiteX82" fmla="*/ 2862301 w 9662615"/>
              <a:gd name="connsiteY82" fmla="*/ 1544250 h 1603018"/>
              <a:gd name="connsiteX83" fmla="*/ 2766335 w 9662615"/>
              <a:gd name="connsiteY83" fmla="*/ 1527662 h 1603018"/>
              <a:gd name="connsiteX84" fmla="*/ 2757836 w 9662615"/>
              <a:gd name="connsiteY84" fmla="*/ 1531371 h 1603018"/>
              <a:gd name="connsiteX85" fmla="*/ 2691555 w 9662615"/>
              <a:gd name="connsiteY85" fmla="*/ 1530283 h 1603018"/>
              <a:gd name="connsiteX86" fmla="*/ 2491676 w 9662615"/>
              <a:gd name="connsiteY86" fmla="*/ 1500859 h 1603018"/>
              <a:gd name="connsiteX87" fmla="*/ 2378036 w 9662615"/>
              <a:gd name="connsiteY87" fmla="*/ 1520645 h 1603018"/>
              <a:gd name="connsiteX88" fmla="*/ 2284269 w 9662615"/>
              <a:gd name="connsiteY88" fmla="*/ 1503068 h 1603018"/>
              <a:gd name="connsiteX89" fmla="*/ 2207104 w 9662615"/>
              <a:gd name="connsiteY89" fmla="*/ 1508888 h 1603018"/>
              <a:gd name="connsiteX90" fmla="*/ 2149226 w 9662615"/>
              <a:gd name="connsiteY90" fmla="*/ 1523409 h 1603018"/>
              <a:gd name="connsiteX91" fmla="*/ 2084783 w 9662615"/>
              <a:gd name="connsiteY91" fmla="*/ 1524245 h 1603018"/>
              <a:gd name="connsiteX92" fmla="*/ 2070075 w 9662615"/>
              <a:gd name="connsiteY92" fmla="*/ 1511285 h 1603018"/>
              <a:gd name="connsiteX93" fmla="*/ 2001057 w 9662615"/>
              <a:gd name="connsiteY93" fmla="*/ 1516449 h 1603018"/>
              <a:gd name="connsiteX94" fmla="*/ 1896330 w 9662615"/>
              <a:gd name="connsiteY94" fmla="*/ 1525725 h 1603018"/>
              <a:gd name="connsiteX95" fmla="*/ 1835994 w 9662615"/>
              <a:gd name="connsiteY95" fmla="*/ 1527678 h 1603018"/>
              <a:gd name="connsiteX96" fmla="*/ 1671119 w 9662615"/>
              <a:gd name="connsiteY96" fmla="*/ 1536701 h 1603018"/>
              <a:gd name="connsiteX97" fmla="*/ 1565556 w 9662615"/>
              <a:gd name="connsiteY97" fmla="*/ 1556503 h 1603018"/>
              <a:gd name="connsiteX98" fmla="*/ 1407755 w 9662615"/>
              <a:gd name="connsiteY98" fmla="*/ 1571444 h 1603018"/>
              <a:gd name="connsiteX99" fmla="*/ 1291872 w 9662615"/>
              <a:gd name="connsiteY99" fmla="*/ 1579471 h 1603018"/>
              <a:gd name="connsiteX100" fmla="*/ 1245251 w 9662615"/>
              <a:gd name="connsiteY100" fmla="*/ 1603018 h 1603018"/>
              <a:gd name="connsiteX101" fmla="*/ 1181938 w 9662615"/>
              <a:gd name="connsiteY101" fmla="*/ 1592789 h 1603018"/>
              <a:gd name="connsiteX102" fmla="*/ 1091432 w 9662615"/>
              <a:gd name="connsiteY102" fmla="*/ 1571003 h 1603018"/>
              <a:gd name="connsiteX103" fmla="*/ 940355 w 9662615"/>
              <a:gd name="connsiteY103" fmla="*/ 1560638 h 1603018"/>
              <a:gd name="connsiteX104" fmla="*/ 868264 w 9662615"/>
              <a:gd name="connsiteY104" fmla="*/ 1566392 h 1603018"/>
              <a:gd name="connsiteX105" fmla="*/ 792765 w 9662615"/>
              <a:gd name="connsiteY105" fmla="*/ 1563102 h 1603018"/>
              <a:gd name="connsiteX106" fmla="*/ 653153 w 9662615"/>
              <a:gd name="connsiteY106" fmla="*/ 1563516 h 1603018"/>
              <a:gd name="connsiteX107" fmla="*/ 541933 w 9662615"/>
              <a:gd name="connsiteY107" fmla="*/ 1561051 h 1603018"/>
              <a:gd name="connsiteX108" fmla="*/ 472797 w 9662615"/>
              <a:gd name="connsiteY108" fmla="*/ 1568904 h 1603018"/>
              <a:gd name="connsiteX109" fmla="*/ 396059 w 9662615"/>
              <a:gd name="connsiteY109" fmla="*/ 1560970 h 1603018"/>
              <a:gd name="connsiteX110" fmla="*/ 336819 w 9662615"/>
              <a:gd name="connsiteY110" fmla="*/ 1560892 h 1603018"/>
              <a:gd name="connsiteX111" fmla="*/ 267163 w 9662615"/>
              <a:gd name="connsiteY111" fmla="*/ 1531913 h 1603018"/>
              <a:gd name="connsiteX112" fmla="*/ 196644 w 9662615"/>
              <a:gd name="connsiteY112" fmla="*/ 1524565 h 1603018"/>
              <a:gd name="connsiteX113" fmla="*/ 86819 w 9662615"/>
              <a:gd name="connsiteY113" fmla="*/ 1519517 h 1603018"/>
              <a:gd name="connsiteX114" fmla="*/ 53369 w 9662615"/>
              <a:gd name="connsiteY114" fmla="*/ 1516853 h 1603018"/>
              <a:gd name="connsiteX115" fmla="*/ 2359 w 9662615"/>
              <a:gd name="connsiteY115" fmla="*/ 1515247 h 1603018"/>
              <a:gd name="connsiteX116" fmla="*/ 0 w 9662615"/>
              <a:gd name="connsiteY116" fmla="*/ 1514932 h 1603018"/>
              <a:gd name="connsiteX117" fmla="*/ 0 w 9662615"/>
              <a:gd name="connsiteY117" fmla="*/ 0 h 1603018"/>
              <a:gd name="connsiteX0" fmla="*/ 0 w 9662615"/>
              <a:gd name="connsiteY0" fmla="*/ 0 h 1603018"/>
              <a:gd name="connsiteX1" fmla="*/ 9662615 w 9662615"/>
              <a:gd name="connsiteY1" fmla="*/ 0 h 1603018"/>
              <a:gd name="connsiteX2" fmla="*/ 9662615 w 9662615"/>
              <a:gd name="connsiteY2" fmla="*/ 1280346 h 1603018"/>
              <a:gd name="connsiteX3" fmla="*/ 9551077 w 9662615"/>
              <a:gd name="connsiteY3" fmla="*/ 1292033 h 1603018"/>
              <a:gd name="connsiteX4" fmla="*/ 9469546 w 9662615"/>
              <a:gd name="connsiteY4" fmla="*/ 1289837 h 1603018"/>
              <a:gd name="connsiteX5" fmla="*/ 9326260 w 9662615"/>
              <a:gd name="connsiteY5" fmla="*/ 1277155 h 1603018"/>
              <a:gd name="connsiteX6" fmla="*/ 9144767 w 9662615"/>
              <a:gd name="connsiteY6" fmla="*/ 1264120 h 1603018"/>
              <a:gd name="connsiteX7" fmla="*/ 8976400 w 9662615"/>
              <a:gd name="connsiteY7" fmla="*/ 1326661 h 1603018"/>
              <a:gd name="connsiteX8" fmla="*/ 8828711 w 9662615"/>
              <a:gd name="connsiteY8" fmla="*/ 1346394 h 1603018"/>
              <a:gd name="connsiteX9" fmla="*/ 8695953 w 9662615"/>
              <a:gd name="connsiteY9" fmla="*/ 1346784 h 1603018"/>
              <a:gd name="connsiteX10" fmla="*/ 8652191 w 9662615"/>
              <a:gd name="connsiteY10" fmla="*/ 1345903 h 1603018"/>
              <a:gd name="connsiteX11" fmla="*/ 8591582 w 9662615"/>
              <a:gd name="connsiteY11" fmla="*/ 1341666 h 1603018"/>
              <a:gd name="connsiteX12" fmla="*/ 8537336 w 9662615"/>
              <a:gd name="connsiteY12" fmla="*/ 1341684 h 1603018"/>
              <a:gd name="connsiteX13" fmla="*/ 8416849 w 9662615"/>
              <a:gd name="connsiteY13" fmla="*/ 1367085 h 1603018"/>
              <a:gd name="connsiteX14" fmla="*/ 8278355 w 9662615"/>
              <a:gd name="connsiteY14" fmla="*/ 1386569 h 1603018"/>
              <a:gd name="connsiteX15" fmla="*/ 8197961 w 9662615"/>
              <a:gd name="connsiteY15" fmla="*/ 1392804 h 1603018"/>
              <a:gd name="connsiteX16" fmla="*/ 8171196 w 9662615"/>
              <a:gd name="connsiteY16" fmla="*/ 1397216 h 1603018"/>
              <a:gd name="connsiteX17" fmla="*/ 8087910 w 9662615"/>
              <a:gd name="connsiteY17" fmla="*/ 1386449 h 1603018"/>
              <a:gd name="connsiteX18" fmla="*/ 7974579 w 9662615"/>
              <a:gd name="connsiteY18" fmla="*/ 1383439 h 1603018"/>
              <a:gd name="connsiteX19" fmla="*/ 7768351 w 9662615"/>
              <a:gd name="connsiteY19" fmla="*/ 1395051 h 1603018"/>
              <a:gd name="connsiteX20" fmla="*/ 7635985 w 9662615"/>
              <a:gd name="connsiteY20" fmla="*/ 1386363 h 1603018"/>
              <a:gd name="connsiteX21" fmla="*/ 7466069 w 9662615"/>
              <a:gd name="connsiteY21" fmla="*/ 1377654 h 1603018"/>
              <a:gd name="connsiteX22" fmla="*/ 7355642 w 9662615"/>
              <a:gd name="connsiteY22" fmla="*/ 1407761 h 1603018"/>
              <a:gd name="connsiteX23" fmla="*/ 7215220 w 9662615"/>
              <a:gd name="connsiteY23" fmla="*/ 1397856 h 1603018"/>
              <a:gd name="connsiteX24" fmla="*/ 7082147 w 9662615"/>
              <a:gd name="connsiteY24" fmla="*/ 1406113 h 1603018"/>
              <a:gd name="connsiteX25" fmla="*/ 6987129 w 9662615"/>
              <a:gd name="connsiteY25" fmla="*/ 1404834 h 1603018"/>
              <a:gd name="connsiteX26" fmla="*/ 6907567 w 9662615"/>
              <a:gd name="connsiteY26" fmla="*/ 1419149 h 1603018"/>
              <a:gd name="connsiteX27" fmla="*/ 6748428 w 9662615"/>
              <a:gd name="connsiteY27" fmla="*/ 1420308 h 1603018"/>
              <a:gd name="connsiteX28" fmla="*/ 6654257 w 9662615"/>
              <a:gd name="connsiteY28" fmla="*/ 1424143 h 1603018"/>
              <a:gd name="connsiteX29" fmla="*/ 6620123 w 9662615"/>
              <a:gd name="connsiteY29" fmla="*/ 1430535 h 1603018"/>
              <a:gd name="connsiteX30" fmla="*/ 6571355 w 9662615"/>
              <a:gd name="connsiteY30" fmla="*/ 1436144 h 1603018"/>
              <a:gd name="connsiteX31" fmla="*/ 6486557 w 9662615"/>
              <a:gd name="connsiteY31" fmla="*/ 1449861 h 1603018"/>
              <a:gd name="connsiteX32" fmla="*/ 6370419 w 9662615"/>
              <a:gd name="connsiteY32" fmla="*/ 1461649 h 1603018"/>
              <a:gd name="connsiteX33" fmla="*/ 6278839 w 9662615"/>
              <a:gd name="connsiteY33" fmla="*/ 1449160 h 1603018"/>
              <a:gd name="connsiteX34" fmla="*/ 6272455 w 9662615"/>
              <a:gd name="connsiteY34" fmla="*/ 1453191 h 1603018"/>
              <a:gd name="connsiteX35" fmla="*/ 6212659 w 9662615"/>
              <a:gd name="connsiteY35" fmla="*/ 1454850 h 1603018"/>
              <a:gd name="connsiteX36" fmla="*/ 6069317 w 9662615"/>
              <a:gd name="connsiteY36" fmla="*/ 1445838 h 1603018"/>
              <a:gd name="connsiteX37" fmla="*/ 5878477 w 9662615"/>
              <a:gd name="connsiteY37" fmla="*/ 1439180 h 1603018"/>
              <a:gd name="connsiteX38" fmla="*/ 5838387 w 9662615"/>
              <a:gd name="connsiteY38" fmla="*/ 1444679 h 1603018"/>
              <a:gd name="connsiteX39" fmla="*/ 5771136 w 9662615"/>
              <a:gd name="connsiteY39" fmla="*/ 1453639 h 1603018"/>
              <a:gd name="connsiteX40" fmla="*/ 5724081 w 9662615"/>
              <a:gd name="connsiteY40" fmla="*/ 1470431 h 1603018"/>
              <a:gd name="connsiteX41" fmla="*/ 5666577 w 9662615"/>
              <a:gd name="connsiteY41" fmla="*/ 1473921 h 1603018"/>
              <a:gd name="connsiteX42" fmla="*/ 5649068 w 9662615"/>
              <a:gd name="connsiteY42" fmla="*/ 1461676 h 1603018"/>
              <a:gd name="connsiteX43" fmla="*/ 5588902 w 9662615"/>
              <a:gd name="connsiteY43" fmla="*/ 1469647 h 1603018"/>
              <a:gd name="connsiteX44" fmla="*/ 5498090 w 9662615"/>
              <a:gd name="connsiteY44" fmla="*/ 1483173 h 1603018"/>
              <a:gd name="connsiteX45" fmla="*/ 5444641 w 9662615"/>
              <a:gd name="connsiteY45" fmla="*/ 1487602 h 1603018"/>
              <a:gd name="connsiteX46" fmla="*/ 5299812 w 9662615"/>
              <a:gd name="connsiteY46" fmla="*/ 1503362 h 1603018"/>
              <a:gd name="connsiteX47" fmla="*/ 5245752 w 9662615"/>
              <a:gd name="connsiteY47" fmla="*/ 1520612 h 1603018"/>
              <a:gd name="connsiteX48" fmla="*/ 5177807 w 9662615"/>
              <a:gd name="connsiteY48" fmla="*/ 1526802 h 1603018"/>
              <a:gd name="connsiteX49" fmla="*/ 5113910 w 9662615"/>
              <a:gd name="connsiteY49" fmla="*/ 1533205 h 1603018"/>
              <a:gd name="connsiteX50" fmla="*/ 5059484 w 9662615"/>
              <a:gd name="connsiteY50" fmla="*/ 1546802 h 1603018"/>
              <a:gd name="connsiteX51" fmla="*/ 5038524 w 9662615"/>
              <a:gd name="connsiteY51" fmla="*/ 1545675 h 1603018"/>
              <a:gd name="connsiteX52" fmla="*/ 5026564 w 9662615"/>
              <a:gd name="connsiteY52" fmla="*/ 1545376 h 1603018"/>
              <a:gd name="connsiteX53" fmla="*/ 4969433 w 9662615"/>
              <a:gd name="connsiteY53" fmla="*/ 1550865 h 1603018"/>
              <a:gd name="connsiteX54" fmla="*/ 4871726 w 9662615"/>
              <a:gd name="connsiteY54" fmla="*/ 1570584 h 1603018"/>
              <a:gd name="connsiteX55" fmla="*/ 4843267 w 9662615"/>
              <a:gd name="connsiteY55" fmla="*/ 1561459 h 1603018"/>
              <a:gd name="connsiteX56" fmla="*/ 4821058 w 9662615"/>
              <a:gd name="connsiteY56" fmla="*/ 1553078 h 1603018"/>
              <a:gd name="connsiteX57" fmla="*/ 4791466 w 9662615"/>
              <a:gd name="connsiteY57" fmla="*/ 1561324 h 1603018"/>
              <a:gd name="connsiteX58" fmla="*/ 4784247 w 9662615"/>
              <a:gd name="connsiteY58" fmla="*/ 1562342 h 1603018"/>
              <a:gd name="connsiteX59" fmla="*/ 4739309 w 9662615"/>
              <a:gd name="connsiteY59" fmla="*/ 1553948 h 1603018"/>
              <a:gd name="connsiteX60" fmla="*/ 4697562 w 9662615"/>
              <a:gd name="connsiteY60" fmla="*/ 1551206 h 1603018"/>
              <a:gd name="connsiteX61" fmla="*/ 4650737 w 9662615"/>
              <a:gd name="connsiteY61" fmla="*/ 1537381 h 1603018"/>
              <a:gd name="connsiteX62" fmla="*/ 4583150 w 9662615"/>
              <a:gd name="connsiteY62" fmla="*/ 1529064 h 1603018"/>
              <a:gd name="connsiteX63" fmla="*/ 4521734 w 9662615"/>
              <a:gd name="connsiteY63" fmla="*/ 1529359 h 1603018"/>
              <a:gd name="connsiteX64" fmla="*/ 4382398 w 9662615"/>
              <a:gd name="connsiteY64" fmla="*/ 1534108 h 1603018"/>
              <a:gd name="connsiteX65" fmla="*/ 4221826 w 9662615"/>
              <a:gd name="connsiteY65" fmla="*/ 1500972 h 1603018"/>
              <a:gd name="connsiteX66" fmla="*/ 4096601 w 9662615"/>
              <a:gd name="connsiteY66" fmla="*/ 1521563 h 1603018"/>
              <a:gd name="connsiteX67" fmla="*/ 4002441 w 9662615"/>
              <a:gd name="connsiteY67" fmla="*/ 1528912 h 1603018"/>
              <a:gd name="connsiteX68" fmla="*/ 3833906 w 9662615"/>
              <a:gd name="connsiteY68" fmla="*/ 1516637 h 1603018"/>
              <a:gd name="connsiteX69" fmla="*/ 3763845 w 9662615"/>
              <a:gd name="connsiteY69" fmla="*/ 1501782 h 1603018"/>
              <a:gd name="connsiteX70" fmla="*/ 3673583 w 9662615"/>
              <a:gd name="connsiteY70" fmla="*/ 1501471 h 1603018"/>
              <a:gd name="connsiteX71" fmla="*/ 3640771 w 9662615"/>
              <a:gd name="connsiteY71" fmla="*/ 1531025 h 1603018"/>
              <a:gd name="connsiteX72" fmla="*/ 3576170 w 9662615"/>
              <a:gd name="connsiteY72" fmla="*/ 1516288 h 1603018"/>
              <a:gd name="connsiteX73" fmla="*/ 3540258 w 9662615"/>
              <a:gd name="connsiteY73" fmla="*/ 1516976 h 1603018"/>
              <a:gd name="connsiteX74" fmla="*/ 3522853 w 9662615"/>
              <a:gd name="connsiteY74" fmla="*/ 1538044 h 1603018"/>
              <a:gd name="connsiteX75" fmla="*/ 3480929 w 9662615"/>
              <a:gd name="connsiteY75" fmla="*/ 1526739 h 1603018"/>
              <a:gd name="connsiteX76" fmla="*/ 3430805 w 9662615"/>
              <a:gd name="connsiteY76" fmla="*/ 1542521 h 1603018"/>
              <a:gd name="connsiteX77" fmla="*/ 3292707 w 9662615"/>
              <a:gd name="connsiteY77" fmla="*/ 1520490 h 1603018"/>
              <a:gd name="connsiteX78" fmla="*/ 3187872 w 9662615"/>
              <a:gd name="connsiteY78" fmla="*/ 1519991 h 1603018"/>
              <a:gd name="connsiteX79" fmla="*/ 3148026 w 9662615"/>
              <a:gd name="connsiteY79" fmla="*/ 1524777 h 1603018"/>
              <a:gd name="connsiteX80" fmla="*/ 3092394 w 9662615"/>
              <a:gd name="connsiteY80" fmla="*/ 1528115 h 1603018"/>
              <a:gd name="connsiteX81" fmla="*/ 2994200 w 9662615"/>
              <a:gd name="connsiteY81" fmla="*/ 1537857 h 1603018"/>
              <a:gd name="connsiteX82" fmla="*/ 2862301 w 9662615"/>
              <a:gd name="connsiteY82" fmla="*/ 1544250 h 1603018"/>
              <a:gd name="connsiteX83" fmla="*/ 2766335 w 9662615"/>
              <a:gd name="connsiteY83" fmla="*/ 1527662 h 1603018"/>
              <a:gd name="connsiteX84" fmla="*/ 2757836 w 9662615"/>
              <a:gd name="connsiteY84" fmla="*/ 1531371 h 1603018"/>
              <a:gd name="connsiteX85" fmla="*/ 2691555 w 9662615"/>
              <a:gd name="connsiteY85" fmla="*/ 1530283 h 1603018"/>
              <a:gd name="connsiteX86" fmla="*/ 2539383 w 9662615"/>
              <a:gd name="connsiteY86" fmla="*/ 1504835 h 1603018"/>
              <a:gd name="connsiteX87" fmla="*/ 2378036 w 9662615"/>
              <a:gd name="connsiteY87" fmla="*/ 1520645 h 1603018"/>
              <a:gd name="connsiteX88" fmla="*/ 2284269 w 9662615"/>
              <a:gd name="connsiteY88" fmla="*/ 1503068 h 1603018"/>
              <a:gd name="connsiteX89" fmla="*/ 2207104 w 9662615"/>
              <a:gd name="connsiteY89" fmla="*/ 1508888 h 1603018"/>
              <a:gd name="connsiteX90" fmla="*/ 2149226 w 9662615"/>
              <a:gd name="connsiteY90" fmla="*/ 1523409 h 1603018"/>
              <a:gd name="connsiteX91" fmla="*/ 2084783 w 9662615"/>
              <a:gd name="connsiteY91" fmla="*/ 1524245 h 1603018"/>
              <a:gd name="connsiteX92" fmla="*/ 2070075 w 9662615"/>
              <a:gd name="connsiteY92" fmla="*/ 1511285 h 1603018"/>
              <a:gd name="connsiteX93" fmla="*/ 2001057 w 9662615"/>
              <a:gd name="connsiteY93" fmla="*/ 1516449 h 1603018"/>
              <a:gd name="connsiteX94" fmla="*/ 1896330 w 9662615"/>
              <a:gd name="connsiteY94" fmla="*/ 1525725 h 1603018"/>
              <a:gd name="connsiteX95" fmla="*/ 1835994 w 9662615"/>
              <a:gd name="connsiteY95" fmla="*/ 1527678 h 1603018"/>
              <a:gd name="connsiteX96" fmla="*/ 1671119 w 9662615"/>
              <a:gd name="connsiteY96" fmla="*/ 1536701 h 1603018"/>
              <a:gd name="connsiteX97" fmla="*/ 1565556 w 9662615"/>
              <a:gd name="connsiteY97" fmla="*/ 1556503 h 1603018"/>
              <a:gd name="connsiteX98" fmla="*/ 1407755 w 9662615"/>
              <a:gd name="connsiteY98" fmla="*/ 1571444 h 1603018"/>
              <a:gd name="connsiteX99" fmla="*/ 1291872 w 9662615"/>
              <a:gd name="connsiteY99" fmla="*/ 1579471 h 1603018"/>
              <a:gd name="connsiteX100" fmla="*/ 1245251 w 9662615"/>
              <a:gd name="connsiteY100" fmla="*/ 1603018 h 1603018"/>
              <a:gd name="connsiteX101" fmla="*/ 1181938 w 9662615"/>
              <a:gd name="connsiteY101" fmla="*/ 1592789 h 1603018"/>
              <a:gd name="connsiteX102" fmla="*/ 1091432 w 9662615"/>
              <a:gd name="connsiteY102" fmla="*/ 1571003 h 1603018"/>
              <a:gd name="connsiteX103" fmla="*/ 940355 w 9662615"/>
              <a:gd name="connsiteY103" fmla="*/ 1560638 h 1603018"/>
              <a:gd name="connsiteX104" fmla="*/ 868264 w 9662615"/>
              <a:gd name="connsiteY104" fmla="*/ 1566392 h 1603018"/>
              <a:gd name="connsiteX105" fmla="*/ 792765 w 9662615"/>
              <a:gd name="connsiteY105" fmla="*/ 1563102 h 1603018"/>
              <a:gd name="connsiteX106" fmla="*/ 653153 w 9662615"/>
              <a:gd name="connsiteY106" fmla="*/ 1563516 h 1603018"/>
              <a:gd name="connsiteX107" fmla="*/ 541933 w 9662615"/>
              <a:gd name="connsiteY107" fmla="*/ 1561051 h 1603018"/>
              <a:gd name="connsiteX108" fmla="*/ 472797 w 9662615"/>
              <a:gd name="connsiteY108" fmla="*/ 1568904 h 1603018"/>
              <a:gd name="connsiteX109" fmla="*/ 396059 w 9662615"/>
              <a:gd name="connsiteY109" fmla="*/ 1560970 h 1603018"/>
              <a:gd name="connsiteX110" fmla="*/ 336819 w 9662615"/>
              <a:gd name="connsiteY110" fmla="*/ 1560892 h 1603018"/>
              <a:gd name="connsiteX111" fmla="*/ 267163 w 9662615"/>
              <a:gd name="connsiteY111" fmla="*/ 1531913 h 1603018"/>
              <a:gd name="connsiteX112" fmla="*/ 196644 w 9662615"/>
              <a:gd name="connsiteY112" fmla="*/ 1524565 h 1603018"/>
              <a:gd name="connsiteX113" fmla="*/ 86819 w 9662615"/>
              <a:gd name="connsiteY113" fmla="*/ 1519517 h 1603018"/>
              <a:gd name="connsiteX114" fmla="*/ 53369 w 9662615"/>
              <a:gd name="connsiteY114" fmla="*/ 1516853 h 1603018"/>
              <a:gd name="connsiteX115" fmla="*/ 2359 w 9662615"/>
              <a:gd name="connsiteY115" fmla="*/ 1515247 h 1603018"/>
              <a:gd name="connsiteX116" fmla="*/ 0 w 9662615"/>
              <a:gd name="connsiteY116" fmla="*/ 1514932 h 1603018"/>
              <a:gd name="connsiteX117" fmla="*/ 0 w 9662615"/>
              <a:gd name="connsiteY117" fmla="*/ 0 h 1603018"/>
              <a:gd name="connsiteX0" fmla="*/ 0 w 9662615"/>
              <a:gd name="connsiteY0" fmla="*/ 0 h 1603018"/>
              <a:gd name="connsiteX1" fmla="*/ 9662615 w 9662615"/>
              <a:gd name="connsiteY1" fmla="*/ 0 h 1603018"/>
              <a:gd name="connsiteX2" fmla="*/ 9662615 w 9662615"/>
              <a:gd name="connsiteY2" fmla="*/ 1280346 h 1603018"/>
              <a:gd name="connsiteX3" fmla="*/ 9551077 w 9662615"/>
              <a:gd name="connsiteY3" fmla="*/ 1292033 h 1603018"/>
              <a:gd name="connsiteX4" fmla="*/ 9469546 w 9662615"/>
              <a:gd name="connsiteY4" fmla="*/ 1289837 h 1603018"/>
              <a:gd name="connsiteX5" fmla="*/ 9326260 w 9662615"/>
              <a:gd name="connsiteY5" fmla="*/ 1277155 h 1603018"/>
              <a:gd name="connsiteX6" fmla="*/ 9144767 w 9662615"/>
              <a:gd name="connsiteY6" fmla="*/ 1264120 h 1603018"/>
              <a:gd name="connsiteX7" fmla="*/ 8976400 w 9662615"/>
              <a:gd name="connsiteY7" fmla="*/ 1326661 h 1603018"/>
              <a:gd name="connsiteX8" fmla="*/ 8828711 w 9662615"/>
              <a:gd name="connsiteY8" fmla="*/ 1346394 h 1603018"/>
              <a:gd name="connsiteX9" fmla="*/ 8695953 w 9662615"/>
              <a:gd name="connsiteY9" fmla="*/ 1346784 h 1603018"/>
              <a:gd name="connsiteX10" fmla="*/ 8652191 w 9662615"/>
              <a:gd name="connsiteY10" fmla="*/ 1345903 h 1603018"/>
              <a:gd name="connsiteX11" fmla="*/ 8591582 w 9662615"/>
              <a:gd name="connsiteY11" fmla="*/ 1341666 h 1603018"/>
              <a:gd name="connsiteX12" fmla="*/ 8537336 w 9662615"/>
              <a:gd name="connsiteY12" fmla="*/ 1341684 h 1603018"/>
              <a:gd name="connsiteX13" fmla="*/ 8416849 w 9662615"/>
              <a:gd name="connsiteY13" fmla="*/ 1367085 h 1603018"/>
              <a:gd name="connsiteX14" fmla="*/ 8278355 w 9662615"/>
              <a:gd name="connsiteY14" fmla="*/ 1386569 h 1603018"/>
              <a:gd name="connsiteX15" fmla="*/ 8197961 w 9662615"/>
              <a:gd name="connsiteY15" fmla="*/ 1392804 h 1603018"/>
              <a:gd name="connsiteX16" fmla="*/ 8171196 w 9662615"/>
              <a:gd name="connsiteY16" fmla="*/ 1397216 h 1603018"/>
              <a:gd name="connsiteX17" fmla="*/ 8087910 w 9662615"/>
              <a:gd name="connsiteY17" fmla="*/ 1386449 h 1603018"/>
              <a:gd name="connsiteX18" fmla="*/ 7974579 w 9662615"/>
              <a:gd name="connsiteY18" fmla="*/ 1383439 h 1603018"/>
              <a:gd name="connsiteX19" fmla="*/ 7768351 w 9662615"/>
              <a:gd name="connsiteY19" fmla="*/ 1395051 h 1603018"/>
              <a:gd name="connsiteX20" fmla="*/ 7635985 w 9662615"/>
              <a:gd name="connsiteY20" fmla="*/ 1386363 h 1603018"/>
              <a:gd name="connsiteX21" fmla="*/ 7466069 w 9662615"/>
              <a:gd name="connsiteY21" fmla="*/ 1377654 h 1603018"/>
              <a:gd name="connsiteX22" fmla="*/ 7355642 w 9662615"/>
              <a:gd name="connsiteY22" fmla="*/ 1407761 h 1603018"/>
              <a:gd name="connsiteX23" fmla="*/ 7215220 w 9662615"/>
              <a:gd name="connsiteY23" fmla="*/ 1397856 h 1603018"/>
              <a:gd name="connsiteX24" fmla="*/ 7082147 w 9662615"/>
              <a:gd name="connsiteY24" fmla="*/ 1406113 h 1603018"/>
              <a:gd name="connsiteX25" fmla="*/ 6987129 w 9662615"/>
              <a:gd name="connsiteY25" fmla="*/ 1404834 h 1603018"/>
              <a:gd name="connsiteX26" fmla="*/ 6907567 w 9662615"/>
              <a:gd name="connsiteY26" fmla="*/ 1419149 h 1603018"/>
              <a:gd name="connsiteX27" fmla="*/ 6748428 w 9662615"/>
              <a:gd name="connsiteY27" fmla="*/ 1420308 h 1603018"/>
              <a:gd name="connsiteX28" fmla="*/ 6654257 w 9662615"/>
              <a:gd name="connsiteY28" fmla="*/ 1424143 h 1603018"/>
              <a:gd name="connsiteX29" fmla="*/ 6620123 w 9662615"/>
              <a:gd name="connsiteY29" fmla="*/ 1430535 h 1603018"/>
              <a:gd name="connsiteX30" fmla="*/ 6571355 w 9662615"/>
              <a:gd name="connsiteY30" fmla="*/ 1436144 h 1603018"/>
              <a:gd name="connsiteX31" fmla="*/ 6486557 w 9662615"/>
              <a:gd name="connsiteY31" fmla="*/ 1449861 h 1603018"/>
              <a:gd name="connsiteX32" fmla="*/ 6370419 w 9662615"/>
              <a:gd name="connsiteY32" fmla="*/ 1461649 h 1603018"/>
              <a:gd name="connsiteX33" fmla="*/ 6278839 w 9662615"/>
              <a:gd name="connsiteY33" fmla="*/ 1449160 h 1603018"/>
              <a:gd name="connsiteX34" fmla="*/ 6272455 w 9662615"/>
              <a:gd name="connsiteY34" fmla="*/ 1453191 h 1603018"/>
              <a:gd name="connsiteX35" fmla="*/ 6212659 w 9662615"/>
              <a:gd name="connsiteY35" fmla="*/ 1454850 h 1603018"/>
              <a:gd name="connsiteX36" fmla="*/ 6069317 w 9662615"/>
              <a:gd name="connsiteY36" fmla="*/ 1445838 h 1603018"/>
              <a:gd name="connsiteX37" fmla="*/ 5878477 w 9662615"/>
              <a:gd name="connsiteY37" fmla="*/ 1439180 h 1603018"/>
              <a:gd name="connsiteX38" fmla="*/ 5838387 w 9662615"/>
              <a:gd name="connsiteY38" fmla="*/ 1444679 h 1603018"/>
              <a:gd name="connsiteX39" fmla="*/ 5771136 w 9662615"/>
              <a:gd name="connsiteY39" fmla="*/ 1453639 h 1603018"/>
              <a:gd name="connsiteX40" fmla="*/ 5724081 w 9662615"/>
              <a:gd name="connsiteY40" fmla="*/ 1470431 h 1603018"/>
              <a:gd name="connsiteX41" fmla="*/ 5666577 w 9662615"/>
              <a:gd name="connsiteY41" fmla="*/ 1473921 h 1603018"/>
              <a:gd name="connsiteX42" fmla="*/ 5649068 w 9662615"/>
              <a:gd name="connsiteY42" fmla="*/ 1461676 h 1603018"/>
              <a:gd name="connsiteX43" fmla="*/ 5588902 w 9662615"/>
              <a:gd name="connsiteY43" fmla="*/ 1469647 h 1603018"/>
              <a:gd name="connsiteX44" fmla="*/ 5498090 w 9662615"/>
              <a:gd name="connsiteY44" fmla="*/ 1483173 h 1603018"/>
              <a:gd name="connsiteX45" fmla="*/ 5444641 w 9662615"/>
              <a:gd name="connsiteY45" fmla="*/ 1487602 h 1603018"/>
              <a:gd name="connsiteX46" fmla="*/ 5299812 w 9662615"/>
              <a:gd name="connsiteY46" fmla="*/ 1503362 h 1603018"/>
              <a:gd name="connsiteX47" fmla="*/ 5245752 w 9662615"/>
              <a:gd name="connsiteY47" fmla="*/ 1520612 h 1603018"/>
              <a:gd name="connsiteX48" fmla="*/ 5177807 w 9662615"/>
              <a:gd name="connsiteY48" fmla="*/ 1526802 h 1603018"/>
              <a:gd name="connsiteX49" fmla="*/ 5113910 w 9662615"/>
              <a:gd name="connsiteY49" fmla="*/ 1533205 h 1603018"/>
              <a:gd name="connsiteX50" fmla="*/ 5059484 w 9662615"/>
              <a:gd name="connsiteY50" fmla="*/ 1546802 h 1603018"/>
              <a:gd name="connsiteX51" fmla="*/ 5038524 w 9662615"/>
              <a:gd name="connsiteY51" fmla="*/ 1545675 h 1603018"/>
              <a:gd name="connsiteX52" fmla="*/ 5026564 w 9662615"/>
              <a:gd name="connsiteY52" fmla="*/ 1545376 h 1603018"/>
              <a:gd name="connsiteX53" fmla="*/ 4969433 w 9662615"/>
              <a:gd name="connsiteY53" fmla="*/ 1550865 h 1603018"/>
              <a:gd name="connsiteX54" fmla="*/ 4871726 w 9662615"/>
              <a:gd name="connsiteY54" fmla="*/ 1570584 h 1603018"/>
              <a:gd name="connsiteX55" fmla="*/ 4843267 w 9662615"/>
              <a:gd name="connsiteY55" fmla="*/ 1561459 h 1603018"/>
              <a:gd name="connsiteX56" fmla="*/ 4821058 w 9662615"/>
              <a:gd name="connsiteY56" fmla="*/ 1553078 h 1603018"/>
              <a:gd name="connsiteX57" fmla="*/ 4791466 w 9662615"/>
              <a:gd name="connsiteY57" fmla="*/ 1561324 h 1603018"/>
              <a:gd name="connsiteX58" fmla="*/ 4784247 w 9662615"/>
              <a:gd name="connsiteY58" fmla="*/ 1562342 h 1603018"/>
              <a:gd name="connsiteX59" fmla="*/ 4739309 w 9662615"/>
              <a:gd name="connsiteY59" fmla="*/ 1553948 h 1603018"/>
              <a:gd name="connsiteX60" fmla="*/ 4697562 w 9662615"/>
              <a:gd name="connsiteY60" fmla="*/ 1551206 h 1603018"/>
              <a:gd name="connsiteX61" fmla="*/ 4650737 w 9662615"/>
              <a:gd name="connsiteY61" fmla="*/ 1537381 h 1603018"/>
              <a:gd name="connsiteX62" fmla="*/ 4583150 w 9662615"/>
              <a:gd name="connsiteY62" fmla="*/ 1529064 h 1603018"/>
              <a:gd name="connsiteX63" fmla="*/ 4521734 w 9662615"/>
              <a:gd name="connsiteY63" fmla="*/ 1529359 h 1603018"/>
              <a:gd name="connsiteX64" fmla="*/ 4382398 w 9662615"/>
              <a:gd name="connsiteY64" fmla="*/ 1534108 h 1603018"/>
              <a:gd name="connsiteX65" fmla="*/ 4221826 w 9662615"/>
              <a:gd name="connsiteY65" fmla="*/ 1500972 h 1603018"/>
              <a:gd name="connsiteX66" fmla="*/ 4096601 w 9662615"/>
              <a:gd name="connsiteY66" fmla="*/ 1521563 h 1603018"/>
              <a:gd name="connsiteX67" fmla="*/ 4002441 w 9662615"/>
              <a:gd name="connsiteY67" fmla="*/ 1528912 h 1603018"/>
              <a:gd name="connsiteX68" fmla="*/ 3833906 w 9662615"/>
              <a:gd name="connsiteY68" fmla="*/ 1516637 h 1603018"/>
              <a:gd name="connsiteX69" fmla="*/ 3763845 w 9662615"/>
              <a:gd name="connsiteY69" fmla="*/ 1501782 h 1603018"/>
              <a:gd name="connsiteX70" fmla="*/ 3673583 w 9662615"/>
              <a:gd name="connsiteY70" fmla="*/ 1501471 h 1603018"/>
              <a:gd name="connsiteX71" fmla="*/ 3640771 w 9662615"/>
              <a:gd name="connsiteY71" fmla="*/ 1531025 h 1603018"/>
              <a:gd name="connsiteX72" fmla="*/ 3576170 w 9662615"/>
              <a:gd name="connsiteY72" fmla="*/ 1516288 h 1603018"/>
              <a:gd name="connsiteX73" fmla="*/ 3540258 w 9662615"/>
              <a:gd name="connsiteY73" fmla="*/ 1516976 h 1603018"/>
              <a:gd name="connsiteX74" fmla="*/ 3522853 w 9662615"/>
              <a:gd name="connsiteY74" fmla="*/ 1538044 h 1603018"/>
              <a:gd name="connsiteX75" fmla="*/ 3480929 w 9662615"/>
              <a:gd name="connsiteY75" fmla="*/ 1526739 h 1603018"/>
              <a:gd name="connsiteX76" fmla="*/ 3430805 w 9662615"/>
              <a:gd name="connsiteY76" fmla="*/ 1542521 h 1603018"/>
              <a:gd name="connsiteX77" fmla="*/ 3292707 w 9662615"/>
              <a:gd name="connsiteY77" fmla="*/ 1520490 h 1603018"/>
              <a:gd name="connsiteX78" fmla="*/ 3187872 w 9662615"/>
              <a:gd name="connsiteY78" fmla="*/ 1519991 h 1603018"/>
              <a:gd name="connsiteX79" fmla="*/ 3148026 w 9662615"/>
              <a:gd name="connsiteY79" fmla="*/ 1524777 h 1603018"/>
              <a:gd name="connsiteX80" fmla="*/ 3092394 w 9662615"/>
              <a:gd name="connsiteY80" fmla="*/ 1528115 h 1603018"/>
              <a:gd name="connsiteX81" fmla="*/ 2994200 w 9662615"/>
              <a:gd name="connsiteY81" fmla="*/ 1537857 h 1603018"/>
              <a:gd name="connsiteX82" fmla="*/ 2862301 w 9662615"/>
              <a:gd name="connsiteY82" fmla="*/ 1544250 h 1603018"/>
              <a:gd name="connsiteX83" fmla="*/ 2766335 w 9662615"/>
              <a:gd name="connsiteY83" fmla="*/ 1527662 h 1603018"/>
              <a:gd name="connsiteX84" fmla="*/ 2757836 w 9662615"/>
              <a:gd name="connsiteY84" fmla="*/ 1531371 h 1603018"/>
              <a:gd name="connsiteX85" fmla="*/ 2691555 w 9662615"/>
              <a:gd name="connsiteY85" fmla="*/ 1530283 h 1603018"/>
              <a:gd name="connsiteX86" fmla="*/ 2539383 w 9662615"/>
              <a:gd name="connsiteY86" fmla="*/ 1504835 h 1603018"/>
              <a:gd name="connsiteX87" fmla="*/ 2378036 w 9662615"/>
              <a:gd name="connsiteY87" fmla="*/ 1520645 h 1603018"/>
              <a:gd name="connsiteX88" fmla="*/ 2320049 w 9662615"/>
              <a:gd name="connsiteY88" fmla="*/ 1511019 h 1603018"/>
              <a:gd name="connsiteX89" fmla="*/ 2207104 w 9662615"/>
              <a:gd name="connsiteY89" fmla="*/ 1508888 h 1603018"/>
              <a:gd name="connsiteX90" fmla="*/ 2149226 w 9662615"/>
              <a:gd name="connsiteY90" fmla="*/ 1523409 h 1603018"/>
              <a:gd name="connsiteX91" fmla="*/ 2084783 w 9662615"/>
              <a:gd name="connsiteY91" fmla="*/ 1524245 h 1603018"/>
              <a:gd name="connsiteX92" fmla="*/ 2070075 w 9662615"/>
              <a:gd name="connsiteY92" fmla="*/ 1511285 h 1603018"/>
              <a:gd name="connsiteX93" fmla="*/ 2001057 w 9662615"/>
              <a:gd name="connsiteY93" fmla="*/ 1516449 h 1603018"/>
              <a:gd name="connsiteX94" fmla="*/ 1896330 w 9662615"/>
              <a:gd name="connsiteY94" fmla="*/ 1525725 h 1603018"/>
              <a:gd name="connsiteX95" fmla="*/ 1835994 w 9662615"/>
              <a:gd name="connsiteY95" fmla="*/ 1527678 h 1603018"/>
              <a:gd name="connsiteX96" fmla="*/ 1671119 w 9662615"/>
              <a:gd name="connsiteY96" fmla="*/ 1536701 h 1603018"/>
              <a:gd name="connsiteX97" fmla="*/ 1565556 w 9662615"/>
              <a:gd name="connsiteY97" fmla="*/ 1556503 h 1603018"/>
              <a:gd name="connsiteX98" fmla="*/ 1407755 w 9662615"/>
              <a:gd name="connsiteY98" fmla="*/ 1571444 h 1603018"/>
              <a:gd name="connsiteX99" fmla="*/ 1291872 w 9662615"/>
              <a:gd name="connsiteY99" fmla="*/ 1579471 h 1603018"/>
              <a:gd name="connsiteX100" fmla="*/ 1245251 w 9662615"/>
              <a:gd name="connsiteY100" fmla="*/ 1603018 h 1603018"/>
              <a:gd name="connsiteX101" fmla="*/ 1181938 w 9662615"/>
              <a:gd name="connsiteY101" fmla="*/ 1592789 h 1603018"/>
              <a:gd name="connsiteX102" fmla="*/ 1091432 w 9662615"/>
              <a:gd name="connsiteY102" fmla="*/ 1571003 h 1603018"/>
              <a:gd name="connsiteX103" fmla="*/ 940355 w 9662615"/>
              <a:gd name="connsiteY103" fmla="*/ 1560638 h 1603018"/>
              <a:gd name="connsiteX104" fmla="*/ 868264 w 9662615"/>
              <a:gd name="connsiteY104" fmla="*/ 1566392 h 1603018"/>
              <a:gd name="connsiteX105" fmla="*/ 792765 w 9662615"/>
              <a:gd name="connsiteY105" fmla="*/ 1563102 h 1603018"/>
              <a:gd name="connsiteX106" fmla="*/ 653153 w 9662615"/>
              <a:gd name="connsiteY106" fmla="*/ 1563516 h 1603018"/>
              <a:gd name="connsiteX107" fmla="*/ 541933 w 9662615"/>
              <a:gd name="connsiteY107" fmla="*/ 1561051 h 1603018"/>
              <a:gd name="connsiteX108" fmla="*/ 472797 w 9662615"/>
              <a:gd name="connsiteY108" fmla="*/ 1568904 h 1603018"/>
              <a:gd name="connsiteX109" fmla="*/ 396059 w 9662615"/>
              <a:gd name="connsiteY109" fmla="*/ 1560970 h 1603018"/>
              <a:gd name="connsiteX110" fmla="*/ 336819 w 9662615"/>
              <a:gd name="connsiteY110" fmla="*/ 1560892 h 1603018"/>
              <a:gd name="connsiteX111" fmla="*/ 267163 w 9662615"/>
              <a:gd name="connsiteY111" fmla="*/ 1531913 h 1603018"/>
              <a:gd name="connsiteX112" fmla="*/ 196644 w 9662615"/>
              <a:gd name="connsiteY112" fmla="*/ 1524565 h 1603018"/>
              <a:gd name="connsiteX113" fmla="*/ 86819 w 9662615"/>
              <a:gd name="connsiteY113" fmla="*/ 1519517 h 1603018"/>
              <a:gd name="connsiteX114" fmla="*/ 53369 w 9662615"/>
              <a:gd name="connsiteY114" fmla="*/ 1516853 h 1603018"/>
              <a:gd name="connsiteX115" fmla="*/ 2359 w 9662615"/>
              <a:gd name="connsiteY115" fmla="*/ 1515247 h 1603018"/>
              <a:gd name="connsiteX116" fmla="*/ 0 w 9662615"/>
              <a:gd name="connsiteY116" fmla="*/ 1514932 h 1603018"/>
              <a:gd name="connsiteX117" fmla="*/ 0 w 9662615"/>
              <a:gd name="connsiteY117" fmla="*/ 0 h 1603018"/>
              <a:gd name="connsiteX0" fmla="*/ 0 w 9662615"/>
              <a:gd name="connsiteY0" fmla="*/ 0 h 1603018"/>
              <a:gd name="connsiteX1" fmla="*/ 9662615 w 9662615"/>
              <a:gd name="connsiteY1" fmla="*/ 0 h 1603018"/>
              <a:gd name="connsiteX2" fmla="*/ 9662615 w 9662615"/>
              <a:gd name="connsiteY2" fmla="*/ 1280346 h 1603018"/>
              <a:gd name="connsiteX3" fmla="*/ 9551077 w 9662615"/>
              <a:gd name="connsiteY3" fmla="*/ 1292033 h 1603018"/>
              <a:gd name="connsiteX4" fmla="*/ 9469546 w 9662615"/>
              <a:gd name="connsiteY4" fmla="*/ 1289837 h 1603018"/>
              <a:gd name="connsiteX5" fmla="*/ 9326260 w 9662615"/>
              <a:gd name="connsiteY5" fmla="*/ 1277155 h 1603018"/>
              <a:gd name="connsiteX6" fmla="*/ 9144767 w 9662615"/>
              <a:gd name="connsiteY6" fmla="*/ 1264120 h 1603018"/>
              <a:gd name="connsiteX7" fmla="*/ 8976400 w 9662615"/>
              <a:gd name="connsiteY7" fmla="*/ 1326661 h 1603018"/>
              <a:gd name="connsiteX8" fmla="*/ 8828711 w 9662615"/>
              <a:gd name="connsiteY8" fmla="*/ 1346394 h 1603018"/>
              <a:gd name="connsiteX9" fmla="*/ 8695953 w 9662615"/>
              <a:gd name="connsiteY9" fmla="*/ 1346784 h 1603018"/>
              <a:gd name="connsiteX10" fmla="*/ 8652191 w 9662615"/>
              <a:gd name="connsiteY10" fmla="*/ 1345903 h 1603018"/>
              <a:gd name="connsiteX11" fmla="*/ 8591582 w 9662615"/>
              <a:gd name="connsiteY11" fmla="*/ 1341666 h 1603018"/>
              <a:gd name="connsiteX12" fmla="*/ 8537336 w 9662615"/>
              <a:gd name="connsiteY12" fmla="*/ 1341684 h 1603018"/>
              <a:gd name="connsiteX13" fmla="*/ 8416849 w 9662615"/>
              <a:gd name="connsiteY13" fmla="*/ 1367085 h 1603018"/>
              <a:gd name="connsiteX14" fmla="*/ 8278355 w 9662615"/>
              <a:gd name="connsiteY14" fmla="*/ 1386569 h 1603018"/>
              <a:gd name="connsiteX15" fmla="*/ 8197961 w 9662615"/>
              <a:gd name="connsiteY15" fmla="*/ 1392804 h 1603018"/>
              <a:gd name="connsiteX16" fmla="*/ 8171196 w 9662615"/>
              <a:gd name="connsiteY16" fmla="*/ 1397216 h 1603018"/>
              <a:gd name="connsiteX17" fmla="*/ 8087910 w 9662615"/>
              <a:gd name="connsiteY17" fmla="*/ 1386449 h 1603018"/>
              <a:gd name="connsiteX18" fmla="*/ 7974579 w 9662615"/>
              <a:gd name="connsiteY18" fmla="*/ 1383439 h 1603018"/>
              <a:gd name="connsiteX19" fmla="*/ 7768351 w 9662615"/>
              <a:gd name="connsiteY19" fmla="*/ 1395051 h 1603018"/>
              <a:gd name="connsiteX20" fmla="*/ 7635985 w 9662615"/>
              <a:gd name="connsiteY20" fmla="*/ 1386363 h 1603018"/>
              <a:gd name="connsiteX21" fmla="*/ 7466069 w 9662615"/>
              <a:gd name="connsiteY21" fmla="*/ 1377654 h 1603018"/>
              <a:gd name="connsiteX22" fmla="*/ 7355642 w 9662615"/>
              <a:gd name="connsiteY22" fmla="*/ 1407761 h 1603018"/>
              <a:gd name="connsiteX23" fmla="*/ 7215220 w 9662615"/>
              <a:gd name="connsiteY23" fmla="*/ 1397856 h 1603018"/>
              <a:gd name="connsiteX24" fmla="*/ 7082147 w 9662615"/>
              <a:gd name="connsiteY24" fmla="*/ 1406113 h 1603018"/>
              <a:gd name="connsiteX25" fmla="*/ 6987129 w 9662615"/>
              <a:gd name="connsiteY25" fmla="*/ 1404834 h 1603018"/>
              <a:gd name="connsiteX26" fmla="*/ 6907567 w 9662615"/>
              <a:gd name="connsiteY26" fmla="*/ 1419149 h 1603018"/>
              <a:gd name="connsiteX27" fmla="*/ 6748428 w 9662615"/>
              <a:gd name="connsiteY27" fmla="*/ 1420308 h 1603018"/>
              <a:gd name="connsiteX28" fmla="*/ 6654257 w 9662615"/>
              <a:gd name="connsiteY28" fmla="*/ 1424143 h 1603018"/>
              <a:gd name="connsiteX29" fmla="*/ 6620123 w 9662615"/>
              <a:gd name="connsiteY29" fmla="*/ 1430535 h 1603018"/>
              <a:gd name="connsiteX30" fmla="*/ 6571355 w 9662615"/>
              <a:gd name="connsiteY30" fmla="*/ 1436144 h 1603018"/>
              <a:gd name="connsiteX31" fmla="*/ 6486557 w 9662615"/>
              <a:gd name="connsiteY31" fmla="*/ 1449861 h 1603018"/>
              <a:gd name="connsiteX32" fmla="*/ 6370419 w 9662615"/>
              <a:gd name="connsiteY32" fmla="*/ 1461649 h 1603018"/>
              <a:gd name="connsiteX33" fmla="*/ 6278839 w 9662615"/>
              <a:gd name="connsiteY33" fmla="*/ 1449160 h 1603018"/>
              <a:gd name="connsiteX34" fmla="*/ 6272455 w 9662615"/>
              <a:gd name="connsiteY34" fmla="*/ 1453191 h 1603018"/>
              <a:gd name="connsiteX35" fmla="*/ 6212659 w 9662615"/>
              <a:gd name="connsiteY35" fmla="*/ 1454850 h 1603018"/>
              <a:gd name="connsiteX36" fmla="*/ 6069317 w 9662615"/>
              <a:gd name="connsiteY36" fmla="*/ 1445838 h 1603018"/>
              <a:gd name="connsiteX37" fmla="*/ 5878477 w 9662615"/>
              <a:gd name="connsiteY37" fmla="*/ 1439180 h 1603018"/>
              <a:gd name="connsiteX38" fmla="*/ 5838387 w 9662615"/>
              <a:gd name="connsiteY38" fmla="*/ 1444679 h 1603018"/>
              <a:gd name="connsiteX39" fmla="*/ 5771136 w 9662615"/>
              <a:gd name="connsiteY39" fmla="*/ 1453639 h 1603018"/>
              <a:gd name="connsiteX40" fmla="*/ 5724081 w 9662615"/>
              <a:gd name="connsiteY40" fmla="*/ 1470431 h 1603018"/>
              <a:gd name="connsiteX41" fmla="*/ 5666577 w 9662615"/>
              <a:gd name="connsiteY41" fmla="*/ 1473921 h 1603018"/>
              <a:gd name="connsiteX42" fmla="*/ 5649068 w 9662615"/>
              <a:gd name="connsiteY42" fmla="*/ 1461676 h 1603018"/>
              <a:gd name="connsiteX43" fmla="*/ 5588902 w 9662615"/>
              <a:gd name="connsiteY43" fmla="*/ 1469647 h 1603018"/>
              <a:gd name="connsiteX44" fmla="*/ 5498090 w 9662615"/>
              <a:gd name="connsiteY44" fmla="*/ 1483173 h 1603018"/>
              <a:gd name="connsiteX45" fmla="*/ 5444641 w 9662615"/>
              <a:gd name="connsiteY45" fmla="*/ 1487602 h 1603018"/>
              <a:gd name="connsiteX46" fmla="*/ 5299812 w 9662615"/>
              <a:gd name="connsiteY46" fmla="*/ 1503362 h 1603018"/>
              <a:gd name="connsiteX47" fmla="*/ 5245752 w 9662615"/>
              <a:gd name="connsiteY47" fmla="*/ 1520612 h 1603018"/>
              <a:gd name="connsiteX48" fmla="*/ 5177807 w 9662615"/>
              <a:gd name="connsiteY48" fmla="*/ 1526802 h 1603018"/>
              <a:gd name="connsiteX49" fmla="*/ 5113910 w 9662615"/>
              <a:gd name="connsiteY49" fmla="*/ 1533205 h 1603018"/>
              <a:gd name="connsiteX50" fmla="*/ 5059484 w 9662615"/>
              <a:gd name="connsiteY50" fmla="*/ 1546802 h 1603018"/>
              <a:gd name="connsiteX51" fmla="*/ 5038524 w 9662615"/>
              <a:gd name="connsiteY51" fmla="*/ 1545675 h 1603018"/>
              <a:gd name="connsiteX52" fmla="*/ 5026564 w 9662615"/>
              <a:gd name="connsiteY52" fmla="*/ 1545376 h 1603018"/>
              <a:gd name="connsiteX53" fmla="*/ 4969433 w 9662615"/>
              <a:gd name="connsiteY53" fmla="*/ 1550865 h 1603018"/>
              <a:gd name="connsiteX54" fmla="*/ 4871726 w 9662615"/>
              <a:gd name="connsiteY54" fmla="*/ 1570584 h 1603018"/>
              <a:gd name="connsiteX55" fmla="*/ 4843267 w 9662615"/>
              <a:gd name="connsiteY55" fmla="*/ 1561459 h 1603018"/>
              <a:gd name="connsiteX56" fmla="*/ 4821058 w 9662615"/>
              <a:gd name="connsiteY56" fmla="*/ 1553078 h 1603018"/>
              <a:gd name="connsiteX57" fmla="*/ 4791466 w 9662615"/>
              <a:gd name="connsiteY57" fmla="*/ 1561324 h 1603018"/>
              <a:gd name="connsiteX58" fmla="*/ 4784247 w 9662615"/>
              <a:gd name="connsiteY58" fmla="*/ 1562342 h 1603018"/>
              <a:gd name="connsiteX59" fmla="*/ 4739309 w 9662615"/>
              <a:gd name="connsiteY59" fmla="*/ 1553948 h 1603018"/>
              <a:gd name="connsiteX60" fmla="*/ 4697562 w 9662615"/>
              <a:gd name="connsiteY60" fmla="*/ 1551206 h 1603018"/>
              <a:gd name="connsiteX61" fmla="*/ 4650737 w 9662615"/>
              <a:gd name="connsiteY61" fmla="*/ 1537381 h 1603018"/>
              <a:gd name="connsiteX62" fmla="*/ 4583150 w 9662615"/>
              <a:gd name="connsiteY62" fmla="*/ 1529064 h 1603018"/>
              <a:gd name="connsiteX63" fmla="*/ 4521734 w 9662615"/>
              <a:gd name="connsiteY63" fmla="*/ 1529359 h 1603018"/>
              <a:gd name="connsiteX64" fmla="*/ 4382398 w 9662615"/>
              <a:gd name="connsiteY64" fmla="*/ 1534108 h 1603018"/>
              <a:gd name="connsiteX65" fmla="*/ 4221826 w 9662615"/>
              <a:gd name="connsiteY65" fmla="*/ 1500972 h 1603018"/>
              <a:gd name="connsiteX66" fmla="*/ 4096601 w 9662615"/>
              <a:gd name="connsiteY66" fmla="*/ 1521563 h 1603018"/>
              <a:gd name="connsiteX67" fmla="*/ 4002441 w 9662615"/>
              <a:gd name="connsiteY67" fmla="*/ 1528912 h 1603018"/>
              <a:gd name="connsiteX68" fmla="*/ 3833906 w 9662615"/>
              <a:gd name="connsiteY68" fmla="*/ 1516637 h 1603018"/>
              <a:gd name="connsiteX69" fmla="*/ 3763845 w 9662615"/>
              <a:gd name="connsiteY69" fmla="*/ 1501782 h 1603018"/>
              <a:gd name="connsiteX70" fmla="*/ 3673583 w 9662615"/>
              <a:gd name="connsiteY70" fmla="*/ 1501471 h 1603018"/>
              <a:gd name="connsiteX71" fmla="*/ 3640771 w 9662615"/>
              <a:gd name="connsiteY71" fmla="*/ 1531025 h 1603018"/>
              <a:gd name="connsiteX72" fmla="*/ 3576170 w 9662615"/>
              <a:gd name="connsiteY72" fmla="*/ 1516288 h 1603018"/>
              <a:gd name="connsiteX73" fmla="*/ 3540258 w 9662615"/>
              <a:gd name="connsiteY73" fmla="*/ 1516976 h 1603018"/>
              <a:gd name="connsiteX74" fmla="*/ 3522853 w 9662615"/>
              <a:gd name="connsiteY74" fmla="*/ 1538044 h 1603018"/>
              <a:gd name="connsiteX75" fmla="*/ 3480929 w 9662615"/>
              <a:gd name="connsiteY75" fmla="*/ 1526739 h 1603018"/>
              <a:gd name="connsiteX76" fmla="*/ 3430805 w 9662615"/>
              <a:gd name="connsiteY76" fmla="*/ 1542521 h 1603018"/>
              <a:gd name="connsiteX77" fmla="*/ 3292707 w 9662615"/>
              <a:gd name="connsiteY77" fmla="*/ 1520490 h 1603018"/>
              <a:gd name="connsiteX78" fmla="*/ 3187872 w 9662615"/>
              <a:gd name="connsiteY78" fmla="*/ 1519991 h 1603018"/>
              <a:gd name="connsiteX79" fmla="*/ 3148026 w 9662615"/>
              <a:gd name="connsiteY79" fmla="*/ 1524777 h 1603018"/>
              <a:gd name="connsiteX80" fmla="*/ 3092394 w 9662615"/>
              <a:gd name="connsiteY80" fmla="*/ 1528115 h 1603018"/>
              <a:gd name="connsiteX81" fmla="*/ 2994200 w 9662615"/>
              <a:gd name="connsiteY81" fmla="*/ 1537857 h 1603018"/>
              <a:gd name="connsiteX82" fmla="*/ 2862301 w 9662615"/>
              <a:gd name="connsiteY82" fmla="*/ 1544250 h 1603018"/>
              <a:gd name="connsiteX83" fmla="*/ 2766335 w 9662615"/>
              <a:gd name="connsiteY83" fmla="*/ 1527662 h 1603018"/>
              <a:gd name="connsiteX84" fmla="*/ 2757836 w 9662615"/>
              <a:gd name="connsiteY84" fmla="*/ 1531371 h 1603018"/>
              <a:gd name="connsiteX85" fmla="*/ 2691555 w 9662615"/>
              <a:gd name="connsiteY85" fmla="*/ 1530283 h 1603018"/>
              <a:gd name="connsiteX86" fmla="*/ 2539383 w 9662615"/>
              <a:gd name="connsiteY86" fmla="*/ 1504835 h 1603018"/>
              <a:gd name="connsiteX87" fmla="*/ 2378036 w 9662615"/>
              <a:gd name="connsiteY87" fmla="*/ 1520645 h 1603018"/>
              <a:gd name="connsiteX88" fmla="*/ 2320049 w 9662615"/>
              <a:gd name="connsiteY88" fmla="*/ 1511019 h 1603018"/>
              <a:gd name="connsiteX89" fmla="*/ 2238909 w 9662615"/>
              <a:gd name="connsiteY89" fmla="*/ 1508888 h 1603018"/>
              <a:gd name="connsiteX90" fmla="*/ 2149226 w 9662615"/>
              <a:gd name="connsiteY90" fmla="*/ 1523409 h 1603018"/>
              <a:gd name="connsiteX91" fmla="*/ 2084783 w 9662615"/>
              <a:gd name="connsiteY91" fmla="*/ 1524245 h 1603018"/>
              <a:gd name="connsiteX92" fmla="*/ 2070075 w 9662615"/>
              <a:gd name="connsiteY92" fmla="*/ 1511285 h 1603018"/>
              <a:gd name="connsiteX93" fmla="*/ 2001057 w 9662615"/>
              <a:gd name="connsiteY93" fmla="*/ 1516449 h 1603018"/>
              <a:gd name="connsiteX94" fmla="*/ 1896330 w 9662615"/>
              <a:gd name="connsiteY94" fmla="*/ 1525725 h 1603018"/>
              <a:gd name="connsiteX95" fmla="*/ 1835994 w 9662615"/>
              <a:gd name="connsiteY95" fmla="*/ 1527678 h 1603018"/>
              <a:gd name="connsiteX96" fmla="*/ 1671119 w 9662615"/>
              <a:gd name="connsiteY96" fmla="*/ 1536701 h 1603018"/>
              <a:gd name="connsiteX97" fmla="*/ 1565556 w 9662615"/>
              <a:gd name="connsiteY97" fmla="*/ 1556503 h 1603018"/>
              <a:gd name="connsiteX98" fmla="*/ 1407755 w 9662615"/>
              <a:gd name="connsiteY98" fmla="*/ 1571444 h 1603018"/>
              <a:gd name="connsiteX99" fmla="*/ 1291872 w 9662615"/>
              <a:gd name="connsiteY99" fmla="*/ 1579471 h 1603018"/>
              <a:gd name="connsiteX100" fmla="*/ 1245251 w 9662615"/>
              <a:gd name="connsiteY100" fmla="*/ 1603018 h 1603018"/>
              <a:gd name="connsiteX101" fmla="*/ 1181938 w 9662615"/>
              <a:gd name="connsiteY101" fmla="*/ 1592789 h 1603018"/>
              <a:gd name="connsiteX102" fmla="*/ 1091432 w 9662615"/>
              <a:gd name="connsiteY102" fmla="*/ 1571003 h 1603018"/>
              <a:gd name="connsiteX103" fmla="*/ 940355 w 9662615"/>
              <a:gd name="connsiteY103" fmla="*/ 1560638 h 1603018"/>
              <a:gd name="connsiteX104" fmla="*/ 868264 w 9662615"/>
              <a:gd name="connsiteY104" fmla="*/ 1566392 h 1603018"/>
              <a:gd name="connsiteX105" fmla="*/ 792765 w 9662615"/>
              <a:gd name="connsiteY105" fmla="*/ 1563102 h 1603018"/>
              <a:gd name="connsiteX106" fmla="*/ 653153 w 9662615"/>
              <a:gd name="connsiteY106" fmla="*/ 1563516 h 1603018"/>
              <a:gd name="connsiteX107" fmla="*/ 541933 w 9662615"/>
              <a:gd name="connsiteY107" fmla="*/ 1561051 h 1603018"/>
              <a:gd name="connsiteX108" fmla="*/ 472797 w 9662615"/>
              <a:gd name="connsiteY108" fmla="*/ 1568904 h 1603018"/>
              <a:gd name="connsiteX109" fmla="*/ 396059 w 9662615"/>
              <a:gd name="connsiteY109" fmla="*/ 1560970 h 1603018"/>
              <a:gd name="connsiteX110" fmla="*/ 336819 w 9662615"/>
              <a:gd name="connsiteY110" fmla="*/ 1560892 h 1603018"/>
              <a:gd name="connsiteX111" fmla="*/ 267163 w 9662615"/>
              <a:gd name="connsiteY111" fmla="*/ 1531913 h 1603018"/>
              <a:gd name="connsiteX112" fmla="*/ 196644 w 9662615"/>
              <a:gd name="connsiteY112" fmla="*/ 1524565 h 1603018"/>
              <a:gd name="connsiteX113" fmla="*/ 86819 w 9662615"/>
              <a:gd name="connsiteY113" fmla="*/ 1519517 h 1603018"/>
              <a:gd name="connsiteX114" fmla="*/ 53369 w 9662615"/>
              <a:gd name="connsiteY114" fmla="*/ 1516853 h 1603018"/>
              <a:gd name="connsiteX115" fmla="*/ 2359 w 9662615"/>
              <a:gd name="connsiteY115" fmla="*/ 1515247 h 1603018"/>
              <a:gd name="connsiteX116" fmla="*/ 0 w 9662615"/>
              <a:gd name="connsiteY116" fmla="*/ 1514932 h 1603018"/>
              <a:gd name="connsiteX117" fmla="*/ 0 w 9662615"/>
              <a:gd name="connsiteY117" fmla="*/ 0 h 1603018"/>
              <a:gd name="connsiteX0" fmla="*/ 0 w 9662615"/>
              <a:gd name="connsiteY0" fmla="*/ 0 h 1603018"/>
              <a:gd name="connsiteX1" fmla="*/ 9662615 w 9662615"/>
              <a:gd name="connsiteY1" fmla="*/ 0 h 1603018"/>
              <a:gd name="connsiteX2" fmla="*/ 9662615 w 9662615"/>
              <a:gd name="connsiteY2" fmla="*/ 1280346 h 1603018"/>
              <a:gd name="connsiteX3" fmla="*/ 9551077 w 9662615"/>
              <a:gd name="connsiteY3" fmla="*/ 1292033 h 1603018"/>
              <a:gd name="connsiteX4" fmla="*/ 9469546 w 9662615"/>
              <a:gd name="connsiteY4" fmla="*/ 1289837 h 1603018"/>
              <a:gd name="connsiteX5" fmla="*/ 9326260 w 9662615"/>
              <a:gd name="connsiteY5" fmla="*/ 1277155 h 1603018"/>
              <a:gd name="connsiteX6" fmla="*/ 9144767 w 9662615"/>
              <a:gd name="connsiteY6" fmla="*/ 1264120 h 1603018"/>
              <a:gd name="connsiteX7" fmla="*/ 8976400 w 9662615"/>
              <a:gd name="connsiteY7" fmla="*/ 1326661 h 1603018"/>
              <a:gd name="connsiteX8" fmla="*/ 8828711 w 9662615"/>
              <a:gd name="connsiteY8" fmla="*/ 1346394 h 1603018"/>
              <a:gd name="connsiteX9" fmla="*/ 8695953 w 9662615"/>
              <a:gd name="connsiteY9" fmla="*/ 1346784 h 1603018"/>
              <a:gd name="connsiteX10" fmla="*/ 8652191 w 9662615"/>
              <a:gd name="connsiteY10" fmla="*/ 1345903 h 1603018"/>
              <a:gd name="connsiteX11" fmla="*/ 8591582 w 9662615"/>
              <a:gd name="connsiteY11" fmla="*/ 1341666 h 1603018"/>
              <a:gd name="connsiteX12" fmla="*/ 8537336 w 9662615"/>
              <a:gd name="connsiteY12" fmla="*/ 1341684 h 1603018"/>
              <a:gd name="connsiteX13" fmla="*/ 8416849 w 9662615"/>
              <a:gd name="connsiteY13" fmla="*/ 1367085 h 1603018"/>
              <a:gd name="connsiteX14" fmla="*/ 8278355 w 9662615"/>
              <a:gd name="connsiteY14" fmla="*/ 1386569 h 1603018"/>
              <a:gd name="connsiteX15" fmla="*/ 8197961 w 9662615"/>
              <a:gd name="connsiteY15" fmla="*/ 1392804 h 1603018"/>
              <a:gd name="connsiteX16" fmla="*/ 8171196 w 9662615"/>
              <a:gd name="connsiteY16" fmla="*/ 1397216 h 1603018"/>
              <a:gd name="connsiteX17" fmla="*/ 8087910 w 9662615"/>
              <a:gd name="connsiteY17" fmla="*/ 1386449 h 1603018"/>
              <a:gd name="connsiteX18" fmla="*/ 7974579 w 9662615"/>
              <a:gd name="connsiteY18" fmla="*/ 1383439 h 1603018"/>
              <a:gd name="connsiteX19" fmla="*/ 7768351 w 9662615"/>
              <a:gd name="connsiteY19" fmla="*/ 1395051 h 1603018"/>
              <a:gd name="connsiteX20" fmla="*/ 7635985 w 9662615"/>
              <a:gd name="connsiteY20" fmla="*/ 1386363 h 1603018"/>
              <a:gd name="connsiteX21" fmla="*/ 7466069 w 9662615"/>
              <a:gd name="connsiteY21" fmla="*/ 1377654 h 1603018"/>
              <a:gd name="connsiteX22" fmla="*/ 7355642 w 9662615"/>
              <a:gd name="connsiteY22" fmla="*/ 1407761 h 1603018"/>
              <a:gd name="connsiteX23" fmla="*/ 7215220 w 9662615"/>
              <a:gd name="connsiteY23" fmla="*/ 1397856 h 1603018"/>
              <a:gd name="connsiteX24" fmla="*/ 7082147 w 9662615"/>
              <a:gd name="connsiteY24" fmla="*/ 1406113 h 1603018"/>
              <a:gd name="connsiteX25" fmla="*/ 6987129 w 9662615"/>
              <a:gd name="connsiteY25" fmla="*/ 1404834 h 1603018"/>
              <a:gd name="connsiteX26" fmla="*/ 6907567 w 9662615"/>
              <a:gd name="connsiteY26" fmla="*/ 1419149 h 1603018"/>
              <a:gd name="connsiteX27" fmla="*/ 6748428 w 9662615"/>
              <a:gd name="connsiteY27" fmla="*/ 1420308 h 1603018"/>
              <a:gd name="connsiteX28" fmla="*/ 6654257 w 9662615"/>
              <a:gd name="connsiteY28" fmla="*/ 1424143 h 1603018"/>
              <a:gd name="connsiteX29" fmla="*/ 6620123 w 9662615"/>
              <a:gd name="connsiteY29" fmla="*/ 1430535 h 1603018"/>
              <a:gd name="connsiteX30" fmla="*/ 6571355 w 9662615"/>
              <a:gd name="connsiteY30" fmla="*/ 1436144 h 1603018"/>
              <a:gd name="connsiteX31" fmla="*/ 6486557 w 9662615"/>
              <a:gd name="connsiteY31" fmla="*/ 1449861 h 1603018"/>
              <a:gd name="connsiteX32" fmla="*/ 6370419 w 9662615"/>
              <a:gd name="connsiteY32" fmla="*/ 1461649 h 1603018"/>
              <a:gd name="connsiteX33" fmla="*/ 6278839 w 9662615"/>
              <a:gd name="connsiteY33" fmla="*/ 1449160 h 1603018"/>
              <a:gd name="connsiteX34" fmla="*/ 6272455 w 9662615"/>
              <a:gd name="connsiteY34" fmla="*/ 1453191 h 1603018"/>
              <a:gd name="connsiteX35" fmla="*/ 6212659 w 9662615"/>
              <a:gd name="connsiteY35" fmla="*/ 1454850 h 1603018"/>
              <a:gd name="connsiteX36" fmla="*/ 6069317 w 9662615"/>
              <a:gd name="connsiteY36" fmla="*/ 1445838 h 1603018"/>
              <a:gd name="connsiteX37" fmla="*/ 5878477 w 9662615"/>
              <a:gd name="connsiteY37" fmla="*/ 1439180 h 1603018"/>
              <a:gd name="connsiteX38" fmla="*/ 5838387 w 9662615"/>
              <a:gd name="connsiteY38" fmla="*/ 1444679 h 1603018"/>
              <a:gd name="connsiteX39" fmla="*/ 5771136 w 9662615"/>
              <a:gd name="connsiteY39" fmla="*/ 1453639 h 1603018"/>
              <a:gd name="connsiteX40" fmla="*/ 5724081 w 9662615"/>
              <a:gd name="connsiteY40" fmla="*/ 1470431 h 1603018"/>
              <a:gd name="connsiteX41" fmla="*/ 5666577 w 9662615"/>
              <a:gd name="connsiteY41" fmla="*/ 1473921 h 1603018"/>
              <a:gd name="connsiteX42" fmla="*/ 5649068 w 9662615"/>
              <a:gd name="connsiteY42" fmla="*/ 1461676 h 1603018"/>
              <a:gd name="connsiteX43" fmla="*/ 5588902 w 9662615"/>
              <a:gd name="connsiteY43" fmla="*/ 1469647 h 1603018"/>
              <a:gd name="connsiteX44" fmla="*/ 5498090 w 9662615"/>
              <a:gd name="connsiteY44" fmla="*/ 1483173 h 1603018"/>
              <a:gd name="connsiteX45" fmla="*/ 5444641 w 9662615"/>
              <a:gd name="connsiteY45" fmla="*/ 1487602 h 1603018"/>
              <a:gd name="connsiteX46" fmla="*/ 5299812 w 9662615"/>
              <a:gd name="connsiteY46" fmla="*/ 1503362 h 1603018"/>
              <a:gd name="connsiteX47" fmla="*/ 5245752 w 9662615"/>
              <a:gd name="connsiteY47" fmla="*/ 1520612 h 1603018"/>
              <a:gd name="connsiteX48" fmla="*/ 5177807 w 9662615"/>
              <a:gd name="connsiteY48" fmla="*/ 1526802 h 1603018"/>
              <a:gd name="connsiteX49" fmla="*/ 5113910 w 9662615"/>
              <a:gd name="connsiteY49" fmla="*/ 1533205 h 1603018"/>
              <a:gd name="connsiteX50" fmla="*/ 5059484 w 9662615"/>
              <a:gd name="connsiteY50" fmla="*/ 1546802 h 1603018"/>
              <a:gd name="connsiteX51" fmla="*/ 5038524 w 9662615"/>
              <a:gd name="connsiteY51" fmla="*/ 1545675 h 1603018"/>
              <a:gd name="connsiteX52" fmla="*/ 5026564 w 9662615"/>
              <a:gd name="connsiteY52" fmla="*/ 1545376 h 1603018"/>
              <a:gd name="connsiteX53" fmla="*/ 4969433 w 9662615"/>
              <a:gd name="connsiteY53" fmla="*/ 1550865 h 1603018"/>
              <a:gd name="connsiteX54" fmla="*/ 4871726 w 9662615"/>
              <a:gd name="connsiteY54" fmla="*/ 1570584 h 1603018"/>
              <a:gd name="connsiteX55" fmla="*/ 4843267 w 9662615"/>
              <a:gd name="connsiteY55" fmla="*/ 1561459 h 1603018"/>
              <a:gd name="connsiteX56" fmla="*/ 4821058 w 9662615"/>
              <a:gd name="connsiteY56" fmla="*/ 1553078 h 1603018"/>
              <a:gd name="connsiteX57" fmla="*/ 4791466 w 9662615"/>
              <a:gd name="connsiteY57" fmla="*/ 1561324 h 1603018"/>
              <a:gd name="connsiteX58" fmla="*/ 4784247 w 9662615"/>
              <a:gd name="connsiteY58" fmla="*/ 1562342 h 1603018"/>
              <a:gd name="connsiteX59" fmla="*/ 4739309 w 9662615"/>
              <a:gd name="connsiteY59" fmla="*/ 1553948 h 1603018"/>
              <a:gd name="connsiteX60" fmla="*/ 4697562 w 9662615"/>
              <a:gd name="connsiteY60" fmla="*/ 1551206 h 1603018"/>
              <a:gd name="connsiteX61" fmla="*/ 4650737 w 9662615"/>
              <a:gd name="connsiteY61" fmla="*/ 1537381 h 1603018"/>
              <a:gd name="connsiteX62" fmla="*/ 4583150 w 9662615"/>
              <a:gd name="connsiteY62" fmla="*/ 1529064 h 1603018"/>
              <a:gd name="connsiteX63" fmla="*/ 4521734 w 9662615"/>
              <a:gd name="connsiteY63" fmla="*/ 1529359 h 1603018"/>
              <a:gd name="connsiteX64" fmla="*/ 4382398 w 9662615"/>
              <a:gd name="connsiteY64" fmla="*/ 1534108 h 1603018"/>
              <a:gd name="connsiteX65" fmla="*/ 4221826 w 9662615"/>
              <a:gd name="connsiteY65" fmla="*/ 1500972 h 1603018"/>
              <a:gd name="connsiteX66" fmla="*/ 4096601 w 9662615"/>
              <a:gd name="connsiteY66" fmla="*/ 1521563 h 1603018"/>
              <a:gd name="connsiteX67" fmla="*/ 4002441 w 9662615"/>
              <a:gd name="connsiteY67" fmla="*/ 1528912 h 1603018"/>
              <a:gd name="connsiteX68" fmla="*/ 3833906 w 9662615"/>
              <a:gd name="connsiteY68" fmla="*/ 1516637 h 1603018"/>
              <a:gd name="connsiteX69" fmla="*/ 3763845 w 9662615"/>
              <a:gd name="connsiteY69" fmla="*/ 1501782 h 1603018"/>
              <a:gd name="connsiteX70" fmla="*/ 3673583 w 9662615"/>
              <a:gd name="connsiteY70" fmla="*/ 1501471 h 1603018"/>
              <a:gd name="connsiteX71" fmla="*/ 3640771 w 9662615"/>
              <a:gd name="connsiteY71" fmla="*/ 1531025 h 1603018"/>
              <a:gd name="connsiteX72" fmla="*/ 3576170 w 9662615"/>
              <a:gd name="connsiteY72" fmla="*/ 1516288 h 1603018"/>
              <a:gd name="connsiteX73" fmla="*/ 3540258 w 9662615"/>
              <a:gd name="connsiteY73" fmla="*/ 1516976 h 1603018"/>
              <a:gd name="connsiteX74" fmla="*/ 3522853 w 9662615"/>
              <a:gd name="connsiteY74" fmla="*/ 1538044 h 1603018"/>
              <a:gd name="connsiteX75" fmla="*/ 3480929 w 9662615"/>
              <a:gd name="connsiteY75" fmla="*/ 1526739 h 1603018"/>
              <a:gd name="connsiteX76" fmla="*/ 3430805 w 9662615"/>
              <a:gd name="connsiteY76" fmla="*/ 1542521 h 1603018"/>
              <a:gd name="connsiteX77" fmla="*/ 3292707 w 9662615"/>
              <a:gd name="connsiteY77" fmla="*/ 1520490 h 1603018"/>
              <a:gd name="connsiteX78" fmla="*/ 3187872 w 9662615"/>
              <a:gd name="connsiteY78" fmla="*/ 1519991 h 1603018"/>
              <a:gd name="connsiteX79" fmla="*/ 3148026 w 9662615"/>
              <a:gd name="connsiteY79" fmla="*/ 1524777 h 1603018"/>
              <a:gd name="connsiteX80" fmla="*/ 3092394 w 9662615"/>
              <a:gd name="connsiteY80" fmla="*/ 1528115 h 1603018"/>
              <a:gd name="connsiteX81" fmla="*/ 2994200 w 9662615"/>
              <a:gd name="connsiteY81" fmla="*/ 1537857 h 1603018"/>
              <a:gd name="connsiteX82" fmla="*/ 2862301 w 9662615"/>
              <a:gd name="connsiteY82" fmla="*/ 1544250 h 1603018"/>
              <a:gd name="connsiteX83" fmla="*/ 2766335 w 9662615"/>
              <a:gd name="connsiteY83" fmla="*/ 1527662 h 1603018"/>
              <a:gd name="connsiteX84" fmla="*/ 2757836 w 9662615"/>
              <a:gd name="connsiteY84" fmla="*/ 1531371 h 1603018"/>
              <a:gd name="connsiteX85" fmla="*/ 2691555 w 9662615"/>
              <a:gd name="connsiteY85" fmla="*/ 1530283 h 1603018"/>
              <a:gd name="connsiteX86" fmla="*/ 2539383 w 9662615"/>
              <a:gd name="connsiteY86" fmla="*/ 1504835 h 1603018"/>
              <a:gd name="connsiteX87" fmla="*/ 2378036 w 9662615"/>
              <a:gd name="connsiteY87" fmla="*/ 1520645 h 1603018"/>
              <a:gd name="connsiteX88" fmla="*/ 2320049 w 9662615"/>
              <a:gd name="connsiteY88" fmla="*/ 1511019 h 1603018"/>
              <a:gd name="connsiteX89" fmla="*/ 2238909 w 9662615"/>
              <a:gd name="connsiteY89" fmla="*/ 1508888 h 1603018"/>
              <a:gd name="connsiteX90" fmla="*/ 2181031 w 9662615"/>
              <a:gd name="connsiteY90" fmla="*/ 1531361 h 1603018"/>
              <a:gd name="connsiteX91" fmla="*/ 2084783 w 9662615"/>
              <a:gd name="connsiteY91" fmla="*/ 1524245 h 1603018"/>
              <a:gd name="connsiteX92" fmla="*/ 2070075 w 9662615"/>
              <a:gd name="connsiteY92" fmla="*/ 1511285 h 1603018"/>
              <a:gd name="connsiteX93" fmla="*/ 2001057 w 9662615"/>
              <a:gd name="connsiteY93" fmla="*/ 1516449 h 1603018"/>
              <a:gd name="connsiteX94" fmla="*/ 1896330 w 9662615"/>
              <a:gd name="connsiteY94" fmla="*/ 1525725 h 1603018"/>
              <a:gd name="connsiteX95" fmla="*/ 1835994 w 9662615"/>
              <a:gd name="connsiteY95" fmla="*/ 1527678 h 1603018"/>
              <a:gd name="connsiteX96" fmla="*/ 1671119 w 9662615"/>
              <a:gd name="connsiteY96" fmla="*/ 1536701 h 1603018"/>
              <a:gd name="connsiteX97" fmla="*/ 1565556 w 9662615"/>
              <a:gd name="connsiteY97" fmla="*/ 1556503 h 1603018"/>
              <a:gd name="connsiteX98" fmla="*/ 1407755 w 9662615"/>
              <a:gd name="connsiteY98" fmla="*/ 1571444 h 1603018"/>
              <a:gd name="connsiteX99" fmla="*/ 1291872 w 9662615"/>
              <a:gd name="connsiteY99" fmla="*/ 1579471 h 1603018"/>
              <a:gd name="connsiteX100" fmla="*/ 1245251 w 9662615"/>
              <a:gd name="connsiteY100" fmla="*/ 1603018 h 1603018"/>
              <a:gd name="connsiteX101" fmla="*/ 1181938 w 9662615"/>
              <a:gd name="connsiteY101" fmla="*/ 1592789 h 1603018"/>
              <a:gd name="connsiteX102" fmla="*/ 1091432 w 9662615"/>
              <a:gd name="connsiteY102" fmla="*/ 1571003 h 1603018"/>
              <a:gd name="connsiteX103" fmla="*/ 940355 w 9662615"/>
              <a:gd name="connsiteY103" fmla="*/ 1560638 h 1603018"/>
              <a:gd name="connsiteX104" fmla="*/ 868264 w 9662615"/>
              <a:gd name="connsiteY104" fmla="*/ 1566392 h 1603018"/>
              <a:gd name="connsiteX105" fmla="*/ 792765 w 9662615"/>
              <a:gd name="connsiteY105" fmla="*/ 1563102 h 1603018"/>
              <a:gd name="connsiteX106" fmla="*/ 653153 w 9662615"/>
              <a:gd name="connsiteY106" fmla="*/ 1563516 h 1603018"/>
              <a:gd name="connsiteX107" fmla="*/ 541933 w 9662615"/>
              <a:gd name="connsiteY107" fmla="*/ 1561051 h 1603018"/>
              <a:gd name="connsiteX108" fmla="*/ 472797 w 9662615"/>
              <a:gd name="connsiteY108" fmla="*/ 1568904 h 1603018"/>
              <a:gd name="connsiteX109" fmla="*/ 396059 w 9662615"/>
              <a:gd name="connsiteY109" fmla="*/ 1560970 h 1603018"/>
              <a:gd name="connsiteX110" fmla="*/ 336819 w 9662615"/>
              <a:gd name="connsiteY110" fmla="*/ 1560892 h 1603018"/>
              <a:gd name="connsiteX111" fmla="*/ 267163 w 9662615"/>
              <a:gd name="connsiteY111" fmla="*/ 1531913 h 1603018"/>
              <a:gd name="connsiteX112" fmla="*/ 196644 w 9662615"/>
              <a:gd name="connsiteY112" fmla="*/ 1524565 h 1603018"/>
              <a:gd name="connsiteX113" fmla="*/ 86819 w 9662615"/>
              <a:gd name="connsiteY113" fmla="*/ 1519517 h 1603018"/>
              <a:gd name="connsiteX114" fmla="*/ 53369 w 9662615"/>
              <a:gd name="connsiteY114" fmla="*/ 1516853 h 1603018"/>
              <a:gd name="connsiteX115" fmla="*/ 2359 w 9662615"/>
              <a:gd name="connsiteY115" fmla="*/ 1515247 h 1603018"/>
              <a:gd name="connsiteX116" fmla="*/ 0 w 9662615"/>
              <a:gd name="connsiteY116" fmla="*/ 1514932 h 1603018"/>
              <a:gd name="connsiteX117" fmla="*/ 0 w 9662615"/>
              <a:gd name="connsiteY117" fmla="*/ 0 h 1603018"/>
              <a:gd name="connsiteX0" fmla="*/ 0 w 9662615"/>
              <a:gd name="connsiteY0" fmla="*/ 0 h 1603018"/>
              <a:gd name="connsiteX1" fmla="*/ 9662615 w 9662615"/>
              <a:gd name="connsiteY1" fmla="*/ 0 h 1603018"/>
              <a:gd name="connsiteX2" fmla="*/ 9662615 w 9662615"/>
              <a:gd name="connsiteY2" fmla="*/ 1280346 h 1603018"/>
              <a:gd name="connsiteX3" fmla="*/ 9551077 w 9662615"/>
              <a:gd name="connsiteY3" fmla="*/ 1292033 h 1603018"/>
              <a:gd name="connsiteX4" fmla="*/ 9469546 w 9662615"/>
              <a:gd name="connsiteY4" fmla="*/ 1289837 h 1603018"/>
              <a:gd name="connsiteX5" fmla="*/ 9326260 w 9662615"/>
              <a:gd name="connsiteY5" fmla="*/ 1277155 h 1603018"/>
              <a:gd name="connsiteX6" fmla="*/ 9144767 w 9662615"/>
              <a:gd name="connsiteY6" fmla="*/ 1264120 h 1603018"/>
              <a:gd name="connsiteX7" fmla="*/ 8976400 w 9662615"/>
              <a:gd name="connsiteY7" fmla="*/ 1326661 h 1603018"/>
              <a:gd name="connsiteX8" fmla="*/ 8828711 w 9662615"/>
              <a:gd name="connsiteY8" fmla="*/ 1346394 h 1603018"/>
              <a:gd name="connsiteX9" fmla="*/ 8695953 w 9662615"/>
              <a:gd name="connsiteY9" fmla="*/ 1346784 h 1603018"/>
              <a:gd name="connsiteX10" fmla="*/ 8652191 w 9662615"/>
              <a:gd name="connsiteY10" fmla="*/ 1345903 h 1603018"/>
              <a:gd name="connsiteX11" fmla="*/ 8591582 w 9662615"/>
              <a:gd name="connsiteY11" fmla="*/ 1341666 h 1603018"/>
              <a:gd name="connsiteX12" fmla="*/ 8537336 w 9662615"/>
              <a:gd name="connsiteY12" fmla="*/ 1341684 h 1603018"/>
              <a:gd name="connsiteX13" fmla="*/ 8416849 w 9662615"/>
              <a:gd name="connsiteY13" fmla="*/ 1367085 h 1603018"/>
              <a:gd name="connsiteX14" fmla="*/ 8278355 w 9662615"/>
              <a:gd name="connsiteY14" fmla="*/ 1386569 h 1603018"/>
              <a:gd name="connsiteX15" fmla="*/ 8197961 w 9662615"/>
              <a:gd name="connsiteY15" fmla="*/ 1392804 h 1603018"/>
              <a:gd name="connsiteX16" fmla="*/ 8171196 w 9662615"/>
              <a:gd name="connsiteY16" fmla="*/ 1397216 h 1603018"/>
              <a:gd name="connsiteX17" fmla="*/ 8087910 w 9662615"/>
              <a:gd name="connsiteY17" fmla="*/ 1386449 h 1603018"/>
              <a:gd name="connsiteX18" fmla="*/ 7974579 w 9662615"/>
              <a:gd name="connsiteY18" fmla="*/ 1383439 h 1603018"/>
              <a:gd name="connsiteX19" fmla="*/ 7768351 w 9662615"/>
              <a:gd name="connsiteY19" fmla="*/ 1395051 h 1603018"/>
              <a:gd name="connsiteX20" fmla="*/ 7635985 w 9662615"/>
              <a:gd name="connsiteY20" fmla="*/ 1386363 h 1603018"/>
              <a:gd name="connsiteX21" fmla="*/ 7466069 w 9662615"/>
              <a:gd name="connsiteY21" fmla="*/ 1377654 h 1603018"/>
              <a:gd name="connsiteX22" fmla="*/ 7355642 w 9662615"/>
              <a:gd name="connsiteY22" fmla="*/ 1407761 h 1603018"/>
              <a:gd name="connsiteX23" fmla="*/ 7215220 w 9662615"/>
              <a:gd name="connsiteY23" fmla="*/ 1397856 h 1603018"/>
              <a:gd name="connsiteX24" fmla="*/ 7082147 w 9662615"/>
              <a:gd name="connsiteY24" fmla="*/ 1406113 h 1603018"/>
              <a:gd name="connsiteX25" fmla="*/ 6987129 w 9662615"/>
              <a:gd name="connsiteY25" fmla="*/ 1404834 h 1603018"/>
              <a:gd name="connsiteX26" fmla="*/ 6907567 w 9662615"/>
              <a:gd name="connsiteY26" fmla="*/ 1419149 h 1603018"/>
              <a:gd name="connsiteX27" fmla="*/ 6748428 w 9662615"/>
              <a:gd name="connsiteY27" fmla="*/ 1420308 h 1603018"/>
              <a:gd name="connsiteX28" fmla="*/ 6654257 w 9662615"/>
              <a:gd name="connsiteY28" fmla="*/ 1424143 h 1603018"/>
              <a:gd name="connsiteX29" fmla="*/ 6620123 w 9662615"/>
              <a:gd name="connsiteY29" fmla="*/ 1430535 h 1603018"/>
              <a:gd name="connsiteX30" fmla="*/ 6571355 w 9662615"/>
              <a:gd name="connsiteY30" fmla="*/ 1436144 h 1603018"/>
              <a:gd name="connsiteX31" fmla="*/ 6486557 w 9662615"/>
              <a:gd name="connsiteY31" fmla="*/ 1449861 h 1603018"/>
              <a:gd name="connsiteX32" fmla="*/ 6370419 w 9662615"/>
              <a:gd name="connsiteY32" fmla="*/ 1461649 h 1603018"/>
              <a:gd name="connsiteX33" fmla="*/ 6278839 w 9662615"/>
              <a:gd name="connsiteY33" fmla="*/ 1449160 h 1603018"/>
              <a:gd name="connsiteX34" fmla="*/ 6272455 w 9662615"/>
              <a:gd name="connsiteY34" fmla="*/ 1453191 h 1603018"/>
              <a:gd name="connsiteX35" fmla="*/ 6212659 w 9662615"/>
              <a:gd name="connsiteY35" fmla="*/ 1454850 h 1603018"/>
              <a:gd name="connsiteX36" fmla="*/ 6069317 w 9662615"/>
              <a:gd name="connsiteY36" fmla="*/ 1445838 h 1603018"/>
              <a:gd name="connsiteX37" fmla="*/ 5878477 w 9662615"/>
              <a:gd name="connsiteY37" fmla="*/ 1439180 h 1603018"/>
              <a:gd name="connsiteX38" fmla="*/ 5838387 w 9662615"/>
              <a:gd name="connsiteY38" fmla="*/ 1444679 h 1603018"/>
              <a:gd name="connsiteX39" fmla="*/ 5771136 w 9662615"/>
              <a:gd name="connsiteY39" fmla="*/ 1453639 h 1603018"/>
              <a:gd name="connsiteX40" fmla="*/ 5724081 w 9662615"/>
              <a:gd name="connsiteY40" fmla="*/ 1470431 h 1603018"/>
              <a:gd name="connsiteX41" fmla="*/ 5666577 w 9662615"/>
              <a:gd name="connsiteY41" fmla="*/ 1473921 h 1603018"/>
              <a:gd name="connsiteX42" fmla="*/ 5649068 w 9662615"/>
              <a:gd name="connsiteY42" fmla="*/ 1461676 h 1603018"/>
              <a:gd name="connsiteX43" fmla="*/ 5588902 w 9662615"/>
              <a:gd name="connsiteY43" fmla="*/ 1469647 h 1603018"/>
              <a:gd name="connsiteX44" fmla="*/ 5498090 w 9662615"/>
              <a:gd name="connsiteY44" fmla="*/ 1483173 h 1603018"/>
              <a:gd name="connsiteX45" fmla="*/ 5444641 w 9662615"/>
              <a:gd name="connsiteY45" fmla="*/ 1487602 h 1603018"/>
              <a:gd name="connsiteX46" fmla="*/ 5299812 w 9662615"/>
              <a:gd name="connsiteY46" fmla="*/ 1503362 h 1603018"/>
              <a:gd name="connsiteX47" fmla="*/ 5245752 w 9662615"/>
              <a:gd name="connsiteY47" fmla="*/ 1520612 h 1603018"/>
              <a:gd name="connsiteX48" fmla="*/ 5177807 w 9662615"/>
              <a:gd name="connsiteY48" fmla="*/ 1526802 h 1603018"/>
              <a:gd name="connsiteX49" fmla="*/ 5113910 w 9662615"/>
              <a:gd name="connsiteY49" fmla="*/ 1533205 h 1603018"/>
              <a:gd name="connsiteX50" fmla="*/ 5059484 w 9662615"/>
              <a:gd name="connsiteY50" fmla="*/ 1546802 h 1603018"/>
              <a:gd name="connsiteX51" fmla="*/ 5038524 w 9662615"/>
              <a:gd name="connsiteY51" fmla="*/ 1545675 h 1603018"/>
              <a:gd name="connsiteX52" fmla="*/ 5026564 w 9662615"/>
              <a:gd name="connsiteY52" fmla="*/ 1545376 h 1603018"/>
              <a:gd name="connsiteX53" fmla="*/ 4969433 w 9662615"/>
              <a:gd name="connsiteY53" fmla="*/ 1550865 h 1603018"/>
              <a:gd name="connsiteX54" fmla="*/ 4871726 w 9662615"/>
              <a:gd name="connsiteY54" fmla="*/ 1570584 h 1603018"/>
              <a:gd name="connsiteX55" fmla="*/ 4843267 w 9662615"/>
              <a:gd name="connsiteY55" fmla="*/ 1561459 h 1603018"/>
              <a:gd name="connsiteX56" fmla="*/ 4821058 w 9662615"/>
              <a:gd name="connsiteY56" fmla="*/ 1553078 h 1603018"/>
              <a:gd name="connsiteX57" fmla="*/ 4791466 w 9662615"/>
              <a:gd name="connsiteY57" fmla="*/ 1561324 h 1603018"/>
              <a:gd name="connsiteX58" fmla="*/ 4784247 w 9662615"/>
              <a:gd name="connsiteY58" fmla="*/ 1562342 h 1603018"/>
              <a:gd name="connsiteX59" fmla="*/ 4739309 w 9662615"/>
              <a:gd name="connsiteY59" fmla="*/ 1553948 h 1603018"/>
              <a:gd name="connsiteX60" fmla="*/ 4697562 w 9662615"/>
              <a:gd name="connsiteY60" fmla="*/ 1551206 h 1603018"/>
              <a:gd name="connsiteX61" fmla="*/ 4650737 w 9662615"/>
              <a:gd name="connsiteY61" fmla="*/ 1537381 h 1603018"/>
              <a:gd name="connsiteX62" fmla="*/ 4583150 w 9662615"/>
              <a:gd name="connsiteY62" fmla="*/ 1529064 h 1603018"/>
              <a:gd name="connsiteX63" fmla="*/ 4521734 w 9662615"/>
              <a:gd name="connsiteY63" fmla="*/ 1529359 h 1603018"/>
              <a:gd name="connsiteX64" fmla="*/ 4382398 w 9662615"/>
              <a:gd name="connsiteY64" fmla="*/ 1534108 h 1603018"/>
              <a:gd name="connsiteX65" fmla="*/ 4221826 w 9662615"/>
              <a:gd name="connsiteY65" fmla="*/ 1500972 h 1603018"/>
              <a:gd name="connsiteX66" fmla="*/ 4096601 w 9662615"/>
              <a:gd name="connsiteY66" fmla="*/ 1521563 h 1603018"/>
              <a:gd name="connsiteX67" fmla="*/ 4002441 w 9662615"/>
              <a:gd name="connsiteY67" fmla="*/ 1528912 h 1603018"/>
              <a:gd name="connsiteX68" fmla="*/ 3833906 w 9662615"/>
              <a:gd name="connsiteY68" fmla="*/ 1516637 h 1603018"/>
              <a:gd name="connsiteX69" fmla="*/ 3763845 w 9662615"/>
              <a:gd name="connsiteY69" fmla="*/ 1501782 h 1603018"/>
              <a:gd name="connsiteX70" fmla="*/ 3673583 w 9662615"/>
              <a:gd name="connsiteY70" fmla="*/ 1501471 h 1603018"/>
              <a:gd name="connsiteX71" fmla="*/ 3640771 w 9662615"/>
              <a:gd name="connsiteY71" fmla="*/ 1531025 h 1603018"/>
              <a:gd name="connsiteX72" fmla="*/ 3576170 w 9662615"/>
              <a:gd name="connsiteY72" fmla="*/ 1516288 h 1603018"/>
              <a:gd name="connsiteX73" fmla="*/ 3540258 w 9662615"/>
              <a:gd name="connsiteY73" fmla="*/ 1516976 h 1603018"/>
              <a:gd name="connsiteX74" fmla="*/ 3522853 w 9662615"/>
              <a:gd name="connsiteY74" fmla="*/ 1538044 h 1603018"/>
              <a:gd name="connsiteX75" fmla="*/ 3480929 w 9662615"/>
              <a:gd name="connsiteY75" fmla="*/ 1526739 h 1603018"/>
              <a:gd name="connsiteX76" fmla="*/ 3430805 w 9662615"/>
              <a:gd name="connsiteY76" fmla="*/ 1542521 h 1603018"/>
              <a:gd name="connsiteX77" fmla="*/ 3292707 w 9662615"/>
              <a:gd name="connsiteY77" fmla="*/ 1520490 h 1603018"/>
              <a:gd name="connsiteX78" fmla="*/ 3187872 w 9662615"/>
              <a:gd name="connsiteY78" fmla="*/ 1519991 h 1603018"/>
              <a:gd name="connsiteX79" fmla="*/ 3148026 w 9662615"/>
              <a:gd name="connsiteY79" fmla="*/ 1524777 h 1603018"/>
              <a:gd name="connsiteX80" fmla="*/ 3092394 w 9662615"/>
              <a:gd name="connsiteY80" fmla="*/ 1528115 h 1603018"/>
              <a:gd name="connsiteX81" fmla="*/ 2994200 w 9662615"/>
              <a:gd name="connsiteY81" fmla="*/ 1537857 h 1603018"/>
              <a:gd name="connsiteX82" fmla="*/ 2862301 w 9662615"/>
              <a:gd name="connsiteY82" fmla="*/ 1544250 h 1603018"/>
              <a:gd name="connsiteX83" fmla="*/ 2766335 w 9662615"/>
              <a:gd name="connsiteY83" fmla="*/ 1527662 h 1603018"/>
              <a:gd name="connsiteX84" fmla="*/ 2757836 w 9662615"/>
              <a:gd name="connsiteY84" fmla="*/ 1531371 h 1603018"/>
              <a:gd name="connsiteX85" fmla="*/ 2691555 w 9662615"/>
              <a:gd name="connsiteY85" fmla="*/ 1530283 h 1603018"/>
              <a:gd name="connsiteX86" fmla="*/ 2539383 w 9662615"/>
              <a:gd name="connsiteY86" fmla="*/ 1504835 h 1603018"/>
              <a:gd name="connsiteX87" fmla="*/ 2378036 w 9662615"/>
              <a:gd name="connsiteY87" fmla="*/ 1520645 h 1603018"/>
              <a:gd name="connsiteX88" fmla="*/ 2320049 w 9662615"/>
              <a:gd name="connsiteY88" fmla="*/ 1511019 h 1603018"/>
              <a:gd name="connsiteX89" fmla="*/ 2238909 w 9662615"/>
              <a:gd name="connsiteY89" fmla="*/ 1508888 h 1603018"/>
              <a:gd name="connsiteX90" fmla="*/ 2181031 w 9662615"/>
              <a:gd name="connsiteY90" fmla="*/ 1531361 h 1603018"/>
              <a:gd name="connsiteX91" fmla="*/ 2112613 w 9662615"/>
              <a:gd name="connsiteY91" fmla="*/ 1524245 h 1603018"/>
              <a:gd name="connsiteX92" fmla="*/ 2070075 w 9662615"/>
              <a:gd name="connsiteY92" fmla="*/ 1511285 h 1603018"/>
              <a:gd name="connsiteX93" fmla="*/ 2001057 w 9662615"/>
              <a:gd name="connsiteY93" fmla="*/ 1516449 h 1603018"/>
              <a:gd name="connsiteX94" fmla="*/ 1896330 w 9662615"/>
              <a:gd name="connsiteY94" fmla="*/ 1525725 h 1603018"/>
              <a:gd name="connsiteX95" fmla="*/ 1835994 w 9662615"/>
              <a:gd name="connsiteY95" fmla="*/ 1527678 h 1603018"/>
              <a:gd name="connsiteX96" fmla="*/ 1671119 w 9662615"/>
              <a:gd name="connsiteY96" fmla="*/ 1536701 h 1603018"/>
              <a:gd name="connsiteX97" fmla="*/ 1565556 w 9662615"/>
              <a:gd name="connsiteY97" fmla="*/ 1556503 h 1603018"/>
              <a:gd name="connsiteX98" fmla="*/ 1407755 w 9662615"/>
              <a:gd name="connsiteY98" fmla="*/ 1571444 h 1603018"/>
              <a:gd name="connsiteX99" fmla="*/ 1291872 w 9662615"/>
              <a:gd name="connsiteY99" fmla="*/ 1579471 h 1603018"/>
              <a:gd name="connsiteX100" fmla="*/ 1245251 w 9662615"/>
              <a:gd name="connsiteY100" fmla="*/ 1603018 h 1603018"/>
              <a:gd name="connsiteX101" fmla="*/ 1181938 w 9662615"/>
              <a:gd name="connsiteY101" fmla="*/ 1592789 h 1603018"/>
              <a:gd name="connsiteX102" fmla="*/ 1091432 w 9662615"/>
              <a:gd name="connsiteY102" fmla="*/ 1571003 h 1603018"/>
              <a:gd name="connsiteX103" fmla="*/ 940355 w 9662615"/>
              <a:gd name="connsiteY103" fmla="*/ 1560638 h 1603018"/>
              <a:gd name="connsiteX104" fmla="*/ 868264 w 9662615"/>
              <a:gd name="connsiteY104" fmla="*/ 1566392 h 1603018"/>
              <a:gd name="connsiteX105" fmla="*/ 792765 w 9662615"/>
              <a:gd name="connsiteY105" fmla="*/ 1563102 h 1603018"/>
              <a:gd name="connsiteX106" fmla="*/ 653153 w 9662615"/>
              <a:gd name="connsiteY106" fmla="*/ 1563516 h 1603018"/>
              <a:gd name="connsiteX107" fmla="*/ 541933 w 9662615"/>
              <a:gd name="connsiteY107" fmla="*/ 1561051 h 1603018"/>
              <a:gd name="connsiteX108" fmla="*/ 472797 w 9662615"/>
              <a:gd name="connsiteY108" fmla="*/ 1568904 h 1603018"/>
              <a:gd name="connsiteX109" fmla="*/ 396059 w 9662615"/>
              <a:gd name="connsiteY109" fmla="*/ 1560970 h 1603018"/>
              <a:gd name="connsiteX110" fmla="*/ 336819 w 9662615"/>
              <a:gd name="connsiteY110" fmla="*/ 1560892 h 1603018"/>
              <a:gd name="connsiteX111" fmla="*/ 267163 w 9662615"/>
              <a:gd name="connsiteY111" fmla="*/ 1531913 h 1603018"/>
              <a:gd name="connsiteX112" fmla="*/ 196644 w 9662615"/>
              <a:gd name="connsiteY112" fmla="*/ 1524565 h 1603018"/>
              <a:gd name="connsiteX113" fmla="*/ 86819 w 9662615"/>
              <a:gd name="connsiteY113" fmla="*/ 1519517 h 1603018"/>
              <a:gd name="connsiteX114" fmla="*/ 53369 w 9662615"/>
              <a:gd name="connsiteY114" fmla="*/ 1516853 h 1603018"/>
              <a:gd name="connsiteX115" fmla="*/ 2359 w 9662615"/>
              <a:gd name="connsiteY115" fmla="*/ 1515247 h 1603018"/>
              <a:gd name="connsiteX116" fmla="*/ 0 w 9662615"/>
              <a:gd name="connsiteY116" fmla="*/ 1514932 h 1603018"/>
              <a:gd name="connsiteX117" fmla="*/ 0 w 9662615"/>
              <a:gd name="connsiteY117" fmla="*/ 0 h 1603018"/>
              <a:gd name="connsiteX0" fmla="*/ 0 w 9662615"/>
              <a:gd name="connsiteY0" fmla="*/ 0 h 1603018"/>
              <a:gd name="connsiteX1" fmla="*/ 9662615 w 9662615"/>
              <a:gd name="connsiteY1" fmla="*/ 0 h 1603018"/>
              <a:gd name="connsiteX2" fmla="*/ 9662615 w 9662615"/>
              <a:gd name="connsiteY2" fmla="*/ 1280346 h 1603018"/>
              <a:gd name="connsiteX3" fmla="*/ 9551077 w 9662615"/>
              <a:gd name="connsiteY3" fmla="*/ 1292033 h 1603018"/>
              <a:gd name="connsiteX4" fmla="*/ 9469546 w 9662615"/>
              <a:gd name="connsiteY4" fmla="*/ 1289837 h 1603018"/>
              <a:gd name="connsiteX5" fmla="*/ 9326260 w 9662615"/>
              <a:gd name="connsiteY5" fmla="*/ 1277155 h 1603018"/>
              <a:gd name="connsiteX6" fmla="*/ 9144767 w 9662615"/>
              <a:gd name="connsiteY6" fmla="*/ 1264120 h 1603018"/>
              <a:gd name="connsiteX7" fmla="*/ 8976400 w 9662615"/>
              <a:gd name="connsiteY7" fmla="*/ 1326661 h 1603018"/>
              <a:gd name="connsiteX8" fmla="*/ 8828711 w 9662615"/>
              <a:gd name="connsiteY8" fmla="*/ 1346394 h 1603018"/>
              <a:gd name="connsiteX9" fmla="*/ 8695953 w 9662615"/>
              <a:gd name="connsiteY9" fmla="*/ 1346784 h 1603018"/>
              <a:gd name="connsiteX10" fmla="*/ 8652191 w 9662615"/>
              <a:gd name="connsiteY10" fmla="*/ 1345903 h 1603018"/>
              <a:gd name="connsiteX11" fmla="*/ 8591582 w 9662615"/>
              <a:gd name="connsiteY11" fmla="*/ 1341666 h 1603018"/>
              <a:gd name="connsiteX12" fmla="*/ 8537336 w 9662615"/>
              <a:gd name="connsiteY12" fmla="*/ 1341684 h 1603018"/>
              <a:gd name="connsiteX13" fmla="*/ 8416849 w 9662615"/>
              <a:gd name="connsiteY13" fmla="*/ 1367085 h 1603018"/>
              <a:gd name="connsiteX14" fmla="*/ 8278355 w 9662615"/>
              <a:gd name="connsiteY14" fmla="*/ 1386569 h 1603018"/>
              <a:gd name="connsiteX15" fmla="*/ 8197961 w 9662615"/>
              <a:gd name="connsiteY15" fmla="*/ 1392804 h 1603018"/>
              <a:gd name="connsiteX16" fmla="*/ 8171196 w 9662615"/>
              <a:gd name="connsiteY16" fmla="*/ 1397216 h 1603018"/>
              <a:gd name="connsiteX17" fmla="*/ 8087910 w 9662615"/>
              <a:gd name="connsiteY17" fmla="*/ 1386449 h 1603018"/>
              <a:gd name="connsiteX18" fmla="*/ 7974579 w 9662615"/>
              <a:gd name="connsiteY18" fmla="*/ 1383439 h 1603018"/>
              <a:gd name="connsiteX19" fmla="*/ 7768351 w 9662615"/>
              <a:gd name="connsiteY19" fmla="*/ 1395051 h 1603018"/>
              <a:gd name="connsiteX20" fmla="*/ 7635985 w 9662615"/>
              <a:gd name="connsiteY20" fmla="*/ 1386363 h 1603018"/>
              <a:gd name="connsiteX21" fmla="*/ 7466069 w 9662615"/>
              <a:gd name="connsiteY21" fmla="*/ 1377654 h 1603018"/>
              <a:gd name="connsiteX22" fmla="*/ 7355642 w 9662615"/>
              <a:gd name="connsiteY22" fmla="*/ 1407761 h 1603018"/>
              <a:gd name="connsiteX23" fmla="*/ 7215220 w 9662615"/>
              <a:gd name="connsiteY23" fmla="*/ 1397856 h 1603018"/>
              <a:gd name="connsiteX24" fmla="*/ 7082147 w 9662615"/>
              <a:gd name="connsiteY24" fmla="*/ 1406113 h 1603018"/>
              <a:gd name="connsiteX25" fmla="*/ 6987129 w 9662615"/>
              <a:gd name="connsiteY25" fmla="*/ 1404834 h 1603018"/>
              <a:gd name="connsiteX26" fmla="*/ 6907567 w 9662615"/>
              <a:gd name="connsiteY26" fmla="*/ 1419149 h 1603018"/>
              <a:gd name="connsiteX27" fmla="*/ 6748428 w 9662615"/>
              <a:gd name="connsiteY27" fmla="*/ 1420308 h 1603018"/>
              <a:gd name="connsiteX28" fmla="*/ 6654257 w 9662615"/>
              <a:gd name="connsiteY28" fmla="*/ 1424143 h 1603018"/>
              <a:gd name="connsiteX29" fmla="*/ 6620123 w 9662615"/>
              <a:gd name="connsiteY29" fmla="*/ 1430535 h 1603018"/>
              <a:gd name="connsiteX30" fmla="*/ 6571355 w 9662615"/>
              <a:gd name="connsiteY30" fmla="*/ 1436144 h 1603018"/>
              <a:gd name="connsiteX31" fmla="*/ 6486557 w 9662615"/>
              <a:gd name="connsiteY31" fmla="*/ 1449861 h 1603018"/>
              <a:gd name="connsiteX32" fmla="*/ 6370419 w 9662615"/>
              <a:gd name="connsiteY32" fmla="*/ 1461649 h 1603018"/>
              <a:gd name="connsiteX33" fmla="*/ 6278839 w 9662615"/>
              <a:gd name="connsiteY33" fmla="*/ 1449160 h 1603018"/>
              <a:gd name="connsiteX34" fmla="*/ 6272455 w 9662615"/>
              <a:gd name="connsiteY34" fmla="*/ 1453191 h 1603018"/>
              <a:gd name="connsiteX35" fmla="*/ 6212659 w 9662615"/>
              <a:gd name="connsiteY35" fmla="*/ 1454850 h 1603018"/>
              <a:gd name="connsiteX36" fmla="*/ 6069317 w 9662615"/>
              <a:gd name="connsiteY36" fmla="*/ 1445838 h 1603018"/>
              <a:gd name="connsiteX37" fmla="*/ 5878477 w 9662615"/>
              <a:gd name="connsiteY37" fmla="*/ 1439180 h 1603018"/>
              <a:gd name="connsiteX38" fmla="*/ 5838387 w 9662615"/>
              <a:gd name="connsiteY38" fmla="*/ 1444679 h 1603018"/>
              <a:gd name="connsiteX39" fmla="*/ 5771136 w 9662615"/>
              <a:gd name="connsiteY39" fmla="*/ 1453639 h 1603018"/>
              <a:gd name="connsiteX40" fmla="*/ 5724081 w 9662615"/>
              <a:gd name="connsiteY40" fmla="*/ 1470431 h 1603018"/>
              <a:gd name="connsiteX41" fmla="*/ 5666577 w 9662615"/>
              <a:gd name="connsiteY41" fmla="*/ 1473921 h 1603018"/>
              <a:gd name="connsiteX42" fmla="*/ 5649068 w 9662615"/>
              <a:gd name="connsiteY42" fmla="*/ 1461676 h 1603018"/>
              <a:gd name="connsiteX43" fmla="*/ 5588902 w 9662615"/>
              <a:gd name="connsiteY43" fmla="*/ 1469647 h 1603018"/>
              <a:gd name="connsiteX44" fmla="*/ 5498090 w 9662615"/>
              <a:gd name="connsiteY44" fmla="*/ 1483173 h 1603018"/>
              <a:gd name="connsiteX45" fmla="*/ 5444641 w 9662615"/>
              <a:gd name="connsiteY45" fmla="*/ 1487602 h 1603018"/>
              <a:gd name="connsiteX46" fmla="*/ 5299812 w 9662615"/>
              <a:gd name="connsiteY46" fmla="*/ 1503362 h 1603018"/>
              <a:gd name="connsiteX47" fmla="*/ 5245752 w 9662615"/>
              <a:gd name="connsiteY47" fmla="*/ 1520612 h 1603018"/>
              <a:gd name="connsiteX48" fmla="*/ 5177807 w 9662615"/>
              <a:gd name="connsiteY48" fmla="*/ 1526802 h 1603018"/>
              <a:gd name="connsiteX49" fmla="*/ 5113910 w 9662615"/>
              <a:gd name="connsiteY49" fmla="*/ 1533205 h 1603018"/>
              <a:gd name="connsiteX50" fmla="*/ 5059484 w 9662615"/>
              <a:gd name="connsiteY50" fmla="*/ 1546802 h 1603018"/>
              <a:gd name="connsiteX51" fmla="*/ 5038524 w 9662615"/>
              <a:gd name="connsiteY51" fmla="*/ 1545675 h 1603018"/>
              <a:gd name="connsiteX52" fmla="*/ 5026564 w 9662615"/>
              <a:gd name="connsiteY52" fmla="*/ 1545376 h 1603018"/>
              <a:gd name="connsiteX53" fmla="*/ 4969433 w 9662615"/>
              <a:gd name="connsiteY53" fmla="*/ 1550865 h 1603018"/>
              <a:gd name="connsiteX54" fmla="*/ 4871726 w 9662615"/>
              <a:gd name="connsiteY54" fmla="*/ 1570584 h 1603018"/>
              <a:gd name="connsiteX55" fmla="*/ 4843267 w 9662615"/>
              <a:gd name="connsiteY55" fmla="*/ 1561459 h 1603018"/>
              <a:gd name="connsiteX56" fmla="*/ 4821058 w 9662615"/>
              <a:gd name="connsiteY56" fmla="*/ 1553078 h 1603018"/>
              <a:gd name="connsiteX57" fmla="*/ 4791466 w 9662615"/>
              <a:gd name="connsiteY57" fmla="*/ 1561324 h 1603018"/>
              <a:gd name="connsiteX58" fmla="*/ 4784247 w 9662615"/>
              <a:gd name="connsiteY58" fmla="*/ 1562342 h 1603018"/>
              <a:gd name="connsiteX59" fmla="*/ 4739309 w 9662615"/>
              <a:gd name="connsiteY59" fmla="*/ 1553948 h 1603018"/>
              <a:gd name="connsiteX60" fmla="*/ 4697562 w 9662615"/>
              <a:gd name="connsiteY60" fmla="*/ 1551206 h 1603018"/>
              <a:gd name="connsiteX61" fmla="*/ 4650737 w 9662615"/>
              <a:gd name="connsiteY61" fmla="*/ 1537381 h 1603018"/>
              <a:gd name="connsiteX62" fmla="*/ 4583150 w 9662615"/>
              <a:gd name="connsiteY62" fmla="*/ 1529064 h 1603018"/>
              <a:gd name="connsiteX63" fmla="*/ 4521734 w 9662615"/>
              <a:gd name="connsiteY63" fmla="*/ 1529359 h 1603018"/>
              <a:gd name="connsiteX64" fmla="*/ 4382398 w 9662615"/>
              <a:gd name="connsiteY64" fmla="*/ 1534108 h 1603018"/>
              <a:gd name="connsiteX65" fmla="*/ 4221826 w 9662615"/>
              <a:gd name="connsiteY65" fmla="*/ 1500972 h 1603018"/>
              <a:gd name="connsiteX66" fmla="*/ 4096601 w 9662615"/>
              <a:gd name="connsiteY66" fmla="*/ 1521563 h 1603018"/>
              <a:gd name="connsiteX67" fmla="*/ 4002441 w 9662615"/>
              <a:gd name="connsiteY67" fmla="*/ 1528912 h 1603018"/>
              <a:gd name="connsiteX68" fmla="*/ 3833906 w 9662615"/>
              <a:gd name="connsiteY68" fmla="*/ 1516637 h 1603018"/>
              <a:gd name="connsiteX69" fmla="*/ 3763845 w 9662615"/>
              <a:gd name="connsiteY69" fmla="*/ 1501782 h 1603018"/>
              <a:gd name="connsiteX70" fmla="*/ 3673583 w 9662615"/>
              <a:gd name="connsiteY70" fmla="*/ 1501471 h 1603018"/>
              <a:gd name="connsiteX71" fmla="*/ 3640771 w 9662615"/>
              <a:gd name="connsiteY71" fmla="*/ 1531025 h 1603018"/>
              <a:gd name="connsiteX72" fmla="*/ 3576170 w 9662615"/>
              <a:gd name="connsiteY72" fmla="*/ 1516288 h 1603018"/>
              <a:gd name="connsiteX73" fmla="*/ 3540258 w 9662615"/>
              <a:gd name="connsiteY73" fmla="*/ 1516976 h 1603018"/>
              <a:gd name="connsiteX74" fmla="*/ 3522853 w 9662615"/>
              <a:gd name="connsiteY74" fmla="*/ 1538044 h 1603018"/>
              <a:gd name="connsiteX75" fmla="*/ 3480929 w 9662615"/>
              <a:gd name="connsiteY75" fmla="*/ 1526739 h 1603018"/>
              <a:gd name="connsiteX76" fmla="*/ 3430805 w 9662615"/>
              <a:gd name="connsiteY76" fmla="*/ 1542521 h 1603018"/>
              <a:gd name="connsiteX77" fmla="*/ 3292707 w 9662615"/>
              <a:gd name="connsiteY77" fmla="*/ 1520490 h 1603018"/>
              <a:gd name="connsiteX78" fmla="*/ 3187872 w 9662615"/>
              <a:gd name="connsiteY78" fmla="*/ 1519991 h 1603018"/>
              <a:gd name="connsiteX79" fmla="*/ 3148026 w 9662615"/>
              <a:gd name="connsiteY79" fmla="*/ 1524777 h 1603018"/>
              <a:gd name="connsiteX80" fmla="*/ 3092394 w 9662615"/>
              <a:gd name="connsiteY80" fmla="*/ 1528115 h 1603018"/>
              <a:gd name="connsiteX81" fmla="*/ 2994200 w 9662615"/>
              <a:gd name="connsiteY81" fmla="*/ 1537857 h 1603018"/>
              <a:gd name="connsiteX82" fmla="*/ 2862301 w 9662615"/>
              <a:gd name="connsiteY82" fmla="*/ 1544250 h 1603018"/>
              <a:gd name="connsiteX83" fmla="*/ 2766335 w 9662615"/>
              <a:gd name="connsiteY83" fmla="*/ 1527662 h 1603018"/>
              <a:gd name="connsiteX84" fmla="*/ 2757836 w 9662615"/>
              <a:gd name="connsiteY84" fmla="*/ 1531371 h 1603018"/>
              <a:gd name="connsiteX85" fmla="*/ 2691555 w 9662615"/>
              <a:gd name="connsiteY85" fmla="*/ 1530283 h 1603018"/>
              <a:gd name="connsiteX86" fmla="*/ 2539383 w 9662615"/>
              <a:gd name="connsiteY86" fmla="*/ 1504835 h 1603018"/>
              <a:gd name="connsiteX87" fmla="*/ 2378036 w 9662615"/>
              <a:gd name="connsiteY87" fmla="*/ 1520645 h 1603018"/>
              <a:gd name="connsiteX88" fmla="*/ 2320049 w 9662615"/>
              <a:gd name="connsiteY88" fmla="*/ 1511019 h 1603018"/>
              <a:gd name="connsiteX89" fmla="*/ 2238909 w 9662615"/>
              <a:gd name="connsiteY89" fmla="*/ 1508888 h 1603018"/>
              <a:gd name="connsiteX90" fmla="*/ 2181031 w 9662615"/>
              <a:gd name="connsiteY90" fmla="*/ 1531361 h 1603018"/>
              <a:gd name="connsiteX91" fmla="*/ 2112613 w 9662615"/>
              <a:gd name="connsiteY91" fmla="*/ 1524245 h 1603018"/>
              <a:gd name="connsiteX92" fmla="*/ 2046221 w 9662615"/>
              <a:gd name="connsiteY92" fmla="*/ 1523212 h 1603018"/>
              <a:gd name="connsiteX93" fmla="*/ 2001057 w 9662615"/>
              <a:gd name="connsiteY93" fmla="*/ 1516449 h 1603018"/>
              <a:gd name="connsiteX94" fmla="*/ 1896330 w 9662615"/>
              <a:gd name="connsiteY94" fmla="*/ 1525725 h 1603018"/>
              <a:gd name="connsiteX95" fmla="*/ 1835994 w 9662615"/>
              <a:gd name="connsiteY95" fmla="*/ 1527678 h 1603018"/>
              <a:gd name="connsiteX96" fmla="*/ 1671119 w 9662615"/>
              <a:gd name="connsiteY96" fmla="*/ 1536701 h 1603018"/>
              <a:gd name="connsiteX97" fmla="*/ 1565556 w 9662615"/>
              <a:gd name="connsiteY97" fmla="*/ 1556503 h 1603018"/>
              <a:gd name="connsiteX98" fmla="*/ 1407755 w 9662615"/>
              <a:gd name="connsiteY98" fmla="*/ 1571444 h 1603018"/>
              <a:gd name="connsiteX99" fmla="*/ 1291872 w 9662615"/>
              <a:gd name="connsiteY99" fmla="*/ 1579471 h 1603018"/>
              <a:gd name="connsiteX100" fmla="*/ 1245251 w 9662615"/>
              <a:gd name="connsiteY100" fmla="*/ 1603018 h 1603018"/>
              <a:gd name="connsiteX101" fmla="*/ 1181938 w 9662615"/>
              <a:gd name="connsiteY101" fmla="*/ 1592789 h 1603018"/>
              <a:gd name="connsiteX102" fmla="*/ 1091432 w 9662615"/>
              <a:gd name="connsiteY102" fmla="*/ 1571003 h 1603018"/>
              <a:gd name="connsiteX103" fmla="*/ 940355 w 9662615"/>
              <a:gd name="connsiteY103" fmla="*/ 1560638 h 1603018"/>
              <a:gd name="connsiteX104" fmla="*/ 868264 w 9662615"/>
              <a:gd name="connsiteY104" fmla="*/ 1566392 h 1603018"/>
              <a:gd name="connsiteX105" fmla="*/ 792765 w 9662615"/>
              <a:gd name="connsiteY105" fmla="*/ 1563102 h 1603018"/>
              <a:gd name="connsiteX106" fmla="*/ 653153 w 9662615"/>
              <a:gd name="connsiteY106" fmla="*/ 1563516 h 1603018"/>
              <a:gd name="connsiteX107" fmla="*/ 541933 w 9662615"/>
              <a:gd name="connsiteY107" fmla="*/ 1561051 h 1603018"/>
              <a:gd name="connsiteX108" fmla="*/ 472797 w 9662615"/>
              <a:gd name="connsiteY108" fmla="*/ 1568904 h 1603018"/>
              <a:gd name="connsiteX109" fmla="*/ 396059 w 9662615"/>
              <a:gd name="connsiteY109" fmla="*/ 1560970 h 1603018"/>
              <a:gd name="connsiteX110" fmla="*/ 336819 w 9662615"/>
              <a:gd name="connsiteY110" fmla="*/ 1560892 h 1603018"/>
              <a:gd name="connsiteX111" fmla="*/ 267163 w 9662615"/>
              <a:gd name="connsiteY111" fmla="*/ 1531913 h 1603018"/>
              <a:gd name="connsiteX112" fmla="*/ 196644 w 9662615"/>
              <a:gd name="connsiteY112" fmla="*/ 1524565 h 1603018"/>
              <a:gd name="connsiteX113" fmla="*/ 86819 w 9662615"/>
              <a:gd name="connsiteY113" fmla="*/ 1519517 h 1603018"/>
              <a:gd name="connsiteX114" fmla="*/ 53369 w 9662615"/>
              <a:gd name="connsiteY114" fmla="*/ 1516853 h 1603018"/>
              <a:gd name="connsiteX115" fmla="*/ 2359 w 9662615"/>
              <a:gd name="connsiteY115" fmla="*/ 1515247 h 1603018"/>
              <a:gd name="connsiteX116" fmla="*/ 0 w 9662615"/>
              <a:gd name="connsiteY116" fmla="*/ 1514932 h 1603018"/>
              <a:gd name="connsiteX117" fmla="*/ 0 w 9662615"/>
              <a:gd name="connsiteY117" fmla="*/ 0 h 1603018"/>
              <a:gd name="connsiteX0" fmla="*/ 0 w 9662615"/>
              <a:gd name="connsiteY0" fmla="*/ 0 h 1603018"/>
              <a:gd name="connsiteX1" fmla="*/ 9662615 w 9662615"/>
              <a:gd name="connsiteY1" fmla="*/ 0 h 1603018"/>
              <a:gd name="connsiteX2" fmla="*/ 9662615 w 9662615"/>
              <a:gd name="connsiteY2" fmla="*/ 1280346 h 1603018"/>
              <a:gd name="connsiteX3" fmla="*/ 9551077 w 9662615"/>
              <a:gd name="connsiteY3" fmla="*/ 1292033 h 1603018"/>
              <a:gd name="connsiteX4" fmla="*/ 9469546 w 9662615"/>
              <a:gd name="connsiteY4" fmla="*/ 1289837 h 1603018"/>
              <a:gd name="connsiteX5" fmla="*/ 9326260 w 9662615"/>
              <a:gd name="connsiteY5" fmla="*/ 1277155 h 1603018"/>
              <a:gd name="connsiteX6" fmla="*/ 9144767 w 9662615"/>
              <a:gd name="connsiteY6" fmla="*/ 1264120 h 1603018"/>
              <a:gd name="connsiteX7" fmla="*/ 8976400 w 9662615"/>
              <a:gd name="connsiteY7" fmla="*/ 1326661 h 1603018"/>
              <a:gd name="connsiteX8" fmla="*/ 8828711 w 9662615"/>
              <a:gd name="connsiteY8" fmla="*/ 1346394 h 1603018"/>
              <a:gd name="connsiteX9" fmla="*/ 8695953 w 9662615"/>
              <a:gd name="connsiteY9" fmla="*/ 1346784 h 1603018"/>
              <a:gd name="connsiteX10" fmla="*/ 8652191 w 9662615"/>
              <a:gd name="connsiteY10" fmla="*/ 1345903 h 1603018"/>
              <a:gd name="connsiteX11" fmla="*/ 8591582 w 9662615"/>
              <a:gd name="connsiteY11" fmla="*/ 1341666 h 1603018"/>
              <a:gd name="connsiteX12" fmla="*/ 8537336 w 9662615"/>
              <a:gd name="connsiteY12" fmla="*/ 1341684 h 1603018"/>
              <a:gd name="connsiteX13" fmla="*/ 8416849 w 9662615"/>
              <a:gd name="connsiteY13" fmla="*/ 1367085 h 1603018"/>
              <a:gd name="connsiteX14" fmla="*/ 8278355 w 9662615"/>
              <a:gd name="connsiteY14" fmla="*/ 1386569 h 1603018"/>
              <a:gd name="connsiteX15" fmla="*/ 8197961 w 9662615"/>
              <a:gd name="connsiteY15" fmla="*/ 1392804 h 1603018"/>
              <a:gd name="connsiteX16" fmla="*/ 8171196 w 9662615"/>
              <a:gd name="connsiteY16" fmla="*/ 1397216 h 1603018"/>
              <a:gd name="connsiteX17" fmla="*/ 8087910 w 9662615"/>
              <a:gd name="connsiteY17" fmla="*/ 1386449 h 1603018"/>
              <a:gd name="connsiteX18" fmla="*/ 7974579 w 9662615"/>
              <a:gd name="connsiteY18" fmla="*/ 1383439 h 1603018"/>
              <a:gd name="connsiteX19" fmla="*/ 7768351 w 9662615"/>
              <a:gd name="connsiteY19" fmla="*/ 1395051 h 1603018"/>
              <a:gd name="connsiteX20" fmla="*/ 7635985 w 9662615"/>
              <a:gd name="connsiteY20" fmla="*/ 1386363 h 1603018"/>
              <a:gd name="connsiteX21" fmla="*/ 7466069 w 9662615"/>
              <a:gd name="connsiteY21" fmla="*/ 1377654 h 1603018"/>
              <a:gd name="connsiteX22" fmla="*/ 7355642 w 9662615"/>
              <a:gd name="connsiteY22" fmla="*/ 1407761 h 1603018"/>
              <a:gd name="connsiteX23" fmla="*/ 7215220 w 9662615"/>
              <a:gd name="connsiteY23" fmla="*/ 1397856 h 1603018"/>
              <a:gd name="connsiteX24" fmla="*/ 7082147 w 9662615"/>
              <a:gd name="connsiteY24" fmla="*/ 1406113 h 1603018"/>
              <a:gd name="connsiteX25" fmla="*/ 6987129 w 9662615"/>
              <a:gd name="connsiteY25" fmla="*/ 1404834 h 1603018"/>
              <a:gd name="connsiteX26" fmla="*/ 6907567 w 9662615"/>
              <a:gd name="connsiteY26" fmla="*/ 1419149 h 1603018"/>
              <a:gd name="connsiteX27" fmla="*/ 6748428 w 9662615"/>
              <a:gd name="connsiteY27" fmla="*/ 1420308 h 1603018"/>
              <a:gd name="connsiteX28" fmla="*/ 6654257 w 9662615"/>
              <a:gd name="connsiteY28" fmla="*/ 1424143 h 1603018"/>
              <a:gd name="connsiteX29" fmla="*/ 6620123 w 9662615"/>
              <a:gd name="connsiteY29" fmla="*/ 1430535 h 1603018"/>
              <a:gd name="connsiteX30" fmla="*/ 6571355 w 9662615"/>
              <a:gd name="connsiteY30" fmla="*/ 1436144 h 1603018"/>
              <a:gd name="connsiteX31" fmla="*/ 6486557 w 9662615"/>
              <a:gd name="connsiteY31" fmla="*/ 1449861 h 1603018"/>
              <a:gd name="connsiteX32" fmla="*/ 6370419 w 9662615"/>
              <a:gd name="connsiteY32" fmla="*/ 1461649 h 1603018"/>
              <a:gd name="connsiteX33" fmla="*/ 6278839 w 9662615"/>
              <a:gd name="connsiteY33" fmla="*/ 1449160 h 1603018"/>
              <a:gd name="connsiteX34" fmla="*/ 6272455 w 9662615"/>
              <a:gd name="connsiteY34" fmla="*/ 1453191 h 1603018"/>
              <a:gd name="connsiteX35" fmla="*/ 6212659 w 9662615"/>
              <a:gd name="connsiteY35" fmla="*/ 1454850 h 1603018"/>
              <a:gd name="connsiteX36" fmla="*/ 6069317 w 9662615"/>
              <a:gd name="connsiteY36" fmla="*/ 1445838 h 1603018"/>
              <a:gd name="connsiteX37" fmla="*/ 5878477 w 9662615"/>
              <a:gd name="connsiteY37" fmla="*/ 1439180 h 1603018"/>
              <a:gd name="connsiteX38" fmla="*/ 5838387 w 9662615"/>
              <a:gd name="connsiteY38" fmla="*/ 1444679 h 1603018"/>
              <a:gd name="connsiteX39" fmla="*/ 5771136 w 9662615"/>
              <a:gd name="connsiteY39" fmla="*/ 1453639 h 1603018"/>
              <a:gd name="connsiteX40" fmla="*/ 5724081 w 9662615"/>
              <a:gd name="connsiteY40" fmla="*/ 1470431 h 1603018"/>
              <a:gd name="connsiteX41" fmla="*/ 5666577 w 9662615"/>
              <a:gd name="connsiteY41" fmla="*/ 1473921 h 1603018"/>
              <a:gd name="connsiteX42" fmla="*/ 5649068 w 9662615"/>
              <a:gd name="connsiteY42" fmla="*/ 1461676 h 1603018"/>
              <a:gd name="connsiteX43" fmla="*/ 5588902 w 9662615"/>
              <a:gd name="connsiteY43" fmla="*/ 1469647 h 1603018"/>
              <a:gd name="connsiteX44" fmla="*/ 5498090 w 9662615"/>
              <a:gd name="connsiteY44" fmla="*/ 1483173 h 1603018"/>
              <a:gd name="connsiteX45" fmla="*/ 5444641 w 9662615"/>
              <a:gd name="connsiteY45" fmla="*/ 1487602 h 1603018"/>
              <a:gd name="connsiteX46" fmla="*/ 5299812 w 9662615"/>
              <a:gd name="connsiteY46" fmla="*/ 1503362 h 1603018"/>
              <a:gd name="connsiteX47" fmla="*/ 5245752 w 9662615"/>
              <a:gd name="connsiteY47" fmla="*/ 1520612 h 1603018"/>
              <a:gd name="connsiteX48" fmla="*/ 5177807 w 9662615"/>
              <a:gd name="connsiteY48" fmla="*/ 1526802 h 1603018"/>
              <a:gd name="connsiteX49" fmla="*/ 5113910 w 9662615"/>
              <a:gd name="connsiteY49" fmla="*/ 1533205 h 1603018"/>
              <a:gd name="connsiteX50" fmla="*/ 5059484 w 9662615"/>
              <a:gd name="connsiteY50" fmla="*/ 1546802 h 1603018"/>
              <a:gd name="connsiteX51" fmla="*/ 5038524 w 9662615"/>
              <a:gd name="connsiteY51" fmla="*/ 1545675 h 1603018"/>
              <a:gd name="connsiteX52" fmla="*/ 5026564 w 9662615"/>
              <a:gd name="connsiteY52" fmla="*/ 1545376 h 1603018"/>
              <a:gd name="connsiteX53" fmla="*/ 4969433 w 9662615"/>
              <a:gd name="connsiteY53" fmla="*/ 1550865 h 1603018"/>
              <a:gd name="connsiteX54" fmla="*/ 4871726 w 9662615"/>
              <a:gd name="connsiteY54" fmla="*/ 1570584 h 1603018"/>
              <a:gd name="connsiteX55" fmla="*/ 4843267 w 9662615"/>
              <a:gd name="connsiteY55" fmla="*/ 1561459 h 1603018"/>
              <a:gd name="connsiteX56" fmla="*/ 4821058 w 9662615"/>
              <a:gd name="connsiteY56" fmla="*/ 1553078 h 1603018"/>
              <a:gd name="connsiteX57" fmla="*/ 4791466 w 9662615"/>
              <a:gd name="connsiteY57" fmla="*/ 1561324 h 1603018"/>
              <a:gd name="connsiteX58" fmla="*/ 4784247 w 9662615"/>
              <a:gd name="connsiteY58" fmla="*/ 1562342 h 1603018"/>
              <a:gd name="connsiteX59" fmla="*/ 4739309 w 9662615"/>
              <a:gd name="connsiteY59" fmla="*/ 1553948 h 1603018"/>
              <a:gd name="connsiteX60" fmla="*/ 4697562 w 9662615"/>
              <a:gd name="connsiteY60" fmla="*/ 1551206 h 1603018"/>
              <a:gd name="connsiteX61" fmla="*/ 4650737 w 9662615"/>
              <a:gd name="connsiteY61" fmla="*/ 1537381 h 1603018"/>
              <a:gd name="connsiteX62" fmla="*/ 4583150 w 9662615"/>
              <a:gd name="connsiteY62" fmla="*/ 1529064 h 1603018"/>
              <a:gd name="connsiteX63" fmla="*/ 4521734 w 9662615"/>
              <a:gd name="connsiteY63" fmla="*/ 1529359 h 1603018"/>
              <a:gd name="connsiteX64" fmla="*/ 4382398 w 9662615"/>
              <a:gd name="connsiteY64" fmla="*/ 1534108 h 1603018"/>
              <a:gd name="connsiteX65" fmla="*/ 4221826 w 9662615"/>
              <a:gd name="connsiteY65" fmla="*/ 1500972 h 1603018"/>
              <a:gd name="connsiteX66" fmla="*/ 4096601 w 9662615"/>
              <a:gd name="connsiteY66" fmla="*/ 1521563 h 1603018"/>
              <a:gd name="connsiteX67" fmla="*/ 4002441 w 9662615"/>
              <a:gd name="connsiteY67" fmla="*/ 1528912 h 1603018"/>
              <a:gd name="connsiteX68" fmla="*/ 3833906 w 9662615"/>
              <a:gd name="connsiteY68" fmla="*/ 1516637 h 1603018"/>
              <a:gd name="connsiteX69" fmla="*/ 3763845 w 9662615"/>
              <a:gd name="connsiteY69" fmla="*/ 1501782 h 1603018"/>
              <a:gd name="connsiteX70" fmla="*/ 3673583 w 9662615"/>
              <a:gd name="connsiteY70" fmla="*/ 1501471 h 1603018"/>
              <a:gd name="connsiteX71" fmla="*/ 3640771 w 9662615"/>
              <a:gd name="connsiteY71" fmla="*/ 1531025 h 1603018"/>
              <a:gd name="connsiteX72" fmla="*/ 3576170 w 9662615"/>
              <a:gd name="connsiteY72" fmla="*/ 1516288 h 1603018"/>
              <a:gd name="connsiteX73" fmla="*/ 3540258 w 9662615"/>
              <a:gd name="connsiteY73" fmla="*/ 1516976 h 1603018"/>
              <a:gd name="connsiteX74" fmla="*/ 3522853 w 9662615"/>
              <a:gd name="connsiteY74" fmla="*/ 1538044 h 1603018"/>
              <a:gd name="connsiteX75" fmla="*/ 3480929 w 9662615"/>
              <a:gd name="connsiteY75" fmla="*/ 1526739 h 1603018"/>
              <a:gd name="connsiteX76" fmla="*/ 3430805 w 9662615"/>
              <a:gd name="connsiteY76" fmla="*/ 1542521 h 1603018"/>
              <a:gd name="connsiteX77" fmla="*/ 3292707 w 9662615"/>
              <a:gd name="connsiteY77" fmla="*/ 1520490 h 1603018"/>
              <a:gd name="connsiteX78" fmla="*/ 3187872 w 9662615"/>
              <a:gd name="connsiteY78" fmla="*/ 1519991 h 1603018"/>
              <a:gd name="connsiteX79" fmla="*/ 3148026 w 9662615"/>
              <a:gd name="connsiteY79" fmla="*/ 1524777 h 1603018"/>
              <a:gd name="connsiteX80" fmla="*/ 3092394 w 9662615"/>
              <a:gd name="connsiteY80" fmla="*/ 1528115 h 1603018"/>
              <a:gd name="connsiteX81" fmla="*/ 2994200 w 9662615"/>
              <a:gd name="connsiteY81" fmla="*/ 1537857 h 1603018"/>
              <a:gd name="connsiteX82" fmla="*/ 2862301 w 9662615"/>
              <a:gd name="connsiteY82" fmla="*/ 1544250 h 1603018"/>
              <a:gd name="connsiteX83" fmla="*/ 2766335 w 9662615"/>
              <a:gd name="connsiteY83" fmla="*/ 1527662 h 1603018"/>
              <a:gd name="connsiteX84" fmla="*/ 2757836 w 9662615"/>
              <a:gd name="connsiteY84" fmla="*/ 1531371 h 1603018"/>
              <a:gd name="connsiteX85" fmla="*/ 2691555 w 9662615"/>
              <a:gd name="connsiteY85" fmla="*/ 1530283 h 1603018"/>
              <a:gd name="connsiteX86" fmla="*/ 2539383 w 9662615"/>
              <a:gd name="connsiteY86" fmla="*/ 1504835 h 1603018"/>
              <a:gd name="connsiteX87" fmla="*/ 2378036 w 9662615"/>
              <a:gd name="connsiteY87" fmla="*/ 1520645 h 1603018"/>
              <a:gd name="connsiteX88" fmla="*/ 2320049 w 9662615"/>
              <a:gd name="connsiteY88" fmla="*/ 1511019 h 1603018"/>
              <a:gd name="connsiteX89" fmla="*/ 2238909 w 9662615"/>
              <a:gd name="connsiteY89" fmla="*/ 1508888 h 1603018"/>
              <a:gd name="connsiteX90" fmla="*/ 2181031 w 9662615"/>
              <a:gd name="connsiteY90" fmla="*/ 1531361 h 1603018"/>
              <a:gd name="connsiteX91" fmla="*/ 2112613 w 9662615"/>
              <a:gd name="connsiteY91" fmla="*/ 1524245 h 1603018"/>
              <a:gd name="connsiteX92" fmla="*/ 2046221 w 9662615"/>
              <a:gd name="connsiteY92" fmla="*/ 1523212 h 1603018"/>
              <a:gd name="connsiteX93" fmla="*/ 2001057 w 9662615"/>
              <a:gd name="connsiteY93" fmla="*/ 1516449 h 1603018"/>
              <a:gd name="connsiteX94" fmla="*/ 1920184 w 9662615"/>
              <a:gd name="connsiteY94" fmla="*/ 1533676 h 1603018"/>
              <a:gd name="connsiteX95" fmla="*/ 1835994 w 9662615"/>
              <a:gd name="connsiteY95" fmla="*/ 1527678 h 1603018"/>
              <a:gd name="connsiteX96" fmla="*/ 1671119 w 9662615"/>
              <a:gd name="connsiteY96" fmla="*/ 1536701 h 1603018"/>
              <a:gd name="connsiteX97" fmla="*/ 1565556 w 9662615"/>
              <a:gd name="connsiteY97" fmla="*/ 1556503 h 1603018"/>
              <a:gd name="connsiteX98" fmla="*/ 1407755 w 9662615"/>
              <a:gd name="connsiteY98" fmla="*/ 1571444 h 1603018"/>
              <a:gd name="connsiteX99" fmla="*/ 1291872 w 9662615"/>
              <a:gd name="connsiteY99" fmla="*/ 1579471 h 1603018"/>
              <a:gd name="connsiteX100" fmla="*/ 1245251 w 9662615"/>
              <a:gd name="connsiteY100" fmla="*/ 1603018 h 1603018"/>
              <a:gd name="connsiteX101" fmla="*/ 1181938 w 9662615"/>
              <a:gd name="connsiteY101" fmla="*/ 1592789 h 1603018"/>
              <a:gd name="connsiteX102" fmla="*/ 1091432 w 9662615"/>
              <a:gd name="connsiteY102" fmla="*/ 1571003 h 1603018"/>
              <a:gd name="connsiteX103" fmla="*/ 940355 w 9662615"/>
              <a:gd name="connsiteY103" fmla="*/ 1560638 h 1603018"/>
              <a:gd name="connsiteX104" fmla="*/ 868264 w 9662615"/>
              <a:gd name="connsiteY104" fmla="*/ 1566392 h 1603018"/>
              <a:gd name="connsiteX105" fmla="*/ 792765 w 9662615"/>
              <a:gd name="connsiteY105" fmla="*/ 1563102 h 1603018"/>
              <a:gd name="connsiteX106" fmla="*/ 653153 w 9662615"/>
              <a:gd name="connsiteY106" fmla="*/ 1563516 h 1603018"/>
              <a:gd name="connsiteX107" fmla="*/ 541933 w 9662615"/>
              <a:gd name="connsiteY107" fmla="*/ 1561051 h 1603018"/>
              <a:gd name="connsiteX108" fmla="*/ 472797 w 9662615"/>
              <a:gd name="connsiteY108" fmla="*/ 1568904 h 1603018"/>
              <a:gd name="connsiteX109" fmla="*/ 396059 w 9662615"/>
              <a:gd name="connsiteY109" fmla="*/ 1560970 h 1603018"/>
              <a:gd name="connsiteX110" fmla="*/ 336819 w 9662615"/>
              <a:gd name="connsiteY110" fmla="*/ 1560892 h 1603018"/>
              <a:gd name="connsiteX111" fmla="*/ 267163 w 9662615"/>
              <a:gd name="connsiteY111" fmla="*/ 1531913 h 1603018"/>
              <a:gd name="connsiteX112" fmla="*/ 196644 w 9662615"/>
              <a:gd name="connsiteY112" fmla="*/ 1524565 h 1603018"/>
              <a:gd name="connsiteX113" fmla="*/ 86819 w 9662615"/>
              <a:gd name="connsiteY113" fmla="*/ 1519517 h 1603018"/>
              <a:gd name="connsiteX114" fmla="*/ 53369 w 9662615"/>
              <a:gd name="connsiteY114" fmla="*/ 1516853 h 1603018"/>
              <a:gd name="connsiteX115" fmla="*/ 2359 w 9662615"/>
              <a:gd name="connsiteY115" fmla="*/ 1515247 h 1603018"/>
              <a:gd name="connsiteX116" fmla="*/ 0 w 9662615"/>
              <a:gd name="connsiteY116" fmla="*/ 1514932 h 1603018"/>
              <a:gd name="connsiteX117" fmla="*/ 0 w 9662615"/>
              <a:gd name="connsiteY117" fmla="*/ 0 h 160301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</a:cxnLst>
            <a:rect l="l" t="t" r="r" b="b"/>
            <a:pathLst>
              <a:path w="9662615" h="1603018">
                <a:moveTo>
                  <a:pt x="0" y="0"/>
                </a:moveTo>
                <a:lnTo>
                  <a:pt x="9662615" y="0"/>
                </a:lnTo>
                <a:lnTo>
                  <a:pt x="9662615" y="1280346"/>
                </a:lnTo>
                <a:lnTo>
                  <a:pt x="9551077" y="1292033"/>
                </a:lnTo>
                <a:cubicBezTo>
                  <a:pt x="9489925" y="1291588"/>
                  <a:pt x="9543615" y="1296257"/>
                  <a:pt x="9469546" y="1289837"/>
                </a:cubicBezTo>
                <a:cubicBezTo>
                  <a:pt x="9413040" y="1331485"/>
                  <a:pt x="9340031" y="1268376"/>
                  <a:pt x="9326260" y="1277155"/>
                </a:cubicBezTo>
                <a:cubicBezTo>
                  <a:pt x="9234251" y="1284900"/>
                  <a:pt x="9225377" y="1258935"/>
                  <a:pt x="9144767" y="1264120"/>
                </a:cubicBezTo>
                <a:cubicBezTo>
                  <a:pt x="9159115" y="1310075"/>
                  <a:pt x="9066692" y="1304806"/>
                  <a:pt x="8976400" y="1326661"/>
                </a:cubicBezTo>
                <a:cubicBezTo>
                  <a:pt x="8931920" y="1325947"/>
                  <a:pt x="8871807" y="1351060"/>
                  <a:pt x="8828711" y="1346394"/>
                </a:cubicBezTo>
                <a:cubicBezTo>
                  <a:pt x="8809650" y="1326213"/>
                  <a:pt x="8718313" y="1358527"/>
                  <a:pt x="8695953" y="1346784"/>
                </a:cubicBezTo>
                <a:cubicBezTo>
                  <a:pt x="8694290" y="1355317"/>
                  <a:pt x="8661526" y="1349865"/>
                  <a:pt x="8652191" y="1345903"/>
                </a:cubicBezTo>
                <a:cubicBezTo>
                  <a:pt x="8641363" y="1349626"/>
                  <a:pt x="8603292" y="1341304"/>
                  <a:pt x="8591582" y="1341666"/>
                </a:cubicBezTo>
                <a:cubicBezTo>
                  <a:pt x="8568421" y="1323004"/>
                  <a:pt x="8565847" y="1352287"/>
                  <a:pt x="8537336" y="1341684"/>
                </a:cubicBezTo>
                <a:cubicBezTo>
                  <a:pt x="8524809" y="1348019"/>
                  <a:pt x="8445703" y="1377667"/>
                  <a:pt x="8416849" y="1367085"/>
                </a:cubicBezTo>
                <a:cubicBezTo>
                  <a:pt x="8350736" y="1379599"/>
                  <a:pt x="8346589" y="1391624"/>
                  <a:pt x="8278355" y="1386569"/>
                </a:cubicBezTo>
                <a:cubicBezTo>
                  <a:pt x="8268756" y="1398649"/>
                  <a:pt x="8183331" y="1371185"/>
                  <a:pt x="8197961" y="1392804"/>
                </a:cubicBezTo>
                <a:cubicBezTo>
                  <a:pt x="8175189" y="1391748"/>
                  <a:pt x="8158503" y="1383145"/>
                  <a:pt x="8171196" y="1397216"/>
                </a:cubicBezTo>
                <a:cubicBezTo>
                  <a:pt x="8141821" y="1397466"/>
                  <a:pt x="8125626" y="1386947"/>
                  <a:pt x="8087910" y="1386449"/>
                </a:cubicBezTo>
                <a:cubicBezTo>
                  <a:pt x="8029319" y="1362701"/>
                  <a:pt x="8020916" y="1407035"/>
                  <a:pt x="7974579" y="1383439"/>
                </a:cubicBezTo>
                <a:cubicBezTo>
                  <a:pt x="7912074" y="1402493"/>
                  <a:pt x="7841761" y="1389550"/>
                  <a:pt x="7768351" y="1395051"/>
                </a:cubicBezTo>
                <a:cubicBezTo>
                  <a:pt x="7741665" y="1390266"/>
                  <a:pt x="7663663" y="1410813"/>
                  <a:pt x="7635985" y="1386363"/>
                </a:cubicBezTo>
                <a:cubicBezTo>
                  <a:pt x="7646173" y="1415707"/>
                  <a:pt x="7542198" y="1378410"/>
                  <a:pt x="7466069" y="1377654"/>
                </a:cubicBezTo>
                <a:cubicBezTo>
                  <a:pt x="7427626" y="1403818"/>
                  <a:pt x="7337822" y="1398948"/>
                  <a:pt x="7355642" y="1407761"/>
                </a:cubicBezTo>
                <a:cubicBezTo>
                  <a:pt x="7270634" y="1390553"/>
                  <a:pt x="7306340" y="1403822"/>
                  <a:pt x="7215220" y="1397856"/>
                </a:cubicBezTo>
                <a:cubicBezTo>
                  <a:pt x="7175381" y="1421457"/>
                  <a:pt x="7122339" y="1428094"/>
                  <a:pt x="7082147" y="1406113"/>
                </a:cubicBezTo>
                <a:cubicBezTo>
                  <a:pt x="7040624" y="1425217"/>
                  <a:pt x="7029993" y="1391726"/>
                  <a:pt x="6987129" y="1404834"/>
                </a:cubicBezTo>
                <a:cubicBezTo>
                  <a:pt x="6953477" y="1411964"/>
                  <a:pt x="6957479" y="1421694"/>
                  <a:pt x="6907567" y="1419149"/>
                </a:cubicBezTo>
                <a:cubicBezTo>
                  <a:pt x="6863513" y="1408514"/>
                  <a:pt x="6803088" y="1434619"/>
                  <a:pt x="6748428" y="1420308"/>
                </a:cubicBezTo>
                <a:cubicBezTo>
                  <a:pt x="6728317" y="1416860"/>
                  <a:pt x="6666046" y="1417296"/>
                  <a:pt x="6654257" y="1424143"/>
                </a:cubicBezTo>
                <a:cubicBezTo>
                  <a:pt x="6641271" y="1425628"/>
                  <a:pt x="6626125" y="1423202"/>
                  <a:pt x="6620123" y="1430535"/>
                </a:cubicBezTo>
                <a:cubicBezTo>
                  <a:pt x="6610208" y="1439359"/>
                  <a:pt x="6564906" y="1425734"/>
                  <a:pt x="6571355" y="1436144"/>
                </a:cubicBezTo>
                <a:cubicBezTo>
                  <a:pt x="6539188" y="1426808"/>
                  <a:pt x="6513602" y="1445293"/>
                  <a:pt x="6486557" y="1449861"/>
                </a:cubicBezTo>
                <a:cubicBezTo>
                  <a:pt x="6461221" y="1440598"/>
                  <a:pt x="6429457" y="1459319"/>
                  <a:pt x="6370419" y="1461649"/>
                </a:cubicBezTo>
                <a:cubicBezTo>
                  <a:pt x="6342558" y="1450937"/>
                  <a:pt x="6330664" y="1463365"/>
                  <a:pt x="6278839" y="1449160"/>
                </a:cubicBezTo>
                <a:cubicBezTo>
                  <a:pt x="6277206" y="1450621"/>
                  <a:pt x="6275057" y="1451978"/>
                  <a:pt x="6272455" y="1453191"/>
                </a:cubicBezTo>
                <a:cubicBezTo>
                  <a:pt x="6257338" y="1460236"/>
                  <a:pt x="6230567" y="1460979"/>
                  <a:pt x="6212659" y="1454850"/>
                </a:cubicBezTo>
                <a:cubicBezTo>
                  <a:pt x="6130994" y="1436046"/>
                  <a:pt x="6135790" y="1448771"/>
                  <a:pt x="6069317" y="1445838"/>
                </a:cubicBezTo>
                <a:cubicBezTo>
                  <a:pt x="5994738" y="1444791"/>
                  <a:pt x="5975991" y="1456673"/>
                  <a:pt x="5878477" y="1439180"/>
                </a:cubicBezTo>
                <a:cubicBezTo>
                  <a:pt x="5870803" y="1447519"/>
                  <a:pt x="5859206" y="1448153"/>
                  <a:pt x="5838387" y="1444679"/>
                </a:cubicBezTo>
                <a:cubicBezTo>
                  <a:pt x="5802317" y="1444778"/>
                  <a:pt x="5810848" y="1465165"/>
                  <a:pt x="5771136" y="1453639"/>
                </a:cubicBezTo>
                <a:cubicBezTo>
                  <a:pt x="5780732" y="1464484"/>
                  <a:pt x="5704275" y="1459369"/>
                  <a:pt x="5724081" y="1470431"/>
                </a:cubicBezTo>
                <a:cubicBezTo>
                  <a:pt x="5703536" y="1480946"/>
                  <a:pt x="5687323" y="1464719"/>
                  <a:pt x="5666577" y="1473921"/>
                </a:cubicBezTo>
                <a:cubicBezTo>
                  <a:pt x="5640974" y="1476520"/>
                  <a:pt x="5678275" y="1461854"/>
                  <a:pt x="5649068" y="1461676"/>
                </a:cubicBezTo>
                <a:cubicBezTo>
                  <a:pt x="5614218" y="1463443"/>
                  <a:pt x="5608578" y="1443299"/>
                  <a:pt x="5588902" y="1469647"/>
                </a:cubicBezTo>
                <a:cubicBezTo>
                  <a:pt x="5550386" y="1464321"/>
                  <a:pt x="5546573" y="1476049"/>
                  <a:pt x="5498090" y="1483173"/>
                </a:cubicBezTo>
                <a:cubicBezTo>
                  <a:pt x="5475226" y="1477314"/>
                  <a:pt x="5459293" y="1480930"/>
                  <a:pt x="5444641" y="1487602"/>
                </a:cubicBezTo>
                <a:cubicBezTo>
                  <a:pt x="5395328" y="1487320"/>
                  <a:pt x="5353572" y="1498007"/>
                  <a:pt x="5299812" y="1503362"/>
                </a:cubicBezTo>
                <a:cubicBezTo>
                  <a:pt x="5238326" y="1497756"/>
                  <a:pt x="5303225" y="1514963"/>
                  <a:pt x="5245752" y="1520612"/>
                </a:cubicBezTo>
                <a:cubicBezTo>
                  <a:pt x="5190753" y="1507732"/>
                  <a:pt x="5205712" y="1518627"/>
                  <a:pt x="5177807" y="1526802"/>
                </a:cubicBezTo>
                <a:lnTo>
                  <a:pt x="5113910" y="1533205"/>
                </a:lnTo>
                <a:lnTo>
                  <a:pt x="5059484" y="1546802"/>
                </a:lnTo>
                <a:lnTo>
                  <a:pt x="5038524" y="1545675"/>
                </a:lnTo>
                <a:lnTo>
                  <a:pt x="5026564" y="1545376"/>
                </a:lnTo>
                <a:cubicBezTo>
                  <a:pt x="5006873" y="1544046"/>
                  <a:pt x="4987701" y="1552900"/>
                  <a:pt x="4969433" y="1550865"/>
                </a:cubicBezTo>
                <a:cubicBezTo>
                  <a:pt x="4943627" y="1555066"/>
                  <a:pt x="4892754" y="1568818"/>
                  <a:pt x="4871726" y="1570584"/>
                </a:cubicBezTo>
                <a:cubicBezTo>
                  <a:pt x="4863638" y="1570310"/>
                  <a:pt x="4846771" y="1559566"/>
                  <a:pt x="4843267" y="1561459"/>
                </a:cubicBezTo>
                <a:lnTo>
                  <a:pt x="4821058" y="1553078"/>
                </a:lnTo>
                <a:lnTo>
                  <a:pt x="4791466" y="1561324"/>
                </a:lnTo>
                <a:lnTo>
                  <a:pt x="4784247" y="1562342"/>
                </a:lnTo>
                <a:cubicBezTo>
                  <a:pt x="4770593" y="1574121"/>
                  <a:pt x="4776816" y="1558072"/>
                  <a:pt x="4739309" y="1553948"/>
                </a:cubicBezTo>
                <a:cubicBezTo>
                  <a:pt x="4684311" y="1578213"/>
                  <a:pt x="4712803" y="1566697"/>
                  <a:pt x="4697562" y="1551206"/>
                </a:cubicBezTo>
                <a:lnTo>
                  <a:pt x="4650737" y="1537381"/>
                </a:lnTo>
                <a:cubicBezTo>
                  <a:pt x="4628208" y="1530633"/>
                  <a:pt x="4609654" y="1567617"/>
                  <a:pt x="4583150" y="1529064"/>
                </a:cubicBezTo>
                <a:cubicBezTo>
                  <a:pt x="4575879" y="1527088"/>
                  <a:pt x="4527005" y="1532552"/>
                  <a:pt x="4521734" y="1529359"/>
                </a:cubicBezTo>
                <a:cubicBezTo>
                  <a:pt x="4457980" y="1517590"/>
                  <a:pt x="4465052" y="1532003"/>
                  <a:pt x="4382398" y="1534108"/>
                </a:cubicBezTo>
                <a:cubicBezTo>
                  <a:pt x="4347480" y="1506889"/>
                  <a:pt x="4310783" y="1494709"/>
                  <a:pt x="4221826" y="1500972"/>
                </a:cubicBezTo>
                <a:cubicBezTo>
                  <a:pt x="4174471" y="1526598"/>
                  <a:pt x="4136675" y="1542031"/>
                  <a:pt x="4096601" y="1521563"/>
                </a:cubicBezTo>
                <a:cubicBezTo>
                  <a:pt x="4015086" y="1550501"/>
                  <a:pt x="3986123" y="1519347"/>
                  <a:pt x="4002441" y="1528912"/>
                </a:cubicBezTo>
                <a:cubicBezTo>
                  <a:pt x="3967120" y="1539744"/>
                  <a:pt x="3931774" y="1526729"/>
                  <a:pt x="3833906" y="1516637"/>
                </a:cubicBezTo>
                <a:cubicBezTo>
                  <a:pt x="3781438" y="1538249"/>
                  <a:pt x="3822855" y="1526006"/>
                  <a:pt x="3763845" y="1501782"/>
                </a:cubicBezTo>
                <a:cubicBezTo>
                  <a:pt x="3734533" y="1525292"/>
                  <a:pt x="3677359" y="1524487"/>
                  <a:pt x="3673583" y="1501471"/>
                </a:cubicBezTo>
                <a:cubicBezTo>
                  <a:pt x="3663687" y="1502855"/>
                  <a:pt x="3650245" y="1528777"/>
                  <a:pt x="3640771" y="1531025"/>
                </a:cubicBezTo>
                <a:lnTo>
                  <a:pt x="3576170" y="1516288"/>
                </a:lnTo>
                <a:lnTo>
                  <a:pt x="3540258" y="1516976"/>
                </a:lnTo>
                <a:lnTo>
                  <a:pt x="3522853" y="1538044"/>
                </a:lnTo>
                <a:lnTo>
                  <a:pt x="3480929" y="1526739"/>
                </a:lnTo>
                <a:cubicBezTo>
                  <a:pt x="3469671" y="1527693"/>
                  <a:pt x="3444273" y="1543724"/>
                  <a:pt x="3430805" y="1542521"/>
                </a:cubicBezTo>
                <a:cubicBezTo>
                  <a:pt x="3386352" y="1529947"/>
                  <a:pt x="3347457" y="1537200"/>
                  <a:pt x="3292707" y="1520490"/>
                </a:cubicBezTo>
                <a:cubicBezTo>
                  <a:pt x="3271897" y="1516147"/>
                  <a:pt x="3203347" y="1513732"/>
                  <a:pt x="3187872" y="1519991"/>
                </a:cubicBezTo>
                <a:cubicBezTo>
                  <a:pt x="3173062" y="1520872"/>
                  <a:pt x="3157325" y="1517771"/>
                  <a:pt x="3148026" y="1524777"/>
                </a:cubicBezTo>
                <a:cubicBezTo>
                  <a:pt x="3133878" y="1533085"/>
                  <a:pt x="3089156" y="1517485"/>
                  <a:pt x="3092394" y="1528115"/>
                </a:cubicBezTo>
                <a:cubicBezTo>
                  <a:pt x="3060512" y="1517374"/>
                  <a:pt x="3025593" y="1534558"/>
                  <a:pt x="2994200" y="1537857"/>
                </a:cubicBezTo>
                <a:cubicBezTo>
                  <a:pt x="2969798" y="1527501"/>
                  <a:pt x="2927999" y="1544636"/>
                  <a:pt x="2862301" y="1544250"/>
                </a:cubicBezTo>
                <a:cubicBezTo>
                  <a:pt x="2835658" y="1532340"/>
                  <a:pt x="2818008" y="1544135"/>
                  <a:pt x="2766335" y="1527662"/>
                </a:cubicBezTo>
                <a:cubicBezTo>
                  <a:pt x="2764004" y="1529036"/>
                  <a:pt x="2761142" y="1530285"/>
                  <a:pt x="2757836" y="1531371"/>
                </a:cubicBezTo>
                <a:cubicBezTo>
                  <a:pt x="2738633" y="1537675"/>
                  <a:pt x="2708957" y="1537188"/>
                  <a:pt x="2691555" y="1530283"/>
                </a:cubicBezTo>
                <a:cubicBezTo>
                  <a:pt x="2608810" y="1507878"/>
                  <a:pt x="2611304" y="1510787"/>
                  <a:pt x="2539383" y="1504835"/>
                </a:cubicBezTo>
                <a:cubicBezTo>
                  <a:pt x="2457862" y="1500384"/>
                  <a:pt x="2478670" y="1542474"/>
                  <a:pt x="2378036" y="1520645"/>
                </a:cubicBezTo>
                <a:cubicBezTo>
                  <a:pt x="2366529" y="1528574"/>
                  <a:pt x="2341629" y="1515421"/>
                  <a:pt x="2320049" y="1511019"/>
                </a:cubicBezTo>
                <a:cubicBezTo>
                  <a:pt x="2280399" y="1509467"/>
                  <a:pt x="2278267" y="1522148"/>
                  <a:pt x="2238909" y="1508888"/>
                </a:cubicBezTo>
                <a:cubicBezTo>
                  <a:pt x="2245444" y="1520095"/>
                  <a:pt x="2163364" y="1519472"/>
                  <a:pt x="2181031" y="1531361"/>
                </a:cubicBezTo>
                <a:cubicBezTo>
                  <a:pt x="2154585" y="1540861"/>
                  <a:pt x="2138796" y="1516056"/>
                  <a:pt x="2112613" y="1524245"/>
                </a:cubicBezTo>
                <a:cubicBezTo>
                  <a:pt x="2083537" y="1525655"/>
                  <a:pt x="2078233" y="1524725"/>
                  <a:pt x="2046221" y="1523212"/>
                </a:cubicBezTo>
                <a:cubicBezTo>
                  <a:pt x="2007296" y="1523373"/>
                  <a:pt x="2032394" y="1491187"/>
                  <a:pt x="2001057" y="1516449"/>
                </a:cubicBezTo>
                <a:cubicBezTo>
                  <a:pt x="1960724" y="1509398"/>
                  <a:pt x="1976058" y="1528820"/>
                  <a:pt x="1920184" y="1533676"/>
                </a:cubicBezTo>
                <a:cubicBezTo>
                  <a:pt x="1897238" y="1526813"/>
                  <a:pt x="1877505" y="1527174"/>
                  <a:pt x="1835994" y="1527678"/>
                </a:cubicBezTo>
                <a:cubicBezTo>
                  <a:pt x="1794483" y="1528182"/>
                  <a:pt x="1726077" y="1533693"/>
                  <a:pt x="1671119" y="1536701"/>
                </a:cubicBezTo>
                <a:cubicBezTo>
                  <a:pt x="1605663" y="1528324"/>
                  <a:pt x="1630763" y="1553523"/>
                  <a:pt x="1565556" y="1556503"/>
                </a:cubicBezTo>
                <a:cubicBezTo>
                  <a:pt x="1501959" y="1539013"/>
                  <a:pt x="1462468" y="1572800"/>
                  <a:pt x="1407755" y="1571444"/>
                </a:cubicBezTo>
                <a:cubicBezTo>
                  <a:pt x="1319286" y="1555448"/>
                  <a:pt x="1429251" y="1585263"/>
                  <a:pt x="1291872" y="1579471"/>
                </a:cubicBezTo>
                <a:cubicBezTo>
                  <a:pt x="1284192" y="1576816"/>
                  <a:pt x="1243590" y="1599390"/>
                  <a:pt x="1245251" y="1603018"/>
                </a:cubicBezTo>
                <a:cubicBezTo>
                  <a:pt x="1236562" y="1601891"/>
                  <a:pt x="1184091" y="1586977"/>
                  <a:pt x="1181938" y="1592789"/>
                </a:cubicBezTo>
                <a:cubicBezTo>
                  <a:pt x="1138153" y="1593474"/>
                  <a:pt x="1130439" y="1578153"/>
                  <a:pt x="1091432" y="1571003"/>
                </a:cubicBezTo>
                <a:cubicBezTo>
                  <a:pt x="1007000" y="1580980"/>
                  <a:pt x="1001377" y="1557850"/>
                  <a:pt x="940355" y="1560638"/>
                </a:cubicBezTo>
                <a:cubicBezTo>
                  <a:pt x="891367" y="1572083"/>
                  <a:pt x="924846" y="1558773"/>
                  <a:pt x="868264" y="1566392"/>
                </a:cubicBezTo>
                <a:cubicBezTo>
                  <a:pt x="848640" y="1547574"/>
                  <a:pt x="814997" y="1568391"/>
                  <a:pt x="792765" y="1563102"/>
                </a:cubicBezTo>
                <a:cubicBezTo>
                  <a:pt x="758082" y="1585102"/>
                  <a:pt x="689950" y="1563038"/>
                  <a:pt x="653153" y="1563516"/>
                </a:cubicBezTo>
                <a:cubicBezTo>
                  <a:pt x="591300" y="1567692"/>
                  <a:pt x="576686" y="1582565"/>
                  <a:pt x="541933" y="1561051"/>
                </a:cubicBezTo>
                <a:cubicBezTo>
                  <a:pt x="537775" y="1570056"/>
                  <a:pt x="508236" y="1570304"/>
                  <a:pt x="472797" y="1568904"/>
                </a:cubicBezTo>
                <a:cubicBezTo>
                  <a:pt x="458898" y="1573560"/>
                  <a:pt x="425270" y="1567476"/>
                  <a:pt x="396059" y="1560970"/>
                </a:cubicBezTo>
                <a:cubicBezTo>
                  <a:pt x="431016" y="1548467"/>
                  <a:pt x="332180" y="1575204"/>
                  <a:pt x="336819" y="1560892"/>
                </a:cubicBezTo>
                <a:cubicBezTo>
                  <a:pt x="292157" y="1552383"/>
                  <a:pt x="263346" y="1557575"/>
                  <a:pt x="267163" y="1531913"/>
                </a:cubicBezTo>
                <a:cubicBezTo>
                  <a:pt x="253228" y="1516946"/>
                  <a:pt x="198100" y="1540864"/>
                  <a:pt x="196644" y="1524565"/>
                </a:cubicBezTo>
                <a:cubicBezTo>
                  <a:pt x="172602" y="1535342"/>
                  <a:pt x="127394" y="1518578"/>
                  <a:pt x="86819" y="1519517"/>
                </a:cubicBezTo>
                <a:cubicBezTo>
                  <a:pt x="78537" y="1512257"/>
                  <a:pt x="69224" y="1512723"/>
                  <a:pt x="53369" y="1516853"/>
                </a:cubicBezTo>
                <a:cubicBezTo>
                  <a:pt x="37131" y="1517503"/>
                  <a:pt x="19976" y="1516838"/>
                  <a:pt x="2359" y="1515247"/>
                </a:cubicBezTo>
                <a:lnTo>
                  <a:pt x="0" y="1514932"/>
                </a:lnTo>
                <a:lnTo>
                  <a:pt x="0" y="0"/>
                </a:lnTo>
                <a:close/>
              </a:path>
            </a:pathLst>
          </a:custGeom>
          <a:solidFill>
            <a:schemeClr val="bg1">
              <a:alpha val="85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2313" y="1118473"/>
            <a:ext cx="6693294" cy="1037867"/>
          </a:xfrm>
        </p:spPr>
        <p:txBody>
          <a:bodyPr>
            <a:normAutofit fontScale="90000"/>
          </a:bodyPr>
          <a:lstStyle/>
          <a:p>
            <a:r>
              <a:rPr lang="fr-CA" dirty="0">
                <a:solidFill>
                  <a:schemeClr val="accent4">
                    <a:lumMod val="75000"/>
                  </a:schemeClr>
                </a:solidFill>
              </a:rPr>
              <a:t>L’AQ d’avant et ce que ce n’est </a:t>
            </a:r>
            <a:r>
              <a:rPr lang="fr-CA" dirty="0">
                <a:solidFill>
                  <a:srgbClr val="C00000"/>
                </a:solidFill>
              </a:rPr>
              <a:t>PLUS</a:t>
            </a:r>
            <a:r>
              <a:rPr lang="fr-CA" dirty="0">
                <a:solidFill>
                  <a:schemeClr val="accent4">
                    <a:lumMod val="75000"/>
                  </a:schemeClr>
                </a:solidFill>
              </a:rPr>
              <a:t>…</a:t>
            </a:r>
            <a:endParaRPr dirty="0">
              <a:solidFill>
                <a:schemeClr val="accent4">
                  <a:lumMod val="75000"/>
                </a:schemeClr>
              </a:solidFill>
            </a:endParaRPr>
          </a:p>
        </p:txBody>
      </p:sp>
      <p:sp>
        <p:nvSpPr>
          <p:cNvPr id="14" name="Rectangle 6">
            <a:extLst>
              <a:ext uri="{FF2B5EF4-FFF2-40B4-BE49-F238E27FC236}">
                <a16:creationId xmlns:a16="http://schemas.microsoft.com/office/drawing/2014/main" id="{B24A3A03-2C4E-45B5-B388-FAD638CDF0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822411" y="662268"/>
            <a:ext cx="1280813" cy="428984"/>
          </a:xfrm>
          <a:custGeom>
            <a:avLst/>
            <a:gdLst>
              <a:gd name="connsiteX0" fmla="*/ 0 w 2142503"/>
              <a:gd name="connsiteY0" fmla="*/ 0 h 571500"/>
              <a:gd name="connsiteX1" fmla="*/ 2142503 w 2142503"/>
              <a:gd name="connsiteY1" fmla="*/ 0 h 571500"/>
              <a:gd name="connsiteX2" fmla="*/ 2142503 w 2142503"/>
              <a:gd name="connsiteY2" fmla="*/ 571500 h 571500"/>
              <a:gd name="connsiteX3" fmla="*/ 0 w 2142503"/>
              <a:gd name="connsiteY3" fmla="*/ 571500 h 571500"/>
              <a:gd name="connsiteX4" fmla="*/ 0 w 2142503"/>
              <a:gd name="connsiteY4" fmla="*/ 0 h 571500"/>
              <a:gd name="connsiteX0" fmla="*/ 0 w 2142503"/>
              <a:gd name="connsiteY0" fmla="*/ 0 h 582145"/>
              <a:gd name="connsiteX1" fmla="*/ 2142503 w 2142503"/>
              <a:gd name="connsiteY1" fmla="*/ 0 h 582145"/>
              <a:gd name="connsiteX2" fmla="*/ 2142503 w 2142503"/>
              <a:gd name="connsiteY2" fmla="*/ 571500 h 582145"/>
              <a:gd name="connsiteX3" fmla="*/ 2050917 w 2142503"/>
              <a:gd name="connsiteY3" fmla="*/ 582088 h 582145"/>
              <a:gd name="connsiteX4" fmla="*/ 0 w 2142503"/>
              <a:gd name="connsiteY4" fmla="*/ 571500 h 582145"/>
              <a:gd name="connsiteX5" fmla="*/ 0 w 2142503"/>
              <a:gd name="connsiteY5" fmla="*/ 0 h 582145"/>
              <a:gd name="connsiteX0" fmla="*/ 0 w 2159832"/>
              <a:gd name="connsiteY0" fmla="*/ 0 h 582145"/>
              <a:gd name="connsiteX1" fmla="*/ 2142503 w 2159832"/>
              <a:gd name="connsiteY1" fmla="*/ 0 h 582145"/>
              <a:gd name="connsiteX2" fmla="*/ 2159829 w 2159832"/>
              <a:gd name="connsiteY2" fmla="*/ 96526 h 582145"/>
              <a:gd name="connsiteX3" fmla="*/ 2142503 w 2159832"/>
              <a:gd name="connsiteY3" fmla="*/ 571500 h 582145"/>
              <a:gd name="connsiteX4" fmla="*/ 2050917 w 2159832"/>
              <a:gd name="connsiteY4" fmla="*/ 582088 h 582145"/>
              <a:gd name="connsiteX5" fmla="*/ 0 w 2159832"/>
              <a:gd name="connsiteY5" fmla="*/ 571500 h 582145"/>
              <a:gd name="connsiteX6" fmla="*/ 0 w 2159832"/>
              <a:gd name="connsiteY6" fmla="*/ 0 h 582145"/>
              <a:gd name="connsiteX0" fmla="*/ 0 w 2159832"/>
              <a:gd name="connsiteY0" fmla="*/ 12386 h 594531"/>
              <a:gd name="connsiteX1" fmla="*/ 67826 w 2159832"/>
              <a:gd name="connsiteY1" fmla="*/ 0 h 594531"/>
              <a:gd name="connsiteX2" fmla="*/ 2142503 w 2159832"/>
              <a:gd name="connsiteY2" fmla="*/ 12386 h 594531"/>
              <a:gd name="connsiteX3" fmla="*/ 2159829 w 2159832"/>
              <a:gd name="connsiteY3" fmla="*/ 108912 h 594531"/>
              <a:gd name="connsiteX4" fmla="*/ 2142503 w 2159832"/>
              <a:gd name="connsiteY4" fmla="*/ 583886 h 594531"/>
              <a:gd name="connsiteX5" fmla="*/ 2050917 w 2159832"/>
              <a:gd name="connsiteY5" fmla="*/ 594474 h 594531"/>
              <a:gd name="connsiteX6" fmla="*/ 0 w 2159832"/>
              <a:gd name="connsiteY6" fmla="*/ 583886 h 594531"/>
              <a:gd name="connsiteX7" fmla="*/ 0 w 2159832"/>
              <a:gd name="connsiteY7" fmla="*/ 12386 h 594531"/>
              <a:gd name="connsiteX0" fmla="*/ 0 w 2168908"/>
              <a:gd name="connsiteY0" fmla="*/ 26000 h 594531"/>
              <a:gd name="connsiteX1" fmla="*/ 76902 w 2168908"/>
              <a:gd name="connsiteY1" fmla="*/ 0 h 594531"/>
              <a:gd name="connsiteX2" fmla="*/ 2151579 w 2168908"/>
              <a:gd name="connsiteY2" fmla="*/ 12386 h 594531"/>
              <a:gd name="connsiteX3" fmla="*/ 2168905 w 2168908"/>
              <a:gd name="connsiteY3" fmla="*/ 108912 h 594531"/>
              <a:gd name="connsiteX4" fmla="*/ 2151579 w 2168908"/>
              <a:gd name="connsiteY4" fmla="*/ 583886 h 594531"/>
              <a:gd name="connsiteX5" fmla="*/ 2059993 w 2168908"/>
              <a:gd name="connsiteY5" fmla="*/ 594474 h 594531"/>
              <a:gd name="connsiteX6" fmla="*/ 9076 w 2168908"/>
              <a:gd name="connsiteY6" fmla="*/ 583886 h 594531"/>
              <a:gd name="connsiteX7" fmla="*/ 0 w 2168908"/>
              <a:gd name="connsiteY7" fmla="*/ 26000 h 594531"/>
              <a:gd name="connsiteX0" fmla="*/ 5393 w 2174301"/>
              <a:gd name="connsiteY0" fmla="*/ 26000 h 594531"/>
              <a:gd name="connsiteX1" fmla="*/ 82295 w 2174301"/>
              <a:gd name="connsiteY1" fmla="*/ 0 h 594531"/>
              <a:gd name="connsiteX2" fmla="*/ 2156972 w 2174301"/>
              <a:gd name="connsiteY2" fmla="*/ 12386 h 594531"/>
              <a:gd name="connsiteX3" fmla="*/ 2174298 w 2174301"/>
              <a:gd name="connsiteY3" fmla="*/ 108912 h 594531"/>
              <a:gd name="connsiteX4" fmla="*/ 2156972 w 2174301"/>
              <a:gd name="connsiteY4" fmla="*/ 583886 h 594531"/>
              <a:gd name="connsiteX5" fmla="*/ 2065386 w 2174301"/>
              <a:gd name="connsiteY5" fmla="*/ 594474 h 594531"/>
              <a:gd name="connsiteX6" fmla="*/ 14469 w 2174301"/>
              <a:gd name="connsiteY6" fmla="*/ 583886 h 594531"/>
              <a:gd name="connsiteX7" fmla="*/ 5393 w 2174301"/>
              <a:gd name="connsiteY7" fmla="*/ 26000 h 594531"/>
              <a:gd name="connsiteX0" fmla="*/ 5393 w 2174301"/>
              <a:gd name="connsiteY0" fmla="*/ 26000 h 594531"/>
              <a:gd name="connsiteX1" fmla="*/ 82295 w 2174301"/>
              <a:gd name="connsiteY1" fmla="*/ 0 h 594531"/>
              <a:gd name="connsiteX2" fmla="*/ 2156972 w 2174301"/>
              <a:gd name="connsiteY2" fmla="*/ 12386 h 594531"/>
              <a:gd name="connsiteX3" fmla="*/ 2174298 w 2174301"/>
              <a:gd name="connsiteY3" fmla="*/ 108912 h 594531"/>
              <a:gd name="connsiteX4" fmla="*/ 2156972 w 2174301"/>
              <a:gd name="connsiteY4" fmla="*/ 583886 h 594531"/>
              <a:gd name="connsiteX5" fmla="*/ 2065386 w 2174301"/>
              <a:gd name="connsiteY5" fmla="*/ 594474 h 594531"/>
              <a:gd name="connsiteX6" fmla="*/ 14469 w 2174301"/>
              <a:gd name="connsiteY6" fmla="*/ 583886 h 594531"/>
              <a:gd name="connsiteX7" fmla="*/ 5393 w 2174301"/>
              <a:gd name="connsiteY7" fmla="*/ 26000 h 594531"/>
              <a:gd name="connsiteX0" fmla="*/ 5393 w 2174301"/>
              <a:gd name="connsiteY0" fmla="*/ 26000 h 594531"/>
              <a:gd name="connsiteX1" fmla="*/ 82295 w 2174301"/>
              <a:gd name="connsiteY1" fmla="*/ 0 h 594531"/>
              <a:gd name="connsiteX2" fmla="*/ 2156972 w 2174301"/>
              <a:gd name="connsiteY2" fmla="*/ 12386 h 594531"/>
              <a:gd name="connsiteX3" fmla="*/ 2174298 w 2174301"/>
              <a:gd name="connsiteY3" fmla="*/ 108912 h 594531"/>
              <a:gd name="connsiteX4" fmla="*/ 2156972 w 2174301"/>
              <a:gd name="connsiteY4" fmla="*/ 583886 h 594531"/>
              <a:gd name="connsiteX5" fmla="*/ 2065386 w 2174301"/>
              <a:gd name="connsiteY5" fmla="*/ 594474 h 594531"/>
              <a:gd name="connsiteX6" fmla="*/ 14469 w 2174301"/>
              <a:gd name="connsiteY6" fmla="*/ 583886 h 594531"/>
              <a:gd name="connsiteX7" fmla="*/ 5393 w 2174301"/>
              <a:gd name="connsiteY7" fmla="*/ 26000 h 594531"/>
              <a:gd name="connsiteX0" fmla="*/ 5393 w 2174301"/>
              <a:gd name="connsiteY0" fmla="*/ 26000 h 594531"/>
              <a:gd name="connsiteX1" fmla="*/ 82295 w 2174301"/>
              <a:gd name="connsiteY1" fmla="*/ 0 h 594531"/>
              <a:gd name="connsiteX2" fmla="*/ 2156972 w 2174301"/>
              <a:gd name="connsiteY2" fmla="*/ 12386 h 594531"/>
              <a:gd name="connsiteX3" fmla="*/ 2174298 w 2174301"/>
              <a:gd name="connsiteY3" fmla="*/ 108912 h 594531"/>
              <a:gd name="connsiteX4" fmla="*/ 2156972 w 2174301"/>
              <a:gd name="connsiteY4" fmla="*/ 583886 h 594531"/>
              <a:gd name="connsiteX5" fmla="*/ 2065386 w 2174301"/>
              <a:gd name="connsiteY5" fmla="*/ 594474 h 594531"/>
              <a:gd name="connsiteX6" fmla="*/ 14469 w 2174301"/>
              <a:gd name="connsiteY6" fmla="*/ 583886 h 594531"/>
              <a:gd name="connsiteX7" fmla="*/ 5393 w 2174301"/>
              <a:gd name="connsiteY7" fmla="*/ 26000 h 594531"/>
              <a:gd name="connsiteX0" fmla="*/ 147197 w 2316105"/>
              <a:gd name="connsiteY0" fmla="*/ 26000 h 594531"/>
              <a:gd name="connsiteX1" fmla="*/ 224099 w 2316105"/>
              <a:gd name="connsiteY1" fmla="*/ 0 h 594531"/>
              <a:gd name="connsiteX2" fmla="*/ 2298776 w 2316105"/>
              <a:gd name="connsiteY2" fmla="*/ 12386 h 594531"/>
              <a:gd name="connsiteX3" fmla="*/ 2316102 w 2316105"/>
              <a:gd name="connsiteY3" fmla="*/ 108912 h 594531"/>
              <a:gd name="connsiteX4" fmla="*/ 2298776 w 2316105"/>
              <a:gd name="connsiteY4" fmla="*/ 583886 h 594531"/>
              <a:gd name="connsiteX5" fmla="*/ 2207190 w 2316105"/>
              <a:gd name="connsiteY5" fmla="*/ 594474 h 594531"/>
              <a:gd name="connsiteX6" fmla="*/ 156273 w 2316105"/>
              <a:gd name="connsiteY6" fmla="*/ 583886 h 594531"/>
              <a:gd name="connsiteX7" fmla="*/ 142416 w 2316105"/>
              <a:gd name="connsiteY7" fmla="*/ 235975 h 594531"/>
              <a:gd name="connsiteX8" fmla="*/ 147197 w 2316105"/>
              <a:gd name="connsiteY8" fmla="*/ 26000 h 594531"/>
              <a:gd name="connsiteX0" fmla="*/ 154684 w 2323592"/>
              <a:gd name="connsiteY0" fmla="*/ 26000 h 594531"/>
              <a:gd name="connsiteX1" fmla="*/ 231586 w 2323592"/>
              <a:gd name="connsiteY1" fmla="*/ 0 h 594531"/>
              <a:gd name="connsiteX2" fmla="*/ 2306263 w 2323592"/>
              <a:gd name="connsiteY2" fmla="*/ 12386 h 594531"/>
              <a:gd name="connsiteX3" fmla="*/ 2323589 w 2323592"/>
              <a:gd name="connsiteY3" fmla="*/ 108912 h 594531"/>
              <a:gd name="connsiteX4" fmla="*/ 2306263 w 2323592"/>
              <a:gd name="connsiteY4" fmla="*/ 583886 h 594531"/>
              <a:gd name="connsiteX5" fmla="*/ 2214677 w 2323592"/>
              <a:gd name="connsiteY5" fmla="*/ 594474 h 594531"/>
              <a:gd name="connsiteX6" fmla="*/ 163760 w 2323592"/>
              <a:gd name="connsiteY6" fmla="*/ 583886 h 594531"/>
              <a:gd name="connsiteX7" fmla="*/ 158979 w 2323592"/>
              <a:gd name="connsiteY7" fmla="*/ 403879 h 594531"/>
              <a:gd name="connsiteX8" fmla="*/ 149903 w 2323592"/>
              <a:gd name="connsiteY8" fmla="*/ 235975 h 594531"/>
              <a:gd name="connsiteX9" fmla="*/ 154684 w 2323592"/>
              <a:gd name="connsiteY9" fmla="*/ 26000 h 594531"/>
              <a:gd name="connsiteX0" fmla="*/ 13665 w 2182573"/>
              <a:gd name="connsiteY0" fmla="*/ 26000 h 594531"/>
              <a:gd name="connsiteX1" fmla="*/ 90567 w 2182573"/>
              <a:gd name="connsiteY1" fmla="*/ 0 h 594531"/>
              <a:gd name="connsiteX2" fmla="*/ 2165244 w 2182573"/>
              <a:gd name="connsiteY2" fmla="*/ 12386 h 594531"/>
              <a:gd name="connsiteX3" fmla="*/ 2182570 w 2182573"/>
              <a:gd name="connsiteY3" fmla="*/ 108912 h 594531"/>
              <a:gd name="connsiteX4" fmla="*/ 2165244 w 2182573"/>
              <a:gd name="connsiteY4" fmla="*/ 583886 h 594531"/>
              <a:gd name="connsiteX5" fmla="*/ 2073658 w 2182573"/>
              <a:gd name="connsiteY5" fmla="*/ 594474 h 594531"/>
              <a:gd name="connsiteX6" fmla="*/ 22741 w 2182573"/>
              <a:gd name="connsiteY6" fmla="*/ 583886 h 594531"/>
              <a:gd name="connsiteX7" fmla="*/ 17960 w 2182573"/>
              <a:gd name="connsiteY7" fmla="*/ 403879 h 594531"/>
              <a:gd name="connsiteX8" fmla="*/ 8884 w 2182573"/>
              <a:gd name="connsiteY8" fmla="*/ 235975 h 594531"/>
              <a:gd name="connsiteX9" fmla="*/ 13665 w 2182573"/>
              <a:gd name="connsiteY9" fmla="*/ 26000 h 594531"/>
              <a:gd name="connsiteX0" fmla="*/ 13665 w 2202120"/>
              <a:gd name="connsiteY0" fmla="*/ 26000 h 594531"/>
              <a:gd name="connsiteX1" fmla="*/ 90567 w 2202120"/>
              <a:gd name="connsiteY1" fmla="*/ 0 h 594531"/>
              <a:gd name="connsiteX2" fmla="*/ 2165244 w 2202120"/>
              <a:gd name="connsiteY2" fmla="*/ 12386 h 594531"/>
              <a:gd name="connsiteX3" fmla="*/ 2182570 w 2202120"/>
              <a:gd name="connsiteY3" fmla="*/ 108912 h 594531"/>
              <a:gd name="connsiteX4" fmla="*/ 2192471 w 2202120"/>
              <a:gd name="connsiteY4" fmla="*/ 583886 h 594531"/>
              <a:gd name="connsiteX5" fmla="*/ 2073658 w 2202120"/>
              <a:gd name="connsiteY5" fmla="*/ 594474 h 594531"/>
              <a:gd name="connsiteX6" fmla="*/ 22741 w 2202120"/>
              <a:gd name="connsiteY6" fmla="*/ 583886 h 594531"/>
              <a:gd name="connsiteX7" fmla="*/ 17960 w 2202120"/>
              <a:gd name="connsiteY7" fmla="*/ 403879 h 594531"/>
              <a:gd name="connsiteX8" fmla="*/ 8884 w 2202120"/>
              <a:gd name="connsiteY8" fmla="*/ 235975 h 594531"/>
              <a:gd name="connsiteX9" fmla="*/ 13665 w 2202120"/>
              <a:gd name="connsiteY9" fmla="*/ 26000 h 594531"/>
              <a:gd name="connsiteX0" fmla="*/ 13665 w 2202036"/>
              <a:gd name="connsiteY0" fmla="*/ 26000 h 594531"/>
              <a:gd name="connsiteX1" fmla="*/ 90567 w 2202036"/>
              <a:gd name="connsiteY1" fmla="*/ 0 h 594531"/>
              <a:gd name="connsiteX2" fmla="*/ 2165244 w 2202036"/>
              <a:gd name="connsiteY2" fmla="*/ 12386 h 594531"/>
              <a:gd name="connsiteX3" fmla="*/ 2182570 w 2202036"/>
              <a:gd name="connsiteY3" fmla="*/ 108912 h 594531"/>
              <a:gd name="connsiteX4" fmla="*/ 2191645 w 2202036"/>
              <a:gd name="connsiteY4" fmla="*/ 422031 h 594531"/>
              <a:gd name="connsiteX5" fmla="*/ 2192471 w 2202036"/>
              <a:gd name="connsiteY5" fmla="*/ 583886 h 594531"/>
              <a:gd name="connsiteX6" fmla="*/ 2073658 w 2202036"/>
              <a:gd name="connsiteY6" fmla="*/ 594474 h 594531"/>
              <a:gd name="connsiteX7" fmla="*/ 22741 w 2202036"/>
              <a:gd name="connsiteY7" fmla="*/ 583886 h 594531"/>
              <a:gd name="connsiteX8" fmla="*/ 17960 w 2202036"/>
              <a:gd name="connsiteY8" fmla="*/ 403879 h 594531"/>
              <a:gd name="connsiteX9" fmla="*/ 8884 w 2202036"/>
              <a:gd name="connsiteY9" fmla="*/ 235975 h 594531"/>
              <a:gd name="connsiteX10" fmla="*/ 13665 w 2202036"/>
              <a:gd name="connsiteY10" fmla="*/ 26000 h 594531"/>
              <a:gd name="connsiteX0" fmla="*/ 142254 w 2330625"/>
              <a:gd name="connsiteY0" fmla="*/ 26000 h 594531"/>
              <a:gd name="connsiteX1" fmla="*/ 219156 w 2330625"/>
              <a:gd name="connsiteY1" fmla="*/ 0 h 594531"/>
              <a:gd name="connsiteX2" fmla="*/ 2293833 w 2330625"/>
              <a:gd name="connsiteY2" fmla="*/ 12386 h 594531"/>
              <a:gd name="connsiteX3" fmla="*/ 2311159 w 2330625"/>
              <a:gd name="connsiteY3" fmla="*/ 108912 h 594531"/>
              <a:gd name="connsiteX4" fmla="*/ 2320234 w 2330625"/>
              <a:gd name="connsiteY4" fmla="*/ 422031 h 594531"/>
              <a:gd name="connsiteX5" fmla="*/ 2321060 w 2330625"/>
              <a:gd name="connsiteY5" fmla="*/ 583886 h 594531"/>
              <a:gd name="connsiteX6" fmla="*/ 2202247 w 2330625"/>
              <a:gd name="connsiteY6" fmla="*/ 594474 h 594531"/>
              <a:gd name="connsiteX7" fmla="*/ 151330 w 2330625"/>
              <a:gd name="connsiteY7" fmla="*/ 583886 h 594531"/>
              <a:gd name="connsiteX8" fmla="*/ 155624 w 2330625"/>
              <a:gd name="connsiteY8" fmla="*/ 512790 h 594531"/>
              <a:gd name="connsiteX9" fmla="*/ 146549 w 2330625"/>
              <a:gd name="connsiteY9" fmla="*/ 403879 h 594531"/>
              <a:gd name="connsiteX10" fmla="*/ 137473 w 2330625"/>
              <a:gd name="connsiteY10" fmla="*/ 235975 h 594531"/>
              <a:gd name="connsiteX11" fmla="*/ 142254 w 2330625"/>
              <a:gd name="connsiteY11" fmla="*/ 26000 h 594531"/>
              <a:gd name="connsiteX0" fmla="*/ 13413 w 2201784"/>
              <a:gd name="connsiteY0" fmla="*/ 26000 h 594531"/>
              <a:gd name="connsiteX1" fmla="*/ 90315 w 2201784"/>
              <a:gd name="connsiteY1" fmla="*/ 0 h 594531"/>
              <a:gd name="connsiteX2" fmla="*/ 2164992 w 2201784"/>
              <a:gd name="connsiteY2" fmla="*/ 12386 h 594531"/>
              <a:gd name="connsiteX3" fmla="*/ 2182318 w 2201784"/>
              <a:gd name="connsiteY3" fmla="*/ 108912 h 594531"/>
              <a:gd name="connsiteX4" fmla="*/ 2191393 w 2201784"/>
              <a:gd name="connsiteY4" fmla="*/ 422031 h 594531"/>
              <a:gd name="connsiteX5" fmla="*/ 2192219 w 2201784"/>
              <a:gd name="connsiteY5" fmla="*/ 583886 h 594531"/>
              <a:gd name="connsiteX6" fmla="*/ 2073406 w 2201784"/>
              <a:gd name="connsiteY6" fmla="*/ 594474 h 594531"/>
              <a:gd name="connsiteX7" fmla="*/ 22489 w 2201784"/>
              <a:gd name="connsiteY7" fmla="*/ 583886 h 594531"/>
              <a:gd name="connsiteX8" fmla="*/ 26783 w 2201784"/>
              <a:gd name="connsiteY8" fmla="*/ 512790 h 594531"/>
              <a:gd name="connsiteX9" fmla="*/ 17708 w 2201784"/>
              <a:gd name="connsiteY9" fmla="*/ 403879 h 594531"/>
              <a:gd name="connsiteX10" fmla="*/ 8632 w 2201784"/>
              <a:gd name="connsiteY10" fmla="*/ 235975 h 594531"/>
              <a:gd name="connsiteX11" fmla="*/ 13413 w 2201784"/>
              <a:gd name="connsiteY11" fmla="*/ 26000 h 59453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2201784" h="594531">
                <a:moveTo>
                  <a:pt x="13413" y="26000"/>
                </a:moveTo>
                <a:cubicBezTo>
                  <a:pt x="37534" y="24897"/>
                  <a:pt x="66194" y="1103"/>
                  <a:pt x="90315" y="0"/>
                </a:cubicBezTo>
                <a:lnTo>
                  <a:pt x="2164992" y="12386"/>
                </a:lnTo>
                <a:cubicBezTo>
                  <a:pt x="2164717" y="43049"/>
                  <a:pt x="2182593" y="78249"/>
                  <a:pt x="2182318" y="108912"/>
                </a:cubicBezTo>
                <a:cubicBezTo>
                  <a:pt x="2188231" y="177186"/>
                  <a:pt x="2189743" y="342869"/>
                  <a:pt x="2191393" y="422031"/>
                </a:cubicBezTo>
                <a:cubicBezTo>
                  <a:pt x="2193043" y="501193"/>
                  <a:pt x="2213396" y="555146"/>
                  <a:pt x="2192219" y="583886"/>
                </a:cubicBezTo>
                <a:cubicBezTo>
                  <a:pt x="2172279" y="582877"/>
                  <a:pt x="2093346" y="595483"/>
                  <a:pt x="2073406" y="594474"/>
                </a:cubicBezTo>
                <a:lnTo>
                  <a:pt x="22489" y="583886"/>
                </a:lnTo>
                <a:cubicBezTo>
                  <a:pt x="5849" y="592962"/>
                  <a:pt x="27580" y="542791"/>
                  <a:pt x="26783" y="512790"/>
                </a:cubicBezTo>
                <a:cubicBezTo>
                  <a:pt x="25986" y="482789"/>
                  <a:pt x="18464" y="450015"/>
                  <a:pt x="17708" y="403879"/>
                </a:cubicBezTo>
                <a:cubicBezTo>
                  <a:pt x="16952" y="357743"/>
                  <a:pt x="-14855" y="308787"/>
                  <a:pt x="8632" y="235975"/>
                </a:cubicBezTo>
                <a:cubicBezTo>
                  <a:pt x="7119" y="142994"/>
                  <a:pt x="-201" y="65329"/>
                  <a:pt x="13413" y="26000"/>
                </a:cubicBezTo>
                <a:close/>
              </a:path>
            </a:pathLst>
          </a:custGeom>
          <a:solidFill>
            <a:srgbClr val="D9D4D0">
              <a:alpha val="60000"/>
            </a:srgbClr>
          </a:solidFill>
          <a:ln>
            <a:noFill/>
          </a:ln>
          <a:effectLst>
            <a:softEdge rad="6350"/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8519" y="2591848"/>
            <a:ext cx="7246962" cy="4147587"/>
          </a:xfrm>
        </p:spPr>
        <p:txBody>
          <a:bodyPr vert="horz" lIns="91440" tIns="45720" rIns="91440" bIns="45720" rtlCol="0">
            <a:noAutofit/>
          </a:bodyPr>
          <a:lstStyle/>
          <a:p>
            <a:r>
              <a:rPr lang="fr-CA" sz="1800" dirty="0">
                <a:solidFill>
                  <a:schemeClr val="accent4">
                    <a:lumMod val="75000"/>
                  </a:schemeClr>
                </a:solidFill>
              </a:rPr>
              <a:t>Propriétaire des tests (écriture et exécution des tests)
Spécialiste de l’automatisation pour tout ce qui concerne les tests
Gardien / autorité d’approbation
Goulot d’étranglement dans la livraison
La seule responsable de la qualité
Validateur après développement
Un régleur de problèmes au lieu d’un préventeur</a:t>
            </a:r>
            <a:endParaRPr lang="en-US" sz="18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C9A36457-A5F4-4103-A443-02581C09185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DC5FB7E8-B636-40FA-BE8D-48145C0F5C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4"/>
            <a:ext cx="9144000" cy="2295238"/>
          </a:xfrm>
          <a:custGeom>
            <a:avLst/>
            <a:gdLst>
              <a:gd name="connsiteX0" fmla="*/ 12160143 w 12192000"/>
              <a:gd name="connsiteY0" fmla="*/ 831692 h 2079137"/>
              <a:gd name="connsiteX1" fmla="*/ 12159112 w 12192000"/>
              <a:gd name="connsiteY1" fmla="*/ 833361 h 2079137"/>
              <a:gd name="connsiteX2" fmla="*/ 12158912 w 12192000"/>
              <a:gd name="connsiteY2" fmla="*/ 832430 h 2079137"/>
              <a:gd name="connsiteX3" fmla="*/ 0 w 12192000"/>
              <a:gd name="connsiteY3" fmla="*/ 0 h 2079137"/>
              <a:gd name="connsiteX4" fmla="*/ 12192000 w 12192000"/>
              <a:gd name="connsiteY4" fmla="*/ 0 h 2079137"/>
              <a:gd name="connsiteX5" fmla="*/ 12192000 w 12192000"/>
              <a:gd name="connsiteY5" fmla="*/ 558063 h 2079137"/>
              <a:gd name="connsiteX6" fmla="*/ 12189259 w 12192000"/>
              <a:gd name="connsiteY6" fmla="*/ 810508 h 2079137"/>
              <a:gd name="connsiteX7" fmla="*/ 12170847 w 12192000"/>
              <a:gd name="connsiteY7" fmla="*/ 825280 h 2079137"/>
              <a:gd name="connsiteX8" fmla="*/ 12160143 w 12192000"/>
              <a:gd name="connsiteY8" fmla="*/ 831692 h 2079137"/>
              <a:gd name="connsiteX9" fmla="*/ 12163806 w 12192000"/>
              <a:gd name="connsiteY9" fmla="*/ 825759 h 2079137"/>
              <a:gd name="connsiteX10" fmla="*/ 12056557 w 12192000"/>
              <a:gd name="connsiteY10" fmla="*/ 810176 h 2079137"/>
              <a:gd name="connsiteX11" fmla="*/ 11900316 w 12192000"/>
              <a:gd name="connsiteY11" fmla="*/ 789618 h 2079137"/>
              <a:gd name="connsiteX12" fmla="*/ 11791206 w 12192000"/>
              <a:gd name="connsiteY12" fmla="*/ 824176 h 2079137"/>
              <a:gd name="connsiteX13" fmla="*/ 11659257 w 12192000"/>
              <a:gd name="connsiteY13" fmla="*/ 800841 h 2079137"/>
              <a:gd name="connsiteX14" fmla="*/ 11569789 w 12192000"/>
              <a:gd name="connsiteY14" fmla="*/ 797135 h 2079137"/>
              <a:gd name="connsiteX15" fmla="*/ 11367885 w 12192000"/>
              <a:gd name="connsiteY15" fmla="*/ 791985 h 2079137"/>
              <a:gd name="connsiteX16" fmla="*/ 11174663 w 12192000"/>
              <a:gd name="connsiteY16" fmla="*/ 788721 h 2079137"/>
              <a:gd name="connsiteX17" fmla="*/ 11068220 w 12192000"/>
              <a:gd name="connsiteY17" fmla="*/ 786994 h 2079137"/>
              <a:gd name="connsiteX18" fmla="*/ 10893266 w 12192000"/>
              <a:gd name="connsiteY18" fmla="*/ 794013 h 2079137"/>
              <a:gd name="connsiteX19" fmla="*/ 10844025 w 12192000"/>
              <a:gd name="connsiteY19" fmla="*/ 789857 h 2079137"/>
              <a:gd name="connsiteX20" fmla="*/ 10814353 w 12192000"/>
              <a:gd name="connsiteY20" fmla="*/ 789010 h 2079137"/>
              <a:gd name="connsiteX21" fmla="*/ 10748393 w 12192000"/>
              <a:gd name="connsiteY21" fmla="*/ 806738 h 2079137"/>
              <a:gd name="connsiteX22" fmla="*/ 10468256 w 12192000"/>
              <a:gd name="connsiteY22" fmla="*/ 778733 h 2079137"/>
              <a:gd name="connsiteX23" fmla="*/ 10256131 w 12192000"/>
              <a:gd name="connsiteY23" fmla="*/ 788332 h 2079137"/>
              <a:gd name="connsiteX24" fmla="*/ 10177442 w 12192000"/>
              <a:gd name="connsiteY24" fmla="*/ 777371 h 2079137"/>
              <a:gd name="connsiteX25" fmla="*/ 10006086 w 12192000"/>
              <a:gd name="connsiteY25" fmla="*/ 792651 h 2079137"/>
              <a:gd name="connsiteX26" fmla="*/ 9952382 w 12192000"/>
              <a:gd name="connsiteY26" fmla="*/ 815411 h 2079137"/>
              <a:gd name="connsiteX27" fmla="*/ 9926457 w 12192000"/>
              <a:gd name="connsiteY27" fmla="*/ 827295 h 2079137"/>
              <a:gd name="connsiteX28" fmla="*/ 9843405 w 12192000"/>
              <a:gd name="connsiteY28" fmla="*/ 867046 h 2079137"/>
              <a:gd name="connsiteX29" fmla="*/ 9830866 w 12192000"/>
              <a:gd name="connsiteY29" fmla="*/ 875047 h 2079137"/>
              <a:gd name="connsiteX30" fmla="*/ 9801807 w 12192000"/>
              <a:gd name="connsiteY30" fmla="*/ 872272 h 2079137"/>
              <a:gd name="connsiteX31" fmla="*/ 9785653 w 12192000"/>
              <a:gd name="connsiteY31" fmla="*/ 861743 h 2079137"/>
              <a:gd name="connsiteX32" fmla="*/ 9781177 w 12192000"/>
              <a:gd name="connsiteY32" fmla="*/ 864820 h 2079137"/>
              <a:gd name="connsiteX33" fmla="*/ 9768640 w 12192000"/>
              <a:gd name="connsiteY33" fmla="*/ 869379 h 2079137"/>
              <a:gd name="connsiteX34" fmla="*/ 9712211 w 12192000"/>
              <a:gd name="connsiteY34" fmla="*/ 900283 h 2079137"/>
              <a:gd name="connsiteX35" fmla="*/ 9689465 w 12192000"/>
              <a:gd name="connsiteY35" fmla="*/ 899268 h 2079137"/>
              <a:gd name="connsiteX36" fmla="*/ 9600339 w 12192000"/>
              <a:gd name="connsiteY36" fmla="*/ 922112 h 2079137"/>
              <a:gd name="connsiteX37" fmla="*/ 9582850 w 12192000"/>
              <a:gd name="connsiteY37" fmla="*/ 925510 h 2079137"/>
              <a:gd name="connsiteX38" fmla="*/ 9549638 w 12192000"/>
              <a:gd name="connsiteY38" fmla="*/ 940845 h 2079137"/>
              <a:gd name="connsiteX39" fmla="*/ 9539471 w 12192000"/>
              <a:gd name="connsiteY39" fmla="*/ 941799 h 2079137"/>
              <a:gd name="connsiteX40" fmla="*/ 9505592 w 12192000"/>
              <a:gd name="connsiteY40" fmla="*/ 955533 h 2079137"/>
              <a:gd name="connsiteX41" fmla="*/ 9432569 w 12192000"/>
              <a:gd name="connsiteY41" fmla="*/ 985377 h 2079137"/>
              <a:gd name="connsiteX42" fmla="*/ 9414216 w 12192000"/>
              <a:gd name="connsiteY42" fmla="*/ 992655 h 2079137"/>
              <a:gd name="connsiteX43" fmla="*/ 9397106 w 12192000"/>
              <a:gd name="connsiteY43" fmla="*/ 992980 h 2079137"/>
              <a:gd name="connsiteX44" fmla="*/ 9305108 w 12192000"/>
              <a:gd name="connsiteY44" fmla="*/ 1007767 h 2079137"/>
              <a:gd name="connsiteX45" fmla="*/ 9282434 w 12192000"/>
              <a:gd name="connsiteY45" fmla="*/ 1007523 h 2079137"/>
              <a:gd name="connsiteX46" fmla="*/ 9271941 w 12192000"/>
              <a:gd name="connsiteY46" fmla="*/ 1002839 h 2079137"/>
              <a:gd name="connsiteX47" fmla="*/ 9238227 w 12192000"/>
              <a:gd name="connsiteY47" fmla="*/ 1017668 h 2079137"/>
              <a:gd name="connsiteX48" fmla="*/ 9184265 w 12192000"/>
              <a:gd name="connsiteY48" fmla="*/ 1031275 h 2079137"/>
              <a:gd name="connsiteX49" fmla="*/ 9159000 w 12192000"/>
              <a:gd name="connsiteY49" fmla="*/ 1039569 h 2079137"/>
              <a:gd name="connsiteX50" fmla="*/ 9137031 w 12192000"/>
              <a:gd name="connsiteY50" fmla="*/ 1038699 h 2079137"/>
              <a:gd name="connsiteX51" fmla="*/ 9015702 w 12192000"/>
              <a:gd name="connsiteY51" fmla="*/ 1051400 h 2079137"/>
              <a:gd name="connsiteX52" fmla="*/ 8971403 w 12192000"/>
              <a:gd name="connsiteY52" fmla="*/ 1040542 h 2079137"/>
              <a:gd name="connsiteX53" fmla="*/ 8961826 w 12192000"/>
              <a:gd name="connsiteY53" fmla="*/ 1045364 h 2079137"/>
              <a:gd name="connsiteX54" fmla="*/ 8888623 w 12192000"/>
              <a:gd name="connsiteY54" fmla="*/ 1053908 h 2079137"/>
              <a:gd name="connsiteX55" fmla="*/ 8841066 w 12192000"/>
              <a:gd name="connsiteY55" fmla="*/ 1060421 h 2079137"/>
              <a:gd name="connsiteX56" fmla="*/ 8752342 w 12192000"/>
              <a:gd name="connsiteY56" fmla="*/ 1080646 h 2079137"/>
              <a:gd name="connsiteX57" fmla="*/ 8699139 w 12192000"/>
              <a:gd name="connsiteY57" fmla="*/ 1087885 h 2079137"/>
              <a:gd name="connsiteX58" fmla="*/ 8667273 w 12192000"/>
              <a:gd name="connsiteY58" fmla="*/ 1092062 h 2079137"/>
              <a:gd name="connsiteX59" fmla="*/ 8586064 w 12192000"/>
              <a:gd name="connsiteY59" fmla="*/ 1114603 h 2079137"/>
              <a:gd name="connsiteX60" fmla="*/ 8460312 w 12192000"/>
              <a:gd name="connsiteY60" fmla="*/ 1179878 h 2079137"/>
              <a:gd name="connsiteX61" fmla="*/ 8419023 w 12192000"/>
              <a:gd name="connsiteY61" fmla="*/ 1191748 h 2079137"/>
              <a:gd name="connsiteX62" fmla="*/ 8410939 w 12192000"/>
              <a:gd name="connsiteY62" fmla="*/ 1189696 h 2079137"/>
              <a:gd name="connsiteX63" fmla="*/ 8362040 w 12192000"/>
              <a:gd name="connsiteY63" fmla="*/ 1220820 h 2079137"/>
              <a:gd name="connsiteX64" fmla="*/ 8273677 w 12192000"/>
              <a:gd name="connsiteY64" fmla="*/ 1236495 h 2079137"/>
              <a:gd name="connsiteX65" fmla="*/ 8204283 w 12192000"/>
              <a:gd name="connsiteY65" fmla="*/ 1243537 h 2079137"/>
              <a:gd name="connsiteX66" fmla="*/ 8166550 w 12192000"/>
              <a:gd name="connsiteY66" fmla="*/ 1249551 h 2079137"/>
              <a:gd name="connsiteX67" fmla="*/ 8137785 w 12192000"/>
              <a:gd name="connsiteY67" fmla="*/ 1251636 h 2079137"/>
              <a:gd name="connsiteX68" fmla="*/ 8071596 w 12192000"/>
              <a:gd name="connsiteY68" fmla="*/ 1269274 h 2079137"/>
              <a:gd name="connsiteX69" fmla="*/ 7964816 w 12192000"/>
              <a:gd name="connsiteY69" fmla="*/ 1303668 h 2079137"/>
              <a:gd name="connsiteX70" fmla="*/ 7941495 w 12192000"/>
              <a:gd name="connsiteY70" fmla="*/ 1309821 h 2079137"/>
              <a:gd name="connsiteX71" fmla="*/ 7919123 w 12192000"/>
              <a:gd name="connsiteY71" fmla="*/ 1310466 h 2079137"/>
              <a:gd name="connsiteX72" fmla="*/ 7911902 w 12192000"/>
              <a:gd name="connsiteY72" fmla="*/ 1306569 h 2079137"/>
              <a:gd name="connsiteX73" fmla="*/ 7898703 w 12192000"/>
              <a:gd name="connsiteY73" fmla="*/ 1309208 h 2079137"/>
              <a:gd name="connsiteX74" fmla="*/ 7894703 w 12192000"/>
              <a:gd name="connsiteY74" fmla="*/ 1308939 h 2079137"/>
              <a:gd name="connsiteX75" fmla="*/ 7872267 w 12192000"/>
              <a:gd name="connsiteY75" fmla="*/ 1308370 h 2079137"/>
              <a:gd name="connsiteX76" fmla="*/ 7836454 w 12192000"/>
              <a:gd name="connsiteY76" fmla="*/ 1331265 h 2079137"/>
              <a:gd name="connsiteX77" fmla="*/ 7782451 w 12192000"/>
              <a:gd name="connsiteY77" fmla="*/ 1339601 h 2079137"/>
              <a:gd name="connsiteX78" fmla="*/ 7542969 w 12192000"/>
              <a:gd name="connsiteY78" fmla="*/ 1372495 h 2079137"/>
              <a:gd name="connsiteX79" fmla="*/ 7476832 w 12192000"/>
              <a:gd name="connsiteY79" fmla="*/ 1431655 h 2079137"/>
              <a:gd name="connsiteX80" fmla="*/ 7370237 w 12192000"/>
              <a:gd name="connsiteY80" fmla="*/ 1474339 h 2079137"/>
              <a:gd name="connsiteX81" fmla="*/ 7222223 w 12192000"/>
              <a:gd name="connsiteY81" fmla="*/ 1510199 h 2079137"/>
              <a:gd name="connsiteX82" fmla="*/ 7215703 w 12192000"/>
              <a:gd name="connsiteY82" fmla="*/ 1520424 h 2079137"/>
              <a:gd name="connsiteX83" fmla="*/ 7204548 w 12192000"/>
              <a:gd name="connsiteY83" fmla="*/ 1528145 h 2079137"/>
              <a:gd name="connsiteX84" fmla="*/ 7202038 w 12192000"/>
              <a:gd name="connsiteY84" fmla="*/ 1527954 h 2079137"/>
              <a:gd name="connsiteX85" fmla="*/ 7173860 w 12192000"/>
              <a:gd name="connsiteY85" fmla="*/ 1541605 h 2079137"/>
              <a:gd name="connsiteX86" fmla="*/ 7155079 w 12192000"/>
              <a:gd name="connsiteY86" fmla="*/ 1552495 h 2079137"/>
              <a:gd name="connsiteX87" fmla="*/ 7149757 w 12192000"/>
              <a:gd name="connsiteY87" fmla="*/ 1552732 h 2079137"/>
              <a:gd name="connsiteX88" fmla="*/ 7104804 w 12192000"/>
              <a:gd name="connsiteY88" fmla="*/ 1565792 h 2079137"/>
              <a:gd name="connsiteX89" fmla="*/ 7082824 w 12192000"/>
              <a:gd name="connsiteY89" fmla="*/ 1567947 h 2079137"/>
              <a:gd name="connsiteX90" fmla="*/ 7021520 w 12192000"/>
              <a:gd name="connsiteY90" fmla="*/ 1562334 h 2079137"/>
              <a:gd name="connsiteX91" fmla="*/ 6988956 w 12192000"/>
              <a:gd name="connsiteY91" fmla="*/ 1576442 h 2079137"/>
              <a:gd name="connsiteX92" fmla="*/ 6981922 w 12192000"/>
              <a:gd name="connsiteY92" fmla="*/ 1578821 h 2079137"/>
              <a:gd name="connsiteX93" fmla="*/ 6981583 w 12192000"/>
              <a:gd name="connsiteY93" fmla="*/ 1578678 h 2079137"/>
              <a:gd name="connsiteX94" fmla="*/ 6973762 w 12192000"/>
              <a:gd name="connsiteY94" fmla="*/ 1580811 h 2079137"/>
              <a:gd name="connsiteX95" fmla="*/ 6969093 w 12192000"/>
              <a:gd name="connsiteY95" fmla="*/ 1583157 h 2079137"/>
              <a:gd name="connsiteX96" fmla="*/ 6890037 w 12192000"/>
              <a:gd name="connsiteY96" fmla="*/ 1575825 h 2079137"/>
              <a:gd name="connsiteX97" fmla="*/ 6785054 w 12192000"/>
              <a:gd name="connsiteY97" fmla="*/ 1582200 h 2079137"/>
              <a:gd name="connsiteX98" fmla="*/ 6681692 w 12192000"/>
              <a:gd name="connsiteY98" fmla="*/ 1591296 h 2079137"/>
              <a:gd name="connsiteX99" fmla="*/ 6644556 w 12192000"/>
              <a:gd name="connsiteY99" fmla="*/ 1595940 h 2079137"/>
              <a:gd name="connsiteX100" fmla="*/ 6577106 w 12192000"/>
              <a:gd name="connsiteY100" fmla="*/ 1598261 h 2079137"/>
              <a:gd name="connsiteX101" fmla="*/ 6544183 w 12192000"/>
              <a:gd name="connsiteY101" fmla="*/ 1596149 h 2079137"/>
              <a:gd name="connsiteX102" fmla="*/ 6540921 w 12192000"/>
              <a:gd name="connsiteY102" fmla="*/ 1593857 h 2079137"/>
              <a:gd name="connsiteX103" fmla="*/ 6535046 w 12192000"/>
              <a:gd name="connsiteY103" fmla="*/ 1593283 h 2079137"/>
              <a:gd name="connsiteX104" fmla="*/ 6519853 w 12192000"/>
              <a:gd name="connsiteY104" fmla="*/ 1595771 h 2079137"/>
              <a:gd name="connsiteX105" fmla="*/ 6514280 w 12192000"/>
              <a:gd name="connsiteY105" fmla="*/ 1597376 h 2079137"/>
              <a:gd name="connsiteX106" fmla="*/ 6505824 w 12192000"/>
              <a:gd name="connsiteY106" fmla="*/ 1598298 h 2079137"/>
              <a:gd name="connsiteX107" fmla="*/ 6505573 w 12192000"/>
              <a:gd name="connsiteY107" fmla="*/ 1598109 h 2079137"/>
              <a:gd name="connsiteX108" fmla="*/ 6497741 w 12192000"/>
              <a:gd name="connsiteY108" fmla="*/ 1599392 h 2079137"/>
              <a:gd name="connsiteX109" fmla="*/ 6459992 w 12192000"/>
              <a:gd name="connsiteY109" fmla="*/ 1608358 h 2079137"/>
              <a:gd name="connsiteX110" fmla="*/ 6404572 w 12192000"/>
              <a:gd name="connsiteY110" fmla="*/ 1593771 h 2079137"/>
              <a:gd name="connsiteX111" fmla="*/ 6382671 w 12192000"/>
              <a:gd name="connsiteY111" fmla="*/ 1592612 h 2079137"/>
              <a:gd name="connsiteX112" fmla="*/ 6369843 w 12192000"/>
              <a:gd name="connsiteY112" fmla="*/ 1590015 h 2079137"/>
              <a:gd name="connsiteX113" fmla="*/ 6269740 w 12192000"/>
              <a:gd name="connsiteY113" fmla="*/ 1614633 h 2079137"/>
              <a:gd name="connsiteX114" fmla="*/ 6255405 w 12192000"/>
              <a:gd name="connsiteY114" fmla="*/ 1620529 h 2079137"/>
              <a:gd name="connsiteX115" fmla="*/ 6244248 w 12192000"/>
              <a:gd name="connsiteY115" fmla="*/ 1629561 h 2079137"/>
              <a:gd name="connsiteX116" fmla="*/ 6086396 w 12192000"/>
              <a:gd name="connsiteY116" fmla="*/ 1642666 h 2079137"/>
              <a:gd name="connsiteX117" fmla="*/ 5867429 w 12192000"/>
              <a:gd name="connsiteY117" fmla="*/ 1695554 h 2079137"/>
              <a:gd name="connsiteX118" fmla="*/ 5772864 w 12192000"/>
              <a:gd name="connsiteY118" fmla="*/ 1689002 h 2079137"/>
              <a:gd name="connsiteX119" fmla="*/ 5629833 w 12192000"/>
              <a:gd name="connsiteY119" fmla="*/ 1713273 h 2079137"/>
              <a:gd name="connsiteX120" fmla="*/ 5504771 w 12192000"/>
              <a:gd name="connsiteY120" fmla="*/ 1725744 h 2079137"/>
              <a:gd name="connsiteX121" fmla="*/ 5490967 w 12192000"/>
              <a:gd name="connsiteY121" fmla="*/ 1726367 h 2079137"/>
              <a:gd name="connsiteX122" fmla="*/ 5486015 w 12192000"/>
              <a:gd name="connsiteY122" fmla="*/ 1721481 h 2079137"/>
              <a:gd name="connsiteX123" fmla="*/ 5439364 w 12192000"/>
              <a:gd name="connsiteY123" fmla="*/ 1721349 h 2079137"/>
              <a:gd name="connsiteX124" fmla="*/ 5350025 w 12192000"/>
              <a:gd name="connsiteY124" fmla="*/ 1729885 h 2079137"/>
              <a:gd name="connsiteX125" fmla="*/ 5336104 w 12192000"/>
              <a:gd name="connsiteY125" fmla="*/ 1734377 h 2079137"/>
              <a:gd name="connsiteX126" fmla="*/ 5245234 w 12192000"/>
              <a:gd name="connsiteY126" fmla="*/ 1738520 h 2079137"/>
              <a:gd name="connsiteX127" fmla="*/ 5182955 w 12192000"/>
              <a:gd name="connsiteY127" fmla="*/ 1744622 h 2079137"/>
              <a:gd name="connsiteX128" fmla="*/ 5169506 w 12192000"/>
              <a:gd name="connsiteY128" fmla="*/ 1748993 h 2079137"/>
              <a:gd name="connsiteX129" fmla="*/ 5154299 w 12192000"/>
              <a:gd name="connsiteY129" fmla="*/ 1744080 h 2079137"/>
              <a:gd name="connsiteX130" fmla="*/ 5149917 w 12192000"/>
              <a:gd name="connsiteY130" fmla="*/ 1739727 h 2079137"/>
              <a:gd name="connsiteX131" fmla="*/ 5100319 w 12192000"/>
              <a:gd name="connsiteY131" fmla="*/ 1745797 h 2079137"/>
              <a:gd name="connsiteX132" fmla="*/ 5094361 w 12192000"/>
              <a:gd name="connsiteY132" fmla="*/ 1745767 h 2079137"/>
              <a:gd name="connsiteX133" fmla="*/ 5053410 w 12192000"/>
              <a:gd name="connsiteY133" fmla="*/ 1742790 h 2079137"/>
              <a:gd name="connsiteX134" fmla="*/ 4992711 w 12192000"/>
              <a:gd name="connsiteY134" fmla="*/ 1734075 h 2079137"/>
              <a:gd name="connsiteX135" fmla="*/ 4930098 w 12192000"/>
              <a:gd name="connsiteY135" fmla="*/ 1717312 h 2079137"/>
              <a:gd name="connsiteX136" fmla="*/ 4893834 w 12192000"/>
              <a:gd name="connsiteY136" fmla="*/ 1710028 h 2079137"/>
              <a:gd name="connsiteX137" fmla="*/ 4868730 w 12192000"/>
              <a:gd name="connsiteY137" fmla="*/ 1702384 h 2079137"/>
              <a:gd name="connsiteX138" fmla="*/ 4797925 w 12192000"/>
              <a:gd name="connsiteY138" fmla="*/ 1695535 h 2079137"/>
              <a:gd name="connsiteX139" fmla="*/ 4677670 w 12192000"/>
              <a:gd name="connsiteY139" fmla="*/ 1689453 h 2079137"/>
              <a:gd name="connsiteX140" fmla="*/ 4634248 w 12192000"/>
              <a:gd name="connsiteY140" fmla="*/ 1680227 h 2079137"/>
              <a:gd name="connsiteX141" fmla="*/ 4632434 w 12192000"/>
              <a:gd name="connsiteY141" fmla="*/ 1674607 h 2079137"/>
              <a:gd name="connsiteX142" fmla="*/ 4619204 w 12192000"/>
              <a:gd name="connsiteY142" fmla="*/ 1672507 h 2079137"/>
              <a:gd name="connsiteX143" fmla="*/ 4616283 w 12192000"/>
              <a:gd name="connsiteY143" fmla="*/ 1670977 h 2079137"/>
              <a:gd name="connsiteX144" fmla="*/ 4598926 w 12192000"/>
              <a:gd name="connsiteY144" fmla="*/ 1663178 h 2079137"/>
              <a:gd name="connsiteX145" fmla="*/ 4547069 w 12192000"/>
              <a:gd name="connsiteY145" fmla="*/ 1670642 h 2079137"/>
              <a:gd name="connsiteX146" fmla="*/ 4523516 w 12192000"/>
              <a:gd name="connsiteY146" fmla="*/ 1669785 h 2079137"/>
              <a:gd name="connsiteX147" fmla="*/ 4500586 w 12192000"/>
              <a:gd name="connsiteY147" fmla="*/ 1675912 h 2079137"/>
              <a:gd name="connsiteX148" fmla="*/ 4488196 w 12192000"/>
              <a:gd name="connsiteY148" fmla="*/ 1683463 h 2079137"/>
              <a:gd name="connsiteX149" fmla="*/ 4445463 w 12192000"/>
              <a:gd name="connsiteY149" fmla="*/ 1695634 h 2079137"/>
              <a:gd name="connsiteX150" fmla="*/ 4446550 w 12192000"/>
              <a:gd name="connsiteY150" fmla="*/ 1680538 h 2079137"/>
              <a:gd name="connsiteX151" fmla="*/ 4365375 w 12192000"/>
              <a:gd name="connsiteY151" fmla="*/ 1697935 h 2079137"/>
              <a:gd name="connsiteX152" fmla="*/ 4305123 w 12192000"/>
              <a:gd name="connsiteY152" fmla="*/ 1714185 h 2079137"/>
              <a:gd name="connsiteX153" fmla="*/ 4292665 w 12192000"/>
              <a:gd name="connsiteY153" fmla="*/ 1720703 h 2079137"/>
              <a:gd name="connsiteX154" fmla="*/ 4276789 w 12192000"/>
              <a:gd name="connsiteY154" fmla="*/ 1718367 h 2079137"/>
              <a:gd name="connsiteX155" fmla="*/ 4271683 w 12192000"/>
              <a:gd name="connsiteY155" fmla="*/ 1714801 h 2079137"/>
              <a:gd name="connsiteX156" fmla="*/ 4223918 w 12192000"/>
              <a:gd name="connsiteY156" fmla="*/ 1728936 h 2079137"/>
              <a:gd name="connsiteX157" fmla="*/ 4218039 w 12192000"/>
              <a:gd name="connsiteY157" fmla="*/ 1729885 h 2079137"/>
              <a:gd name="connsiteX158" fmla="*/ 4177153 w 12192000"/>
              <a:gd name="connsiteY158" fmla="*/ 1733691 h 2079137"/>
              <a:gd name="connsiteX159" fmla="*/ 4051032 w 12192000"/>
              <a:gd name="connsiteY159" fmla="*/ 1728886 h 2079137"/>
              <a:gd name="connsiteX160" fmla="*/ 4013978 w 12192000"/>
              <a:gd name="connsiteY160" fmla="*/ 1727679 h 2079137"/>
              <a:gd name="connsiteX161" fmla="*/ 3987857 w 12192000"/>
              <a:gd name="connsiteY161" fmla="*/ 1724282 h 2079137"/>
              <a:gd name="connsiteX162" fmla="*/ 3916852 w 12192000"/>
              <a:gd name="connsiteY162" fmla="*/ 1729184 h 2079137"/>
              <a:gd name="connsiteX163" fmla="*/ 3797263 w 12192000"/>
              <a:gd name="connsiteY163" fmla="*/ 1742976 h 2079137"/>
              <a:gd name="connsiteX164" fmla="*/ 3752806 w 12192000"/>
              <a:gd name="connsiteY164" fmla="*/ 1741033 h 2079137"/>
              <a:gd name="connsiteX165" fmla="*/ 3749997 w 12192000"/>
              <a:gd name="connsiteY165" fmla="*/ 1735799 h 2079137"/>
              <a:gd name="connsiteX166" fmla="*/ 3736582 w 12192000"/>
              <a:gd name="connsiteY166" fmla="*/ 1735907 h 2079137"/>
              <a:gd name="connsiteX167" fmla="*/ 3733428 w 12192000"/>
              <a:gd name="connsiteY167" fmla="*/ 1734881 h 2079137"/>
              <a:gd name="connsiteX168" fmla="*/ 3714911 w 12192000"/>
              <a:gd name="connsiteY168" fmla="*/ 1730056 h 2079137"/>
              <a:gd name="connsiteX169" fmla="*/ 3665172 w 12192000"/>
              <a:gd name="connsiteY169" fmla="*/ 1745936 h 2079137"/>
              <a:gd name="connsiteX170" fmla="*/ 3552006 w 12192000"/>
              <a:gd name="connsiteY170" fmla="*/ 1755220 h 2079137"/>
              <a:gd name="connsiteX171" fmla="*/ 3390301 w 12192000"/>
              <a:gd name="connsiteY171" fmla="*/ 1762546 h 2079137"/>
              <a:gd name="connsiteX172" fmla="*/ 3264312 w 12192000"/>
              <a:gd name="connsiteY172" fmla="*/ 1774620 h 2079137"/>
              <a:gd name="connsiteX173" fmla="*/ 3106901 w 12192000"/>
              <a:gd name="connsiteY173" fmla="*/ 1804264 h 2079137"/>
              <a:gd name="connsiteX174" fmla="*/ 2993303 w 12192000"/>
              <a:gd name="connsiteY174" fmla="*/ 1806542 h 2079137"/>
              <a:gd name="connsiteX175" fmla="*/ 2979115 w 12192000"/>
              <a:gd name="connsiteY175" fmla="*/ 1815432 h 2079137"/>
              <a:gd name="connsiteX176" fmla="*/ 2963118 w 12192000"/>
              <a:gd name="connsiteY176" fmla="*/ 1820962 h 2079137"/>
              <a:gd name="connsiteX177" fmla="*/ 2961156 w 12192000"/>
              <a:gd name="connsiteY177" fmla="*/ 1820297 h 2079137"/>
              <a:gd name="connsiteX178" fmla="*/ 2925719 w 12192000"/>
              <a:gd name="connsiteY178" fmla="*/ 1828468 h 2079137"/>
              <a:gd name="connsiteX179" fmla="*/ 2857951 w 12192000"/>
              <a:gd name="connsiteY179" fmla="*/ 1842496 h 2079137"/>
              <a:gd name="connsiteX180" fmla="*/ 2857427 w 12192000"/>
              <a:gd name="connsiteY180" fmla="*/ 1841591 h 2079137"/>
              <a:gd name="connsiteX181" fmla="*/ 2846731 w 12192000"/>
              <a:gd name="connsiteY181" fmla="*/ 1839316 h 2079137"/>
              <a:gd name="connsiteX182" fmla="*/ 2826290 w 12192000"/>
              <a:gd name="connsiteY182" fmla="*/ 1837274 h 2079137"/>
              <a:gd name="connsiteX183" fmla="*/ 2779146 w 12192000"/>
              <a:gd name="connsiteY183" fmla="*/ 1820071 h 2079137"/>
              <a:gd name="connsiteX184" fmla="*/ 2739608 w 12192000"/>
              <a:gd name="connsiteY184" fmla="*/ 1827861 h 2079137"/>
              <a:gd name="connsiteX185" fmla="*/ 2731631 w 12192000"/>
              <a:gd name="connsiteY185" fmla="*/ 1828881 h 2079137"/>
              <a:gd name="connsiteX186" fmla="*/ 2731464 w 12192000"/>
              <a:gd name="connsiteY186" fmla="*/ 1828677 h 2079137"/>
              <a:gd name="connsiteX187" fmla="*/ 2723037 w 12192000"/>
              <a:gd name="connsiteY187" fmla="*/ 1829303 h 2079137"/>
              <a:gd name="connsiteX188" fmla="*/ 2701616 w 12192000"/>
              <a:gd name="connsiteY188" fmla="*/ 1832725 h 2079137"/>
              <a:gd name="connsiteX189" fmla="*/ 2696239 w 12192000"/>
              <a:gd name="connsiteY189" fmla="*/ 1831904 h 2079137"/>
              <a:gd name="connsiteX190" fmla="*/ 2663445 w 12192000"/>
              <a:gd name="connsiteY190" fmla="*/ 1825958 h 2079137"/>
              <a:gd name="connsiteX191" fmla="*/ 2560925 w 12192000"/>
              <a:gd name="connsiteY191" fmla="*/ 1829094 h 2079137"/>
              <a:gd name="connsiteX192" fmla="*/ 2458739 w 12192000"/>
              <a:gd name="connsiteY192" fmla="*/ 1834479 h 2079137"/>
              <a:gd name="connsiteX193" fmla="*/ 2356074 w 12192000"/>
              <a:gd name="connsiteY193" fmla="*/ 1836991 h 2079137"/>
              <a:gd name="connsiteX194" fmla="*/ 2304241 w 12192000"/>
              <a:gd name="connsiteY194" fmla="*/ 1822021 h 2079137"/>
              <a:gd name="connsiteX195" fmla="*/ 2298362 w 12192000"/>
              <a:gd name="connsiteY195" fmla="*/ 1822125 h 2079137"/>
              <a:gd name="connsiteX196" fmla="*/ 2283527 w 12192000"/>
              <a:gd name="connsiteY196" fmla="*/ 1826361 h 2079137"/>
              <a:gd name="connsiteX197" fmla="*/ 2278150 w 12192000"/>
              <a:gd name="connsiteY197" fmla="*/ 1828604 h 2079137"/>
              <a:gd name="connsiteX198" fmla="*/ 2269853 w 12192000"/>
              <a:gd name="connsiteY198" fmla="*/ 1830502 h 2079137"/>
              <a:gd name="connsiteX199" fmla="*/ 2269585 w 12192000"/>
              <a:gd name="connsiteY199" fmla="*/ 1830341 h 2079137"/>
              <a:gd name="connsiteX200" fmla="*/ 2225332 w 12192000"/>
              <a:gd name="connsiteY200" fmla="*/ 1845825 h 2079137"/>
              <a:gd name="connsiteX201" fmla="*/ 2169048 w 12192000"/>
              <a:gd name="connsiteY201" fmla="*/ 1837658 h 2079137"/>
              <a:gd name="connsiteX202" fmla="*/ 2147231 w 12192000"/>
              <a:gd name="connsiteY202" fmla="*/ 1839027 h 2079137"/>
              <a:gd name="connsiteX203" fmla="*/ 2135241 w 12192000"/>
              <a:gd name="connsiteY203" fmla="*/ 1838652 h 2079137"/>
              <a:gd name="connsiteX204" fmla="*/ 2099215 w 12192000"/>
              <a:gd name="connsiteY204" fmla="*/ 1850768 h 2079137"/>
              <a:gd name="connsiteX205" fmla="*/ 2094046 w 12192000"/>
              <a:gd name="connsiteY205" fmla="*/ 1850806 h 2079137"/>
              <a:gd name="connsiteX206" fmla="*/ 2071850 w 12192000"/>
              <a:gd name="connsiteY206" fmla="*/ 1861319 h 2079137"/>
              <a:gd name="connsiteX207" fmla="*/ 2039607 w 12192000"/>
              <a:gd name="connsiteY207" fmla="*/ 1874318 h 2079137"/>
              <a:gd name="connsiteX208" fmla="*/ 2037289 w 12192000"/>
              <a:gd name="connsiteY208" fmla="*/ 1874025 h 2079137"/>
              <a:gd name="connsiteX209" fmla="*/ 2023615 w 12192000"/>
              <a:gd name="connsiteY209" fmla="*/ 1881562 h 2079137"/>
              <a:gd name="connsiteX210" fmla="*/ 1957176 w 12192000"/>
              <a:gd name="connsiteY210" fmla="*/ 1898709 h 2079137"/>
              <a:gd name="connsiteX211" fmla="*/ 1858081 w 12192000"/>
              <a:gd name="connsiteY211" fmla="*/ 1923144 h 2079137"/>
              <a:gd name="connsiteX212" fmla="*/ 1738865 w 12192000"/>
              <a:gd name="connsiteY212" fmla="*/ 1944965 h 2079137"/>
              <a:gd name="connsiteX213" fmla="*/ 1616692 w 12192000"/>
              <a:gd name="connsiteY213" fmla="*/ 1989107 h 2079137"/>
              <a:gd name="connsiteX214" fmla="*/ 1411898 w 12192000"/>
              <a:gd name="connsiteY214" fmla="*/ 2046254 h 2079137"/>
              <a:gd name="connsiteX215" fmla="*/ 1375780 w 12192000"/>
              <a:gd name="connsiteY215" fmla="*/ 2047961 h 2079137"/>
              <a:gd name="connsiteX216" fmla="*/ 1375707 w 12192000"/>
              <a:gd name="connsiteY216" fmla="*/ 2047981 h 2079137"/>
              <a:gd name="connsiteX217" fmla="*/ 1285585 w 12192000"/>
              <a:gd name="connsiteY217" fmla="*/ 2047113 h 2079137"/>
              <a:gd name="connsiteX218" fmla="*/ 1263658 w 12192000"/>
              <a:gd name="connsiteY218" fmla="*/ 2041397 h 2079137"/>
              <a:gd name="connsiteX219" fmla="*/ 1170403 w 12192000"/>
              <a:gd name="connsiteY219" fmla="*/ 2033399 h 2079137"/>
              <a:gd name="connsiteX220" fmla="*/ 1153718 w 12192000"/>
              <a:gd name="connsiteY220" fmla="*/ 2029576 h 2079137"/>
              <a:gd name="connsiteX221" fmla="*/ 1133937 w 12192000"/>
              <a:gd name="connsiteY221" fmla="*/ 2032149 h 2079137"/>
              <a:gd name="connsiteX222" fmla="*/ 1054999 w 12192000"/>
              <a:gd name="connsiteY222" fmla="*/ 2043242 h 2079137"/>
              <a:gd name="connsiteX223" fmla="*/ 1018405 w 12192000"/>
              <a:gd name="connsiteY223" fmla="*/ 2048281 h 2079137"/>
              <a:gd name="connsiteX224" fmla="*/ 1016563 w 12192000"/>
              <a:gd name="connsiteY224" fmla="*/ 2051718 h 2079137"/>
              <a:gd name="connsiteX225" fmla="*/ 1008284 w 12192000"/>
              <a:gd name="connsiteY225" fmla="*/ 2046742 h 2079137"/>
              <a:gd name="connsiteX226" fmla="*/ 981974 w 12192000"/>
              <a:gd name="connsiteY226" fmla="*/ 2048363 h 2079137"/>
              <a:gd name="connsiteX227" fmla="*/ 971903 w 12192000"/>
              <a:gd name="connsiteY227" fmla="*/ 2053484 h 2079137"/>
              <a:gd name="connsiteX228" fmla="*/ 954015 w 12192000"/>
              <a:gd name="connsiteY228" fmla="*/ 2052529 h 2079137"/>
              <a:gd name="connsiteX229" fmla="*/ 839571 w 12192000"/>
              <a:gd name="connsiteY229" fmla="*/ 2046509 h 2079137"/>
              <a:gd name="connsiteX230" fmla="*/ 823321 w 12192000"/>
              <a:gd name="connsiteY230" fmla="*/ 2054296 h 2079137"/>
              <a:gd name="connsiteX231" fmla="*/ 800990 w 12192000"/>
              <a:gd name="connsiteY231" fmla="*/ 2051523 h 2079137"/>
              <a:gd name="connsiteX232" fmla="*/ 776439 w 12192000"/>
              <a:gd name="connsiteY232" fmla="*/ 2062634 h 2079137"/>
              <a:gd name="connsiteX233" fmla="*/ 763041 w 12192000"/>
              <a:gd name="connsiteY233" fmla="*/ 2063995 h 2079137"/>
              <a:gd name="connsiteX234" fmla="*/ 757863 w 12192000"/>
              <a:gd name="connsiteY234" fmla="*/ 2065877 h 2079137"/>
              <a:gd name="connsiteX235" fmla="*/ 745053 w 12192000"/>
              <a:gd name="connsiteY235" fmla="*/ 2051831 h 2079137"/>
              <a:gd name="connsiteX236" fmla="*/ 722609 w 12192000"/>
              <a:gd name="connsiteY236" fmla="*/ 2049504 h 2079137"/>
              <a:gd name="connsiteX237" fmla="*/ 717618 w 12192000"/>
              <a:gd name="connsiteY237" fmla="*/ 2042131 h 2079137"/>
              <a:gd name="connsiteX238" fmla="*/ 703285 w 12192000"/>
              <a:gd name="connsiteY238" fmla="*/ 2046808 h 2079137"/>
              <a:gd name="connsiteX239" fmla="*/ 680199 w 12192000"/>
              <a:gd name="connsiteY239" fmla="*/ 2051947 h 2079137"/>
              <a:gd name="connsiteX240" fmla="*/ 667351 w 12192000"/>
              <a:gd name="connsiteY240" fmla="*/ 2054469 h 2079137"/>
              <a:gd name="connsiteX241" fmla="*/ 660961 w 12192000"/>
              <a:gd name="connsiteY241" fmla="*/ 2049404 h 2079137"/>
              <a:gd name="connsiteX242" fmla="*/ 638282 w 12192000"/>
              <a:gd name="connsiteY242" fmla="*/ 2060093 h 2079137"/>
              <a:gd name="connsiteX243" fmla="*/ 583551 w 12192000"/>
              <a:gd name="connsiteY243" fmla="*/ 2070197 h 2079137"/>
              <a:gd name="connsiteX244" fmla="*/ 525274 w 12192000"/>
              <a:gd name="connsiteY244" fmla="*/ 2079137 h 2079137"/>
              <a:gd name="connsiteX245" fmla="*/ 405635 w 12192000"/>
              <a:gd name="connsiteY245" fmla="*/ 2059339 h 2079137"/>
              <a:gd name="connsiteX246" fmla="*/ 281555 w 12192000"/>
              <a:gd name="connsiteY246" fmla="*/ 2022847 h 2079137"/>
              <a:gd name="connsiteX247" fmla="*/ 98513 w 12192000"/>
              <a:gd name="connsiteY247" fmla="*/ 1969504 h 2079137"/>
              <a:gd name="connsiteX248" fmla="*/ 56191 w 12192000"/>
              <a:gd name="connsiteY248" fmla="*/ 1950709 h 2079137"/>
              <a:gd name="connsiteX249" fmla="*/ 0 w 12192000"/>
              <a:gd name="connsiteY249" fmla="*/ 1935789 h 2079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</a:cxnLst>
            <a:rect l="l" t="t" r="r" b="b"/>
            <a:pathLst>
              <a:path w="12192000" h="2079137">
                <a:moveTo>
                  <a:pt x="12160143" y="831692"/>
                </a:moveTo>
                <a:lnTo>
                  <a:pt x="12159112" y="833361"/>
                </a:lnTo>
                <a:cubicBezTo>
                  <a:pt x="12157915" y="833832"/>
                  <a:pt x="12157402" y="833649"/>
                  <a:pt x="12158912" y="832430"/>
                </a:cubicBezTo>
                <a:close/>
                <a:moveTo>
                  <a:pt x="0" y="0"/>
                </a:moveTo>
                <a:lnTo>
                  <a:pt x="12192000" y="0"/>
                </a:lnTo>
                <a:lnTo>
                  <a:pt x="12192000" y="558063"/>
                </a:lnTo>
                <a:lnTo>
                  <a:pt x="12189259" y="810508"/>
                </a:lnTo>
                <a:lnTo>
                  <a:pt x="12170847" y="825280"/>
                </a:lnTo>
                <a:lnTo>
                  <a:pt x="12160143" y="831692"/>
                </a:lnTo>
                <a:lnTo>
                  <a:pt x="12163806" y="825759"/>
                </a:lnTo>
                <a:cubicBezTo>
                  <a:pt x="12125449" y="821525"/>
                  <a:pt x="12082203" y="824698"/>
                  <a:pt x="12056557" y="810176"/>
                </a:cubicBezTo>
                <a:cubicBezTo>
                  <a:pt x="12050902" y="790976"/>
                  <a:pt x="11923731" y="799312"/>
                  <a:pt x="11900316" y="789618"/>
                </a:cubicBezTo>
                <a:cubicBezTo>
                  <a:pt x="11841702" y="803374"/>
                  <a:pt x="11823963" y="832645"/>
                  <a:pt x="11791206" y="824176"/>
                </a:cubicBezTo>
                <a:cubicBezTo>
                  <a:pt x="11768977" y="817380"/>
                  <a:pt x="11683857" y="828947"/>
                  <a:pt x="11659257" y="800841"/>
                </a:cubicBezTo>
                <a:cubicBezTo>
                  <a:pt x="11617173" y="818107"/>
                  <a:pt x="11602556" y="790694"/>
                  <a:pt x="11569789" y="797135"/>
                </a:cubicBezTo>
                <a:cubicBezTo>
                  <a:pt x="11498310" y="795094"/>
                  <a:pt x="11458472" y="819882"/>
                  <a:pt x="11367885" y="791985"/>
                </a:cubicBezTo>
                <a:cubicBezTo>
                  <a:pt x="11325508" y="798158"/>
                  <a:pt x="11266580" y="755023"/>
                  <a:pt x="11174663" y="788721"/>
                </a:cubicBezTo>
                <a:cubicBezTo>
                  <a:pt x="11122703" y="792192"/>
                  <a:pt x="11150009" y="775410"/>
                  <a:pt x="11068220" y="786994"/>
                </a:cubicBezTo>
                <a:cubicBezTo>
                  <a:pt x="11046931" y="759861"/>
                  <a:pt x="10919185" y="793102"/>
                  <a:pt x="10893266" y="794013"/>
                </a:cubicBezTo>
                <a:cubicBezTo>
                  <a:pt x="10874184" y="776189"/>
                  <a:pt x="10862860" y="788743"/>
                  <a:pt x="10844025" y="789857"/>
                </a:cubicBezTo>
                <a:cubicBezTo>
                  <a:pt x="10836453" y="779294"/>
                  <a:pt x="10820690" y="778184"/>
                  <a:pt x="10814353" y="789010"/>
                </a:cubicBezTo>
                <a:cubicBezTo>
                  <a:pt x="10819669" y="816016"/>
                  <a:pt x="10754019" y="789067"/>
                  <a:pt x="10748393" y="806738"/>
                </a:cubicBezTo>
                <a:cubicBezTo>
                  <a:pt x="10687156" y="807873"/>
                  <a:pt x="10550299" y="781800"/>
                  <a:pt x="10468256" y="778733"/>
                </a:cubicBezTo>
                <a:cubicBezTo>
                  <a:pt x="10436666" y="770025"/>
                  <a:pt x="10371995" y="797252"/>
                  <a:pt x="10256131" y="788332"/>
                </a:cubicBezTo>
                <a:cubicBezTo>
                  <a:pt x="10240995" y="781626"/>
                  <a:pt x="10182664" y="765742"/>
                  <a:pt x="10177442" y="777371"/>
                </a:cubicBezTo>
                <a:cubicBezTo>
                  <a:pt x="10141447" y="775683"/>
                  <a:pt x="10030323" y="810071"/>
                  <a:pt x="10006086" y="792651"/>
                </a:cubicBezTo>
                <a:cubicBezTo>
                  <a:pt x="10009448" y="818833"/>
                  <a:pt x="9960389" y="791426"/>
                  <a:pt x="9952382" y="815411"/>
                </a:cubicBezTo>
                <a:lnTo>
                  <a:pt x="9926457" y="827295"/>
                </a:lnTo>
                <a:lnTo>
                  <a:pt x="9843405" y="867046"/>
                </a:lnTo>
                <a:lnTo>
                  <a:pt x="9830866" y="875047"/>
                </a:lnTo>
                <a:lnTo>
                  <a:pt x="9801807" y="872272"/>
                </a:lnTo>
                <a:lnTo>
                  <a:pt x="9785653" y="861743"/>
                </a:lnTo>
                <a:lnTo>
                  <a:pt x="9781177" y="864820"/>
                </a:lnTo>
                <a:cubicBezTo>
                  <a:pt x="9776153" y="871003"/>
                  <a:pt x="9773556" y="874842"/>
                  <a:pt x="9768640" y="869379"/>
                </a:cubicBezTo>
                <a:lnTo>
                  <a:pt x="9712211" y="900283"/>
                </a:lnTo>
                <a:cubicBezTo>
                  <a:pt x="9706243" y="902750"/>
                  <a:pt x="9698952" y="902954"/>
                  <a:pt x="9689465" y="899268"/>
                </a:cubicBezTo>
                <a:cubicBezTo>
                  <a:pt x="9670819" y="902906"/>
                  <a:pt x="9618108" y="917739"/>
                  <a:pt x="9600339" y="922112"/>
                </a:cubicBezTo>
                <a:lnTo>
                  <a:pt x="9582850" y="925510"/>
                </a:lnTo>
                <a:cubicBezTo>
                  <a:pt x="9574400" y="928631"/>
                  <a:pt x="9556868" y="938130"/>
                  <a:pt x="9549638" y="940845"/>
                </a:cubicBezTo>
                <a:cubicBezTo>
                  <a:pt x="9543792" y="942327"/>
                  <a:pt x="9546812" y="939351"/>
                  <a:pt x="9539471" y="941799"/>
                </a:cubicBezTo>
                <a:cubicBezTo>
                  <a:pt x="9538994" y="947702"/>
                  <a:pt x="9536009" y="953248"/>
                  <a:pt x="9505592" y="955533"/>
                </a:cubicBezTo>
                <a:cubicBezTo>
                  <a:pt x="9486013" y="968563"/>
                  <a:pt x="9460860" y="978842"/>
                  <a:pt x="9432569" y="985377"/>
                </a:cubicBezTo>
                <a:cubicBezTo>
                  <a:pt x="9426990" y="980335"/>
                  <a:pt x="9418918" y="990185"/>
                  <a:pt x="9414216" y="992655"/>
                </a:cubicBezTo>
                <a:cubicBezTo>
                  <a:pt x="9412644" y="989014"/>
                  <a:pt x="9400057" y="989255"/>
                  <a:pt x="9397106" y="992980"/>
                </a:cubicBezTo>
                <a:cubicBezTo>
                  <a:pt x="9314093" y="1020862"/>
                  <a:pt x="9349678" y="978420"/>
                  <a:pt x="9305108" y="1007767"/>
                </a:cubicBezTo>
                <a:cubicBezTo>
                  <a:pt x="9296670" y="1010324"/>
                  <a:pt x="9289251" y="1009612"/>
                  <a:pt x="9282434" y="1007523"/>
                </a:cubicBezTo>
                <a:lnTo>
                  <a:pt x="9271941" y="1002839"/>
                </a:lnTo>
                <a:lnTo>
                  <a:pt x="9238227" y="1017668"/>
                </a:lnTo>
                <a:cubicBezTo>
                  <a:pt x="9221294" y="1023415"/>
                  <a:pt x="9203166" y="1027997"/>
                  <a:pt x="9184265" y="1031275"/>
                </a:cubicBezTo>
                <a:cubicBezTo>
                  <a:pt x="9178371" y="1024135"/>
                  <a:pt x="9165618" y="1036637"/>
                  <a:pt x="9159000" y="1039569"/>
                </a:cubicBezTo>
                <a:cubicBezTo>
                  <a:pt x="9157881" y="1034602"/>
                  <a:pt x="9141725" y="1033964"/>
                  <a:pt x="9137031" y="1038699"/>
                </a:cubicBezTo>
                <a:cubicBezTo>
                  <a:pt x="9023973" y="1069523"/>
                  <a:pt x="9079946" y="1015706"/>
                  <a:pt x="9015702" y="1051400"/>
                </a:cubicBezTo>
                <a:lnTo>
                  <a:pt x="8971403" y="1040542"/>
                </a:lnTo>
                <a:lnTo>
                  <a:pt x="8961826" y="1045364"/>
                </a:lnTo>
                <a:cubicBezTo>
                  <a:pt x="8922837" y="1050010"/>
                  <a:pt x="8909116" y="1040754"/>
                  <a:pt x="8888623" y="1053908"/>
                </a:cubicBezTo>
                <a:cubicBezTo>
                  <a:pt x="8850424" y="1035587"/>
                  <a:pt x="8865892" y="1054194"/>
                  <a:pt x="8841066" y="1060421"/>
                </a:cubicBezTo>
                <a:cubicBezTo>
                  <a:pt x="8818353" y="1064878"/>
                  <a:pt x="8775995" y="1076068"/>
                  <a:pt x="8752342" y="1080646"/>
                </a:cubicBezTo>
                <a:cubicBezTo>
                  <a:pt x="8736966" y="1099406"/>
                  <a:pt x="8723186" y="1079948"/>
                  <a:pt x="8699139" y="1087885"/>
                </a:cubicBezTo>
                <a:cubicBezTo>
                  <a:pt x="8688630" y="1095506"/>
                  <a:pt x="8680324" y="1097539"/>
                  <a:pt x="8667273" y="1092062"/>
                </a:cubicBezTo>
                <a:cubicBezTo>
                  <a:pt x="8619205" y="1128818"/>
                  <a:pt x="8634590" y="1097116"/>
                  <a:pt x="8586064" y="1114603"/>
                </a:cubicBezTo>
                <a:cubicBezTo>
                  <a:pt x="8544721" y="1131913"/>
                  <a:pt x="8496602" y="1145520"/>
                  <a:pt x="8460312" y="1179878"/>
                </a:cubicBezTo>
                <a:cubicBezTo>
                  <a:pt x="8454266" y="1189140"/>
                  <a:pt x="8435781" y="1194455"/>
                  <a:pt x="8419023" y="1191748"/>
                </a:cubicBezTo>
                <a:cubicBezTo>
                  <a:pt x="8416138" y="1191283"/>
                  <a:pt x="8413416" y="1190591"/>
                  <a:pt x="8410939" y="1189696"/>
                </a:cubicBezTo>
                <a:cubicBezTo>
                  <a:pt x="8390077" y="1213458"/>
                  <a:pt x="8370324" y="1205397"/>
                  <a:pt x="8362040" y="1220820"/>
                </a:cubicBezTo>
                <a:cubicBezTo>
                  <a:pt x="8320616" y="1231942"/>
                  <a:pt x="8281663" y="1222882"/>
                  <a:pt x="8273677" y="1236495"/>
                </a:cubicBezTo>
                <a:cubicBezTo>
                  <a:pt x="8251358" y="1238573"/>
                  <a:pt x="8216738" y="1228341"/>
                  <a:pt x="8204283" y="1243537"/>
                </a:cubicBezTo>
                <a:cubicBezTo>
                  <a:pt x="8198634" y="1233135"/>
                  <a:pt x="8181550" y="1254947"/>
                  <a:pt x="8166550" y="1249551"/>
                </a:cubicBezTo>
                <a:cubicBezTo>
                  <a:pt x="8155570" y="1244572"/>
                  <a:pt x="8147825" y="1250027"/>
                  <a:pt x="8137785" y="1251636"/>
                </a:cubicBezTo>
                <a:cubicBezTo>
                  <a:pt x="8123427" y="1248361"/>
                  <a:pt x="8081662" y="1261833"/>
                  <a:pt x="8071596" y="1269274"/>
                </a:cubicBezTo>
                <a:cubicBezTo>
                  <a:pt x="8048949" y="1293759"/>
                  <a:pt x="7983924" y="1284712"/>
                  <a:pt x="7964816" y="1303668"/>
                </a:cubicBezTo>
                <a:cubicBezTo>
                  <a:pt x="7957137" y="1306992"/>
                  <a:pt x="7949335" y="1308861"/>
                  <a:pt x="7941495" y="1309821"/>
                </a:cubicBezTo>
                <a:lnTo>
                  <a:pt x="7919123" y="1310466"/>
                </a:lnTo>
                <a:lnTo>
                  <a:pt x="7911902" y="1306569"/>
                </a:lnTo>
                <a:lnTo>
                  <a:pt x="7898703" y="1309208"/>
                </a:lnTo>
                <a:lnTo>
                  <a:pt x="7894703" y="1308939"/>
                </a:lnTo>
                <a:lnTo>
                  <a:pt x="7872267" y="1308370"/>
                </a:lnTo>
                <a:cubicBezTo>
                  <a:pt x="7886550" y="1330359"/>
                  <a:pt x="7812648" y="1314851"/>
                  <a:pt x="7836454" y="1331265"/>
                </a:cubicBezTo>
                <a:cubicBezTo>
                  <a:pt x="7798907" y="1336933"/>
                  <a:pt x="7831419" y="1351068"/>
                  <a:pt x="7782451" y="1339601"/>
                </a:cubicBezTo>
                <a:cubicBezTo>
                  <a:pt x="7727636" y="1365002"/>
                  <a:pt x="7583002" y="1338768"/>
                  <a:pt x="7542969" y="1372495"/>
                </a:cubicBezTo>
                <a:cubicBezTo>
                  <a:pt x="7546396" y="1360942"/>
                  <a:pt x="7492851" y="1424323"/>
                  <a:pt x="7476832" y="1431655"/>
                </a:cubicBezTo>
                <a:cubicBezTo>
                  <a:pt x="7439619" y="1443703"/>
                  <a:pt x="7425596" y="1454661"/>
                  <a:pt x="7370237" y="1474339"/>
                </a:cubicBezTo>
                <a:cubicBezTo>
                  <a:pt x="7316246" y="1485928"/>
                  <a:pt x="7281903" y="1512712"/>
                  <a:pt x="7222223" y="1510199"/>
                </a:cubicBezTo>
                <a:cubicBezTo>
                  <a:pt x="7221190" y="1514030"/>
                  <a:pt x="7218885" y="1517398"/>
                  <a:pt x="7215703" y="1520424"/>
                </a:cubicBezTo>
                <a:lnTo>
                  <a:pt x="7204548" y="1528145"/>
                </a:lnTo>
                <a:lnTo>
                  <a:pt x="7202038" y="1527954"/>
                </a:lnTo>
                <a:lnTo>
                  <a:pt x="7173860" y="1541605"/>
                </a:lnTo>
                <a:lnTo>
                  <a:pt x="7155079" y="1552495"/>
                </a:lnTo>
                <a:lnTo>
                  <a:pt x="7149757" y="1552732"/>
                </a:lnTo>
                <a:cubicBezTo>
                  <a:pt x="7141378" y="1554948"/>
                  <a:pt x="7115959" y="1563256"/>
                  <a:pt x="7104804" y="1565792"/>
                </a:cubicBezTo>
                <a:cubicBezTo>
                  <a:pt x="7099811" y="1550850"/>
                  <a:pt x="7096935" y="1561973"/>
                  <a:pt x="7082824" y="1567947"/>
                </a:cubicBezTo>
                <a:cubicBezTo>
                  <a:pt x="7071919" y="1546070"/>
                  <a:pt x="7039417" y="1570606"/>
                  <a:pt x="7021520" y="1562334"/>
                </a:cubicBezTo>
                <a:cubicBezTo>
                  <a:pt x="7011400" y="1567217"/>
                  <a:pt x="7000495" y="1571981"/>
                  <a:pt x="6988956" y="1576442"/>
                </a:cubicBezTo>
                <a:lnTo>
                  <a:pt x="6981922" y="1578821"/>
                </a:lnTo>
                <a:lnTo>
                  <a:pt x="6981583" y="1578678"/>
                </a:lnTo>
                <a:cubicBezTo>
                  <a:pt x="6979627" y="1578791"/>
                  <a:pt x="6977153" y="1579421"/>
                  <a:pt x="6973762" y="1580811"/>
                </a:cubicBezTo>
                <a:lnTo>
                  <a:pt x="6969093" y="1583157"/>
                </a:lnTo>
                <a:lnTo>
                  <a:pt x="6890037" y="1575825"/>
                </a:lnTo>
                <a:cubicBezTo>
                  <a:pt x="6849459" y="1579997"/>
                  <a:pt x="6820022" y="1566922"/>
                  <a:pt x="6785054" y="1582200"/>
                </a:cubicBezTo>
                <a:cubicBezTo>
                  <a:pt x="6747047" y="1586037"/>
                  <a:pt x="6712794" y="1582954"/>
                  <a:pt x="6681692" y="1591296"/>
                </a:cubicBezTo>
                <a:cubicBezTo>
                  <a:pt x="6667557" y="1587501"/>
                  <a:pt x="6654822" y="1586753"/>
                  <a:pt x="6644556" y="1595940"/>
                </a:cubicBezTo>
                <a:cubicBezTo>
                  <a:pt x="6608615" y="1597269"/>
                  <a:pt x="6597697" y="1587005"/>
                  <a:pt x="6577106" y="1598261"/>
                </a:cubicBezTo>
                <a:lnTo>
                  <a:pt x="6544183" y="1596149"/>
                </a:lnTo>
                <a:lnTo>
                  <a:pt x="6540921" y="1593857"/>
                </a:lnTo>
                <a:lnTo>
                  <a:pt x="6535046" y="1593283"/>
                </a:lnTo>
                <a:lnTo>
                  <a:pt x="6519853" y="1595771"/>
                </a:lnTo>
                <a:lnTo>
                  <a:pt x="6514280" y="1597376"/>
                </a:lnTo>
                <a:cubicBezTo>
                  <a:pt x="6510385" y="1598232"/>
                  <a:pt x="6507735" y="1598481"/>
                  <a:pt x="6505824" y="1598298"/>
                </a:cubicBezTo>
                <a:lnTo>
                  <a:pt x="6505573" y="1598109"/>
                </a:lnTo>
                <a:lnTo>
                  <a:pt x="6497741" y="1599392"/>
                </a:lnTo>
                <a:cubicBezTo>
                  <a:pt x="6484628" y="1602044"/>
                  <a:pt x="6471968" y="1605085"/>
                  <a:pt x="6459992" y="1608358"/>
                </a:cubicBezTo>
                <a:cubicBezTo>
                  <a:pt x="6447037" y="1597612"/>
                  <a:pt x="6404274" y="1616787"/>
                  <a:pt x="6404572" y="1593771"/>
                </a:cubicBezTo>
                <a:cubicBezTo>
                  <a:pt x="6388277" y="1597519"/>
                  <a:pt x="6380141" y="1607970"/>
                  <a:pt x="6382671" y="1592612"/>
                </a:cubicBezTo>
                <a:lnTo>
                  <a:pt x="6369843" y="1590015"/>
                </a:lnTo>
                <a:lnTo>
                  <a:pt x="6269740" y="1614633"/>
                </a:lnTo>
                <a:lnTo>
                  <a:pt x="6255405" y="1620529"/>
                </a:lnTo>
                <a:cubicBezTo>
                  <a:pt x="6250911" y="1623016"/>
                  <a:pt x="6247090" y="1625968"/>
                  <a:pt x="6244248" y="1629561"/>
                </a:cubicBezTo>
                <a:cubicBezTo>
                  <a:pt x="6188859" y="1618246"/>
                  <a:pt x="6143250" y="1639346"/>
                  <a:pt x="6086396" y="1642666"/>
                </a:cubicBezTo>
                <a:cubicBezTo>
                  <a:pt x="6024311" y="1653696"/>
                  <a:pt x="5889522" y="1686499"/>
                  <a:pt x="5867429" y="1695554"/>
                </a:cubicBezTo>
                <a:cubicBezTo>
                  <a:pt x="5848669" y="1700350"/>
                  <a:pt x="5763994" y="1699795"/>
                  <a:pt x="5772864" y="1689002"/>
                </a:cubicBezTo>
                <a:cubicBezTo>
                  <a:pt x="5718480" y="1716048"/>
                  <a:pt x="5694188" y="1696562"/>
                  <a:pt x="5629833" y="1713273"/>
                </a:cubicBezTo>
                <a:lnTo>
                  <a:pt x="5504771" y="1725744"/>
                </a:lnTo>
                <a:lnTo>
                  <a:pt x="5490967" y="1726367"/>
                </a:lnTo>
                <a:lnTo>
                  <a:pt x="5486015" y="1721481"/>
                </a:lnTo>
                <a:lnTo>
                  <a:pt x="5439364" y="1721349"/>
                </a:lnTo>
                <a:cubicBezTo>
                  <a:pt x="5418850" y="1733129"/>
                  <a:pt x="5381503" y="1725668"/>
                  <a:pt x="5350025" y="1729885"/>
                </a:cubicBezTo>
                <a:lnTo>
                  <a:pt x="5336104" y="1734377"/>
                </a:lnTo>
                <a:lnTo>
                  <a:pt x="5245234" y="1738520"/>
                </a:lnTo>
                <a:lnTo>
                  <a:pt x="5182955" y="1744622"/>
                </a:lnTo>
                <a:lnTo>
                  <a:pt x="5169506" y="1748993"/>
                </a:lnTo>
                <a:lnTo>
                  <a:pt x="5154299" y="1744080"/>
                </a:lnTo>
                <a:cubicBezTo>
                  <a:pt x="5152463" y="1742751"/>
                  <a:pt x="5150989" y="1741283"/>
                  <a:pt x="5149917" y="1739727"/>
                </a:cubicBezTo>
                <a:lnTo>
                  <a:pt x="5100319" y="1745797"/>
                </a:lnTo>
                <a:lnTo>
                  <a:pt x="5094361" y="1745767"/>
                </a:lnTo>
                <a:lnTo>
                  <a:pt x="5053410" y="1742790"/>
                </a:lnTo>
                <a:lnTo>
                  <a:pt x="4992711" y="1734075"/>
                </a:lnTo>
                <a:cubicBezTo>
                  <a:pt x="4972764" y="1728527"/>
                  <a:pt x="4955480" y="1708667"/>
                  <a:pt x="4930098" y="1717312"/>
                </a:cubicBezTo>
                <a:cubicBezTo>
                  <a:pt x="4936142" y="1706767"/>
                  <a:pt x="4900350" y="1719438"/>
                  <a:pt x="4893834" y="1710028"/>
                </a:cubicBezTo>
                <a:cubicBezTo>
                  <a:pt x="4890113" y="1702277"/>
                  <a:pt x="4878389" y="1704314"/>
                  <a:pt x="4868730" y="1702384"/>
                </a:cubicBezTo>
                <a:cubicBezTo>
                  <a:pt x="4860577" y="1694955"/>
                  <a:pt x="4813519" y="1692594"/>
                  <a:pt x="4797925" y="1695535"/>
                </a:cubicBezTo>
                <a:cubicBezTo>
                  <a:pt x="4754973" y="1708626"/>
                  <a:pt x="4712186" y="1679830"/>
                  <a:pt x="4677670" y="1689453"/>
                </a:cubicBezTo>
                <a:cubicBezTo>
                  <a:pt x="4650390" y="1686902"/>
                  <a:pt x="4641786" y="1682702"/>
                  <a:pt x="4634248" y="1680227"/>
                </a:cubicBezTo>
                <a:lnTo>
                  <a:pt x="4632434" y="1674607"/>
                </a:lnTo>
                <a:lnTo>
                  <a:pt x="4619204" y="1672507"/>
                </a:lnTo>
                <a:lnTo>
                  <a:pt x="4616283" y="1670977"/>
                </a:lnTo>
                <a:cubicBezTo>
                  <a:pt x="4610716" y="1668036"/>
                  <a:pt x="4605090" y="1665277"/>
                  <a:pt x="4598926" y="1663178"/>
                </a:cubicBezTo>
                <a:cubicBezTo>
                  <a:pt x="4588025" y="1686237"/>
                  <a:pt x="4544698" y="1649138"/>
                  <a:pt x="4547069" y="1670642"/>
                </a:cubicBezTo>
                <a:lnTo>
                  <a:pt x="4523516" y="1669785"/>
                </a:lnTo>
                <a:lnTo>
                  <a:pt x="4500586" y="1675912"/>
                </a:lnTo>
                <a:lnTo>
                  <a:pt x="4488196" y="1683463"/>
                </a:lnTo>
                <a:lnTo>
                  <a:pt x="4445463" y="1695634"/>
                </a:lnTo>
                <a:lnTo>
                  <a:pt x="4446550" y="1680538"/>
                </a:lnTo>
                <a:lnTo>
                  <a:pt x="4365375" y="1697935"/>
                </a:lnTo>
                <a:lnTo>
                  <a:pt x="4305123" y="1714185"/>
                </a:lnTo>
                <a:lnTo>
                  <a:pt x="4292665" y="1720703"/>
                </a:lnTo>
                <a:lnTo>
                  <a:pt x="4276789" y="1718367"/>
                </a:lnTo>
                <a:cubicBezTo>
                  <a:pt x="4274740" y="1717359"/>
                  <a:pt x="4273021" y="1716157"/>
                  <a:pt x="4271683" y="1714801"/>
                </a:cubicBezTo>
                <a:lnTo>
                  <a:pt x="4223918" y="1728936"/>
                </a:lnTo>
                <a:lnTo>
                  <a:pt x="4218039" y="1729885"/>
                </a:lnTo>
                <a:lnTo>
                  <a:pt x="4177153" y="1733691"/>
                </a:lnTo>
                <a:lnTo>
                  <a:pt x="4051032" y="1728886"/>
                </a:lnTo>
                <a:cubicBezTo>
                  <a:pt x="4055072" y="1717510"/>
                  <a:pt x="4022108" y="1735873"/>
                  <a:pt x="4013978" y="1727679"/>
                </a:cubicBezTo>
                <a:cubicBezTo>
                  <a:pt x="4008905" y="1720660"/>
                  <a:pt x="3997723" y="1724594"/>
                  <a:pt x="3987857" y="1724282"/>
                </a:cubicBezTo>
                <a:cubicBezTo>
                  <a:pt x="3978476" y="1718309"/>
                  <a:pt x="3931683" y="1723723"/>
                  <a:pt x="3916852" y="1729184"/>
                </a:cubicBezTo>
                <a:cubicBezTo>
                  <a:pt x="3876910" y="1749138"/>
                  <a:pt x="3829523" y="1727824"/>
                  <a:pt x="3797263" y="1742976"/>
                </a:cubicBezTo>
                <a:cubicBezTo>
                  <a:pt x="3769922" y="1744951"/>
                  <a:pt x="3760682" y="1742230"/>
                  <a:pt x="3752806" y="1741033"/>
                </a:cubicBezTo>
                <a:lnTo>
                  <a:pt x="3749997" y="1735799"/>
                </a:lnTo>
                <a:lnTo>
                  <a:pt x="3736582" y="1735907"/>
                </a:lnTo>
                <a:lnTo>
                  <a:pt x="3733428" y="1734881"/>
                </a:lnTo>
                <a:cubicBezTo>
                  <a:pt x="3727408" y="1732899"/>
                  <a:pt x="3721365" y="1731108"/>
                  <a:pt x="3714911" y="1730056"/>
                </a:cubicBezTo>
                <a:cubicBezTo>
                  <a:pt x="3708355" y="1754554"/>
                  <a:pt x="3658933" y="1725152"/>
                  <a:pt x="3665172" y="1745936"/>
                </a:cubicBezTo>
                <a:cubicBezTo>
                  <a:pt x="3628569" y="1744420"/>
                  <a:pt x="3583742" y="1775884"/>
                  <a:pt x="3552006" y="1755220"/>
                </a:cubicBezTo>
                <a:cubicBezTo>
                  <a:pt x="3497522" y="1758390"/>
                  <a:pt x="3448310" y="1757433"/>
                  <a:pt x="3390301" y="1762546"/>
                </a:cubicBezTo>
                <a:cubicBezTo>
                  <a:pt x="3345266" y="1774524"/>
                  <a:pt x="3297039" y="1758531"/>
                  <a:pt x="3264312" y="1774620"/>
                </a:cubicBezTo>
                <a:cubicBezTo>
                  <a:pt x="3212634" y="1771139"/>
                  <a:pt x="3147905" y="1780248"/>
                  <a:pt x="3106901" y="1804264"/>
                </a:cubicBezTo>
                <a:cubicBezTo>
                  <a:pt x="3051355" y="1805490"/>
                  <a:pt x="3041708" y="1820368"/>
                  <a:pt x="2993303" y="1806542"/>
                </a:cubicBezTo>
                <a:cubicBezTo>
                  <a:pt x="2989182" y="1810139"/>
                  <a:pt x="2984377" y="1813039"/>
                  <a:pt x="2979115" y="1815432"/>
                </a:cubicBezTo>
                <a:lnTo>
                  <a:pt x="2963118" y="1820962"/>
                </a:lnTo>
                <a:lnTo>
                  <a:pt x="2961156" y="1820297"/>
                </a:lnTo>
                <a:lnTo>
                  <a:pt x="2925719" y="1828468"/>
                </a:lnTo>
                <a:lnTo>
                  <a:pt x="2857951" y="1842496"/>
                </a:lnTo>
                <a:lnTo>
                  <a:pt x="2857427" y="1841591"/>
                </a:lnTo>
                <a:cubicBezTo>
                  <a:pt x="2855386" y="1839734"/>
                  <a:pt x="2852250" y="1838690"/>
                  <a:pt x="2846731" y="1839316"/>
                </a:cubicBezTo>
                <a:cubicBezTo>
                  <a:pt x="2855175" y="1823564"/>
                  <a:pt x="2843311" y="1834035"/>
                  <a:pt x="2826290" y="1837274"/>
                </a:cubicBezTo>
                <a:cubicBezTo>
                  <a:pt x="2835609" y="1813530"/>
                  <a:pt x="2787284" y="1831665"/>
                  <a:pt x="2779146" y="1820071"/>
                </a:cubicBezTo>
                <a:cubicBezTo>
                  <a:pt x="2766432" y="1822985"/>
                  <a:pt x="2753158" y="1825635"/>
                  <a:pt x="2739608" y="1827861"/>
                </a:cubicBezTo>
                <a:lnTo>
                  <a:pt x="2731631" y="1828881"/>
                </a:lnTo>
                <a:cubicBezTo>
                  <a:pt x="2731575" y="1828813"/>
                  <a:pt x="2731521" y="1828744"/>
                  <a:pt x="2731464" y="1828677"/>
                </a:cubicBezTo>
                <a:cubicBezTo>
                  <a:pt x="2729715" y="1828415"/>
                  <a:pt x="2727085" y="1828569"/>
                  <a:pt x="2723037" y="1829303"/>
                </a:cubicBezTo>
                <a:lnTo>
                  <a:pt x="2701616" y="1832725"/>
                </a:lnTo>
                <a:lnTo>
                  <a:pt x="2696239" y="1831904"/>
                </a:lnTo>
                <a:lnTo>
                  <a:pt x="2663445" y="1825958"/>
                </a:lnTo>
                <a:cubicBezTo>
                  <a:pt x="2641260" y="1825904"/>
                  <a:pt x="2595040" y="1827674"/>
                  <a:pt x="2560925" y="1829094"/>
                </a:cubicBezTo>
                <a:cubicBezTo>
                  <a:pt x="2527977" y="1836499"/>
                  <a:pt x="2496507" y="1831991"/>
                  <a:pt x="2458739" y="1834479"/>
                </a:cubicBezTo>
                <a:cubicBezTo>
                  <a:pt x="2419379" y="1848893"/>
                  <a:pt x="2396428" y="1834257"/>
                  <a:pt x="2356074" y="1836991"/>
                </a:cubicBezTo>
                <a:cubicBezTo>
                  <a:pt x="2323435" y="1857644"/>
                  <a:pt x="2325610" y="1826053"/>
                  <a:pt x="2304241" y="1822021"/>
                </a:cubicBezTo>
                <a:lnTo>
                  <a:pt x="2298362" y="1822125"/>
                </a:lnTo>
                <a:lnTo>
                  <a:pt x="2283527" y="1826361"/>
                </a:lnTo>
                <a:lnTo>
                  <a:pt x="2278150" y="1828604"/>
                </a:lnTo>
                <a:cubicBezTo>
                  <a:pt x="2274371" y="1829907"/>
                  <a:pt x="2271762" y="1830461"/>
                  <a:pt x="2269853" y="1830502"/>
                </a:cubicBezTo>
                <a:lnTo>
                  <a:pt x="2269585" y="1830341"/>
                </a:lnTo>
                <a:lnTo>
                  <a:pt x="2225332" y="1845825"/>
                </a:lnTo>
                <a:cubicBezTo>
                  <a:pt x="2211505" y="1836594"/>
                  <a:pt x="2170867" y="1860661"/>
                  <a:pt x="2169048" y="1837658"/>
                </a:cubicBezTo>
                <a:cubicBezTo>
                  <a:pt x="2153238" y="1843278"/>
                  <a:pt x="2146132" y="1854645"/>
                  <a:pt x="2147231" y="1839027"/>
                </a:cubicBezTo>
                <a:cubicBezTo>
                  <a:pt x="2141901" y="1840465"/>
                  <a:pt x="2138205" y="1840014"/>
                  <a:pt x="2135241" y="1838652"/>
                </a:cubicBezTo>
                <a:lnTo>
                  <a:pt x="2099215" y="1850768"/>
                </a:lnTo>
                <a:lnTo>
                  <a:pt x="2094046" y="1850806"/>
                </a:lnTo>
                <a:lnTo>
                  <a:pt x="2071850" y="1861319"/>
                </a:lnTo>
                <a:lnTo>
                  <a:pt x="2039607" y="1874318"/>
                </a:lnTo>
                <a:lnTo>
                  <a:pt x="2037289" y="1874025"/>
                </a:lnTo>
                <a:lnTo>
                  <a:pt x="2023615" y="1881562"/>
                </a:lnTo>
                <a:cubicBezTo>
                  <a:pt x="2019390" y="1884562"/>
                  <a:pt x="1959668" y="1894795"/>
                  <a:pt x="1957176" y="1898709"/>
                </a:cubicBezTo>
                <a:cubicBezTo>
                  <a:pt x="1901224" y="1893805"/>
                  <a:pt x="1914145" y="1913274"/>
                  <a:pt x="1858081" y="1923144"/>
                </a:cubicBezTo>
                <a:cubicBezTo>
                  <a:pt x="1819487" y="1923227"/>
                  <a:pt x="1798952" y="1929741"/>
                  <a:pt x="1738865" y="1944965"/>
                </a:cubicBezTo>
                <a:cubicBezTo>
                  <a:pt x="1698633" y="1955957"/>
                  <a:pt x="1670491" y="1978862"/>
                  <a:pt x="1616692" y="1989107"/>
                </a:cubicBezTo>
                <a:cubicBezTo>
                  <a:pt x="1565257" y="2022368"/>
                  <a:pt x="1474172" y="2022156"/>
                  <a:pt x="1411898" y="2046254"/>
                </a:cubicBezTo>
                <a:cubicBezTo>
                  <a:pt x="1380237" y="2035952"/>
                  <a:pt x="1386648" y="2042292"/>
                  <a:pt x="1375780" y="2047961"/>
                </a:cubicBezTo>
                <a:cubicBezTo>
                  <a:pt x="1375756" y="2047968"/>
                  <a:pt x="1375731" y="2047974"/>
                  <a:pt x="1375707" y="2047981"/>
                </a:cubicBezTo>
                <a:lnTo>
                  <a:pt x="1285585" y="2047113"/>
                </a:lnTo>
                <a:cubicBezTo>
                  <a:pt x="1279541" y="2043453"/>
                  <a:pt x="1272537" y="2040974"/>
                  <a:pt x="1263658" y="2041397"/>
                </a:cubicBezTo>
                <a:cubicBezTo>
                  <a:pt x="1212454" y="2058890"/>
                  <a:pt x="1258499" y="2026611"/>
                  <a:pt x="1170403" y="2033399"/>
                </a:cubicBezTo>
                <a:cubicBezTo>
                  <a:pt x="1166530" y="2036274"/>
                  <a:pt x="1154254" y="2033463"/>
                  <a:pt x="1153718" y="2029576"/>
                </a:cubicBezTo>
                <a:cubicBezTo>
                  <a:pt x="1148486" y="2030819"/>
                  <a:pt x="1137980" y="2038354"/>
                  <a:pt x="1133937" y="2032149"/>
                </a:cubicBezTo>
                <a:cubicBezTo>
                  <a:pt x="1104720" y="2031606"/>
                  <a:pt x="1077532" y="2035424"/>
                  <a:pt x="1054999" y="2043242"/>
                </a:cubicBezTo>
                <a:cubicBezTo>
                  <a:pt x="1024875" y="2038090"/>
                  <a:pt x="1020473" y="2042711"/>
                  <a:pt x="1018405" y="2048281"/>
                </a:cubicBezTo>
                <a:lnTo>
                  <a:pt x="1016563" y="2051718"/>
                </a:lnTo>
                <a:lnTo>
                  <a:pt x="1008284" y="2046742"/>
                </a:lnTo>
                <a:cubicBezTo>
                  <a:pt x="999244" y="2043620"/>
                  <a:pt x="990505" y="2044937"/>
                  <a:pt x="981974" y="2048363"/>
                </a:cubicBezTo>
                <a:lnTo>
                  <a:pt x="971903" y="2053484"/>
                </a:lnTo>
                <a:lnTo>
                  <a:pt x="954015" y="2052529"/>
                </a:lnTo>
                <a:cubicBezTo>
                  <a:pt x="931960" y="2051365"/>
                  <a:pt x="861352" y="2046214"/>
                  <a:pt x="839571" y="2046509"/>
                </a:cubicBezTo>
                <a:lnTo>
                  <a:pt x="823321" y="2054296"/>
                </a:lnTo>
                <a:lnTo>
                  <a:pt x="800990" y="2051523"/>
                </a:lnTo>
                <a:cubicBezTo>
                  <a:pt x="790723" y="2052171"/>
                  <a:pt x="782268" y="2055403"/>
                  <a:pt x="776439" y="2062634"/>
                </a:cubicBezTo>
                <a:cubicBezTo>
                  <a:pt x="773155" y="2056184"/>
                  <a:pt x="769593" y="2059253"/>
                  <a:pt x="763041" y="2063995"/>
                </a:cubicBezTo>
                <a:lnTo>
                  <a:pt x="757863" y="2065877"/>
                </a:lnTo>
                <a:lnTo>
                  <a:pt x="745053" y="2051831"/>
                </a:lnTo>
                <a:lnTo>
                  <a:pt x="722609" y="2049504"/>
                </a:lnTo>
                <a:lnTo>
                  <a:pt x="717618" y="2042131"/>
                </a:lnTo>
                <a:lnTo>
                  <a:pt x="703285" y="2046808"/>
                </a:lnTo>
                <a:cubicBezTo>
                  <a:pt x="698219" y="2048137"/>
                  <a:pt x="690058" y="2049926"/>
                  <a:pt x="680199" y="2051947"/>
                </a:cubicBezTo>
                <a:lnTo>
                  <a:pt x="667351" y="2054469"/>
                </a:lnTo>
                <a:lnTo>
                  <a:pt x="660961" y="2049404"/>
                </a:lnTo>
                <a:lnTo>
                  <a:pt x="638282" y="2060093"/>
                </a:lnTo>
                <a:lnTo>
                  <a:pt x="583551" y="2070197"/>
                </a:lnTo>
                <a:cubicBezTo>
                  <a:pt x="569268" y="2091365"/>
                  <a:pt x="529124" y="2053106"/>
                  <a:pt x="525274" y="2079137"/>
                </a:cubicBezTo>
                <a:cubicBezTo>
                  <a:pt x="506495" y="2056498"/>
                  <a:pt x="440091" y="2069666"/>
                  <a:pt x="405635" y="2059339"/>
                </a:cubicBezTo>
                <a:cubicBezTo>
                  <a:pt x="397410" y="2069278"/>
                  <a:pt x="294416" y="2032966"/>
                  <a:pt x="281555" y="2022847"/>
                </a:cubicBezTo>
                <a:cubicBezTo>
                  <a:pt x="171589" y="1986245"/>
                  <a:pt x="126791" y="1985528"/>
                  <a:pt x="98513" y="1969504"/>
                </a:cubicBezTo>
                <a:cubicBezTo>
                  <a:pt x="85544" y="1965247"/>
                  <a:pt x="73324" y="1958000"/>
                  <a:pt x="56191" y="1950709"/>
                </a:cubicBezTo>
                <a:lnTo>
                  <a:pt x="0" y="1935789"/>
                </a:lnTo>
                <a:close/>
              </a:path>
            </a:pathLst>
          </a:custGeom>
          <a:solidFill>
            <a:srgbClr val="82766A">
              <a:alpha val="1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2777" y="548640"/>
            <a:ext cx="7157553" cy="1188720"/>
          </a:xfrm>
        </p:spPr>
        <p:txBody>
          <a:bodyPr>
            <a:normAutofit/>
          </a:bodyPr>
          <a:lstStyle/>
          <a:p>
            <a:pPr algn="l"/>
            <a:r>
              <a:rPr lang="fr-CA" dirty="0">
                <a:solidFill>
                  <a:schemeClr val="accent4"/>
                </a:solidFill>
              </a:rPr>
              <a:t>Bref, QA dans </a:t>
            </a:r>
            <a:r>
              <a:rPr lang="fr-CA" dirty="0" err="1">
                <a:solidFill>
                  <a:schemeClr val="accent4"/>
                </a:solidFill>
              </a:rPr>
              <a:t>ToTAL</a:t>
            </a:r>
            <a:endParaRPr lang="fr-CA" dirty="0">
              <a:solidFill>
                <a:schemeClr val="accent4"/>
              </a:solidFill>
              <a:ea typeface="Calibri"/>
              <a:cs typeface="Calibri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468490" y="2431765"/>
            <a:ext cx="6207019" cy="3320031"/>
          </a:xfrm>
        </p:spPr>
        <p:txBody>
          <a:bodyPr anchor="ctr">
            <a:normAutofit/>
          </a:bodyPr>
          <a:lstStyle/>
          <a:p>
            <a:r>
              <a:rPr lang="fr-CA" sz="3600" dirty="0">
                <a:solidFill>
                  <a:schemeClr val="accent4"/>
                </a:solidFill>
              </a:rPr>
              <a:t>Ne définit plus seul</a:t>
            </a:r>
          </a:p>
          <a:p>
            <a:r>
              <a:rPr lang="fr-CA" sz="3600" dirty="0">
                <a:solidFill>
                  <a:schemeClr val="accent4"/>
                </a:solidFill>
              </a:rPr>
              <a:t>Ne valide plus seul</a:t>
            </a:r>
          </a:p>
          <a:p>
            <a:r>
              <a:rPr lang="fr-CA" sz="3600" dirty="0">
                <a:solidFill>
                  <a:schemeClr val="accent4"/>
                </a:solidFill>
              </a:rPr>
              <a:t>N’analyse pas seul</a:t>
            </a:r>
          </a:p>
          <a:p>
            <a:r>
              <a:rPr lang="fr-CA" sz="3600" dirty="0">
                <a:solidFill>
                  <a:schemeClr val="accent4"/>
                </a:solidFill>
              </a:rPr>
              <a:t>Garantit cohérence globale</a:t>
            </a:r>
          </a:p>
          <a:p>
            <a:r>
              <a:rPr lang="fr-CA" sz="3600" dirty="0">
                <a:solidFill>
                  <a:schemeClr val="accent4"/>
                </a:solidFill>
              </a:rPr>
              <a:t>Garantit qualité du système</a:t>
            </a:r>
          </a:p>
        </p:txBody>
      </p: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142DCE2C-2863-46FA-9BE7-24365A24D9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668439" y="5970896"/>
            <a:ext cx="7475562" cy="887104"/>
          </a:xfrm>
          <a:custGeom>
            <a:avLst/>
            <a:gdLst>
              <a:gd name="connsiteX0" fmla="*/ 4686423 w 9517857"/>
              <a:gd name="connsiteY0" fmla="*/ 247919 h 918356"/>
              <a:gd name="connsiteX1" fmla="*/ 4689051 w 9517857"/>
              <a:gd name="connsiteY1" fmla="*/ 250968 h 918356"/>
              <a:gd name="connsiteX2" fmla="*/ 4687244 w 9517857"/>
              <a:gd name="connsiteY2" fmla="*/ 251298 h 918356"/>
              <a:gd name="connsiteX3" fmla="*/ 4685225 w 9517857"/>
              <a:gd name="connsiteY3" fmla="*/ 246530 h 918356"/>
              <a:gd name="connsiteX4" fmla="*/ 4686133 w 9517857"/>
              <a:gd name="connsiteY4" fmla="*/ 246727 h 918356"/>
              <a:gd name="connsiteX5" fmla="*/ 4686423 w 9517857"/>
              <a:gd name="connsiteY5" fmla="*/ 247919 h 918356"/>
              <a:gd name="connsiteX6" fmla="*/ 9517856 w 9517857"/>
              <a:gd name="connsiteY6" fmla="*/ 0 h 918356"/>
              <a:gd name="connsiteX7" fmla="*/ 9517857 w 9517857"/>
              <a:gd name="connsiteY7" fmla="*/ 12 h 918356"/>
              <a:gd name="connsiteX8" fmla="*/ 9517857 w 9517857"/>
              <a:gd name="connsiteY8" fmla="*/ 918356 h 918356"/>
              <a:gd name="connsiteX9" fmla="*/ 14604 w 9517857"/>
              <a:gd name="connsiteY9" fmla="*/ 918356 h 918356"/>
              <a:gd name="connsiteX10" fmla="*/ 12841 w 9517857"/>
              <a:gd name="connsiteY10" fmla="*/ 917763 h 918356"/>
              <a:gd name="connsiteX11" fmla="*/ 93 w 9517857"/>
              <a:gd name="connsiteY11" fmla="*/ 912471 h 918356"/>
              <a:gd name="connsiteX12" fmla="*/ 58674 w 9517857"/>
              <a:gd name="connsiteY12" fmla="*/ 890322 h 918356"/>
              <a:gd name="connsiteX13" fmla="*/ 275005 w 9517857"/>
              <a:gd name="connsiteY13" fmla="*/ 807229 h 918356"/>
              <a:gd name="connsiteX14" fmla="*/ 587824 w 9517857"/>
              <a:gd name="connsiteY14" fmla="*/ 798195 h 918356"/>
              <a:gd name="connsiteX15" fmla="*/ 651826 w 9517857"/>
              <a:gd name="connsiteY15" fmla="*/ 738338 h 918356"/>
              <a:gd name="connsiteX16" fmla="*/ 727985 w 9517857"/>
              <a:gd name="connsiteY16" fmla="*/ 719826 h 918356"/>
              <a:gd name="connsiteX17" fmla="*/ 778982 w 9517857"/>
              <a:gd name="connsiteY17" fmla="*/ 710142 h 918356"/>
              <a:gd name="connsiteX18" fmla="*/ 849944 w 9517857"/>
              <a:gd name="connsiteY18" fmla="*/ 717987 h 918356"/>
              <a:gd name="connsiteX19" fmla="*/ 921659 w 9517857"/>
              <a:gd name="connsiteY19" fmla="*/ 712695 h 918356"/>
              <a:gd name="connsiteX20" fmla="*/ 930946 w 9517857"/>
              <a:gd name="connsiteY20" fmla="*/ 734046 h 918356"/>
              <a:gd name="connsiteX21" fmla="*/ 986250 w 9517857"/>
              <a:gd name="connsiteY21" fmla="*/ 713530 h 918356"/>
              <a:gd name="connsiteX22" fmla="*/ 1013752 w 9517857"/>
              <a:gd name="connsiteY22" fmla="*/ 713361 h 918356"/>
              <a:gd name="connsiteX23" fmla="*/ 1023734 w 9517857"/>
              <a:gd name="connsiteY23" fmla="*/ 718571 h 918356"/>
              <a:gd name="connsiteX24" fmla="*/ 1063207 w 9517857"/>
              <a:gd name="connsiteY24" fmla="*/ 715651 h 918356"/>
              <a:gd name="connsiteX25" fmla="*/ 1081980 w 9517857"/>
              <a:gd name="connsiteY25" fmla="*/ 738455 h 918356"/>
              <a:gd name="connsiteX26" fmla="*/ 1218120 w 9517857"/>
              <a:gd name="connsiteY26" fmla="*/ 713280 h 918356"/>
              <a:gd name="connsiteX27" fmla="*/ 1397459 w 9517857"/>
              <a:gd name="connsiteY27" fmla="*/ 691190 h 918356"/>
              <a:gd name="connsiteX28" fmla="*/ 1580688 w 9517857"/>
              <a:gd name="connsiteY28" fmla="*/ 693697 h 918356"/>
              <a:gd name="connsiteX29" fmla="*/ 1772334 w 9517857"/>
              <a:gd name="connsiteY29" fmla="*/ 710640 h 918356"/>
              <a:gd name="connsiteX30" fmla="*/ 2002561 w 9517857"/>
              <a:gd name="connsiteY30" fmla="*/ 659917 h 918356"/>
              <a:gd name="connsiteX31" fmla="*/ 2135144 w 9517857"/>
              <a:gd name="connsiteY31" fmla="*/ 636501 h 918356"/>
              <a:gd name="connsiteX32" fmla="*/ 2440292 w 9517857"/>
              <a:gd name="connsiteY32" fmla="*/ 593862 h 918356"/>
              <a:gd name="connsiteX33" fmla="*/ 2547829 w 9517857"/>
              <a:gd name="connsiteY33" fmla="*/ 566150 h 918356"/>
              <a:gd name="connsiteX34" fmla="*/ 2658055 w 9517857"/>
              <a:gd name="connsiteY34" fmla="*/ 578727 h 918356"/>
              <a:gd name="connsiteX35" fmla="*/ 2693698 w 9517857"/>
              <a:gd name="connsiteY35" fmla="*/ 560029 h 918356"/>
              <a:gd name="connsiteX36" fmla="*/ 2699673 w 9517857"/>
              <a:gd name="connsiteY36" fmla="*/ 556400 h 918356"/>
              <a:gd name="connsiteX37" fmla="*/ 2727306 w 9517857"/>
              <a:gd name="connsiteY37" fmla="*/ 550698 h 918356"/>
              <a:gd name="connsiteX38" fmla="*/ 2730451 w 9517857"/>
              <a:gd name="connsiteY38" fmla="*/ 538058 h 918356"/>
              <a:gd name="connsiteX39" fmla="*/ 2768713 w 9517857"/>
              <a:gd name="connsiteY39" fmla="*/ 521575 h 918356"/>
              <a:gd name="connsiteX40" fmla="*/ 2820868 w 9517857"/>
              <a:gd name="connsiteY40" fmla="*/ 514160 h 918356"/>
              <a:gd name="connsiteX41" fmla="*/ 3073635 w 9517857"/>
              <a:gd name="connsiteY41" fmla="*/ 491294 h 918356"/>
              <a:gd name="connsiteX42" fmla="*/ 3222071 w 9517857"/>
              <a:gd name="connsiteY42" fmla="*/ 470559 h 918356"/>
              <a:gd name="connsiteX43" fmla="*/ 3274069 w 9517857"/>
              <a:gd name="connsiteY43" fmla="*/ 451605 h 918356"/>
              <a:gd name="connsiteX44" fmla="*/ 3349632 w 9517857"/>
              <a:gd name="connsiteY44" fmla="*/ 432583 h 918356"/>
              <a:gd name="connsiteX45" fmla="*/ 3479593 w 9517857"/>
              <a:gd name="connsiteY45" fmla="*/ 390437 h 918356"/>
              <a:gd name="connsiteX46" fmla="*/ 3660110 w 9517857"/>
              <a:gd name="connsiteY46" fmla="*/ 348726 h 918356"/>
              <a:gd name="connsiteX47" fmla="*/ 3750023 w 9517857"/>
              <a:gd name="connsiteY47" fmla="*/ 370678 h 918356"/>
              <a:gd name="connsiteX48" fmla="*/ 3844133 w 9517857"/>
              <a:gd name="connsiteY48" fmla="*/ 360648 h 918356"/>
              <a:gd name="connsiteX49" fmla="*/ 3913545 w 9517857"/>
              <a:gd name="connsiteY49" fmla="*/ 344235 h 918356"/>
              <a:gd name="connsiteX50" fmla="*/ 4266740 w 9517857"/>
              <a:gd name="connsiteY50" fmla="*/ 361454 h 918356"/>
              <a:gd name="connsiteX51" fmla="*/ 4430770 w 9517857"/>
              <a:gd name="connsiteY51" fmla="*/ 342643 h 918356"/>
              <a:gd name="connsiteX52" fmla="*/ 4512664 w 9517857"/>
              <a:gd name="connsiteY52" fmla="*/ 319948 h 918356"/>
              <a:gd name="connsiteX53" fmla="*/ 4616423 w 9517857"/>
              <a:gd name="connsiteY53" fmla="*/ 290914 h 918356"/>
              <a:gd name="connsiteX54" fmla="*/ 4691675 w 9517857"/>
              <a:gd name="connsiteY54" fmla="*/ 254011 h 918356"/>
              <a:gd name="connsiteX55" fmla="*/ 4689051 w 9517857"/>
              <a:gd name="connsiteY55" fmla="*/ 250968 h 918356"/>
              <a:gd name="connsiteX56" fmla="*/ 4719994 w 9517857"/>
              <a:gd name="connsiteY56" fmla="*/ 245307 h 918356"/>
              <a:gd name="connsiteX57" fmla="*/ 4752894 w 9517857"/>
              <a:gd name="connsiteY57" fmla="*/ 239875 h 918356"/>
              <a:gd name="connsiteX58" fmla="*/ 4769329 w 9517857"/>
              <a:gd name="connsiteY58" fmla="*/ 233585 h 918356"/>
              <a:gd name="connsiteX59" fmla="*/ 4775634 w 9517857"/>
              <a:gd name="connsiteY59" fmla="*/ 234063 h 918356"/>
              <a:gd name="connsiteX60" fmla="*/ 4790452 w 9517857"/>
              <a:gd name="connsiteY60" fmla="*/ 233572 h 918356"/>
              <a:gd name="connsiteX61" fmla="*/ 4789062 w 9517857"/>
              <a:gd name="connsiteY61" fmla="*/ 241924 h 918356"/>
              <a:gd name="connsiteX62" fmla="*/ 4827826 w 9517857"/>
              <a:gd name="connsiteY62" fmla="*/ 246977 h 918356"/>
              <a:gd name="connsiteX63" fmla="*/ 4892569 w 9517857"/>
              <a:gd name="connsiteY63" fmla="*/ 249933 h 918356"/>
              <a:gd name="connsiteX64" fmla="*/ 4896611 w 9517857"/>
              <a:gd name="connsiteY64" fmla="*/ 240448 h 918356"/>
              <a:gd name="connsiteX65" fmla="*/ 4917286 w 9517857"/>
              <a:gd name="connsiteY65" fmla="*/ 243659 h 918356"/>
              <a:gd name="connsiteX66" fmla="*/ 4981173 w 9517857"/>
              <a:gd name="connsiteY66" fmla="*/ 247103 h 918356"/>
              <a:gd name="connsiteX67" fmla="*/ 5060397 w 9517857"/>
              <a:gd name="connsiteY67" fmla="*/ 263688 h 918356"/>
              <a:gd name="connsiteX68" fmla="*/ 5252996 w 9517857"/>
              <a:gd name="connsiteY68" fmla="*/ 270655 h 918356"/>
              <a:gd name="connsiteX69" fmla="*/ 5358056 w 9517857"/>
              <a:gd name="connsiteY69" fmla="*/ 247248 h 918356"/>
              <a:gd name="connsiteX70" fmla="*/ 5426496 w 9517857"/>
              <a:gd name="connsiteY70" fmla="*/ 235142 h 918356"/>
              <a:gd name="connsiteX71" fmla="*/ 5497161 w 9517857"/>
              <a:gd name="connsiteY71" fmla="*/ 228808 h 918356"/>
              <a:gd name="connsiteX72" fmla="*/ 5826043 w 9517857"/>
              <a:gd name="connsiteY72" fmla="*/ 148073 h 918356"/>
              <a:gd name="connsiteX73" fmla="*/ 6013415 w 9517857"/>
              <a:gd name="connsiteY73" fmla="*/ 137316 h 918356"/>
              <a:gd name="connsiteX74" fmla="*/ 6080994 w 9517857"/>
              <a:gd name="connsiteY74" fmla="*/ 142938 h 918356"/>
              <a:gd name="connsiteX75" fmla="*/ 6194152 w 9517857"/>
              <a:gd name="connsiteY75" fmla="*/ 151772 h 918356"/>
              <a:gd name="connsiteX76" fmla="*/ 6281379 w 9517857"/>
              <a:gd name="connsiteY76" fmla="*/ 181626 h 918356"/>
              <a:gd name="connsiteX77" fmla="*/ 6374947 w 9517857"/>
              <a:gd name="connsiteY77" fmla="*/ 179799 h 918356"/>
              <a:gd name="connsiteX78" fmla="*/ 6448518 w 9517857"/>
              <a:gd name="connsiteY78" fmla="*/ 164378 h 918356"/>
              <a:gd name="connsiteX79" fmla="*/ 6544700 w 9517857"/>
              <a:gd name="connsiteY79" fmla="*/ 167161 h 918356"/>
              <a:gd name="connsiteX80" fmla="*/ 6648353 w 9517857"/>
              <a:gd name="connsiteY80" fmla="*/ 172250 h 918356"/>
              <a:gd name="connsiteX81" fmla="*/ 6736227 w 9517857"/>
              <a:gd name="connsiteY81" fmla="*/ 173216 h 918356"/>
              <a:gd name="connsiteX82" fmla="*/ 6977218 w 9517857"/>
              <a:gd name="connsiteY82" fmla="*/ 184289 h 918356"/>
              <a:gd name="connsiteX83" fmla="*/ 7065221 w 9517857"/>
              <a:gd name="connsiteY83" fmla="*/ 227531 h 918356"/>
              <a:gd name="connsiteX84" fmla="*/ 7366876 w 9517857"/>
              <a:gd name="connsiteY84" fmla="*/ 248468 h 918356"/>
              <a:gd name="connsiteX85" fmla="*/ 7565449 w 9517857"/>
              <a:gd name="connsiteY85" fmla="*/ 258950 h 918356"/>
              <a:gd name="connsiteX86" fmla="*/ 7599285 w 9517857"/>
              <a:gd name="connsiteY86" fmla="*/ 266021 h 918356"/>
              <a:gd name="connsiteX87" fmla="*/ 7644411 w 9517857"/>
              <a:gd name="connsiteY87" fmla="*/ 258986 h 918356"/>
              <a:gd name="connsiteX88" fmla="*/ 7825110 w 9517857"/>
              <a:gd name="connsiteY88" fmla="*/ 229109 h 918356"/>
              <a:gd name="connsiteX89" fmla="*/ 7965804 w 9517857"/>
              <a:gd name="connsiteY89" fmla="*/ 190545 h 918356"/>
              <a:gd name="connsiteX90" fmla="*/ 8147401 w 9517857"/>
              <a:gd name="connsiteY90" fmla="*/ 205617 h 918356"/>
              <a:gd name="connsiteX91" fmla="*/ 8256033 w 9517857"/>
              <a:gd name="connsiteY91" fmla="*/ 193713 h 918356"/>
              <a:gd name="connsiteX92" fmla="*/ 8410677 w 9517857"/>
              <a:gd name="connsiteY92" fmla="*/ 172167 h 918356"/>
              <a:gd name="connsiteX93" fmla="*/ 8617841 w 9517857"/>
              <a:gd name="connsiteY93" fmla="*/ 155167 h 918356"/>
              <a:gd name="connsiteX94" fmla="*/ 8715976 w 9517857"/>
              <a:gd name="connsiteY94" fmla="*/ 178374 h 918356"/>
              <a:gd name="connsiteX95" fmla="*/ 8778827 w 9517857"/>
              <a:gd name="connsiteY95" fmla="*/ 172936 h 918356"/>
              <a:gd name="connsiteX96" fmla="*/ 8840778 w 9517857"/>
              <a:gd name="connsiteY96" fmla="*/ 143149 h 918356"/>
              <a:gd name="connsiteX97" fmla="*/ 9010380 w 9517857"/>
              <a:gd name="connsiteY97" fmla="*/ 91891 h 918356"/>
              <a:gd name="connsiteX98" fmla="*/ 9110856 w 9517857"/>
              <a:gd name="connsiteY98" fmla="*/ 70997 h 918356"/>
              <a:gd name="connsiteX99" fmla="*/ 9268817 w 9517857"/>
              <a:gd name="connsiteY99" fmla="*/ 53082 h 918356"/>
              <a:gd name="connsiteX100" fmla="*/ 9316667 w 9517857"/>
              <a:gd name="connsiteY100" fmla="*/ 45047 h 918356"/>
              <a:gd name="connsiteX101" fmla="*/ 9428209 w 9517857"/>
              <a:gd name="connsiteY101" fmla="*/ 29923 h 9183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</a:cxnLst>
            <a:rect l="l" t="t" r="r" b="b"/>
            <a:pathLst>
              <a:path w="9517857" h="918356">
                <a:moveTo>
                  <a:pt x="4686423" y="247919"/>
                </a:moveTo>
                <a:lnTo>
                  <a:pt x="4689051" y="250968"/>
                </a:lnTo>
                <a:lnTo>
                  <a:pt x="4687244" y="251298"/>
                </a:lnTo>
                <a:close/>
                <a:moveTo>
                  <a:pt x="4685225" y="246530"/>
                </a:moveTo>
                <a:cubicBezTo>
                  <a:pt x="4688837" y="243198"/>
                  <a:pt x="4687468" y="244598"/>
                  <a:pt x="4686133" y="246727"/>
                </a:cubicBezTo>
                <a:lnTo>
                  <a:pt x="4686423" y="247919"/>
                </a:lnTo>
                <a:close/>
                <a:moveTo>
                  <a:pt x="9517856" y="0"/>
                </a:moveTo>
                <a:lnTo>
                  <a:pt x="9517857" y="12"/>
                </a:lnTo>
                <a:lnTo>
                  <a:pt x="9517857" y="918356"/>
                </a:lnTo>
                <a:lnTo>
                  <a:pt x="14604" y="918356"/>
                </a:lnTo>
                <a:lnTo>
                  <a:pt x="12841" y="917763"/>
                </a:lnTo>
                <a:cubicBezTo>
                  <a:pt x="4532" y="914864"/>
                  <a:pt x="-773" y="912807"/>
                  <a:pt x="93" y="912471"/>
                </a:cubicBezTo>
                <a:cubicBezTo>
                  <a:pt x="172" y="912298"/>
                  <a:pt x="58594" y="890495"/>
                  <a:pt x="58674" y="890322"/>
                </a:cubicBezTo>
                <a:cubicBezTo>
                  <a:pt x="127436" y="929614"/>
                  <a:pt x="206243" y="828226"/>
                  <a:pt x="275005" y="807229"/>
                </a:cubicBezTo>
                <a:cubicBezTo>
                  <a:pt x="303983" y="806087"/>
                  <a:pt x="504960" y="777375"/>
                  <a:pt x="587824" y="798195"/>
                </a:cubicBezTo>
                <a:cubicBezTo>
                  <a:pt x="598733" y="769348"/>
                  <a:pt x="682904" y="785924"/>
                  <a:pt x="651826" y="738338"/>
                </a:cubicBezTo>
                <a:cubicBezTo>
                  <a:pt x="688440" y="737862"/>
                  <a:pt x="753255" y="750396"/>
                  <a:pt x="727985" y="719826"/>
                </a:cubicBezTo>
                <a:cubicBezTo>
                  <a:pt x="739648" y="718749"/>
                  <a:pt x="775717" y="715087"/>
                  <a:pt x="778982" y="710142"/>
                </a:cubicBezTo>
                <a:cubicBezTo>
                  <a:pt x="779189" y="709407"/>
                  <a:pt x="849736" y="718721"/>
                  <a:pt x="849944" y="717987"/>
                </a:cubicBezTo>
                <a:lnTo>
                  <a:pt x="921659" y="712695"/>
                </a:lnTo>
                <a:lnTo>
                  <a:pt x="930946" y="734046"/>
                </a:lnTo>
                <a:lnTo>
                  <a:pt x="986250" y="713530"/>
                </a:lnTo>
                <a:lnTo>
                  <a:pt x="1013752" y="713361"/>
                </a:lnTo>
                <a:lnTo>
                  <a:pt x="1023734" y="718571"/>
                </a:lnTo>
                <a:cubicBezTo>
                  <a:pt x="1033291" y="721276"/>
                  <a:pt x="1045398" y="721394"/>
                  <a:pt x="1063207" y="715651"/>
                </a:cubicBezTo>
                <a:lnTo>
                  <a:pt x="1081980" y="738455"/>
                </a:lnTo>
                <a:lnTo>
                  <a:pt x="1218120" y="713280"/>
                </a:lnTo>
                <a:cubicBezTo>
                  <a:pt x="1230137" y="716162"/>
                  <a:pt x="1387179" y="685179"/>
                  <a:pt x="1397459" y="691190"/>
                </a:cubicBezTo>
                <a:cubicBezTo>
                  <a:pt x="1490025" y="704984"/>
                  <a:pt x="1465878" y="715604"/>
                  <a:pt x="1580688" y="693697"/>
                </a:cubicBezTo>
                <a:cubicBezTo>
                  <a:pt x="1607067" y="704379"/>
                  <a:pt x="1719477" y="658239"/>
                  <a:pt x="1772334" y="710640"/>
                </a:cubicBezTo>
                <a:cubicBezTo>
                  <a:pt x="1745536" y="644824"/>
                  <a:pt x="1976078" y="716436"/>
                  <a:pt x="2002561" y="659917"/>
                </a:cubicBezTo>
                <a:cubicBezTo>
                  <a:pt x="2045346" y="660357"/>
                  <a:pt x="2166676" y="654391"/>
                  <a:pt x="2135144" y="636501"/>
                </a:cubicBezTo>
                <a:cubicBezTo>
                  <a:pt x="2276591" y="665055"/>
                  <a:pt x="2293173" y="591792"/>
                  <a:pt x="2440292" y="593862"/>
                </a:cubicBezTo>
                <a:cubicBezTo>
                  <a:pt x="2495160" y="534824"/>
                  <a:pt x="2473343" y="585644"/>
                  <a:pt x="2547829" y="566150"/>
                </a:cubicBezTo>
                <a:cubicBezTo>
                  <a:pt x="2545438" y="614169"/>
                  <a:pt x="2632278" y="528280"/>
                  <a:pt x="2658055" y="578727"/>
                </a:cubicBezTo>
                <a:cubicBezTo>
                  <a:pt x="2670795" y="573581"/>
                  <a:pt x="2682322" y="567005"/>
                  <a:pt x="2693698" y="560029"/>
                </a:cubicBezTo>
                <a:lnTo>
                  <a:pt x="2699673" y="556400"/>
                </a:lnTo>
                <a:lnTo>
                  <a:pt x="2727306" y="550698"/>
                </a:lnTo>
                <a:lnTo>
                  <a:pt x="2730451" y="538058"/>
                </a:lnTo>
                <a:lnTo>
                  <a:pt x="2768713" y="521575"/>
                </a:lnTo>
                <a:cubicBezTo>
                  <a:pt x="2783756" y="517104"/>
                  <a:pt x="2800788" y="514291"/>
                  <a:pt x="2820868" y="514160"/>
                </a:cubicBezTo>
                <a:cubicBezTo>
                  <a:pt x="2894791" y="532885"/>
                  <a:pt x="2981506" y="465507"/>
                  <a:pt x="3073635" y="491294"/>
                </a:cubicBezTo>
                <a:cubicBezTo>
                  <a:pt x="3106872" y="496624"/>
                  <a:pt x="3205785" y="487718"/>
                  <a:pt x="3222071" y="470559"/>
                </a:cubicBezTo>
                <a:cubicBezTo>
                  <a:pt x="3242193" y="465514"/>
                  <a:pt x="3267163" y="469136"/>
                  <a:pt x="3274069" y="451605"/>
                </a:cubicBezTo>
                <a:cubicBezTo>
                  <a:pt x="3286659" y="430165"/>
                  <a:pt x="3363648" y="455571"/>
                  <a:pt x="3349632" y="432583"/>
                </a:cubicBezTo>
                <a:cubicBezTo>
                  <a:pt x="3404182" y="449847"/>
                  <a:pt x="3438210" y="404323"/>
                  <a:pt x="3479593" y="390437"/>
                </a:cubicBezTo>
                <a:cubicBezTo>
                  <a:pt x="3523240" y="408403"/>
                  <a:pt x="3567027" y="361554"/>
                  <a:pt x="3660110" y="348726"/>
                </a:cubicBezTo>
                <a:cubicBezTo>
                  <a:pt x="3708299" y="369683"/>
                  <a:pt x="3662447" y="344775"/>
                  <a:pt x="3750023" y="370678"/>
                </a:cubicBezTo>
                <a:cubicBezTo>
                  <a:pt x="3752092" y="367132"/>
                  <a:pt x="3816880" y="365055"/>
                  <a:pt x="3844133" y="360648"/>
                </a:cubicBezTo>
                <a:cubicBezTo>
                  <a:pt x="3871386" y="356240"/>
                  <a:pt x="3882848" y="332490"/>
                  <a:pt x="3913545" y="344235"/>
                </a:cubicBezTo>
                <a:cubicBezTo>
                  <a:pt x="4050255" y="376864"/>
                  <a:pt x="4159924" y="363190"/>
                  <a:pt x="4266740" y="361454"/>
                </a:cubicBezTo>
                <a:cubicBezTo>
                  <a:pt x="4385770" y="354374"/>
                  <a:pt x="4314535" y="340143"/>
                  <a:pt x="4430770" y="342643"/>
                </a:cubicBezTo>
                <a:cubicBezTo>
                  <a:pt x="4439969" y="322594"/>
                  <a:pt x="4478290" y="314645"/>
                  <a:pt x="4512664" y="319948"/>
                </a:cubicBezTo>
                <a:cubicBezTo>
                  <a:pt x="4570011" y="315138"/>
                  <a:pt x="4549085" y="269599"/>
                  <a:pt x="4616423" y="290914"/>
                </a:cubicBezTo>
                <a:cubicBezTo>
                  <a:pt x="4599641" y="270277"/>
                  <a:pt x="4692085" y="269216"/>
                  <a:pt x="4691675" y="254011"/>
                </a:cubicBezTo>
                <a:lnTo>
                  <a:pt x="4689051" y="250968"/>
                </a:lnTo>
                <a:lnTo>
                  <a:pt x="4719994" y="245307"/>
                </a:lnTo>
                <a:cubicBezTo>
                  <a:pt x="4732635" y="242775"/>
                  <a:pt x="4745300" y="240335"/>
                  <a:pt x="4752894" y="239875"/>
                </a:cubicBezTo>
                <a:lnTo>
                  <a:pt x="4769329" y="233585"/>
                </a:lnTo>
                <a:lnTo>
                  <a:pt x="4775634" y="234063"/>
                </a:lnTo>
                <a:lnTo>
                  <a:pt x="4790452" y="233572"/>
                </a:lnTo>
                <a:cubicBezTo>
                  <a:pt x="4789989" y="236356"/>
                  <a:pt x="4789525" y="239141"/>
                  <a:pt x="4789062" y="241924"/>
                </a:cubicBezTo>
                <a:cubicBezTo>
                  <a:pt x="4786342" y="249932"/>
                  <a:pt x="4804560" y="248631"/>
                  <a:pt x="4827826" y="246977"/>
                </a:cubicBezTo>
                <a:cubicBezTo>
                  <a:pt x="4875782" y="239569"/>
                  <a:pt x="4874112" y="283413"/>
                  <a:pt x="4892569" y="249933"/>
                </a:cubicBezTo>
                <a:lnTo>
                  <a:pt x="4896611" y="240448"/>
                </a:lnTo>
                <a:lnTo>
                  <a:pt x="4917286" y="243659"/>
                </a:lnTo>
                <a:cubicBezTo>
                  <a:pt x="4923060" y="243799"/>
                  <a:pt x="4981729" y="240979"/>
                  <a:pt x="4981173" y="247103"/>
                </a:cubicBezTo>
                <a:cubicBezTo>
                  <a:pt x="5024880" y="220690"/>
                  <a:pt x="5014146" y="257963"/>
                  <a:pt x="5060397" y="263688"/>
                </a:cubicBezTo>
                <a:cubicBezTo>
                  <a:pt x="5093356" y="238589"/>
                  <a:pt x="5157892" y="275351"/>
                  <a:pt x="5252996" y="270655"/>
                </a:cubicBezTo>
                <a:cubicBezTo>
                  <a:pt x="5288840" y="241872"/>
                  <a:pt x="5287005" y="287921"/>
                  <a:pt x="5358056" y="247248"/>
                </a:cubicBezTo>
                <a:cubicBezTo>
                  <a:pt x="5361752" y="250257"/>
                  <a:pt x="5403312" y="238215"/>
                  <a:pt x="5426496" y="235142"/>
                </a:cubicBezTo>
                <a:cubicBezTo>
                  <a:pt x="5449679" y="232069"/>
                  <a:pt x="5473549" y="245611"/>
                  <a:pt x="5497161" y="228808"/>
                </a:cubicBezTo>
                <a:cubicBezTo>
                  <a:pt x="5611861" y="172767"/>
                  <a:pt x="5723211" y="165860"/>
                  <a:pt x="5826043" y="148073"/>
                </a:cubicBezTo>
                <a:cubicBezTo>
                  <a:pt x="5943127" y="133166"/>
                  <a:pt x="5872659" y="193078"/>
                  <a:pt x="6013415" y="137316"/>
                </a:cubicBezTo>
                <a:cubicBezTo>
                  <a:pt x="6031924" y="154783"/>
                  <a:pt x="6050745" y="154258"/>
                  <a:pt x="6080994" y="142938"/>
                </a:cubicBezTo>
                <a:cubicBezTo>
                  <a:pt x="6138083" y="137090"/>
                  <a:pt x="6140195" y="184383"/>
                  <a:pt x="6194152" y="151772"/>
                </a:cubicBezTo>
                <a:cubicBezTo>
                  <a:pt x="6187280" y="177783"/>
                  <a:pt x="6304222" y="153410"/>
                  <a:pt x="6281379" y="181626"/>
                </a:cubicBezTo>
                <a:cubicBezTo>
                  <a:pt x="6321899" y="201819"/>
                  <a:pt x="6335111" y="162590"/>
                  <a:pt x="6374947" y="179799"/>
                </a:cubicBezTo>
                <a:cubicBezTo>
                  <a:pt x="6417404" y="181336"/>
                  <a:pt x="6402484" y="169694"/>
                  <a:pt x="6448518" y="164378"/>
                </a:cubicBezTo>
                <a:cubicBezTo>
                  <a:pt x="6504958" y="162488"/>
                  <a:pt x="6493438" y="111203"/>
                  <a:pt x="6544700" y="167161"/>
                </a:cubicBezTo>
                <a:cubicBezTo>
                  <a:pt x="6601507" y="148697"/>
                  <a:pt x="6566269" y="164386"/>
                  <a:pt x="6648353" y="172250"/>
                </a:cubicBezTo>
                <a:cubicBezTo>
                  <a:pt x="6680008" y="155223"/>
                  <a:pt x="6707960" y="160673"/>
                  <a:pt x="6736227" y="173216"/>
                </a:cubicBezTo>
                <a:cubicBezTo>
                  <a:pt x="6813963" y="164284"/>
                  <a:pt x="6888143" y="181296"/>
                  <a:pt x="6977218" y="184289"/>
                </a:cubicBezTo>
                <a:cubicBezTo>
                  <a:pt x="7040424" y="188318"/>
                  <a:pt x="7000278" y="216835"/>
                  <a:pt x="7065221" y="227531"/>
                </a:cubicBezTo>
                <a:cubicBezTo>
                  <a:pt x="7130163" y="238228"/>
                  <a:pt x="7291878" y="238208"/>
                  <a:pt x="7366876" y="248468"/>
                </a:cubicBezTo>
                <a:cubicBezTo>
                  <a:pt x="7491356" y="206752"/>
                  <a:pt x="7367734" y="280166"/>
                  <a:pt x="7565449" y="258950"/>
                </a:cubicBezTo>
                <a:cubicBezTo>
                  <a:pt x="7575959" y="252432"/>
                  <a:pt x="7600854" y="257628"/>
                  <a:pt x="7599285" y="266021"/>
                </a:cubicBezTo>
                <a:cubicBezTo>
                  <a:pt x="7611616" y="262940"/>
                  <a:pt x="7639946" y="245819"/>
                  <a:pt x="7644411" y="258986"/>
                </a:cubicBezTo>
                <a:cubicBezTo>
                  <a:pt x="7708015" y="258012"/>
                  <a:pt x="7770249" y="247724"/>
                  <a:pt x="7825110" y="229109"/>
                </a:cubicBezTo>
                <a:cubicBezTo>
                  <a:pt x="7949762" y="247028"/>
                  <a:pt x="7921956" y="197757"/>
                  <a:pt x="7965804" y="190545"/>
                </a:cubicBezTo>
                <a:cubicBezTo>
                  <a:pt x="8039439" y="213878"/>
                  <a:pt x="8063651" y="191475"/>
                  <a:pt x="8147401" y="205617"/>
                </a:cubicBezTo>
                <a:cubicBezTo>
                  <a:pt x="8166453" y="196610"/>
                  <a:pt x="8225048" y="207099"/>
                  <a:pt x="8256033" y="193713"/>
                </a:cubicBezTo>
                <a:cubicBezTo>
                  <a:pt x="8311388" y="242017"/>
                  <a:pt x="8350376" y="178592"/>
                  <a:pt x="8410677" y="172167"/>
                </a:cubicBezTo>
                <a:cubicBezTo>
                  <a:pt x="8470978" y="165743"/>
                  <a:pt x="8572470" y="206385"/>
                  <a:pt x="8617841" y="155167"/>
                </a:cubicBezTo>
                <a:cubicBezTo>
                  <a:pt x="8646050" y="160448"/>
                  <a:pt x="8664949" y="183631"/>
                  <a:pt x="8715976" y="178374"/>
                </a:cubicBezTo>
                <a:cubicBezTo>
                  <a:pt x="8737194" y="188216"/>
                  <a:pt x="8738009" y="189511"/>
                  <a:pt x="8778827" y="172936"/>
                </a:cubicBezTo>
                <a:cubicBezTo>
                  <a:pt x="8725277" y="146372"/>
                  <a:pt x="8850819" y="175612"/>
                  <a:pt x="8840778" y="143149"/>
                </a:cubicBezTo>
                <a:cubicBezTo>
                  <a:pt x="8903519" y="121096"/>
                  <a:pt x="9021861" y="150359"/>
                  <a:pt x="9010380" y="91891"/>
                </a:cubicBezTo>
                <a:cubicBezTo>
                  <a:pt x="9027103" y="56852"/>
                  <a:pt x="9112524" y="108357"/>
                  <a:pt x="9110856" y="70997"/>
                </a:cubicBezTo>
                <a:cubicBezTo>
                  <a:pt x="9148189" y="94250"/>
                  <a:pt x="9209809" y="53285"/>
                  <a:pt x="9268817" y="53082"/>
                </a:cubicBezTo>
                <a:cubicBezTo>
                  <a:pt x="9279135" y="35997"/>
                  <a:pt x="9292736" y="36520"/>
                  <a:pt x="9316667" y="45047"/>
                </a:cubicBezTo>
                <a:cubicBezTo>
                  <a:pt x="9352186" y="45862"/>
                  <a:pt x="9390008" y="39799"/>
                  <a:pt x="9428209" y="29923"/>
                </a:cubicBezTo>
                <a:close/>
              </a:path>
            </a:pathLst>
          </a:custGeom>
          <a:solidFill>
            <a:srgbClr val="82766A">
              <a:alpha val="15000"/>
            </a:srgbClr>
          </a:solidFill>
          <a:ln w="12700" cap="flat" cmpd="sng" algn="ctr">
            <a:noFill/>
            <a:prstDash val="solid"/>
            <a:miter lim="800000"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081EA652-8C6A-4E69-BEB9-17080947455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ight Triangle 9">
            <a:extLst>
              <a:ext uri="{FF2B5EF4-FFF2-40B4-BE49-F238E27FC236}">
                <a16:creationId xmlns:a16="http://schemas.microsoft.com/office/drawing/2014/main" id="{5298780A-33B9-4EA2-8F67-DE68AD62841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6432540" y="3335867"/>
            <a:ext cx="2468880" cy="3200400"/>
          </a:xfrm>
          <a:prstGeom prst="rtTriangl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7F488E8B-4E1E-4402-8935-D4E6C02615C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330" y="623275"/>
            <a:ext cx="8178790" cy="5607882"/>
          </a:xfrm>
          <a:prstGeom prst="rect">
            <a:avLst/>
          </a:prstGeom>
          <a:noFill/>
          <a:ln w="19050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930" y="1050595"/>
            <a:ext cx="6056111" cy="1618489"/>
          </a:xfrm>
        </p:spPr>
        <p:txBody>
          <a:bodyPr anchor="ctr">
            <a:normAutofit/>
          </a:bodyPr>
          <a:lstStyle/>
          <a:p>
            <a:r>
              <a:rPr lang="en-US" sz="6300">
                <a:solidFill>
                  <a:schemeClr val="accent4"/>
                </a:solidFill>
              </a:rPr>
              <a:t>Les rôles qualité</a:t>
            </a:r>
            <a:endParaRPr lang="en-US" sz="6300">
              <a:solidFill>
                <a:schemeClr val="accent4"/>
              </a:solidFill>
              <a:ea typeface="Calibri"/>
              <a:cs typeface="Calibri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3930" y="2969469"/>
            <a:ext cx="6056111" cy="2800395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fr-CA" sz="2100" b="1" dirty="0">
                <a:solidFill>
                  <a:schemeClr val="accent4"/>
                </a:solidFill>
              </a:rPr>
              <a:t>Manager</a:t>
            </a:r>
            <a:r>
              <a:rPr lang="fr-CA" sz="2100" dirty="0">
                <a:solidFill>
                  <a:schemeClr val="accent4"/>
                </a:solidFill>
              </a:rPr>
              <a:t> (QM) → supervise qualité globale (</a:t>
            </a:r>
            <a:r>
              <a:rPr lang="fr-CA" sz="2100" b="1" dirty="0" err="1">
                <a:solidFill>
                  <a:schemeClr val="accent4"/>
                </a:solidFill>
              </a:rPr>
              <a:t>ToTAL</a:t>
            </a:r>
            <a:r>
              <a:rPr lang="fr-CA" sz="2100" dirty="0">
                <a:solidFill>
                  <a:schemeClr val="accent4"/>
                </a:solidFill>
              </a:rPr>
              <a:t>)</a:t>
            </a:r>
          </a:p>
          <a:p>
            <a:r>
              <a:rPr lang="fr-CA" sz="2100" b="1" dirty="0">
                <a:solidFill>
                  <a:schemeClr val="accent4"/>
                </a:solidFill>
              </a:rPr>
              <a:t>Architecte/Analyste</a:t>
            </a:r>
            <a:r>
              <a:rPr lang="fr-CA" sz="2100" dirty="0">
                <a:solidFill>
                  <a:schemeClr val="accent4"/>
                </a:solidFill>
              </a:rPr>
              <a:t> (QA) → participe à la définition, </a:t>
            </a:r>
            <a:r>
              <a:rPr lang="fr-CA" sz="2100" dirty="0" err="1">
                <a:solidFill>
                  <a:schemeClr val="accent4"/>
                </a:solidFill>
              </a:rPr>
              <a:t>modèlisation</a:t>
            </a:r>
            <a:r>
              <a:rPr lang="fr-CA" sz="2100" dirty="0">
                <a:solidFill>
                  <a:schemeClr val="accent4"/>
                </a:solidFill>
              </a:rPr>
              <a:t> (</a:t>
            </a:r>
            <a:r>
              <a:rPr lang="fr-CA" sz="2100" b="1" dirty="0">
                <a:solidFill>
                  <a:schemeClr val="accent4"/>
                </a:solidFill>
              </a:rPr>
              <a:t>SENSe</a:t>
            </a:r>
            <a:r>
              <a:rPr lang="fr-CA" sz="2100" dirty="0">
                <a:solidFill>
                  <a:schemeClr val="accent4"/>
                </a:solidFill>
              </a:rPr>
              <a:t>)</a:t>
            </a:r>
            <a:endParaRPr lang="fr-CA" sz="2100" dirty="0">
              <a:solidFill>
                <a:schemeClr val="accent4"/>
              </a:solidFill>
              <a:ea typeface="Calibri"/>
              <a:cs typeface="Calibri"/>
            </a:endParaRPr>
          </a:p>
          <a:p>
            <a:r>
              <a:rPr lang="fr-CA" sz="2100" b="1" dirty="0">
                <a:solidFill>
                  <a:schemeClr val="accent4"/>
                </a:solidFill>
              </a:rPr>
              <a:t>Assistant/Coach</a:t>
            </a:r>
            <a:r>
              <a:rPr lang="fr-CA" sz="2100" dirty="0">
                <a:solidFill>
                  <a:schemeClr val="accent4"/>
                </a:solidFill>
              </a:rPr>
              <a:t> (QA) → participe à l'alignement, le respect des spécifications (</a:t>
            </a:r>
            <a:r>
              <a:rPr lang="fr-CA" sz="2100" b="1" dirty="0" err="1">
                <a:solidFill>
                  <a:schemeClr val="accent4"/>
                </a:solidFill>
              </a:rPr>
              <a:t>FORGe</a:t>
            </a:r>
            <a:r>
              <a:rPr lang="fr-CA" sz="2100" b="1" dirty="0">
                <a:solidFill>
                  <a:schemeClr val="accent4"/>
                </a:solidFill>
              </a:rPr>
              <a:t> </a:t>
            </a:r>
            <a:r>
              <a:rPr lang="fr-CA" sz="2100" dirty="0">
                <a:solidFill>
                  <a:schemeClr val="accent4"/>
                </a:solidFill>
              </a:rPr>
              <a:t>et </a:t>
            </a:r>
            <a:r>
              <a:rPr lang="fr-CA" sz="2100" b="1" dirty="0" err="1">
                <a:solidFill>
                  <a:schemeClr val="accent4"/>
                </a:solidFill>
              </a:rPr>
              <a:t>CARe</a:t>
            </a:r>
            <a:r>
              <a:rPr lang="fr-CA" sz="2100" dirty="0">
                <a:solidFill>
                  <a:schemeClr val="accent4"/>
                </a:solidFill>
              </a:rPr>
              <a:t>)</a:t>
            </a:r>
            <a:endParaRPr lang="fr-CA" sz="2100" dirty="0">
              <a:solidFill>
                <a:schemeClr val="accent4"/>
              </a:solidFill>
              <a:ea typeface="Calibri"/>
              <a:cs typeface="Calibri"/>
            </a:endParaRPr>
          </a:p>
          <a:p>
            <a:r>
              <a:rPr lang="fr-CA" sz="2100" b="1" dirty="0">
                <a:solidFill>
                  <a:schemeClr val="accent4"/>
                </a:solidFill>
              </a:rPr>
              <a:t>Acteur/Testeur</a:t>
            </a:r>
            <a:r>
              <a:rPr lang="fr-CA" sz="2100" dirty="0">
                <a:solidFill>
                  <a:schemeClr val="accent4"/>
                </a:solidFill>
              </a:rPr>
              <a:t> (QA) → vit le produit (</a:t>
            </a:r>
            <a:r>
              <a:rPr lang="fr-CA" sz="2100" b="1" dirty="0" err="1">
                <a:solidFill>
                  <a:schemeClr val="accent4"/>
                </a:solidFill>
              </a:rPr>
              <a:t>CARe</a:t>
            </a:r>
            <a:r>
              <a:rPr lang="fr-CA" sz="2100" dirty="0">
                <a:solidFill>
                  <a:schemeClr val="accent4"/>
                </a:solidFill>
              </a:rPr>
              <a:t>)</a:t>
            </a:r>
            <a:endParaRPr lang="fr-CA" sz="2100" dirty="0">
              <a:solidFill>
                <a:schemeClr val="accent4"/>
              </a:solidFill>
              <a:ea typeface="Calibri"/>
              <a:cs typeface="Calibri"/>
            </a:endParaRPr>
          </a:p>
          <a:p>
            <a:endParaRPr lang="fr-CA" sz="2100" dirty="0">
              <a:solidFill>
                <a:schemeClr val="accent4"/>
              </a:solidFill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41418555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/>
          </a:bodyPr>
          <a:lstStyle/>
          <a:p>
            <a:r>
              <a:rPr lang="fr-CA" sz="4700">
                <a:solidFill>
                  <a:schemeClr val="accent4"/>
                </a:solidFill>
              </a:rPr>
              <a:t>Manager qualité (QM)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5245" y="2599509"/>
            <a:ext cx="7607751" cy="343553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fr-CA" sz="2100" dirty="0">
                <a:solidFill>
                  <a:schemeClr val="accent4"/>
                </a:solidFill>
                <a:ea typeface="Calibri"/>
                <a:cs typeface="Calibri"/>
              </a:rPr>
              <a:t>Est dans </a:t>
            </a:r>
            <a:r>
              <a:rPr lang="fr-CA" sz="2100" b="1" dirty="0" err="1">
                <a:solidFill>
                  <a:schemeClr val="accent4"/>
                </a:solidFill>
                <a:ea typeface="Calibri"/>
                <a:cs typeface="Calibri"/>
              </a:rPr>
              <a:t>ToTAL</a:t>
            </a:r>
            <a:r>
              <a:rPr lang="fr-CA" sz="2100" dirty="0">
                <a:solidFill>
                  <a:schemeClr val="accent4"/>
                </a:solidFill>
                <a:ea typeface="Calibri"/>
                <a:cs typeface="Calibri"/>
              </a:rPr>
              <a:t>, l'ensemble</a:t>
            </a:r>
          </a:p>
          <a:p>
            <a:r>
              <a:rPr lang="fr-CA" sz="2100" dirty="0">
                <a:solidFill>
                  <a:schemeClr val="accent4"/>
                </a:solidFill>
              </a:rPr>
              <a:t>Responsable global de la qualité</a:t>
            </a:r>
            <a:endParaRPr lang="fr-CA" sz="2100" dirty="0">
              <a:solidFill>
                <a:schemeClr val="accent4"/>
              </a:solidFill>
              <a:ea typeface="Calibri"/>
              <a:cs typeface="Calibri"/>
            </a:endParaRPr>
          </a:p>
          <a:p>
            <a:r>
              <a:rPr lang="fr-CA" sz="2100" dirty="0">
                <a:solidFill>
                  <a:schemeClr val="accent4"/>
                </a:solidFill>
              </a:rPr>
              <a:t>Supervise </a:t>
            </a:r>
            <a:r>
              <a:rPr lang="fr-CA" sz="2100" b="1" dirty="0">
                <a:solidFill>
                  <a:schemeClr val="accent4"/>
                </a:solidFill>
              </a:rPr>
              <a:t>SENSe</a:t>
            </a:r>
            <a:r>
              <a:rPr lang="fr-CA" sz="2100" dirty="0">
                <a:solidFill>
                  <a:schemeClr val="accent4"/>
                </a:solidFill>
              </a:rPr>
              <a:t>, </a:t>
            </a:r>
            <a:r>
              <a:rPr lang="fr-CA" sz="2100" b="1" dirty="0" err="1">
                <a:solidFill>
                  <a:schemeClr val="accent4"/>
                </a:solidFill>
              </a:rPr>
              <a:t>FORGe</a:t>
            </a:r>
            <a:r>
              <a:rPr lang="fr-CA" sz="2100" b="1" dirty="0">
                <a:solidFill>
                  <a:schemeClr val="accent4"/>
                </a:solidFill>
              </a:rPr>
              <a:t> </a:t>
            </a:r>
            <a:r>
              <a:rPr lang="fr-CA" sz="2100" dirty="0">
                <a:solidFill>
                  <a:schemeClr val="accent4"/>
                </a:solidFill>
              </a:rPr>
              <a:t>et </a:t>
            </a:r>
            <a:r>
              <a:rPr lang="fr-CA" sz="2100" b="1" dirty="0" err="1">
                <a:solidFill>
                  <a:schemeClr val="accent4"/>
                </a:solidFill>
              </a:rPr>
              <a:t>CARe</a:t>
            </a:r>
            <a:endParaRPr lang="fr-CA" sz="2100" b="1" dirty="0">
              <a:solidFill>
                <a:schemeClr val="accent4"/>
              </a:solidFill>
              <a:ea typeface="Calibri"/>
              <a:cs typeface="Calibri"/>
            </a:endParaRPr>
          </a:p>
          <a:p>
            <a:r>
              <a:rPr lang="fr-CA" sz="2100" dirty="0">
                <a:solidFill>
                  <a:schemeClr val="accent4"/>
                </a:solidFill>
              </a:rPr>
              <a:t>Garantit cohérence et intégrité</a:t>
            </a:r>
            <a:endParaRPr lang="fr-CA" sz="2100" dirty="0">
              <a:solidFill>
                <a:schemeClr val="accent4"/>
              </a:solidFill>
              <a:ea typeface="Calibri"/>
              <a:cs typeface="Calibri"/>
            </a:endParaRPr>
          </a:p>
          <a:p>
            <a:r>
              <a:rPr lang="fr-CA" sz="2100" dirty="0">
                <a:solidFill>
                  <a:schemeClr val="accent4"/>
                </a:solidFill>
              </a:rPr>
              <a:t>Manager des rôles QA</a:t>
            </a:r>
            <a:endParaRPr lang="fr-CA" sz="2100" dirty="0">
              <a:solidFill>
                <a:schemeClr val="accent4"/>
              </a:solidFill>
              <a:ea typeface="Calibri"/>
              <a:cs typeface="Calibri"/>
            </a:endParaRPr>
          </a:p>
          <a:p>
            <a:r>
              <a:rPr lang="fr-CA" sz="2100" dirty="0">
                <a:solidFill>
                  <a:schemeClr val="accent4"/>
                </a:solidFill>
              </a:rPr>
              <a:t>Ne pilote pas </a:t>
            </a:r>
            <a:r>
              <a:rPr lang="fr-CA" sz="2100" b="1" dirty="0" err="1">
                <a:solidFill>
                  <a:schemeClr val="accent4"/>
                </a:solidFill>
              </a:rPr>
              <a:t>ToTAL</a:t>
            </a:r>
            <a:r>
              <a:rPr lang="fr-CA" sz="2100" dirty="0">
                <a:solidFill>
                  <a:schemeClr val="accent4"/>
                </a:solidFill>
              </a:rPr>
              <a:t>, mais garantit la gestion qualité global</a:t>
            </a:r>
            <a:endParaRPr lang="fr-CA" sz="2100" dirty="0">
              <a:solidFill>
                <a:schemeClr val="accent4"/>
              </a:solidFill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2452529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/>
          </a:bodyPr>
          <a:lstStyle/>
          <a:p>
            <a:r>
              <a:rPr lang="en-US" sz="4700" dirty="0" err="1">
                <a:solidFill>
                  <a:schemeClr val="accent4"/>
                </a:solidFill>
              </a:rPr>
              <a:t>Architecte</a:t>
            </a:r>
            <a:r>
              <a:rPr lang="en-US" sz="4700" dirty="0">
                <a:solidFill>
                  <a:schemeClr val="accent4"/>
                </a:solidFill>
              </a:rPr>
              <a:t> </a:t>
            </a:r>
            <a:r>
              <a:rPr lang="en-US" sz="4700" dirty="0" err="1">
                <a:solidFill>
                  <a:schemeClr val="accent4"/>
                </a:solidFill>
              </a:rPr>
              <a:t>qualité</a:t>
            </a:r>
            <a:r>
              <a:rPr lang="en-US" sz="4700" dirty="0">
                <a:solidFill>
                  <a:schemeClr val="accent4"/>
                </a:solidFill>
              </a:rPr>
              <a:t> (QA)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5245" y="2599509"/>
            <a:ext cx="7607751" cy="343553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lnSpc>
                <a:spcPct val="90000"/>
              </a:lnSpc>
              <a:buNone/>
            </a:pPr>
            <a:r>
              <a:rPr lang="fr-CA" sz="1300" dirty="0">
                <a:solidFill>
                  <a:schemeClr val="accent4"/>
                </a:solidFill>
                <a:ea typeface="Calibri"/>
                <a:cs typeface="Calibri"/>
              </a:rPr>
              <a:t>Est dans </a:t>
            </a:r>
            <a:r>
              <a:rPr lang="fr-CA" sz="1300" b="1" dirty="0">
                <a:solidFill>
                  <a:schemeClr val="accent4"/>
                </a:solidFill>
                <a:ea typeface="Calibri"/>
                <a:cs typeface="Calibri"/>
              </a:rPr>
              <a:t>SENSe</a:t>
            </a:r>
          </a:p>
          <a:p>
            <a:pPr>
              <a:lnSpc>
                <a:spcPct val="90000"/>
              </a:lnSpc>
            </a:pPr>
            <a:r>
              <a:rPr lang="fr-CA" sz="1300" dirty="0">
                <a:solidFill>
                  <a:schemeClr val="accent4"/>
                </a:solidFill>
              </a:rPr>
              <a:t>Définissent les spécifications</a:t>
            </a:r>
            <a:endParaRPr lang="fr-CA" sz="1300" dirty="0">
              <a:solidFill>
                <a:schemeClr val="accent4"/>
              </a:solidFill>
              <a:ea typeface="Calibri"/>
              <a:cs typeface="Calibri"/>
            </a:endParaRPr>
          </a:p>
          <a:p>
            <a:pPr>
              <a:lnSpc>
                <a:spcPct val="90000"/>
              </a:lnSpc>
            </a:pPr>
            <a:r>
              <a:rPr lang="fr-CA" sz="1300" dirty="0">
                <a:solidFill>
                  <a:schemeClr val="accent4"/>
                </a:solidFill>
              </a:rPr>
              <a:t>Définissent comportements attendus</a:t>
            </a:r>
            <a:endParaRPr lang="fr-CA" sz="1300" dirty="0">
              <a:solidFill>
                <a:schemeClr val="accent4"/>
              </a:solidFill>
              <a:ea typeface="Calibri"/>
              <a:cs typeface="Calibri"/>
            </a:endParaRPr>
          </a:p>
          <a:p>
            <a:pPr>
              <a:lnSpc>
                <a:spcPct val="90000"/>
              </a:lnSpc>
            </a:pPr>
            <a:r>
              <a:rPr lang="fr-CA" sz="1300" dirty="0">
                <a:solidFill>
                  <a:schemeClr val="accent4"/>
                </a:solidFill>
              </a:rPr>
              <a:t>Structurent la </a:t>
            </a:r>
            <a:r>
              <a:rPr lang="fr-CA" sz="1300" dirty="0" err="1">
                <a:solidFill>
                  <a:schemeClr val="accent4"/>
                </a:solidFill>
              </a:rPr>
              <a:t>qualimétrie</a:t>
            </a:r>
            <a:endParaRPr lang="fr-CA" sz="1300" dirty="0">
              <a:solidFill>
                <a:schemeClr val="accent4"/>
              </a:solidFill>
              <a:ea typeface="Calibri"/>
              <a:cs typeface="Calibri"/>
            </a:endParaRPr>
          </a:p>
          <a:p>
            <a:pPr>
              <a:lnSpc>
                <a:spcPct val="90000"/>
              </a:lnSpc>
            </a:pPr>
            <a:r>
              <a:rPr lang="fr-CA" sz="1300" dirty="0">
                <a:solidFill>
                  <a:schemeClr val="accent4"/>
                </a:solidFill>
              </a:rPr>
              <a:t>Contribuent au </a:t>
            </a:r>
            <a:r>
              <a:rPr lang="fr-CA" sz="1300" dirty="0" err="1">
                <a:solidFill>
                  <a:schemeClr val="accent4"/>
                </a:solidFill>
              </a:rPr>
              <a:t>DoR</a:t>
            </a:r>
            <a:r>
              <a:rPr lang="fr-CA" sz="1300" dirty="0">
                <a:solidFill>
                  <a:schemeClr val="accent4"/>
                </a:solidFill>
              </a:rPr>
              <a:t> EPIC</a:t>
            </a:r>
            <a:endParaRPr lang="fr-CA" sz="1300" dirty="0">
              <a:solidFill>
                <a:schemeClr val="accent4"/>
              </a:solidFill>
              <a:ea typeface="Calibri"/>
              <a:cs typeface="Calibri"/>
            </a:endParaRPr>
          </a:p>
          <a:p>
            <a:pPr>
              <a:lnSpc>
                <a:spcPct val="90000"/>
              </a:lnSpc>
            </a:pPr>
            <a:r>
              <a:rPr lang="fr-CA" sz="1300" dirty="0">
                <a:solidFill>
                  <a:schemeClr val="accent4"/>
                </a:solidFill>
              </a:rPr>
              <a:t>Créent le modèle de vérité</a:t>
            </a:r>
          </a:p>
          <a:p>
            <a:pPr>
              <a:lnSpc>
                <a:spcPct val="90000"/>
              </a:lnSpc>
            </a:pPr>
            <a:r>
              <a:rPr lang="fr-CA" sz="1300" dirty="0">
                <a:solidFill>
                  <a:schemeClr val="accent4"/>
                </a:solidFill>
                <a:ea typeface="Calibri"/>
                <a:cs typeface="Calibri"/>
              </a:rPr>
              <a:t>Données issues du réel</a:t>
            </a:r>
          </a:p>
          <a:p>
            <a:pPr>
              <a:lnSpc>
                <a:spcPct val="90000"/>
              </a:lnSpc>
            </a:pPr>
            <a:r>
              <a:rPr lang="fr-CA" sz="1300" dirty="0">
                <a:solidFill>
                  <a:schemeClr val="accent4"/>
                </a:solidFill>
                <a:ea typeface="Calibri"/>
                <a:cs typeface="Calibri"/>
              </a:rPr>
              <a:t>Captées en </a:t>
            </a:r>
            <a:r>
              <a:rPr lang="fr-CA" sz="1300" dirty="0" err="1">
                <a:solidFill>
                  <a:schemeClr val="accent4"/>
                </a:solidFill>
                <a:ea typeface="Calibri"/>
                <a:cs typeface="Calibri"/>
              </a:rPr>
              <a:t>CARe</a:t>
            </a:r>
            <a:endParaRPr lang="fr-CA" sz="1300" dirty="0">
              <a:solidFill>
                <a:schemeClr val="accent4"/>
              </a:solidFill>
              <a:ea typeface="Calibri"/>
              <a:cs typeface="Calibri"/>
            </a:endParaRPr>
          </a:p>
          <a:p>
            <a:pPr>
              <a:lnSpc>
                <a:spcPct val="90000"/>
              </a:lnSpc>
            </a:pPr>
            <a:r>
              <a:rPr lang="fr-CA" sz="1300" dirty="0">
                <a:solidFill>
                  <a:schemeClr val="accent4"/>
                </a:solidFill>
                <a:ea typeface="Calibri"/>
                <a:cs typeface="Calibri"/>
              </a:rPr>
              <a:t>Utilisées en SENSe</a:t>
            </a:r>
          </a:p>
          <a:p>
            <a:pPr>
              <a:lnSpc>
                <a:spcPct val="90000"/>
              </a:lnSpc>
            </a:pPr>
            <a:r>
              <a:rPr lang="fr-CA" sz="1300" dirty="0">
                <a:solidFill>
                  <a:schemeClr val="accent4"/>
                </a:solidFill>
                <a:ea typeface="Calibri"/>
                <a:cs typeface="Calibri"/>
              </a:rPr>
              <a:t>QA garantit leur qualité</a:t>
            </a:r>
          </a:p>
          <a:p>
            <a:pPr>
              <a:lnSpc>
                <a:spcPct val="90000"/>
              </a:lnSpc>
            </a:pPr>
            <a:r>
              <a:rPr lang="fr-CA" sz="1300" dirty="0">
                <a:solidFill>
                  <a:schemeClr val="accent4"/>
                </a:solidFill>
                <a:ea typeface="Calibri"/>
                <a:cs typeface="Calibri"/>
              </a:rPr>
              <a:t>Base de vérité produit</a:t>
            </a:r>
          </a:p>
          <a:p>
            <a:pPr>
              <a:lnSpc>
                <a:spcPct val="90000"/>
              </a:lnSpc>
            </a:pPr>
            <a:r>
              <a:rPr lang="fr-CA" sz="1300" dirty="0">
                <a:solidFill>
                  <a:schemeClr val="accent4"/>
                </a:solidFill>
                <a:ea typeface="Calibri"/>
                <a:cs typeface="Calibri"/>
              </a:rPr>
              <a:t>les signaux</a:t>
            </a:r>
          </a:p>
          <a:p>
            <a:pPr>
              <a:lnSpc>
                <a:spcPct val="90000"/>
              </a:lnSpc>
            </a:pPr>
            <a:r>
              <a:rPr lang="fr-CA" sz="1300" dirty="0">
                <a:solidFill>
                  <a:schemeClr val="accent4"/>
                </a:solidFill>
                <a:ea typeface="Calibri"/>
                <a:cs typeface="Calibri"/>
              </a:rPr>
              <a:t>les métriques</a:t>
            </a:r>
          </a:p>
          <a:p>
            <a:pPr>
              <a:lnSpc>
                <a:spcPct val="90000"/>
              </a:lnSpc>
            </a:pPr>
            <a:r>
              <a:rPr lang="fr-CA" sz="1300" dirty="0">
                <a:solidFill>
                  <a:schemeClr val="accent4"/>
                </a:solidFill>
                <a:ea typeface="Calibri"/>
                <a:cs typeface="Calibri"/>
              </a:rPr>
              <a:t>leur pertinence</a:t>
            </a:r>
            <a:endParaRPr lang="fr-CA" sz="13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1332959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/>
          </a:bodyPr>
          <a:lstStyle/>
          <a:p>
            <a:r>
              <a:rPr lang="en-US" sz="4700" dirty="0">
                <a:solidFill>
                  <a:schemeClr val="accent4"/>
                </a:solidFill>
              </a:rPr>
              <a:t>Assistant </a:t>
            </a:r>
            <a:r>
              <a:rPr lang="en-US" sz="4700" dirty="0" err="1">
                <a:solidFill>
                  <a:schemeClr val="accent4"/>
                </a:solidFill>
              </a:rPr>
              <a:t>qualité</a:t>
            </a:r>
            <a:r>
              <a:rPr lang="en-US" sz="4700" dirty="0">
                <a:solidFill>
                  <a:schemeClr val="accent4"/>
                </a:solidFill>
              </a:rPr>
              <a:t> (QA)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5245" y="2599509"/>
            <a:ext cx="7607751" cy="343553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fr-CA" sz="2100">
                <a:solidFill>
                  <a:schemeClr val="accent4"/>
                </a:solidFill>
                <a:ea typeface="Calibri"/>
                <a:cs typeface="Calibri"/>
              </a:rPr>
              <a:t>Est dans </a:t>
            </a:r>
            <a:r>
              <a:rPr lang="fr-CA" sz="2100" b="1">
                <a:solidFill>
                  <a:schemeClr val="accent4"/>
                </a:solidFill>
                <a:ea typeface="Calibri"/>
                <a:cs typeface="Calibri"/>
              </a:rPr>
              <a:t>FORGe </a:t>
            </a:r>
            <a:r>
              <a:rPr lang="fr-CA" sz="2100">
                <a:solidFill>
                  <a:schemeClr val="accent4"/>
                </a:solidFill>
                <a:ea typeface="Calibri"/>
                <a:cs typeface="Calibri"/>
              </a:rPr>
              <a:t>&amp; </a:t>
            </a:r>
            <a:r>
              <a:rPr lang="fr-CA" sz="2100" b="1">
                <a:solidFill>
                  <a:schemeClr val="accent4"/>
                </a:solidFill>
                <a:ea typeface="Calibri"/>
                <a:cs typeface="Calibri"/>
              </a:rPr>
              <a:t>CARe</a:t>
            </a:r>
            <a:endParaRPr lang="fr-CA" sz="2100">
              <a:solidFill>
                <a:schemeClr val="accent4"/>
              </a:solidFill>
            </a:endParaRPr>
          </a:p>
          <a:p>
            <a:r>
              <a:rPr lang="fr-CA" sz="2100">
                <a:solidFill>
                  <a:schemeClr val="accent4"/>
                </a:solidFill>
              </a:rPr>
              <a:t>Coaching des équipes</a:t>
            </a:r>
          </a:p>
          <a:p>
            <a:r>
              <a:rPr lang="fr-CA" sz="2100">
                <a:solidFill>
                  <a:schemeClr val="accent4"/>
                </a:solidFill>
              </a:rPr>
              <a:t>Aide à l’application des specs</a:t>
            </a:r>
            <a:endParaRPr lang="fr-CA" sz="2100">
              <a:solidFill>
                <a:schemeClr val="accent4"/>
              </a:solidFill>
              <a:ea typeface="Calibri"/>
              <a:cs typeface="Calibri"/>
            </a:endParaRPr>
          </a:p>
          <a:p>
            <a:r>
              <a:rPr lang="fr-CA" sz="2100">
                <a:solidFill>
                  <a:schemeClr val="accent4"/>
                </a:solidFill>
              </a:rPr>
              <a:t>Détection des dérives</a:t>
            </a:r>
            <a:endParaRPr lang="fr-CA" sz="2100">
              <a:solidFill>
                <a:schemeClr val="accent4"/>
              </a:solidFill>
              <a:ea typeface="Calibri"/>
              <a:cs typeface="Calibri"/>
            </a:endParaRPr>
          </a:p>
          <a:p>
            <a:r>
              <a:rPr lang="fr-CA" sz="2100">
                <a:solidFill>
                  <a:schemeClr val="accent4"/>
                </a:solidFill>
              </a:rPr>
              <a:t>Supervision du flux</a:t>
            </a:r>
          </a:p>
          <a:p>
            <a:r>
              <a:rPr lang="fr-CA" sz="2100">
                <a:solidFill>
                  <a:schemeClr val="accent4"/>
                </a:solidFill>
              </a:rPr>
              <a:t>Garantissent cohérence du système</a:t>
            </a:r>
            <a:endParaRPr lang="fr-CA" sz="2100">
              <a:solidFill>
                <a:schemeClr val="accent4"/>
              </a:solidFill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55568828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DBF61EA3-B236-439E-9C0B-340980D56BE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6478" y="386930"/>
            <a:ext cx="6927525" cy="1188950"/>
          </a:xfrm>
        </p:spPr>
        <p:txBody>
          <a:bodyPr anchor="b">
            <a:normAutofit/>
          </a:bodyPr>
          <a:lstStyle/>
          <a:p>
            <a:r>
              <a:rPr lang="fr-CA" sz="4700">
                <a:solidFill>
                  <a:schemeClr val="accent4"/>
                </a:solidFill>
              </a:rPr>
              <a:t>Acteurs qualité (QA)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8FAF094-D087-493F-8DF9-A486C2D6BB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-1" y="1998368"/>
            <a:ext cx="8771274" cy="782176"/>
            <a:chOff x="-2" y="1998368"/>
            <a:chExt cx="11695083" cy="782176"/>
          </a:xfrm>
        </p:grpSpPr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8D7C88D8-5509-4514-925A-9CE148E5CBD6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7275593D-F75E-4426-AE3E-2CDEFD228D2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-2" y="1998845"/>
              <a:ext cx="11454595" cy="781699"/>
            </a:xfrm>
            <a:prstGeom prst="rect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4" name="Rectangle 13">
            <a:extLst>
              <a:ext uri="{FF2B5EF4-FFF2-40B4-BE49-F238E27FC236}">
                <a16:creationId xmlns:a16="http://schemas.microsoft.com/office/drawing/2014/main" id="{E659831F-0D9A-4C63-9EBB-8435B85A440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2203079"/>
            <a:ext cx="8537521" cy="4147845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95245" y="2599509"/>
            <a:ext cx="7607751" cy="3435531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marL="0" indent="0">
              <a:buNone/>
            </a:pPr>
            <a:r>
              <a:rPr lang="fr-CA" sz="2100" dirty="0">
                <a:solidFill>
                  <a:schemeClr val="accent4"/>
                </a:solidFill>
                <a:ea typeface="Calibri"/>
                <a:cs typeface="Calibri"/>
              </a:rPr>
              <a:t>Est dans </a:t>
            </a:r>
            <a:r>
              <a:rPr lang="fr-CA" sz="2100" b="1" dirty="0" err="1">
                <a:solidFill>
                  <a:schemeClr val="accent4"/>
                </a:solidFill>
                <a:ea typeface="Calibri"/>
                <a:cs typeface="Calibri"/>
              </a:rPr>
              <a:t>CARe</a:t>
            </a:r>
            <a:r>
              <a:rPr lang="fr-CA" sz="2100" dirty="0">
                <a:solidFill>
                  <a:schemeClr val="accent4"/>
                </a:solidFill>
                <a:ea typeface="Calibri"/>
                <a:cs typeface="Calibri"/>
              </a:rPr>
              <a:t> et vie dans le même environnement que l’utilisateur final (</a:t>
            </a:r>
            <a:r>
              <a:rPr lang="fr-CA" sz="2100" dirty="0" err="1">
                <a:solidFill>
                  <a:schemeClr val="accent4"/>
                </a:solidFill>
                <a:ea typeface="Calibri"/>
                <a:cs typeface="Calibri"/>
              </a:rPr>
              <a:t>lab</a:t>
            </a:r>
            <a:r>
              <a:rPr lang="fr-CA" sz="2100" dirty="0">
                <a:solidFill>
                  <a:schemeClr val="accent4"/>
                </a:solidFill>
                <a:ea typeface="Calibri"/>
                <a:cs typeface="Calibri"/>
              </a:rPr>
              <a:t>/test drive)</a:t>
            </a:r>
          </a:p>
          <a:p>
            <a:r>
              <a:rPr lang="fr-CA" sz="2100" dirty="0">
                <a:solidFill>
                  <a:schemeClr val="accent4"/>
                </a:solidFill>
              </a:rPr>
              <a:t>Simulent utilisateurs réels</a:t>
            </a:r>
            <a:endParaRPr lang="fr-CA" sz="2100" dirty="0">
              <a:solidFill>
                <a:schemeClr val="accent4"/>
              </a:solidFill>
              <a:ea typeface="Calibri"/>
              <a:cs typeface="Calibri"/>
            </a:endParaRPr>
          </a:p>
          <a:p>
            <a:r>
              <a:rPr lang="fr-CA" sz="2100" dirty="0">
                <a:solidFill>
                  <a:schemeClr val="accent4"/>
                </a:solidFill>
              </a:rPr>
              <a:t>Exécutent scénarios réalistes</a:t>
            </a:r>
            <a:endParaRPr lang="fr-CA" sz="2100" dirty="0">
              <a:solidFill>
                <a:schemeClr val="accent4"/>
              </a:solidFill>
              <a:ea typeface="Calibri"/>
              <a:cs typeface="Calibri"/>
            </a:endParaRPr>
          </a:p>
          <a:p>
            <a:r>
              <a:rPr lang="fr-CA" sz="2100" dirty="0">
                <a:solidFill>
                  <a:schemeClr val="accent4"/>
                </a:solidFill>
              </a:rPr>
              <a:t>Produisent comportements usage</a:t>
            </a:r>
            <a:endParaRPr lang="fr-CA" sz="2100" dirty="0">
              <a:solidFill>
                <a:schemeClr val="accent4"/>
              </a:solidFill>
              <a:ea typeface="Calibri"/>
              <a:cs typeface="Calibri"/>
            </a:endParaRPr>
          </a:p>
          <a:p>
            <a:r>
              <a:rPr lang="fr-CA" sz="2100" dirty="0">
                <a:solidFill>
                  <a:schemeClr val="accent4"/>
                </a:solidFill>
              </a:rPr>
              <a:t>Opèrent en environnement réaliste</a:t>
            </a:r>
            <a:endParaRPr lang="fr-CA" sz="2100" dirty="0">
              <a:solidFill>
                <a:schemeClr val="accent4"/>
              </a:solidFill>
              <a:ea typeface="Calibri"/>
              <a:cs typeface="Calibri"/>
            </a:endParaRPr>
          </a:p>
          <a:p>
            <a:r>
              <a:rPr lang="fr-CA" sz="2100" dirty="0">
                <a:solidFill>
                  <a:schemeClr val="accent4"/>
                </a:solidFill>
              </a:rPr>
              <a:t>Génèrent données réelles</a:t>
            </a:r>
            <a:endParaRPr lang="fr-CA" sz="2100" dirty="0">
              <a:solidFill>
                <a:schemeClr val="accent4"/>
              </a:solidFill>
              <a:ea typeface="Calibri"/>
              <a:cs typeface="Calibri"/>
            </a:endParaRPr>
          </a:p>
          <a:p>
            <a:r>
              <a:rPr lang="fr-CA" sz="2100" dirty="0">
                <a:solidFill>
                  <a:schemeClr val="accent4"/>
                </a:solidFill>
                <a:ea typeface="Calibri"/>
                <a:cs typeface="Calibri"/>
              </a:rPr>
              <a:t>Est-ce supporté par </a:t>
            </a:r>
            <a:r>
              <a:rPr lang="fr-CA" sz="2100" dirty="0" err="1">
                <a:solidFill>
                  <a:schemeClr val="accent4"/>
                </a:solidFill>
                <a:ea typeface="Calibri"/>
                <a:cs typeface="Calibri"/>
              </a:rPr>
              <a:t>CARe</a:t>
            </a:r>
            <a:r>
              <a:rPr lang="fr-CA" sz="2100" dirty="0">
                <a:solidFill>
                  <a:schemeClr val="accent4"/>
                </a:solidFill>
                <a:ea typeface="Calibri"/>
                <a:cs typeface="Calibri"/>
              </a:rPr>
              <a:t> comme un utilisateur/client</a:t>
            </a:r>
          </a:p>
        </p:txBody>
      </p:sp>
    </p:spTree>
    <p:extLst>
      <p:ext uri="{BB962C8B-B14F-4D97-AF65-F5344CB8AC3E}">
        <p14:creationId xmlns:p14="http://schemas.microsoft.com/office/powerpoint/2010/main" val="108483847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Picture 20">
            <a:extLst>
              <a:ext uri="{FF2B5EF4-FFF2-40B4-BE49-F238E27FC236}">
                <a16:creationId xmlns:a16="http://schemas.microsoft.com/office/drawing/2014/main" id="{A74D00E0-9551-9E77-0227-650319ED845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10999" b="-1"/>
          <a:stretch>
            <a:fillRect/>
          </a:stretch>
        </p:blipFill>
        <p:spPr>
          <a:xfrm>
            <a:off x="20" y="10"/>
            <a:ext cx="9143980" cy="6857990"/>
          </a:xfrm>
          <a:prstGeom prst="rect">
            <a:avLst/>
          </a:prstGeom>
        </p:spPr>
      </p:pic>
      <p:sp>
        <p:nvSpPr>
          <p:cNvPr id="25" name="Rectangle 24">
            <a:extLst>
              <a:ext uri="{FF2B5EF4-FFF2-40B4-BE49-F238E27FC236}">
                <a16:creationId xmlns:a16="http://schemas.microsoft.com/office/drawing/2014/main" id="{257363FD-7E77-4145-9483-331A807ADF0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7601" cy="6858000"/>
          </a:xfrm>
          <a:prstGeom prst="rect">
            <a:avLst/>
          </a:prstGeom>
          <a:gradFill flip="none" rotWithShape="1">
            <a:gsLst>
              <a:gs pos="28000">
                <a:schemeClr val="bg2">
                  <a:alpha val="84000"/>
                </a:schemeClr>
              </a:gs>
              <a:gs pos="74000">
                <a:schemeClr val="bg1"/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8650" y="365125"/>
            <a:ext cx="7886700" cy="1325563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 defTabSz="914400">
              <a:lnSpc>
                <a:spcPct val="90000"/>
              </a:lnSpc>
            </a:pPr>
            <a:r>
              <a:rPr lang="en-US" b="1" dirty="0" err="1">
                <a:solidFill>
                  <a:schemeClr val="accent4"/>
                </a:solidFill>
              </a:rPr>
              <a:t>ToTAL</a:t>
            </a:r>
            <a:r>
              <a:rPr lang="en-US" dirty="0">
                <a:solidFill>
                  <a:schemeClr val="accent4"/>
                </a:solidFill>
              </a:rPr>
              <a:t> Trio </a:t>
            </a:r>
            <a:r>
              <a:rPr lang="fr-CA" noProof="0" dirty="0">
                <a:solidFill>
                  <a:schemeClr val="accent4"/>
                </a:solidFill>
              </a:rPr>
              <a:t>essentiel</a:t>
            </a:r>
            <a:br>
              <a:rPr lang="en-US" dirty="0">
                <a:solidFill>
                  <a:schemeClr val="accent4"/>
                </a:solidFill>
              </a:rPr>
            </a:br>
            <a:r>
              <a:rPr lang="en-US" dirty="0">
                <a:solidFill>
                  <a:schemeClr val="accent4"/>
                </a:solidFill>
              </a:rPr>
              <a:t>(Nouveaux 3 amigos)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FDF6EC08-C0A9-CD6F-3C77-05D825F4ACA4}"/>
              </a:ext>
            </a:extLst>
          </p:cNvPr>
          <p:cNvSpPr txBox="1"/>
          <p:nvPr/>
        </p:nvSpPr>
        <p:spPr>
          <a:xfrm>
            <a:off x="5808074" y="365125"/>
            <a:ext cx="2950725" cy="12772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fr-CA" dirty="0">
                <a:solidFill>
                  <a:schemeClr val="accent4"/>
                </a:solidFill>
              </a:rPr>
              <a:t>Trois perspectives alignées pour chaque décision
Aucune décision sans valeur, faisabilité et réalité</a:t>
            </a:r>
            <a:endParaRPr lang="en-US" dirty="0">
              <a:solidFill>
                <a:schemeClr val="accent4"/>
              </a:solidFill>
            </a:endParaRPr>
          </a:p>
        </p:txBody>
      </p:sp>
      <p:graphicFrame>
        <p:nvGraphicFramePr>
          <p:cNvPr id="5" name="Content Placeholder 2">
            <a:extLst>
              <a:ext uri="{FF2B5EF4-FFF2-40B4-BE49-F238E27FC236}">
                <a16:creationId xmlns:a16="http://schemas.microsoft.com/office/drawing/2014/main" id="{F319B876-56BC-40FF-4F03-F652CE7FF749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939580766"/>
              </p:ext>
            </p:extLst>
          </p:nvPr>
        </p:nvGraphicFramePr>
        <p:xfrm>
          <a:off x="628650" y="1825625"/>
          <a:ext cx="7886700" cy="4351338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CF6C2240-D024-3D86-46A4-6A1CD9DB8D93}"/>
              </a:ext>
            </a:extLst>
          </p:cNvPr>
          <p:cNvSpPr txBox="1"/>
          <p:nvPr/>
        </p:nvSpPr>
        <p:spPr>
          <a:xfrm>
            <a:off x="207271" y="5660311"/>
            <a:ext cx="8818742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pPr lvl="0" algn="l" rtl="0"/>
            <a:r>
              <a:rPr lang="fr-CA" sz="1200" b="0" i="0" u="none" strike="noStrike" baseline="0" noProof="0" dirty="0">
                <a:solidFill>
                  <a:schemeClr val="accent4"/>
                </a:solidFill>
                <a:latin typeface="Calibri"/>
                <a:ea typeface="Arial"/>
                <a:cs typeface="Arial"/>
              </a:rPr>
              <a:t>Peut-</a:t>
            </a:r>
            <a:r>
              <a:rPr lang="fr-CA" sz="1200" noProof="0" dirty="0">
                <a:solidFill>
                  <a:schemeClr val="accent4"/>
                </a:solidFill>
                <a:latin typeface="Calibri"/>
                <a:ea typeface="Arial"/>
                <a:cs typeface="Arial"/>
              </a:rPr>
              <a:t>être grandement aider par : </a:t>
            </a:r>
            <a:br>
              <a:rPr lang="fr-CA" sz="1200" noProof="0" dirty="0">
                <a:solidFill>
                  <a:schemeClr val="accent4"/>
                </a:solidFill>
                <a:latin typeface="Calibri"/>
                <a:ea typeface="Arial"/>
                <a:cs typeface="Arial"/>
              </a:rPr>
            </a:br>
            <a:r>
              <a:rPr lang="fr-CA" sz="1200" b="0" i="0" u="none" strike="noStrike" baseline="0" noProof="0" dirty="0">
                <a:solidFill>
                  <a:schemeClr val="accent4"/>
                </a:solidFill>
                <a:latin typeface="Calibri"/>
                <a:ea typeface="Arial"/>
                <a:cs typeface="Arial"/>
              </a:rPr>
              <a:t>Architecte QA → structure</a:t>
            </a:r>
            <a:r>
              <a:rPr lang="fr-CA" sz="1200" b="0" i="0" noProof="0" dirty="0">
                <a:solidFill>
                  <a:schemeClr val="accent4"/>
                </a:solidFill>
                <a:latin typeface="Calibri"/>
                <a:ea typeface="Arial"/>
                <a:cs typeface="Arial"/>
              </a:rPr>
              <a:t>​, </a:t>
            </a:r>
            <a:r>
              <a:rPr lang="fr-CA" sz="1200" b="0" i="0" u="none" strike="noStrike" baseline="0" noProof="0" dirty="0">
                <a:solidFill>
                  <a:schemeClr val="accent4"/>
                </a:solidFill>
                <a:latin typeface="Calibri"/>
                <a:ea typeface="Arial"/>
                <a:cs typeface="Arial"/>
              </a:rPr>
              <a:t>Assistant QA → faisabilité, Acteur QA → usage réel</a:t>
            </a:r>
            <a:r>
              <a:rPr lang="fr-CA" sz="1200" b="0" i="0" noProof="0" dirty="0">
                <a:solidFill>
                  <a:schemeClr val="accent4"/>
                </a:solidFill>
                <a:latin typeface="Calibri"/>
                <a:ea typeface="Arial"/>
                <a:cs typeface="Arial"/>
              </a:rPr>
              <a:t>​, </a:t>
            </a:r>
            <a:r>
              <a:rPr lang="fr-CA" sz="1200" b="0" i="0" u="none" strike="noStrike" baseline="0" noProof="0" dirty="0">
                <a:solidFill>
                  <a:schemeClr val="accent4"/>
                </a:solidFill>
                <a:latin typeface="Calibri"/>
                <a:ea typeface="Arial"/>
                <a:cs typeface="Arial"/>
              </a:rPr>
              <a:t>Collaboration multi-rôles</a:t>
            </a:r>
            <a:r>
              <a:rPr lang="fr-CA" sz="1200" b="0" i="0" noProof="0" dirty="0">
                <a:solidFill>
                  <a:schemeClr val="accent4"/>
                </a:solidFill>
                <a:latin typeface="Calibri"/>
                <a:ea typeface="Arial"/>
                <a:cs typeface="Arial"/>
              </a:rPr>
              <a:t>​, </a:t>
            </a:r>
            <a:r>
              <a:rPr lang="fr-CA" sz="1200" b="0" i="0" u="none" strike="noStrike" baseline="0" noProof="0" dirty="0" err="1">
                <a:solidFill>
                  <a:schemeClr val="accent4"/>
                </a:solidFill>
                <a:latin typeface="Calibri"/>
                <a:ea typeface="Arial"/>
                <a:cs typeface="Arial"/>
              </a:rPr>
              <a:t>Specs</a:t>
            </a:r>
            <a:r>
              <a:rPr lang="fr-CA" sz="1200" b="0" i="0" u="none" strike="noStrike" baseline="0" noProof="0" dirty="0">
                <a:solidFill>
                  <a:schemeClr val="accent4"/>
                </a:solidFill>
                <a:latin typeface="Calibri"/>
                <a:ea typeface="Arial"/>
                <a:cs typeface="Arial"/>
              </a:rPr>
              <a:t> réalistes dès SENSe</a:t>
            </a:r>
          </a:p>
          <a:p>
            <a:pPr algn="ctr"/>
            <a:endParaRPr lang="en-US" sz="1200" dirty="0">
              <a:solidFill>
                <a:schemeClr val="accent4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A97F3E4-6F07-DFC1-F40E-BBFF60C87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Ce qu’on réutilise de </a:t>
            </a:r>
            <a:r>
              <a:rPr lang="fr-CA" dirty="0" err="1"/>
              <a:t>SAFe</a:t>
            </a:r>
            <a:endParaRPr lang="fr-CA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DCC28D21-C719-B17D-3AF8-00509A3D364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fr-CA">
                <a:ea typeface="Calibri"/>
                <a:cs typeface="Calibri"/>
              </a:rPr>
              <a:t>Todo...</a:t>
            </a:r>
            <a:endParaRPr lang="fr-CA"/>
          </a:p>
        </p:txBody>
      </p:sp>
    </p:spTree>
    <p:extLst>
      <p:ext uri="{BB962C8B-B14F-4D97-AF65-F5344CB8AC3E}">
        <p14:creationId xmlns:p14="http://schemas.microsoft.com/office/powerpoint/2010/main" val="3246329082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49DFA429-B71A-06EF-1699-E437BC2FE1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CA" dirty="0"/>
              <a:t>Ce qui diverge de </a:t>
            </a:r>
            <a:r>
              <a:rPr lang="fr-CA" dirty="0" err="1"/>
              <a:t>SAFe</a:t>
            </a:r>
            <a:endParaRPr lang="fr-CA" dirty="0"/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3530A04A-BA05-89D4-6CEC-DE598CECFE5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fr-CA">
                <a:ea typeface="Calibri"/>
                <a:cs typeface="Calibri"/>
              </a:rPr>
              <a:t>Todo...</a:t>
            </a:r>
            <a:endParaRPr lang="fr-CA" dirty="0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15258602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2" name="Rectangle 21">
            <a:extLst>
              <a:ext uri="{FF2B5EF4-FFF2-40B4-BE49-F238E27FC236}">
                <a16:creationId xmlns:a16="http://schemas.microsoft.com/office/drawing/2014/main" id="{4DA718D0-4865-4629-8134-44F68D41D57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9143999" cy="6857365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65167ED7-6315-43AB-B1B6-C326D5FD8F8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5400000">
            <a:off x="-2487837" y="2732147"/>
            <a:ext cx="5860051" cy="395784"/>
            <a:chOff x="6081624" y="1998368"/>
            <a:chExt cx="5613457" cy="782175"/>
          </a:xfrm>
          <a:solidFill>
            <a:schemeClr val="accent4"/>
          </a:solidFill>
        </p:grpSpPr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EF4D8839-FB03-487D-ACC8-8BFEDD4FEBA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rot="5400000">
              <a:off x="11228040" y="2313027"/>
              <a:ext cx="781700" cy="152382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Rectangle 25">
              <a:extLst>
                <a:ext uri="{FF2B5EF4-FFF2-40B4-BE49-F238E27FC236}">
                  <a16:creationId xmlns:a16="http://schemas.microsoft.com/office/drawing/2014/main" id="{0EF75023-9A3B-42FC-B704-61A8F7BEF41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 flipH="1" flipV="1">
              <a:off x="6081624" y="1998844"/>
              <a:ext cx="5372968" cy="78169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8" name="Rectangle 27">
            <a:extLst>
              <a:ext uri="{FF2B5EF4-FFF2-40B4-BE49-F238E27FC236}">
                <a16:creationId xmlns:a16="http://schemas.microsoft.com/office/drawing/2014/main" id="{CBC4F608-B4B8-48C3-9572-C0F061B1CD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34646" y="922919"/>
            <a:ext cx="8333796" cy="5461252"/>
          </a:xfrm>
          <a:prstGeom prst="rect">
            <a:avLst/>
          </a:prstGeom>
          <a:solidFill>
            <a:schemeClr val="bg1"/>
          </a:solidFill>
          <a:ln>
            <a:noFill/>
          </a:ln>
          <a:effectLst>
            <a:outerShdw blurRad="139700" dist="127000" dir="5400000" algn="t" rotWithShape="0">
              <a:prstClr val="black">
                <a:alpha val="15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2222" y="1238080"/>
            <a:ext cx="7387313" cy="1349671"/>
          </a:xfrm>
        </p:spPr>
        <p:txBody>
          <a:bodyPr anchor="b">
            <a:normAutofit fontScale="90000"/>
          </a:bodyPr>
          <a:lstStyle/>
          <a:p>
            <a:r>
              <a:rPr lang="fr-CA" sz="4700" b="1" dirty="0" err="1">
                <a:solidFill>
                  <a:schemeClr val="accent4">
                    <a:lumMod val="75000"/>
                  </a:schemeClr>
                </a:solidFill>
              </a:rPr>
              <a:t>ToTAL</a:t>
            </a:r>
            <a:r>
              <a:rPr lang="fr-CA" sz="4700" b="1" dirty="0">
                <a:solidFill>
                  <a:schemeClr val="accent4">
                    <a:lumMod val="75000"/>
                  </a:schemeClr>
                </a:solidFill>
              </a:rPr>
              <a:t> </a:t>
            </a:r>
            <a:r>
              <a:rPr lang="fr-CA" sz="4700" dirty="0" err="1">
                <a:solidFill>
                  <a:schemeClr val="accent4">
                    <a:lumMod val="75000"/>
                  </a:schemeClr>
                </a:solidFill>
              </a:rPr>
              <a:t>SAFe</a:t>
            </a:r>
            <a:br>
              <a:rPr lang="fr-CA" sz="4700" dirty="0">
                <a:solidFill>
                  <a:schemeClr val="accent4">
                    <a:lumMod val="75000"/>
                  </a:schemeClr>
                </a:solidFill>
              </a:rPr>
            </a:br>
            <a:r>
              <a:rPr lang="fr-CA" sz="4700" dirty="0">
                <a:solidFill>
                  <a:schemeClr val="accent4">
                    <a:lumMod val="75000"/>
                  </a:schemeClr>
                </a:solidFill>
              </a:rPr>
              <a:t>Conclusion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2222" y="2668820"/>
            <a:ext cx="7645564" cy="3032168"/>
          </a:xfrm>
        </p:spPr>
        <p:txBody>
          <a:bodyPr anchor="ctr">
            <a:normAutofit/>
          </a:bodyPr>
          <a:lstStyle/>
          <a:p>
            <a:r>
              <a:rPr lang="fr-CA" sz="1800" b="1" dirty="0">
                <a:solidFill>
                  <a:schemeClr val="accent4">
                    <a:lumMod val="75000"/>
                  </a:schemeClr>
                </a:solidFill>
              </a:rPr>
              <a:t>SENSe</a:t>
            </a:r>
            <a:r>
              <a:rPr lang="fr-CA" sz="1800" dirty="0">
                <a:solidFill>
                  <a:schemeClr val="accent4">
                    <a:lumMod val="75000"/>
                  </a:schemeClr>
                </a:solidFill>
              </a:rPr>
              <a:t> définit, modélise et approuve l’idée</a:t>
            </a:r>
            <a:endParaRPr lang="en-US" dirty="0"/>
          </a:p>
          <a:p>
            <a:r>
              <a:rPr lang="fr-CA" sz="1800" b="1" dirty="0" err="1">
                <a:solidFill>
                  <a:schemeClr val="accent4">
                    <a:lumMod val="75000"/>
                  </a:schemeClr>
                </a:solidFill>
              </a:rPr>
              <a:t>FORGe</a:t>
            </a:r>
            <a:r>
              <a:rPr lang="fr-CA" sz="1800" dirty="0">
                <a:solidFill>
                  <a:schemeClr val="accent4">
                    <a:lumMod val="75000"/>
                  </a:schemeClr>
                </a:solidFill>
              </a:rPr>
              <a:t> construit et simule le rée.</a:t>
            </a:r>
            <a:endParaRPr lang="fr-CA" dirty="0">
              <a:solidFill>
                <a:schemeClr val="accent4">
                  <a:lumMod val="75000"/>
                </a:schemeClr>
              </a:solidFill>
            </a:endParaRPr>
          </a:p>
          <a:p>
            <a:r>
              <a:rPr lang="fr-CA" sz="1800" b="1" dirty="0" err="1">
                <a:solidFill>
                  <a:schemeClr val="accent4">
                    <a:lumMod val="75000"/>
                  </a:schemeClr>
                </a:solidFill>
              </a:rPr>
              <a:t>CARe</a:t>
            </a:r>
            <a:r>
              <a:rPr lang="fr-CA" sz="1800" dirty="0">
                <a:solidFill>
                  <a:schemeClr val="accent4">
                    <a:lumMod val="75000"/>
                  </a:schemeClr>
                </a:solidFill>
              </a:rPr>
              <a:t> livre de la satisfaction/confiance, prend soin et écoute les souhaits.</a:t>
            </a:r>
            <a:endParaRPr lang="fr-CA" dirty="0">
              <a:solidFill>
                <a:schemeClr val="accent4">
                  <a:lumMod val="75000"/>
                </a:schemeClr>
              </a:solidFill>
            </a:endParaRPr>
          </a:p>
          <a:p>
            <a:endParaRPr lang="fr-CA" sz="1800" dirty="0">
              <a:solidFill>
                <a:schemeClr val="accent4">
                  <a:lumMod val="75000"/>
                </a:schemeClr>
              </a:solidFill>
            </a:endParaRPr>
          </a:p>
          <a:p>
            <a:r>
              <a:rPr lang="fr-CA" sz="1800" dirty="0">
                <a:solidFill>
                  <a:schemeClr val="accent4">
                    <a:lumMod val="75000"/>
                  </a:schemeClr>
                </a:solidFill>
              </a:rPr>
              <a:t>La capacité est le catalyseur</a:t>
            </a:r>
            <a:endParaRPr lang="fr-CA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  <a:p>
            <a:endParaRPr lang="fr-CA" sz="1800" dirty="0">
              <a:solidFill>
                <a:schemeClr val="accent4">
                  <a:lumMod val="75000"/>
                </a:schemeClr>
              </a:solidFill>
            </a:endParaRPr>
          </a:p>
          <a:p>
            <a:r>
              <a:rPr lang="fr-CA" sz="1800" b="1" dirty="0" err="1">
                <a:solidFill>
                  <a:schemeClr val="accent4">
                    <a:lumMod val="75000"/>
                  </a:schemeClr>
                </a:solidFill>
              </a:rPr>
              <a:t>ToTAL</a:t>
            </a:r>
            <a:r>
              <a:rPr lang="fr-CA" sz="1800" dirty="0">
                <a:solidFill>
                  <a:schemeClr val="accent4">
                    <a:lumMod val="75000"/>
                  </a:schemeClr>
                </a:solidFill>
              </a:rPr>
              <a:t> relie tout cela à un cycle universel de culture/valeur et d’intégralité !</a:t>
            </a:r>
            <a:endParaRPr lang="fr-CA" dirty="0">
              <a:solidFill>
                <a:schemeClr val="accent4">
                  <a:lumMod val="75000"/>
                </a:schemeClr>
              </a:solidFill>
            </a:endParaRPr>
          </a:p>
          <a:p>
            <a:endParaRPr lang="fr-CA" sz="1800" dirty="0">
              <a:solidFill>
                <a:schemeClr val="accent4">
                  <a:lumMod val="75000"/>
                </a:schemeClr>
              </a:solidFill>
              <a:ea typeface="Calibri"/>
              <a:cs typeface="Calibri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46E6E134-9919-3904-7C60-392CCF1BC5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200025"/>
            <a:ext cx="8229600" cy="6472237"/>
          </a:xfrm>
        </p:spPr>
        <p:txBody>
          <a:bodyPr>
            <a:normAutofit lnSpcReduction="10000"/>
          </a:bodyPr>
          <a:lstStyle/>
          <a:p>
            <a:r>
              <a:rPr lang="fr-CA" dirty="0"/>
              <a:t>Là on a le haut niveau du " total" ok mais pas de détails (exemple)</a:t>
            </a:r>
          </a:p>
          <a:p>
            <a:r>
              <a:rPr lang="fr-CA" dirty="0"/>
              <a:t>(impression) </a:t>
            </a:r>
            <a:r>
              <a:rPr lang="fr-CA" dirty="0" err="1"/>
              <a:t>SAFe</a:t>
            </a:r>
            <a:r>
              <a:rPr lang="fr-CA" dirty="0"/>
              <a:t> c’est implémenter points moins souvent abordés</a:t>
            </a:r>
          </a:p>
          <a:p>
            <a:pPr lvl="1"/>
            <a:r>
              <a:rPr lang="fr-CA" dirty="0"/>
              <a:t>L’implémentation </a:t>
            </a:r>
            <a:r>
              <a:rPr lang="fr-CA" b="1" dirty="0" err="1"/>
              <a:t>SAFe</a:t>
            </a:r>
            <a:r>
              <a:rPr lang="fr-CA" dirty="0"/>
              <a:t> n’a pas été bien fait/</a:t>
            </a:r>
            <a:r>
              <a:rPr lang="fr-CA" b="1" dirty="0"/>
              <a:t>complet</a:t>
            </a:r>
            <a:r>
              <a:rPr lang="fr-CA" dirty="0"/>
              <a:t> (on voit souvent </a:t>
            </a:r>
            <a:r>
              <a:rPr lang="fr-CA" dirty="0" err="1"/>
              <a:t>SAFe</a:t>
            </a:r>
            <a:r>
              <a:rPr lang="fr-CA" dirty="0"/>
              <a:t> incomplet en entreprise)</a:t>
            </a:r>
          </a:p>
          <a:p>
            <a:r>
              <a:rPr lang="fr-CA" dirty="0"/>
              <a:t>Chialage sur Agile et </a:t>
            </a:r>
            <a:r>
              <a:rPr lang="fr-CA" dirty="0" err="1"/>
              <a:t>SAFe</a:t>
            </a:r>
            <a:endParaRPr lang="fr-CA" dirty="0"/>
          </a:p>
          <a:p>
            <a:r>
              <a:rPr lang="fr-CA" dirty="0"/>
              <a:t>Pas vraiment de blind spots dans </a:t>
            </a:r>
            <a:r>
              <a:rPr lang="fr-CA" dirty="0" err="1"/>
              <a:t>SAFe</a:t>
            </a:r>
            <a:endParaRPr lang="fr-CA" dirty="0"/>
          </a:p>
          <a:p>
            <a:pPr lvl="1"/>
            <a:r>
              <a:rPr lang="fr-CA" dirty="0"/>
              <a:t>Vanille ou générique -&gt; voir plutôt "notre" recette</a:t>
            </a:r>
          </a:p>
          <a:p>
            <a:pPr lvl="1"/>
            <a:r>
              <a:rPr lang="fr-CA" dirty="0"/>
              <a:t>Gestion d’incident, </a:t>
            </a:r>
            <a:r>
              <a:rPr lang="fr-CA" dirty="0" err="1"/>
              <a:t>DoR</a:t>
            </a:r>
            <a:r>
              <a:rPr lang="fr-CA" dirty="0"/>
              <a:t> format/</a:t>
            </a:r>
            <a:r>
              <a:rPr lang="fr-CA" dirty="0" err="1"/>
              <a:t>defini</a:t>
            </a:r>
            <a:r>
              <a:rPr lang="fr-CA" dirty="0"/>
              <a:t>, </a:t>
            </a:r>
          </a:p>
          <a:p>
            <a:pPr lvl="1"/>
            <a:r>
              <a:rPr lang="fr-CA" dirty="0"/>
              <a:t>Le comment manque </a:t>
            </a:r>
            <a:r>
              <a:rPr lang="fr-CA" dirty="0" err="1"/>
              <a:t>SAFe</a:t>
            </a:r>
            <a:r>
              <a:rPr lang="fr-CA" dirty="0"/>
              <a:t> est haut niveau</a:t>
            </a:r>
          </a:p>
          <a:p>
            <a:pPr lvl="1"/>
            <a:r>
              <a:rPr lang="fr-CA" dirty="0"/>
              <a:t>3 configurations (essential, …, porte folio)</a:t>
            </a:r>
          </a:p>
          <a:p>
            <a:endParaRPr lang="fr-CA" dirty="0"/>
          </a:p>
          <a:p>
            <a:endParaRPr lang="fr-CA" dirty="0"/>
          </a:p>
          <a:p>
            <a:pPr lvl="1"/>
            <a:endParaRPr lang="fr-CA" dirty="0"/>
          </a:p>
        </p:txBody>
      </p:sp>
    </p:spTree>
    <p:extLst>
      <p:ext uri="{BB962C8B-B14F-4D97-AF65-F5344CB8AC3E}">
        <p14:creationId xmlns:p14="http://schemas.microsoft.com/office/powerpoint/2010/main" val="194013032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d9290083-bd2f-48a2-8ac5-09a524b17d15}" enabled="1" method="Standard" siteId="{b9fec68c-c92d-461e-9a97-3d03a0f18b82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4551</TotalTime>
  <Words>1859</Words>
  <Application>Microsoft Office PowerPoint</Application>
  <PresentationFormat>Affichage à l'écran (4:3)</PresentationFormat>
  <Paragraphs>287</Paragraphs>
  <Slides>34</Slides>
  <Notes>0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34</vt:i4>
      </vt:variant>
    </vt:vector>
  </HeadingPairs>
  <TitlesOfParts>
    <vt:vector size="38" baseType="lpstr">
      <vt:lpstr>Aptos</vt:lpstr>
      <vt:lpstr>Arial</vt:lpstr>
      <vt:lpstr>Calibri</vt:lpstr>
      <vt:lpstr>Office Theme</vt:lpstr>
      <vt:lpstr>Présentation du modèle ToTAL Quality (base)</vt:lpstr>
      <vt:lpstr>Présentation PowerPoint</vt:lpstr>
      <vt:lpstr>Pourquoi "SAFe" dans  "ToTAL SAFe" ?</vt:lpstr>
      <vt:lpstr>Présentation PowerPoint</vt:lpstr>
      <vt:lpstr>L’amélioration continue</vt:lpstr>
      <vt:lpstr>Le principe SENSe</vt:lpstr>
      <vt:lpstr>Le moteur de définition (modélisation) </vt:lpstr>
      <vt:lpstr>Le principe FORGe</vt:lpstr>
      <vt:lpstr>Le moteur d’exécution (implémentation) </vt:lpstr>
      <vt:lpstr>Le principe CARe</vt:lpstr>
      <vt:lpstr>Le moteur de réalité (production)</vt:lpstr>
      <vt:lpstr>Le système du flot n’est pas suffisant dans ToTAL…</vt:lpstr>
      <vt:lpstr>C’est pourquoi, il y a les catalyseurs (capacité) du système ToTAL SAFe</vt:lpstr>
      <vt:lpstr>🧰 Technology</vt:lpstr>
      <vt:lpstr>⚖️ Orchestry</vt:lpstr>
      <vt:lpstr>🗺️ Topology</vt:lpstr>
      <vt:lpstr>🤝 Affinity</vt:lpstr>
      <vt:lpstr>🎢 Leverage Mastery</vt:lpstr>
      <vt:lpstr>ToTAL repose sur une symbiose</vt:lpstr>
      <vt:lpstr>Vision Qualité ToTAL</vt:lpstr>
      <vt:lpstr>"Shift" ToTAL de l’assurance qualité</vt:lpstr>
      <vt:lpstr>L’AQ du jour et ce que c’est…</vt:lpstr>
      <vt:lpstr>L’AQ d’avant et ce que ce n’est PLUS…</vt:lpstr>
      <vt:lpstr>Bref, QA dans ToTAL</vt:lpstr>
      <vt:lpstr>Les rôles qualité</vt:lpstr>
      <vt:lpstr>Manager qualité (QM)</vt:lpstr>
      <vt:lpstr>Architecte qualité (QA)</vt:lpstr>
      <vt:lpstr>Assistant qualité (QA)</vt:lpstr>
      <vt:lpstr>Acteurs qualité (QA)</vt:lpstr>
      <vt:lpstr>ToTAL Trio essentiel (Nouveaux 3 amigos)</vt:lpstr>
      <vt:lpstr>Ce qu’on réutilise de SAFe</vt:lpstr>
      <vt:lpstr>Ce qui diverge de SAFe</vt:lpstr>
      <vt:lpstr>ToTAL SAFe Conclusion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Belanger, Michel</dc:creator>
  <cp:keywords/>
  <dc:description>generated using python-pptx</dc:description>
  <cp:lastModifiedBy>Belanger, Michel</cp:lastModifiedBy>
  <cp:revision>84</cp:revision>
  <dcterms:created xsi:type="dcterms:W3CDTF">2013-01-27T09:14:16Z</dcterms:created>
  <dcterms:modified xsi:type="dcterms:W3CDTF">2026-09-15T14:08:12Z</dcterms:modified>
  <cp:category/>
</cp:coreProperties>
</file>
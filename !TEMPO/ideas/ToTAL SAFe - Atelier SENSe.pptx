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9" r:id="rId6"/>
    <p:sldId id="265" r:id="rId7"/>
    <p:sldId id="260" r:id="rId8"/>
    <p:sldId id="261" r:id="rId9"/>
    <p:sldId id="263" r:id="rId10"/>
    <p:sldId id="262" r:id="rId11"/>
    <p:sldId id="269" r:id="rId12"/>
    <p:sldId id="264" r:id="rId13"/>
    <p:sldId id="275" r:id="rId14"/>
    <p:sldId id="271" r:id="rId15"/>
    <p:sldId id="268" r:id="rId16"/>
    <p:sldId id="266" r:id="rId17"/>
    <p:sldId id="267" r:id="rId18"/>
    <p:sldId id="276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9537EA-6D61-490F-8D35-D94D18B4FBED}" v="78" dt="2026-05-21T22:00:2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nger, Michel" userId="9f46d9ab-1cf5-4fc6-8ef3-fcac8369d45b" providerId="ADAL" clId="{22CC25F5-1A08-4A57-ACE3-42D11CEBC825}"/>
    <pc:docChg chg="undo custSel addSld delSld modSld sldOrd">
      <pc:chgData name="Belanger, Michel" userId="9f46d9ab-1cf5-4fc6-8ef3-fcac8369d45b" providerId="ADAL" clId="{22CC25F5-1A08-4A57-ACE3-42D11CEBC825}" dt="2026-05-21T22:02:07.378" v="3195" actId="5793"/>
      <pc:docMkLst>
        <pc:docMk/>
      </pc:docMkLst>
      <pc:sldChg chg="addSp delSp modSp mod setBg addAnim">
        <pc:chgData name="Belanger, Michel" userId="9f46d9ab-1cf5-4fc6-8ef3-fcac8369d45b" providerId="ADAL" clId="{22CC25F5-1A08-4A57-ACE3-42D11CEBC825}" dt="2026-05-21T21:20:09.951" v="2701" actId="20577"/>
        <pc:sldMkLst>
          <pc:docMk/>
          <pc:sldMk cId="0" sldId="256"/>
        </pc:sldMkLst>
        <pc:spChg chg="mod">
          <ac:chgData name="Belanger, Michel" userId="9f46d9ab-1cf5-4fc6-8ef3-fcac8369d45b" providerId="ADAL" clId="{22CC25F5-1A08-4A57-ACE3-42D11CEBC825}" dt="2026-05-21T21:10:48.169" v="2615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20:09.951" v="2701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8" creationId="{4522B21E-B2B9-4C72-9A71-C87EFD137480}"/>
          </ac:spMkLst>
        </pc:spChg>
        <pc:spChg chg="add del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10" creationId="{5EB7D2A2-F448-44D4-938C-DC84CBCB3B1E}"/>
          </ac:spMkLst>
        </pc:spChg>
        <pc:spChg chg="add del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12" creationId="{871AEA07-1E14-44B4-8E55-64EF049CD66F}"/>
          </ac:spMkLst>
        </pc:spChg>
        <pc:spChg chg="add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19" creationId="{9C7E0A2C-7C0A-4AAC-B3B0-6C12B2EBAE05}"/>
          </ac:spMkLst>
        </pc:spChg>
        <pc:spChg chg="add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21" creationId="{5EB7D2A2-F448-44D4-938C-DC84CBCB3B1E}"/>
          </ac:spMkLst>
        </pc:spChg>
        <pc:spChg chg="add">
          <ac:chgData name="Belanger, Michel" userId="9f46d9ab-1cf5-4fc6-8ef3-fcac8369d45b" providerId="ADAL" clId="{22CC25F5-1A08-4A57-ACE3-42D11CEBC825}" dt="2026-05-21T14:58:39.662" v="759" actId="26606"/>
          <ac:spMkLst>
            <pc:docMk/>
            <pc:sldMk cId="0" sldId="256"/>
            <ac:spMk id="23" creationId="{871AEA07-1E14-44B4-8E55-64EF049CD66F}"/>
          </ac:spMkLst>
        </pc:spChg>
        <pc:cxnChg chg="add del">
          <ac:chgData name="Belanger, Michel" userId="9f46d9ab-1cf5-4fc6-8ef3-fcac8369d45b" providerId="ADAL" clId="{22CC25F5-1A08-4A57-ACE3-42D11CEBC825}" dt="2026-05-21T14:58:39.662" v="759" actId="26606"/>
          <ac:cxnSpMkLst>
            <pc:docMk/>
            <pc:sldMk cId="0" sldId="256"/>
            <ac:cxnSpMk id="14" creationId="{F7C8EA93-3210-4C62-99E9-153C275E3A87}"/>
          </ac:cxnSpMkLst>
        </pc:cxnChg>
        <pc:cxnChg chg="add">
          <ac:chgData name="Belanger, Michel" userId="9f46d9ab-1cf5-4fc6-8ef3-fcac8369d45b" providerId="ADAL" clId="{22CC25F5-1A08-4A57-ACE3-42D11CEBC825}" dt="2026-05-21T14:58:39.662" v="759" actId="26606"/>
          <ac:cxnSpMkLst>
            <pc:docMk/>
            <pc:sldMk cId="0" sldId="256"/>
            <ac:cxnSpMk id="25" creationId="{F7C8EA93-3210-4C62-99E9-153C275E3A87}"/>
          </ac:cxnSpMkLst>
        </pc:cxnChg>
      </pc:sldChg>
      <pc:sldChg chg="addSp delSp modSp mod setBg">
        <pc:chgData name="Belanger, Michel" userId="9f46d9ab-1cf5-4fc6-8ef3-fcac8369d45b" providerId="ADAL" clId="{22CC25F5-1A08-4A57-ACE3-42D11CEBC825}" dt="2026-05-21T21:11:30.004" v="2628" actId="113"/>
        <pc:sldMkLst>
          <pc:docMk/>
          <pc:sldMk cId="0" sldId="257"/>
        </pc:sldMkLst>
        <pc:spChg chg="mod">
          <ac:chgData name="Belanger, Michel" userId="9f46d9ab-1cf5-4fc6-8ef3-fcac8369d45b" providerId="ADAL" clId="{22CC25F5-1A08-4A57-ACE3-42D11CEBC825}" dt="2026-05-21T15:35:25.896" v="127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11:30.004" v="2628" actId="113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5:29:06.387" v="1130" actId="478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4:59:20.934" v="762" actId="26606"/>
          <ac:spMkLst>
            <pc:docMk/>
            <pc:sldMk cId="0" sldId="257"/>
            <ac:spMk id="8" creationId="{3AD318CC-E2A8-4E27-9548-A047A78999B1}"/>
          </ac:spMkLst>
        </pc:spChg>
        <pc:spChg chg="mod">
          <ac:chgData name="Belanger, Michel" userId="9f46d9ab-1cf5-4fc6-8ef3-fcac8369d45b" providerId="ADAL" clId="{22CC25F5-1A08-4A57-ACE3-42D11CEBC825}" dt="2026-05-21T14:57:55.914" v="757" actId="207"/>
          <ac:spMkLst>
            <pc:docMk/>
            <pc:sldMk cId="0" sldId="257"/>
            <ac:spMk id="11" creationId="{3A9A4357-BD1D-4622-A4FE-766E6AB8DE84}"/>
          </ac:spMkLst>
        </pc:spChg>
        <pc:spChg chg="add del">
          <ac:chgData name="Belanger, Michel" userId="9f46d9ab-1cf5-4fc6-8ef3-fcac8369d45b" providerId="ADAL" clId="{22CC25F5-1A08-4A57-ACE3-42D11CEBC825}" dt="2026-05-21T14:59:20.934" v="762" actId="26606"/>
          <ac:spMkLst>
            <pc:docMk/>
            <pc:sldMk cId="0" sldId="257"/>
            <ac:spMk id="14" creationId="{2C1BBA94-3F40-40AA-8BB9-E69E25E537C1}"/>
          </ac:spMkLst>
        </pc:spChg>
        <pc:spChg chg="add">
          <ac:chgData name="Belanger, Michel" userId="9f46d9ab-1cf5-4fc6-8ef3-fcac8369d45b" providerId="ADAL" clId="{22CC25F5-1A08-4A57-ACE3-42D11CEBC825}" dt="2026-05-21T14:59:20.934" v="762" actId="26606"/>
          <ac:spMkLst>
            <pc:docMk/>
            <pc:sldMk cId="0" sldId="257"/>
            <ac:spMk id="19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1T14:59:20.934" v="762" actId="26606"/>
          <ac:spMkLst>
            <pc:docMk/>
            <pc:sldMk cId="0" sldId="257"/>
            <ac:spMk id="25" creationId="{E659831F-0D9A-4C63-9EBB-8435B85A440F}"/>
          </ac:spMkLst>
        </pc:spChg>
        <pc:grpChg chg="add del">
          <ac:chgData name="Belanger, Michel" userId="9f46d9ab-1cf5-4fc6-8ef3-fcac8369d45b" providerId="ADAL" clId="{22CC25F5-1A08-4A57-ACE3-42D11CEBC825}" dt="2026-05-21T14:59:20.934" v="762" actId="26606"/>
          <ac:grpSpMkLst>
            <pc:docMk/>
            <pc:sldMk cId="0" sldId="257"/>
            <ac:grpSpMk id="10" creationId="{B14B560F-9DD7-4302-A60B-EBD3EF59B073}"/>
          </ac:grpSpMkLst>
        </pc:grpChg>
        <pc:grpChg chg="add">
          <ac:chgData name="Belanger, Michel" userId="9f46d9ab-1cf5-4fc6-8ef3-fcac8369d45b" providerId="ADAL" clId="{22CC25F5-1A08-4A57-ACE3-42D11CEBC825}" dt="2026-05-21T14:59:20.934" v="762" actId="26606"/>
          <ac:grpSpMkLst>
            <pc:docMk/>
            <pc:sldMk cId="0" sldId="257"/>
            <ac:grpSpMk id="21" creationId="{28FAF094-D087-493F-8DF9-A486C2D6BBAA}"/>
          </ac:grpSpMkLst>
        </pc:grpChg>
      </pc:sldChg>
      <pc:sldChg chg="addSp delSp modSp del mod">
        <pc:chgData name="Belanger, Michel" userId="9f46d9ab-1cf5-4fc6-8ef3-fcac8369d45b" providerId="ADAL" clId="{22CC25F5-1A08-4A57-ACE3-42D11CEBC825}" dt="2026-05-21T14:57:44.332" v="756" actId="2696"/>
        <pc:sldMkLst>
          <pc:docMk/>
          <pc:sldMk cId="0" sldId="258"/>
        </pc:sldMkLst>
        <pc:spChg chg="mod">
          <ac:chgData name="Belanger, Michel" userId="9f46d9ab-1cf5-4fc6-8ef3-fcac8369d45b" providerId="ADAL" clId="{22CC25F5-1A08-4A57-ACE3-42D11CEBC825}" dt="2026-05-21T14:51:30.411" v="722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Belanger, Michel" userId="9f46d9ab-1cf5-4fc6-8ef3-fcac8369d45b" providerId="ADAL" clId="{22CC25F5-1A08-4A57-ACE3-42D11CEBC825}" dt="2026-05-21T14:46:54.274" v="682" actId="26606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Belanger, Michel" userId="9f46d9ab-1cf5-4fc6-8ef3-fcac8369d45b" providerId="ADAL" clId="{22CC25F5-1A08-4A57-ACE3-42D11CEBC825}" dt="2026-05-21T14:50:48.822" v="717" actId="113"/>
          <ac:graphicFrameMkLst>
            <pc:docMk/>
            <pc:sldMk cId="0" sldId="258"/>
            <ac:graphicFrameMk id="5" creationId="{ED141889-2D7F-0C24-FA3A-56A204CADAD1}"/>
          </ac:graphicFrameMkLst>
        </pc:graphicFrameChg>
      </pc:sldChg>
      <pc:sldChg chg="addSp modSp mod setBg">
        <pc:chgData name="Belanger, Michel" userId="9f46d9ab-1cf5-4fc6-8ef3-fcac8369d45b" providerId="ADAL" clId="{22CC25F5-1A08-4A57-ACE3-42D11CEBC825}" dt="2026-05-21T21:21:20.805" v="2703" actId="20577"/>
        <pc:sldMkLst>
          <pc:docMk/>
          <pc:sldMk cId="0" sldId="259"/>
        </pc:sldMkLst>
        <pc:spChg chg="mod">
          <ac:chgData name="Belanger, Michel" userId="9f46d9ab-1cf5-4fc6-8ef3-fcac8369d45b" providerId="ADAL" clId="{22CC25F5-1A08-4A57-ACE3-42D11CEBC825}" dt="2026-05-21T15:36:01.986" v="129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21:20.805" v="2703" actId="20577"/>
          <ac:spMkLst>
            <pc:docMk/>
            <pc:sldMk cId="0" sldId="259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15:02:25.129" v="781" actId="26606"/>
          <ac:spMkLst>
            <pc:docMk/>
            <pc:sldMk cId="0" sldId="259"/>
            <ac:spMk id="8" creationId="{081EA652-8C6A-4E69-BEB9-170809474553}"/>
          </ac:spMkLst>
        </pc:spChg>
        <pc:spChg chg="add">
          <ac:chgData name="Belanger, Michel" userId="9f46d9ab-1cf5-4fc6-8ef3-fcac8369d45b" providerId="ADAL" clId="{22CC25F5-1A08-4A57-ACE3-42D11CEBC825}" dt="2026-05-21T15:02:25.129" v="781" actId="26606"/>
          <ac:spMkLst>
            <pc:docMk/>
            <pc:sldMk cId="0" sldId="259"/>
            <ac:spMk id="10" creationId="{5298780A-33B9-4EA2-8F67-DE68AD62841B}"/>
          </ac:spMkLst>
        </pc:spChg>
        <pc:spChg chg="add">
          <ac:chgData name="Belanger, Michel" userId="9f46d9ab-1cf5-4fc6-8ef3-fcac8369d45b" providerId="ADAL" clId="{22CC25F5-1A08-4A57-ACE3-42D11CEBC825}" dt="2026-05-21T15:02:25.129" v="781" actId="26606"/>
          <ac:spMkLst>
            <pc:docMk/>
            <pc:sldMk cId="0" sldId="259"/>
            <ac:spMk id="12" creationId="{7F488E8B-4E1E-4402-8935-D4E6C02615C7}"/>
          </ac:spMkLst>
        </pc:spChg>
        <pc:graphicFrameChg chg="add mod">
          <ac:chgData name="Belanger, Michel" userId="9f46d9ab-1cf5-4fc6-8ef3-fcac8369d45b" providerId="ADAL" clId="{22CC25F5-1A08-4A57-ACE3-42D11CEBC825}" dt="2026-05-21T17:08:00.349" v="2537"/>
          <ac:graphicFrameMkLst>
            <pc:docMk/>
            <pc:sldMk cId="0" sldId="259"/>
            <ac:graphicFrameMk id="4" creationId="{3E54F95B-8472-B5D9-5251-2672A650E969}"/>
          </ac:graphicFrameMkLst>
        </pc:graphicFrameChg>
      </pc:sldChg>
      <pc:sldChg chg="addSp delSp modSp mod setBg">
        <pc:chgData name="Belanger, Michel" userId="9f46d9ab-1cf5-4fc6-8ef3-fcac8369d45b" providerId="ADAL" clId="{22CC25F5-1A08-4A57-ACE3-42D11CEBC825}" dt="2026-05-21T21:25:49.349" v="2747" actId="113"/>
        <pc:sldMkLst>
          <pc:docMk/>
          <pc:sldMk cId="0" sldId="260"/>
        </pc:sldMkLst>
        <pc:spChg chg="mod">
          <ac:chgData name="Belanger, Michel" userId="9f46d9ab-1cf5-4fc6-8ef3-fcac8369d45b" providerId="ADAL" clId="{22CC25F5-1A08-4A57-ACE3-42D11CEBC825}" dt="2026-05-21T15:40:42.563" v="1383" actId="6549"/>
          <ac:spMkLst>
            <pc:docMk/>
            <pc:sldMk cId="0" sldId="260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25:49.349" v="2747" actId="113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Belanger, Michel" userId="9f46d9ab-1cf5-4fc6-8ef3-fcac8369d45b" providerId="ADAL" clId="{22CC25F5-1A08-4A57-ACE3-42D11CEBC825}" dt="2026-05-21T15:04:26.381" v="812" actId="26606"/>
          <ac:spMkLst>
            <pc:docMk/>
            <pc:sldMk cId="0" sldId="260"/>
            <ac:spMk id="8" creationId="{8B9AA7C6-5E5A-498E-A6DF-A943376E09BC}"/>
          </ac:spMkLst>
        </pc:spChg>
        <pc:spChg chg="add del">
          <ac:chgData name="Belanger, Michel" userId="9f46d9ab-1cf5-4fc6-8ef3-fcac8369d45b" providerId="ADAL" clId="{22CC25F5-1A08-4A57-ACE3-42D11CEBC825}" dt="2026-05-21T15:04:26.381" v="812" actId="26606"/>
          <ac:spMkLst>
            <pc:docMk/>
            <pc:sldMk cId="0" sldId="260"/>
            <ac:spMk id="14" creationId="{81E140AE-0ABF-47C8-BF32-7D2F0CF2BA44}"/>
          </ac:spMkLst>
        </pc:spChg>
        <pc:spChg chg="add del">
          <ac:chgData name="Belanger, Michel" userId="9f46d9ab-1cf5-4fc6-8ef3-fcac8369d45b" providerId="ADAL" clId="{22CC25F5-1A08-4A57-ACE3-42D11CEBC825}" dt="2026-05-21T15:04:26.381" v="812" actId="26606"/>
          <ac:spMkLst>
            <pc:docMk/>
            <pc:sldMk cId="0" sldId="260"/>
            <ac:spMk id="16" creationId="{CBC4F608-B4B8-48C3-9572-C0F061B1CD99}"/>
          </ac:spMkLst>
        </pc:spChg>
        <pc:spChg chg="add">
          <ac:chgData name="Belanger, Michel" userId="9f46d9ab-1cf5-4fc6-8ef3-fcac8369d45b" providerId="ADAL" clId="{22CC25F5-1A08-4A57-ACE3-42D11CEBC825}" dt="2026-05-21T15:04:26.381" v="812" actId="26606"/>
          <ac:spMkLst>
            <pc:docMk/>
            <pc:sldMk cId="0" sldId="260"/>
            <ac:spMk id="21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15:04:26.381" v="812" actId="26606"/>
          <ac:spMkLst>
            <pc:docMk/>
            <pc:sldMk cId="0" sldId="260"/>
            <ac:spMk id="28" creationId="{D5B0017B-2ECA-49AF-B397-DC140825DF8D}"/>
          </ac:spMkLst>
        </pc:spChg>
        <pc:grpChg chg="add del">
          <ac:chgData name="Belanger, Michel" userId="9f46d9ab-1cf5-4fc6-8ef3-fcac8369d45b" providerId="ADAL" clId="{22CC25F5-1A08-4A57-ACE3-42D11CEBC825}" dt="2026-05-21T15:04:26.381" v="812" actId="26606"/>
          <ac:grpSpMkLst>
            <pc:docMk/>
            <pc:sldMk cId="0" sldId="260"/>
            <ac:grpSpMk id="10" creationId="{83EAB11A-76F7-48F4-9B4F-5BFDF4BF9670}"/>
          </ac:grpSpMkLst>
        </pc:grpChg>
        <pc:grpChg chg="add">
          <ac:chgData name="Belanger, Michel" userId="9f46d9ab-1cf5-4fc6-8ef3-fcac8369d45b" providerId="ADAL" clId="{22CC25F5-1A08-4A57-ACE3-42D11CEBC825}" dt="2026-05-21T15:04:26.381" v="812" actId="26606"/>
          <ac:grpSpMkLst>
            <pc:docMk/>
            <pc:sldMk cId="0" sldId="260"/>
            <ac:grpSpMk id="23" creationId="{AE1C45F0-260A-458C-96ED-C1F6D2151219}"/>
          </ac:grpSpMkLst>
        </pc:grpChg>
        <pc:cxnChg chg="add">
          <ac:chgData name="Belanger, Michel" userId="9f46d9ab-1cf5-4fc6-8ef3-fcac8369d45b" providerId="ADAL" clId="{22CC25F5-1A08-4A57-ACE3-42D11CEBC825}" dt="2026-05-21T15:04:26.381" v="812" actId="26606"/>
          <ac:cxnSpMkLst>
            <pc:docMk/>
            <pc:sldMk cId="0" sldId="260"/>
            <ac:cxnSpMk id="30" creationId="{6CF1BAF6-AD41-4082-B212-8A1F9A2E8779}"/>
          </ac:cxnSpMkLst>
        </pc:cxnChg>
      </pc:sldChg>
      <pc:sldChg chg="addSp modSp mod setBg">
        <pc:chgData name="Belanger, Michel" userId="9f46d9ab-1cf5-4fc6-8ef3-fcac8369d45b" providerId="ADAL" clId="{22CC25F5-1A08-4A57-ACE3-42D11CEBC825}" dt="2026-05-21T17:09:21.533" v="2545" actId="20577"/>
        <pc:sldMkLst>
          <pc:docMk/>
          <pc:sldMk cId="0" sldId="261"/>
        </pc:sldMkLst>
        <pc:spChg chg="mod">
          <ac:chgData name="Belanger, Michel" userId="9f46d9ab-1cf5-4fc6-8ef3-fcac8369d45b" providerId="ADAL" clId="{22CC25F5-1A08-4A57-ACE3-42D11CEBC825}" dt="2026-05-21T15:40:50.347" v="1388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17:09:21.533" v="2545" actId="20577"/>
          <ac:spMkLst>
            <pc:docMk/>
            <pc:sldMk cId="0" sldId="261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15:05:01.814" v="813" actId="26606"/>
          <ac:spMkLst>
            <pc:docMk/>
            <pc:sldMk cId="0" sldId="261"/>
            <ac:spMk id="8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15:05:01.814" v="813" actId="26606"/>
          <ac:spMkLst>
            <pc:docMk/>
            <pc:sldMk cId="0" sldId="261"/>
            <ac:spMk id="15" creationId="{D5B0017B-2ECA-49AF-B397-DC140825DF8D}"/>
          </ac:spMkLst>
        </pc:spChg>
        <pc:grpChg chg="add">
          <ac:chgData name="Belanger, Michel" userId="9f46d9ab-1cf5-4fc6-8ef3-fcac8369d45b" providerId="ADAL" clId="{22CC25F5-1A08-4A57-ACE3-42D11CEBC825}" dt="2026-05-21T15:05:01.814" v="813" actId="26606"/>
          <ac:grpSpMkLst>
            <pc:docMk/>
            <pc:sldMk cId="0" sldId="261"/>
            <ac:grpSpMk id="10" creationId="{AE1C45F0-260A-458C-96ED-C1F6D2151219}"/>
          </ac:grpSpMkLst>
        </pc:grpChg>
        <pc:cxnChg chg="add">
          <ac:chgData name="Belanger, Michel" userId="9f46d9ab-1cf5-4fc6-8ef3-fcac8369d45b" providerId="ADAL" clId="{22CC25F5-1A08-4A57-ACE3-42D11CEBC825}" dt="2026-05-21T15:05:01.814" v="813" actId="26606"/>
          <ac:cxnSpMkLst>
            <pc:docMk/>
            <pc:sldMk cId="0" sldId="261"/>
            <ac:cxnSpMk id="17" creationId="{6CF1BAF6-AD41-4082-B212-8A1F9A2E8779}"/>
          </ac:cxnSpMkLst>
        </pc:cxnChg>
      </pc:sldChg>
      <pc:sldChg chg="addSp modSp mod setBg">
        <pc:chgData name="Belanger, Michel" userId="9f46d9ab-1cf5-4fc6-8ef3-fcac8369d45b" providerId="ADAL" clId="{22CC25F5-1A08-4A57-ACE3-42D11CEBC825}" dt="2026-05-21T17:09:53.436" v="2547" actId="20577"/>
        <pc:sldMkLst>
          <pc:docMk/>
          <pc:sldMk cId="0" sldId="262"/>
        </pc:sldMkLst>
        <pc:spChg chg="mod">
          <ac:chgData name="Belanger, Michel" userId="9f46d9ab-1cf5-4fc6-8ef3-fcac8369d45b" providerId="ADAL" clId="{22CC25F5-1A08-4A57-ACE3-42D11CEBC825}" dt="2026-05-21T15:41:00.675" v="1393" actId="6549"/>
          <ac:spMkLst>
            <pc:docMk/>
            <pc:sldMk cId="0" sldId="262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17:09:53.436" v="2547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1T15:08:18.014" v="844" actId="207"/>
          <ac:spMkLst>
            <pc:docMk/>
            <pc:sldMk cId="0" sldId="262"/>
            <ac:spMk id="8" creationId="{DBF61EA3-B236-439E-9C0B-340980D56BEE}"/>
          </ac:spMkLst>
        </pc:spChg>
        <pc:spChg chg="mod">
          <ac:chgData name="Belanger, Michel" userId="9f46d9ab-1cf5-4fc6-8ef3-fcac8369d45b" providerId="ADAL" clId="{22CC25F5-1A08-4A57-ACE3-42D11CEBC825}" dt="2026-05-21T15:08:18.014" v="844" actId="207"/>
          <ac:spMkLst>
            <pc:docMk/>
            <pc:sldMk cId="0" sldId="262"/>
            <ac:spMk id="11" creationId="{8D7C88D8-5509-4514-925A-9CE148E5CBD6}"/>
          </ac:spMkLst>
        </pc:spChg>
        <pc:spChg chg="mod">
          <ac:chgData name="Belanger, Michel" userId="9f46d9ab-1cf5-4fc6-8ef3-fcac8369d45b" providerId="ADAL" clId="{22CC25F5-1A08-4A57-ACE3-42D11CEBC825}" dt="2026-05-21T15:08:18.014" v="844" actId="207"/>
          <ac:spMkLst>
            <pc:docMk/>
            <pc:sldMk cId="0" sldId="262"/>
            <ac:spMk id="12" creationId="{7275593D-F75E-4426-AE3E-2CDEFD228D25}"/>
          </ac:spMkLst>
        </pc:spChg>
        <pc:spChg chg="add">
          <ac:chgData name="Belanger, Michel" userId="9f46d9ab-1cf5-4fc6-8ef3-fcac8369d45b" providerId="ADAL" clId="{22CC25F5-1A08-4A57-ACE3-42D11CEBC825}" dt="2026-05-21T15:07:29.980" v="820" actId="26606"/>
          <ac:spMkLst>
            <pc:docMk/>
            <pc:sldMk cId="0" sldId="262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1T15:07:29.980" v="820" actId="26606"/>
          <ac:grpSpMkLst>
            <pc:docMk/>
            <pc:sldMk cId="0" sldId="262"/>
            <ac:grpSpMk id="10" creationId="{28FAF094-D087-493F-8DF9-A486C2D6BBAA}"/>
          </ac:grpSpMkLst>
        </pc:grpChg>
      </pc:sldChg>
      <pc:sldChg chg="addSp delSp modSp mod ord setBg">
        <pc:chgData name="Belanger, Michel" userId="9f46d9ab-1cf5-4fc6-8ef3-fcac8369d45b" providerId="ADAL" clId="{22CC25F5-1A08-4A57-ACE3-42D11CEBC825}" dt="2026-05-21T15:38:04.259" v="1304"/>
        <pc:sldMkLst>
          <pc:docMk/>
          <pc:sldMk cId="0" sldId="263"/>
        </pc:sldMkLst>
        <pc:spChg chg="mod">
          <ac:chgData name="Belanger, Michel" userId="9f46d9ab-1cf5-4fc6-8ef3-fcac8369d45b" providerId="ADAL" clId="{22CC25F5-1A08-4A57-ACE3-42D11CEBC825}" dt="2026-05-21T15:19:35.717" v="911" actId="207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5:10:31.380" v="851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Belanger, Michel" userId="9f46d9ab-1cf5-4fc6-8ef3-fcac8369d45b" providerId="ADAL" clId="{22CC25F5-1A08-4A57-ACE3-42D11CEBC825}" dt="2026-05-21T15:11:32.406" v="868" actId="26606"/>
          <ac:spMkLst>
            <pc:docMk/>
            <pc:sldMk cId="0" sldId="263"/>
            <ac:spMk id="8" creationId="{3AD318CC-E2A8-4E27-9548-A047A78999B1}"/>
          </ac:spMkLst>
        </pc:spChg>
        <pc:spChg chg="add del">
          <ac:chgData name="Belanger, Michel" userId="9f46d9ab-1cf5-4fc6-8ef3-fcac8369d45b" providerId="ADAL" clId="{22CC25F5-1A08-4A57-ACE3-42D11CEBC825}" dt="2026-05-21T15:10:31.375" v="850" actId="26606"/>
          <ac:spMkLst>
            <pc:docMk/>
            <pc:sldMk cId="0" sldId="263"/>
            <ac:spMk id="9" creationId="{081EA652-8C6A-4E69-BEB9-170809474553}"/>
          </ac:spMkLst>
        </pc:spChg>
        <pc:spChg chg="add del">
          <ac:chgData name="Belanger, Michel" userId="9f46d9ab-1cf5-4fc6-8ef3-fcac8369d45b" providerId="ADAL" clId="{22CC25F5-1A08-4A57-ACE3-42D11CEBC825}" dt="2026-05-21T15:10:31.375" v="850" actId="26606"/>
          <ac:spMkLst>
            <pc:docMk/>
            <pc:sldMk cId="0" sldId="263"/>
            <ac:spMk id="11" creationId="{A4026A73-1F7F-49F2-B319-8CA3B3D53269}"/>
          </ac:spMkLst>
        </pc:spChg>
        <pc:spChg chg="add del">
          <ac:chgData name="Belanger, Michel" userId="9f46d9ab-1cf5-4fc6-8ef3-fcac8369d45b" providerId="ADAL" clId="{22CC25F5-1A08-4A57-ACE3-42D11CEBC825}" dt="2026-05-21T15:10:31.375" v="850" actId="26606"/>
          <ac:spMkLst>
            <pc:docMk/>
            <pc:sldMk cId="0" sldId="263"/>
            <ac:spMk id="13" creationId="{5298780A-33B9-4EA2-8F67-DE68AD62841B}"/>
          </ac:spMkLst>
        </pc:spChg>
        <pc:spChg chg="add del">
          <ac:chgData name="Belanger, Michel" userId="9f46d9ab-1cf5-4fc6-8ef3-fcac8369d45b" providerId="ADAL" clId="{22CC25F5-1A08-4A57-ACE3-42D11CEBC825}" dt="2026-05-21T15:11:32.406" v="868" actId="26606"/>
          <ac:spMkLst>
            <pc:docMk/>
            <pc:sldMk cId="0" sldId="263"/>
            <ac:spMk id="14" creationId="{2C1BBA94-3F40-40AA-8BB9-E69E25E537C1}"/>
          </ac:spMkLst>
        </pc:spChg>
        <pc:spChg chg="add del">
          <ac:chgData name="Belanger, Michel" userId="9f46d9ab-1cf5-4fc6-8ef3-fcac8369d45b" providerId="ADAL" clId="{22CC25F5-1A08-4A57-ACE3-42D11CEBC825}" dt="2026-05-21T15:10:31.375" v="850" actId="26606"/>
          <ac:spMkLst>
            <pc:docMk/>
            <pc:sldMk cId="0" sldId="263"/>
            <ac:spMk id="15" creationId="{7F488E8B-4E1E-4402-8935-D4E6C02615C7}"/>
          </ac:spMkLst>
        </pc:spChg>
        <pc:spChg chg="add mod">
          <ac:chgData name="Belanger, Michel" userId="9f46d9ab-1cf5-4fc6-8ef3-fcac8369d45b" providerId="ADAL" clId="{22CC25F5-1A08-4A57-ACE3-42D11CEBC825}" dt="2026-05-21T15:19:35.717" v="911" actId="207"/>
          <ac:spMkLst>
            <pc:docMk/>
            <pc:sldMk cId="0" sldId="263"/>
            <ac:spMk id="20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15:11:32.406" v="868" actId="26606"/>
          <ac:spMkLst>
            <pc:docMk/>
            <pc:sldMk cId="0" sldId="263"/>
            <ac:spMk id="25" creationId="{081EA652-8C6A-4E69-BEB9-170809474553}"/>
          </ac:spMkLst>
        </pc:spChg>
        <pc:spChg chg="add">
          <ac:chgData name="Belanger, Michel" userId="9f46d9ab-1cf5-4fc6-8ef3-fcac8369d45b" providerId="ADAL" clId="{22CC25F5-1A08-4A57-ACE3-42D11CEBC825}" dt="2026-05-21T15:11:32.406" v="868" actId="26606"/>
          <ac:spMkLst>
            <pc:docMk/>
            <pc:sldMk cId="0" sldId="263"/>
            <ac:spMk id="27" creationId="{5298780A-33B9-4EA2-8F67-DE68AD62841B}"/>
          </ac:spMkLst>
        </pc:spChg>
        <pc:spChg chg="add">
          <ac:chgData name="Belanger, Michel" userId="9f46d9ab-1cf5-4fc6-8ef3-fcac8369d45b" providerId="ADAL" clId="{22CC25F5-1A08-4A57-ACE3-42D11CEBC825}" dt="2026-05-21T15:11:32.406" v="868" actId="26606"/>
          <ac:spMkLst>
            <pc:docMk/>
            <pc:sldMk cId="0" sldId="263"/>
            <ac:spMk id="29" creationId="{7F488E8B-4E1E-4402-8935-D4E6C02615C7}"/>
          </ac:spMkLst>
        </pc:spChg>
        <pc:grpChg chg="add del">
          <ac:chgData name="Belanger, Michel" userId="9f46d9ab-1cf5-4fc6-8ef3-fcac8369d45b" providerId="ADAL" clId="{22CC25F5-1A08-4A57-ACE3-42D11CEBC825}" dt="2026-05-21T15:11:32.406" v="868" actId="26606"/>
          <ac:grpSpMkLst>
            <pc:docMk/>
            <pc:sldMk cId="0" sldId="263"/>
            <ac:grpSpMk id="10" creationId="{B14B560F-9DD7-4302-A60B-EBD3EF59B073}"/>
          </ac:grpSpMkLst>
        </pc:grpChg>
        <pc:graphicFrameChg chg="add del">
          <ac:chgData name="Belanger, Michel" userId="9f46d9ab-1cf5-4fc6-8ef3-fcac8369d45b" providerId="ADAL" clId="{22CC25F5-1A08-4A57-ACE3-42D11CEBC825}" dt="2026-05-21T15:10:31.375" v="850" actId="26606"/>
          <ac:graphicFrameMkLst>
            <pc:docMk/>
            <pc:sldMk cId="0" sldId="263"/>
            <ac:graphicFrameMk id="5" creationId="{1F8D6BD0-2D90-490F-A853-A5811D980890}"/>
          </ac:graphicFrameMkLst>
        </pc:graphicFrameChg>
        <pc:cxnChg chg="add del">
          <ac:chgData name="Belanger, Michel" userId="9f46d9ab-1cf5-4fc6-8ef3-fcac8369d45b" providerId="ADAL" clId="{22CC25F5-1A08-4A57-ACE3-42D11CEBC825}" dt="2026-05-21T15:10:31.375" v="850" actId="26606"/>
          <ac:cxnSpMkLst>
            <pc:docMk/>
            <pc:sldMk cId="0" sldId="263"/>
            <ac:cxnSpMk id="17" creationId="{23AAC9B5-8015-485C-ACF9-A750390E9A56}"/>
          </ac:cxnSpMkLst>
        </pc:cxnChg>
        <pc:cxnChg chg="add">
          <ac:chgData name="Belanger, Michel" userId="9f46d9ab-1cf5-4fc6-8ef3-fcac8369d45b" providerId="ADAL" clId="{22CC25F5-1A08-4A57-ACE3-42D11CEBC825}" dt="2026-05-21T15:11:32.406" v="868" actId="26606"/>
          <ac:cxnSpMkLst>
            <pc:docMk/>
            <pc:sldMk cId="0" sldId="263"/>
            <ac:cxnSpMk id="31" creationId="{23AAC9B5-8015-485C-ACF9-A750390E9A56}"/>
          </ac:cxnSpMkLst>
        </pc:cxnChg>
      </pc:sldChg>
      <pc:sldChg chg="addSp delSp modSp mod setBg">
        <pc:chgData name="Belanger, Michel" userId="9f46d9ab-1cf5-4fc6-8ef3-fcac8369d45b" providerId="ADAL" clId="{22CC25F5-1A08-4A57-ACE3-42D11CEBC825}" dt="2026-05-21T15:17:45.997" v="910" actId="207"/>
        <pc:sldMkLst>
          <pc:docMk/>
          <pc:sldMk cId="0" sldId="264"/>
        </pc:sldMkLst>
        <pc:spChg chg="mod">
          <ac:chgData name="Belanger, Michel" userId="9f46d9ab-1cf5-4fc6-8ef3-fcac8369d45b" providerId="ADAL" clId="{22CC25F5-1A08-4A57-ACE3-42D11CEBC825}" dt="2026-05-21T15:17:45.997" v="910" actId="207"/>
          <ac:spMkLst>
            <pc:docMk/>
            <pc:sldMk cId="0" sldId="264"/>
            <ac:spMk id="2" creationId="{00000000-0000-0000-0000-000000000000}"/>
          </ac:spMkLst>
        </pc:spChg>
        <pc:spChg chg="del">
          <ac:chgData name="Belanger, Michel" userId="9f46d9ab-1cf5-4fc6-8ef3-fcac8369d45b" providerId="ADAL" clId="{22CC25F5-1A08-4A57-ACE3-42D11CEBC825}" dt="2026-05-21T15:13:33.763" v="886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Belanger, Michel" userId="9f46d9ab-1cf5-4fc6-8ef3-fcac8369d45b" providerId="ADAL" clId="{22CC25F5-1A08-4A57-ACE3-42D11CEBC825}" dt="2026-05-21T15:15:24.909" v="895" actId="26606"/>
          <ac:spMkLst>
            <pc:docMk/>
            <pc:sldMk cId="0" sldId="264"/>
            <ac:spMk id="9" creationId="{081EA652-8C6A-4E69-BEB9-170809474553}"/>
          </ac:spMkLst>
        </pc:spChg>
        <pc:spChg chg="add del">
          <ac:chgData name="Belanger, Michel" userId="9f46d9ab-1cf5-4fc6-8ef3-fcac8369d45b" providerId="ADAL" clId="{22CC25F5-1A08-4A57-ACE3-42D11CEBC825}" dt="2026-05-21T15:15:24.909" v="895" actId="26606"/>
          <ac:spMkLst>
            <pc:docMk/>
            <pc:sldMk cId="0" sldId="264"/>
            <ac:spMk id="11" creationId="{A4026A73-1F7F-49F2-B319-8CA3B3D53269}"/>
          </ac:spMkLst>
        </pc:spChg>
        <pc:spChg chg="add del">
          <ac:chgData name="Belanger, Michel" userId="9f46d9ab-1cf5-4fc6-8ef3-fcac8369d45b" providerId="ADAL" clId="{22CC25F5-1A08-4A57-ACE3-42D11CEBC825}" dt="2026-05-21T15:15:24.909" v="895" actId="26606"/>
          <ac:spMkLst>
            <pc:docMk/>
            <pc:sldMk cId="0" sldId="264"/>
            <ac:spMk id="13" creationId="{5298780A-33B9-4EA2-8F67-DE68AD62841B}"/>
          </ac:spMkLst>
        </pc:spChg>
        <pc:spChg chg="add del">
          <ac:chgData name="Belanger, Michel" userId="9f46d9ab-1cf5-4fc6-8ef3-fcac8369d45b" providerId="ADAL" clId="{22CC25F5-1A08-4A57-ACE3-42D11CEBC825}" dt="2026-05-21T15:15:24.909" v="895" actId="26606"/>
          <ac:spMkLst>
            <pc:docMk/>
            <pc:sldMk cId="0" sldId="264"/>
            <ac:spMk id="15" creationId="{7F488E8B-4E1E-4402-8935-D4E6C02615C7}"/>
          </ac:spMkLst>
        </pc:spChg>
        <pc:spChg chg="add del">
          <ac:chgData name="Belanger, Michel" userId="9f46d9ab-1cf5-4fc6-8ef3-fcac8369d45b" providerId="ADAL" clId="{22CC25F5-1A08-4A57-ACE3-42D11CEBC825}" dt="2026-05-21T15:14:33.527" v="888" actId="26606"/>
          <ac:spMkLst>
            <pc:docMk/>
            <pc:sldMk cId="0" sldId="264"/>
            <ac:spMk id="22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15:14:33.527" v="888" actId="26606"/>
          <ac:spMkLst>
            <pc:docMk/>
            <pc:sldMk cId="0" sldId="264"/>
            <ac:spMk id="24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15:14:33.527" v="888" actId="26606"/>
          <ac:spMkLst>
            <pc:docMk/>
            <pc:sldMk cId="0" sldId="264"/>
            <ac:spMk id="26" creationId="{8F451A30-466B-4996-9BA5-CD6ABCC6D558}"/>
          </ac:spMkLst>
        </pc:spChg>
        <pc:spChg chg="add del">
          <ac:chgData name="Belanger, Michel" userId="9f46d9ab-1cf5-4fc6-8ef3-fcac8369d45b" providerId="ADAL" clId="{22CC25F5-1A08-4A57-ACE3-42D11CEBC825}" dt="2026-05-21T15:14:40.229" v="890" actId="26606"/>
          <ac:spMkLst>
            <pc:docMk/>
            <pc:sldMk cId="0" sldId="264"/>
            <ac:spMk id="28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15:14:40.229" v="890" actId="26606"/>
          <ac:spMkLst>
            <pc:docMk/>
            <pc:sldMk cId="0" sldId="264"/>
            <ac:spMk id="29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15:14:40.229" v="890" actId="26606"/>
          <ac:spMkLst>
            <pc:docMk/>
            <pc:sldMk cId="0" sldId="264"/>
            <ac:spMk id="30" creationId="{8F451A30-466B-4996-9BA5-CD6ABCC6D558}"/>
          </ac:spMkLst>
        </pc:spChg>
        <pc:spChg chg="add del">
          <ac:chgData name="Belanger, Michel" userId="9f46d9ab-1cf5-4fc6-8ef3-fcac8369d45b" providerId="ADAL" clId="{22CC25F5-1A08-4A57-ACE3-42D11CEBC825}" dt="2026-05-21T15:15:10.538" v="892" actId="26606"/>
          <ac:spMkLst>
            <pc:docMk/>
            <pc:sldMk cId="0" sldId="264"/>
            <ac:spMk id="32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15:15:10.538" v="892" actId="26606"/>
          <ac:spMkLst>
            <pc:docMk/>
            <pc:sldMk cId="0" sldId="264"/>
            <ac:spMk id="33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15:15:10.538" v="892" actId="26606"/>
          <ac:spMkLst>
            <pc:docMk/>
            <pc:sldMk cId="0" sldId="264"/>
            <ac:spMk id="34" creationId="{7F488E8B-4E1E-4402-8935-D4E6C02615C7}"/>
          </ac:spMkLst>
        </pc:spChg>
        <pc:spChg chg="add del">
          <ac:chgData name="Belanger, Michel" userId="9f46d9ab-1cf5-4fc6-8ef3-fcac8369d45b" providerId="ADAL" clId="{22CC25F5-1A08-4A57-ACE3-42D11CEBC825}" dt="2026-05-21T15:15:24.888" v="894" actId="26606"/>
          <ac:spMkLst>
            <pc:docMk/>
            <pc:sldMk cId="0" sldId="264"/>
            <ac:spMk id="36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15:15:24.888" v="894" actId="26606"/>
          <ac:spMkLst>
            <pc:docMk/>
            <pc:sldMk cId="0" sldId="264"/>
            <ac:spMk id="37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15:15:24.888" v="894" actId="26606"/>
          <ac:spMkLst>
            <pc:docMk/>
            <pc:sldMk cId="0" sldId="264"/>
            <ac:spMk id="38" creationId="{8F451A30-466B-4996-9BA5-CD6ABCC6D558}"/>
          </ac:spMkLst>
        </pc:spChg>
        <pc:spChg chg="add del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40" creationId="{D4C74C1C-EF2E-40CF-A712-656E694E6724}"/>
          </ac:spMkLst>
        </pc:spChg>
        <pc:spChg chg="add del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41" creationId="{90464369-70FA-42AF-948F-80664CA7BFE5}"/>
          </ac:spMkLst>
        </pc:spChg>
        <pc:spChg chg="add del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42" creationId="{A648176E-454C-437C-B0FC-9B82FCF32B24}"/>
          </ac:spMkLst>
        </pc:spChg>
        <pc:spChg chg="add del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43" creationId="{A6604B49-AD5C-4590-B051-06C8222ECD99}"/>
          </ac:spMkLst>
        </pc:spChg>
        <pc:spChg chg="add del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44" creationId="{CC552A98-EF7D-4D42-AB69-066B786AB55B}"/>
          </ac:spMkLst>
        </pc:spChg>
        <pc:spChg chg="add del">
          <ac:chgData name="Belanger, Michel" userId="9f46d9ab-1cf5-4fc6-8ef3-fcac8369d45b" providerId="ADAL" clId="{22CC25F5-1A08-4A57-ACE3-42D11CEBC825}" dt="2026-05-21T15:16:18.077" v="897" actId="26606"/>
          <ac:spMkLst>
            <pc:docMk/>
            <pc:sldMk cId="0" sldId="264"/>
            <ac:spMk id="49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15:16:18.077" v="897" actId="26606"/>
          <ac:spMkLst>
            <pc:docMk/>
            <pc:sldMk cId="0" sldId="264"/>
            <ac:spMk id="51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15:16:18.077" v="897" actId="26606"/>
          <ac:spMkLst>
            <pc:docMk/>
            <pc:sldMk cId="0" sldId="264"/>
            <ac:spMk id="53" creationId="{8F451A30-466B-4996-9BA5-CD6ABCC6D558}"/>
          </ac:spMkLst>
        </pc:spChg>
        <pc:spChg chg="add del">
          <ac:chgData name="Belanger, Michel" userId="9f46d9ab-1cf5-4fc6-8ef3-fcac8369d45b" providerId="ADAL" clId="{22CC25F5-1A08-4A57-ACE3-42D11CEBC825}" dt="2026-05-21T15:16:23.294" v="899" actId="26606"/>
          <ac:spMkLst>
            <pc:docMk/>
            <pc:sldMk cId="0" sldId="264"/>
            <ac:spMk id="55" creationId="{B9D7E975-9161-4F2D-AC53-69E1912F6B5D}"/>
          </ac:spMkLst>
        </pc:spChg>
        <pc:spChg chg="add del">
          <ac:chgData name="Belanger, Michel" userId="9f46d9ab-1cf5-4fc6-8ef3-fcac8369d45b" providerId="ADAL" clId="{22CC25F5-1A08-4A57-ACE3-42D11CEBC825}" dt="2026-05-21T15:16:23.294" v="899" actId="26606"/>
          <ac:spMkLst>
            <pc:docMk/>
            <pc:sldMk cId="0" sldId="264"/>
            <ac:spMk id="56" creationId="{827DC2C4-B485-428A-BF4A-472D2967F47F}"/>
          </ac:spMkLst>
        </pc:spChg>
        <pc:spChg chg="add del">
          <ac:chgData name="Belanger, Michel" userId="9f46d9ab-1cf5-4fc6-8ef3-fcac8369d45b" providerId="ADAL" clId="{22CC25F5-1A08-4A57-ACE3-42D11CEBC825}" dt="2026-05-21T15:16:23.294" v="899" actId="26606"/>
          <ac:spMkLst>
            <pc:docMk/>
            <pc:sldMk cId="0" sldId="264"/>
            <ac:spMk id="57" creationId="{463E6235-1649-4B47-9862-4026FC473B6F}"/>
          </ac:spMkLst>
        </pc:spChg>
        <pc:spChg chg="add del">
          <ac:chgData name="Belanger, Michel" userId="9f46d9ab-1cf5-4fc6-8ef3-fcac8369d45b" providerId="ADAL" clId="{22CC25F5-1A08-4A57-ACE3-42D11CEBC825}" dt="2026-05-21T15:16:43.050" v="901" actId="26606"/>
          <ac:spMkLst>
            <pc:docMk/>
            <pc:sldMk cId="0" sldId="264"/>
            <ac:spMk id="59" creationId="{BD396B13-A10E-4A7C-A096-8CAE0B98BDC9}"/>
          </ac:spMkLst>
        </pc:spChg>
        <pc:spChg chg="add del">
          <ac:chgData name="Belanger, Michel" userId="9f46d9ab-1cf5-4fc6-8ef3-fcac8369d45b" providerId="ADAL" clId="{22CC25F5-1A08-4A57-ACE3-42D11CEBC825}" dt="2026-05-21T15:16:43.050" v="901" actId="26606"/>
          <ac:spMkLst>
            <pc:docMk/>
            <pc:sldMk cId="0" sldId="264"/>
            <ac:spMk id="60" creationId="{52B7117A-6A3D-4C1E-8D25-852D81E78C52}"/>
          </ac:spMkLst>
        </pc:spChg>
        <pc:spChg chg="add del">
          <ac:chgData name="Belanger, Michel" userId="9f46d9ab-1cf5-4fc6-8ef3-fcac8369d45b" providerId="ADAL" clId="{22CC25F5-1A08-4A57-ACE3-42D11CEBC825}" dt="2026-05-21T15:16:43.050" v="901" actId="26606"/>
          <ac:spMkLst>
            <pc:docMk/>
            <pc:sldMk cId="0" sldId="264"/>
            <ac:spMk id="61" creationId="{EE04B5EB-F158-4507-90DD-BD23620C7CC9}"/>
          </ac:spMkLst>
        </pc:spChg>
        <pc:spChg chg="add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63" creationId="{56E9B3E6-E277-4D68-BA48-9CB43FFBD6E2}"/>
          </ac:spMkLst>
        </pc:spChg>
        <pc:spChg chg="add">
          <ac:chgData name="Belanger, Michel" userId="9f46d9ab-1cf5-4fc6-8ef3-fcac8369d45b" providerId="ADAL" clId="{22CC25F5-1A08-4A57-ACE3-42D11CEBC825}" dt="2026-05-21T15:16:43.068" v="902" actId="26606"/>
          <ac:spMkLst>
            <pc:docMk/>
            <pc:sldMk cId="0" sldId="264"/>
            <ac:spMk id="66" creationId="{D5B0017B-2ECA-49AF-B397-DC140825DF8D}"/>
          </ac:spMkLst>
        </pc:spChg>
        <pc:grpChg chg="add">
          <ac:chgData name="Belanger, Michel" userId="9f46d9ab-1cf5-4fc6-8ef3-fcac8369d45b" providerId="ADAL" clId="{22CC25F5-1A08-4A57-ACE3-42D11CEBC825}" dt="2026-05-21T15:16:43.068" v="902" actId="26606"/>
          <ac:grpSpMkLst>
            <pc:docMk/>
            <pc:sldMk cId="0" sldId="264"/>
            <ac:grpSpMk id="64" creationId="{AE1C45F0-260A-458C-96ED-C1F6D2151219}"/>
          </ac:grpSpMkLst>
        </pc:grpChg>
        <pc:graphicFrameChg chg="add mod modGraphic">
          <ac:chgData name="Belanger, Michel" userId="9f46d9ab-1cf5-4fc6-8ef3-fcac8369d45b" providerId="ADAL" clId="{22CC25F5-1A08-4A57-ACE3-42D11CEBC825}" dt="2026-05-21T15:17:41.246" v="909" actId="207"/>
          <ac:graphicFrameMkLst>
            <pc:docMk/>
            <pc:sldMk cId="0" sldId="264"/>
            <ac:graphicFrameMk id="5" creationId="{A549EAB2-46F5-7CC0-971B-AD98B6FA9269}"/>
          </ac:graphicFrameMkLst>
        </pc:graphicFrameChg>
        <pc:cxnChg chg="add del">
          <ac:chgData name="Belanger, Michel" userId="9f46d9ab-1cf5-4fc6-8ef3-fcac8369d45b" providerId="ADAL" clId="{22CC25F5-1A08-4A57-ACE3-42D11CEBC825}" dt="2026-05-21T15:15:24.888" v="894" actId="26606"/>
          <ac:cxnSpMkLst>
            <pc:docMk/>
            <pc:sldMk cId="0" sldId="264"/>
            <ac:cxnSpMk id="17" creationId="{23AAC9B5-8015-485C-ACF9-A750390E9A56}"/>
          </ac:cxnSpMkLst>
        </pc:cxnChg>
      </pc:sldChg>
      <pc:sldChg chg="addSp delSp modSp mod ord setBg">
        <pc:chgData name="Belanger, Michel" userId="9f46d9ab-1cf5-4fc6-8ef3-fcac8369d45b" providerId="ADAL" clId="{22CC25F5-1A08-4A57-ACE3-42D11CEBC825}" dt="2026-05-21T21:26:00.681" v="2748" actId="113"/>
        <pc:sldMkLst>
          <pc:docMk/>
          <pc:sldMk cId="0" sldId="265"/>
        </pc:sldMkLst>
        <pc:spChg chg="add del mod">
          <ac:chgData name="Belanger, Michel" userId="9f46d9ab-1cf5-4fc6-8ef3-fcac8369d45b" providerId="ADAL" clId="{22CC25F5-1A08-4A57-ACE3-42D11CEBC825}" dt="2026-05-21T17:13:46.676" v="2569" actId="207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Belanger, Michel" userId="9f46d9ab-1cf5-4fc6-8ef3-fcac8369d45b" providerId="ADAL" clId="{22CC25F5-1A08-4A57-ACE3-42D11CEBC825}" dt="2026-05-21T15:28:25.391" v="1128" actId="21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5:41:30.358" v="1394" actId="21"/>
          <ac:spMkLst>
            <pc:docMk/>
            <pc:sldMk cId="0" sldId="265"/>
            <ac:spMk id="6" creationId="{011CFC9C-A609-2A8C-A85E-187BAE53F95F}"/>
          </ac:spMkLst>
        </pc:spChg>
        <pc:spChg chg="add del mod">
          <ac:chgData name="Belanger, Michel" userId="9f46d9ab-1cf5-4fc6-8ef3-fcac8369d45b" providerId="ADAL" clId="{22CC25F5-1A08-4A57-ACE3-42D11CEBC825}" dt="2026-05-21T17:12:19.443" v="2548" actId="478"/>
          <ac:spMkLst>
            <pc:docMk/>
            <pc:sldMk cId="0" sldId="265"/>
            <ac:spMk id="8" creationId="{2177EC46-490E-691A-6856-9FFC5F27D2B9}"/>
          </ac:spMkLst>
        </pc:spChg>
        <pc:spChg chg="add del mod">
          <ac:chgData name="Belanger, Michel" userId="9f46d9ab-1cf5-4fc6-8ef3-fcac8369d45b" providerId="ADAL" clId="{22CC25F5-1A08-4A57-ACE3-42D11CEBC825}" dt="2026-05-21T15:41:30.358" v="1394" actId="21"/>
          <ac:spMkLst>
            <pc:docMk/>
            <pc:sldMk cId="0" sldId="265"/>
            <ac:spMk id="10" creationId="{53A3D80D-B899-E4DF-AAF9-B64D9F6A33EF}"/>
          </ac:spMkLst>
        </pc:spChg>
        <pc:spChg chg="add del mod">
          <ac:chgData name="Belanger, Michel" userId="9f46d9ab-1cf5-4fc6-8ef3-fcac8369d45b" providerId="ADAL" clId="{22CC25F5-1A08-4A57-ACE3-42D11CEBC825}" dt="2026-05-21T15:41:30.358" v="1394" actId="21"/>
          <ac:spMkLst>
            <pc:docMk/>
            <pc:sldMk cId="0" sldId="265"/>
            <ac:spMk id="12" creationId="{ECCFCD25-F837-B512-E8A8-C8FF4D72C6CE}"/>
          </ac:spMkLst>
        </pc:spChg>
        <pc:spChg chg="add del">
          <ac:chgData name="Belanger, Michel" userId="9f46d9ab-1cf5-4fc6-8ef3-fcac8369d45b" providerId="ADAL" clId="{22CC25F5-1A08-4A57-ACE3-42D11CEBC825}" dt="2026-05-21T15:42:12.537" v="1399" actId="26606"/>
          <ac:spMkLst>
            <pc:docMk/>
            <pc:sldMk cId="0" sldId="265"/>
            <ac:spMk id="13" creationId="{B6CDA21F-E7AF-4C75-8395-33F58D5B0E45}"/>
          </ac:spMkLst>
        </pc:spChg>
        <pc:spChg chg="add del mod">
          <ac:chgData name="Belanger, Michel" userId="9f46d9ab-1cf5-4fc6-8ef3-fcac8369d45b" providerId="ADAL" clId="{22CC25F5-1A08-4A57-ACE3-42D11CEBC825}" dt="2026-05-21T15:33:50.091" v="1266" actId="478"/>
          <ac:spMkLst>
            <pc:docMk/>
            <pc:sldMk cId="0" sldId="265"/>
            <ac:spMk id="14" creationId="{A9CBA4FB-F2AE-C340-2E4C-DA61E414C1D6}"/>
          </ac:spMkLst>
        </pc:spChg>
        <pc:spChg chg="add del mod">
          <ac:chgData name="Belanger, Michel" userId="9f46d9ab-1cf5-4fc6-8ef3-fcac8369d45b" providerId="ADAL" clId="{22CC25F5-1A08-4A57-ACE3-42D11CEBC825}" dt="2026-05-21T15:41:30.358" v="1394" actId="21"/>
          <ac:spMkLst>
            <pc:docMk/>
            <pc:sldMk cId="0" sldId="265"/>
            <ac:spMk id="16" creationId="{26C57306-8993-03C5-42F8-04C2162C6AD1}"/>
          </ac:spMkLst>
        </pc:spChg>
        <pc:spChg chg="add mod">
          <ac:chgData name="Belanger, Michel" userId="9f46d9ab-1cf5-4fc6-8ef3-fcac8369d45b" providerId="ADAL" clId="{22CC25F5-1A08-4A57-ACE3-42D11CEBC825}" dt="2026-05-21T15:41:57.649" v="1398" actId="1076"/>
          <ac:spMkLst>
            <pc:docMk/>
            <pc:sldMk cId="0" sldId="265"/>
            <ac:spMk id="19" creationId="{011CFC9C-A609-2A8C-A85E-187BAE53F95F}"/>
          </ac:spMkLst>
        </pc:spChg>
        <pc:spChg chg="add del">
          <ac:chgData name="Belanger, Michel" userId="9f46d9ab-1cf5-4fc6-8ef3-fcac8369d45b" providerId="ADAL" clId="{22CC25F5-1A08-4A57-ACE3-42D11CEBC825}" dt="2026-05-21T15:42:12.537" v="1399" actId="26606"/>
          <ac:spMkLst>
            <pc:docMk/>
            <pc:sldMk cId="0" sldId="265"/>
            <ac:spMk id="20" creationId="{D5B0017B-2ECA-49AF-B397-DC140825DF8D}"/>
          </ac:spMkLst>
        </pc:spChg>
        <pc:spChg chg="add mod">
          <ac:chgData name="Belanger, Michel" userId="9f46d9ab-1cf5-4fc6-8ef3-fcac8369d45b" providerId="ADAL" clId="{22CC25F5-1A08-4A57-ACE3-42D11CEBC825}" dt="2026-05-21T15:41:57.649" v="1398" actId="1076"/>
          <ac:spMkLst>
            <pc:docMk/>
            <pc:sldMk cId="0" sldId="265"/>
            <ac:spMk id="21" creationId="{53A3D80D-B899-E4DF-AAF9-B64D9F6A33EF}"/>
          </ac:spMkLst>
        </pc:spChg>
        <pc:spChg chg="add mod">
          <ac:chgData name="Belanger, Michel" userId="9f46d9ab-1cf5-4fc6-8ef3-fcac8369d45b" providerId="ADAL" clId="{22CC25F5-1A08-4A57-ACE3-42D11CEBC825}" dt="2026-05-21T15:41:57.649" v="1398" actId="1076"/>
          <ac:spMkLst>
            <pc:docMk/>
            <pc:sldMk cId="0" sldId="265"/>
            <ac:spMk id="23" creationId="{ECCFCD25-F837-B512-E8A8-C8FF4D72C6CE}"/>
          </ac:spMkLst>
        </pc:spChg>
        <pc:spChg chg="add mod">
          <ac:chgData name="Belanger, Michel" userId="9f46d9ab-1cf5-4fc6-8ef3-fcac8369d45b" providerId="ADAL" clId="{22CC25F5-1A08-4A57-ACE3-42D11CEBC825}" dt="2026-05-21T15:41:57.649" v="1398" actId="1076"/>
          <ac:spMkLst>
            <pc:docMk/>
            <pc:sldMk cId="0" sldId="265"/>
            <ac:spMk id="24" creationId="{26C57306-8993-03C5-42F8-04C2162C6AD1}"/>
          </ac:spMkLst>
        </pc:spChg>
        <pc:spChg chg="add del mod">
          <ac:chgData name="Belanger, Michel" userId="9f46d9ab-1cf5-4fc6-8ef3-fcac8369d45b" providerId="ADAL" clId="{22CC25F5-1A08-4A57-ACE3-42D11CEBC825}" dt="2026-05-21T17:12:22.819" v="2549" actId="478"/>
          <ac:spMkLst>
            <pc:docMk/>
            <pc:sldMk cId="0" sldId="265"/>
            <ac:spMk id="25" creationId="{53751F8F-8496-E301-B04D-D094FDDD21B7}"/>
          </ac:spMkLst>
        </pc:spChg>
        <pc:spChg chg="add del mod">
          <ac:chgData name="Belanger, Michel" userId="9f46d9ab-1cf5-4fc6-8ef3-fcac8369d45b" providerId="ADAL" clId="{22CC25F5-1A08-4A57-ACE3-42D11CEBC825}" dt="2026-05-21T17:12:24.551" v="2550" actId="478"/>
          <ac:spMkLst>
            <pc:docMk/>
            <pc:sldMk cId="0" sldId="265"/>
            <ac:spMk id="26" creationId="{0344CED9-1401-183E-E6D2-8D92612877ED}"/>
          </ac:spMkLst>
        </pc:spChg>
        <pc:spChg chg="add del">
          <ac:chgData name="Belanger, Michel" userId="9f46d9ab-1cf5-4fc6-8ef3-fcac8369d45b" providerId="ADAL" clId="{22CC25F5-1A08-4A57-ACE3-42D11CEBC825}" dt="2026-05-21T15:42:31.939" v="1400" actId="26606"/>
          <ac:spMkLst>
            <pc:docMk/>
            <pc:sldMk cId="0" sldId="265"/>
            <ac:spMk id="27" creationId="{B6CDA21F-E7AF-4C75-8395-33F58D5B0E45}"/>
          </ac:spMkLst>
        </pc:spChg>
        <pc:spChg chg="add del mod">
          <ac:chgData name="Belanger, Michel" userId="9f46d9ab-1cf5-4fc6-8ef3-fcac8369d45b" providerId="ADAL" clId="{22CC25F5-1A08-4A57-ACE3-42D11CEBC825}" dt="2026-05-21T17:12:27.026" v="2551" actId="478"/>
          <ac:spMkLst>
            <pc:docMk/>
            <pc:sldMk cId="0" sldId="265"/>
            <ac:spMk id="28" creationId="{FFA3039A-643E-42BA-F3FF-004AF1725F49}"/>
          </ac:spMkLst>
        </pc:spChg>
        <pc:spChg chg="add del mod">
          <ac:chgData name="Belanger, Michel" userId="9f46d9ab-1cf5-4fc6-8ef3-fcac8369d45b" providerId="ADAL" clId="{22CC25F5-1A08-4A57-ACE3-42D11CEBC825}" dt="2026-05-21T17:13:11.743" v="2561" actId="21"/>
          <ac:spMkLst>
            <pc:docMk/>
            <pc:sldMk cId="0" sldId="265"/>
            <ac:spMk id="33" creationId="{2E028D55-CEA5-8913-DB49-2C8F3D012366}"/>
          </ac:spMkLst>
        </pc:spChg>
        <pc:spChg chg="add del">
          <ac:chgData name="Belanger, Michel" userId="9f46d9ab-1cf5-4fc6-8ef3-fcac8369d45b" providerId="ADAL" clId="{22CC25F5-1A08-4A57-ACE3-42D11CEBC825}" dt="2026-05-21T15:42:31.939" v="1400" actId="26606"/>
          <ac:spMkLst>
            <pc:docMk/>
            <pc:sldMk cId="0" sldId="265"/>
            <ac:spMk id="34" creationId="{D5B0017B-2ECA-49AF-B397-DC140825DF8D}"/>
          </ac:spMkLst>
        </pc:spChg>
        <pc:spChg chg="add del mod">
          <ac:chgData name="Belanger, Michel" userId="9f46d9ab-1cf5-4fc6-8ef3-fcac8369d45b" providerId="ADAL" clId="{22CC25F5-1A08-4A57-ACE3-42D11CEBC825}" dt="2026-05-21T15:46:42.745" v="1428" actId="478"/>
          <ac:spMkLst>
            <pc:docMk/>
            <pc:sldMk cId="0" sldId="265"/>
            <ac:spMk id="37" creationId="{58FD8286-3991-95EB-97C0-B361FFB3708B}"/>
          </ac:spMkLst>
        </pc:spChg>
        <pc:spChg chg="add del mod">
          <ac:chgData name="Belanger, Michel" userId="9f46d9ab-1cf5-4fc6-8ef3-fcac8369d45b" providerId="ADAL" clId="{22CC25F5-1A08-4A57-ACE3-42D11CEBC825}" dt="2026-05-21T17:12:30.764" v="2553" actId="478"/>
          <ac:spMkLst>
            <pc:docMk/>
            <pc:sldMk cId="0" sldId="265"/>
            <ac:spMk id="38" creationId="{00000000-0000-0000-0000-000000000000}"/>
          </ac:spMkLst>
        </pc:spChg>
        <pc:spChg chg="add del mod">
          <ac:chgData name="Belanger, Michel" userId="9f46d9ab-1cf5-4fc6-8ef3-fcac8369d45b" providerId="ADAL" clId="{22CC25F5-1A08-4A57-ACE3-42D11CEBC825}" dt="2026-05-21T17:12:28.871" v="2552" actId="478"/>
          <ac:spMkLst>
            <pc:docMk/>
            <pc:sldMk cId="0" sldId="265"/>
            <ac:spMk id="40" creationId="{D90F4040-149D-B333-CCEE-01203AFDEDB3}"/>
          </ac:spMkLst>
        </pc:spChg>
        <pc:spChg chg="add del">
          <ac:chgData name="Belanger, Michel" userId="9f46d9ab-1cf5-4fc6-8ef3-fcac8369d45b" providerId="ADAL" clId="{22CC25F5-1A08-4A57-ACE3-42D11CEBC825}" dt="2026-05-21T15:43:03.095" v="1401" actId="26606"/>
          <ac:spMkLst>
            <pc:docMk/>
            <pc:sldMk cId="0" sldId="265"/>
            <ac:spMk id="41" creationId="{4DA718D0-4865-4629-8134-44F68D41D574}"/>
          </ac:spMkLst>
        </pc:spChg>
        <pc:spChg chg="add del mod">
          <ac:chgData name="Belanger, Michel" userId="9f46d9ab-1cf5-4fc6-8ef3-fcac8369d45b" providerId="ADAL" clId="{22CC25F5-1A08-4A57-ACE3-42D11CEBC825}" dt="2026-05-21T17:12:33.618" v="2554" actId="478"/>
          <ac:spMkLst>
            <pc:docMk/>
            <pc:sldMk cId="0" sldId="265"/>
            <ac:spMk id="46" creationId="{8A323DAE-BC88-9325-3E5A-AD52707575EE}"/>
          </ac:spMkLst>
        </pc:spChg>
        <pc:spChg chg="add del">
          <ac:chgData name="Belanger, Michel" userId="9f46d9ab-1cf5-4fc6-8ef3-fcac8369d45b" providerId="ADAL" clId="{22CC25F5-1A08-4A57-ACE3-42D11CEBC825}" dt="2026-05-21T15:43:03.095" v="1401" actId="26606"/>
          <ac:spMkLst>
            <pc:docMk/>
            <pc:sldMk cId="0" sldId="265"/>
            <ac:spMk id="47" creationId="{CBC4F608-B4B8-48C3-9572-C0F061B1CD99}"/>
          </ac:spMkLst>
        </pc:spChg>
        <pc:spChg chg="add mod">
          <ac:chgData name="Belanger, Michel" userId="9f46d9ab-1cf5-4fc6-8ef3-fcac8369d45b" providerId="ADAL" clId="{22CC25F5-1A08-4A57-ACE3-42D11CEBC825}" dt="2026-05-21T21:26:00.681" v="2748" actId="113"/>
          <ac:spMkLst>
            <pc:docMk/>
            <pc:sldMk cId="0" sldId="265"/>
            <ac:spMk id="50" creationId="{118B9A77-A7D6-5DA4-A135-C49D9F3A95BF}"/>
          </ac:spMkLst>
        </pc:spChg>
        <pc:spChg chg="add mod">
          <ac:chgData name="Belanger, Michel" userId="9f46d9ab-1cf5-4fc6-8ef3-fcac8369d45b" providerId="ADAL" clId="{22CC25F5-1A08-4A57-ACE3-42D11CEBC825}" dt="2026-05-21T17:14:02.522" v="2572" actId="207"/>
          <ac:spMkLst>
            <pc:docMk/>
            <pc:sldMk cId="0" sldId="265"/>
            <ac:spMk id="51" creationId="{2E028D55-CEA5-8913-DB49-2C8F3D012366}"/>
          </ac:spMkLst>
        </pc:spChg>
        <pc:spChg chg="add del">
          <ac:chgData name="Belanger, Michel" userId="9f46d9ab-1cf5-4fc6-8ef3-fcac8369d45b" providerId="ADAL" clId="{22CC25F5-1A08-4A57-ACE3-42D11CEBC825}" dt="2026-05-21T15:44:09.177" v="1402" actId="26606"/>
          <ac:spMkLst>
            <pc:docMk/>
            <pc:sldMk cId="0" sldId="265"/>
            <ac:spMk id="52" creationId="{7515D20E-1AB7-4E74-9236-2B72B63D60B6}"/>
          </ac:spMkLst>
        </pc:spChg>
        <pc:spChg chg="add del">
          <ac:chgData name="Belanger, Michel" userId="9f46d9ab-1cf5-4fc6-8ef3-fcac8369d45b" providerId="ADAL" clId="{22CC25F5-1A08-4A57-ACE3-42D11CEBC825}" dt="2026-05-21T15:44:09.177" v="1402" actId="26606"/>
          <ac:spMkLst>
            <pc:docMk/>
            <pc:sldMk cId="0" sldId="265"/>
            <ac:spMk id="59" creationId="{3873B707-463F-40B0-8227-E8CC6C67EB25}"/>
          </ac:spMkLst>
        </pc:spChg>
        <pc:spChg chg="add del">
          <ac:chgData name="Belanger, Michel" userId="9f46d9ab-1cf5-4fc6-8ef3-fcac8369d45b" providerId="ADAL" clId="{22CC25F5-1A08-4A57-ACE3-42D11CEBC825}" dt="2026-05-21T15:44:09.177" v="1402" actId="26606"/>
          <ac:spMkLst>
            <pc:docMk/>
            <pc:sldMk cId="0" sldId="265"/>
            <ac:spMk id="61" creationId="{19C9EAEA-39D0-4B0E-A0EB-51E7B26740B1}"/>
          </ac:spMkLst>
        </pc:spChg>
        <pc:spChg chg="add del">
          <ac:chgData name="Belanger, Michel" userId="9f46d9ab-1cf5-4fc6-8ef3-fcac8369d45b" providerId="ADAL" clId="{22CC25F5-1A08-4A57-ACE3-42D11CEBC825}" dt="2026-05-21T17:13:37.404" v="2567" actId="26606"/>
          <ac:spMkLst>
            <pc:docMk/>
            <pc:sldMk cId="0" sldId="265"/>
            <ac:spMk id="66" creationId="{B6CDA21F-E7AF-4C75-8395-33F58D5B0E45}"/>
          </ac:spMkLst>
        </pc:spChg>
        <pc:spChg chg="add del">
          <ac:chgData name="Belanger, Michel" userId="9f46d9ab-1cf5-4fc6-8ef3-fcac8369d45b" providerId="ADAL" clId="{22CC25F5-1A08-4A57-ACE3-42D11CEBC825}" dt="2026-05-21T17:13:37.404" v="2567" actId="26606"/>
          <ac:spMkLst>
            <pc:docMk/>
            <pc:sldMk cId="0" sldId="265"/>
            <ac:spMk id="73" creationId="{D5B0017B-2ECA-49AF-B397-DC140825DF8D}"/>
          </ac:spMkLst>
        </pc:spChg>
        <pc:spChg chg="add">
          <ac:chgData name="Belanger, Michel" userId="9f46d9ab-1cf5-4fc6-8ef3-fcac8369d45b" providerId="ADAL" clId="{22CC25F5-1A08-4A57-ACE3-42D11CEBC825}" dt="2026-05-21T17:13:37.404" v="2567" actId="26606"/>
          <ac:spMkLst>
            <pc:docMk/>
            <pc:sldMk cId="0" sldId="265"/>
            <ac:spMk id="80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17:13:37.404" v="2567" actId="26606"/>
          <ac:spMkLst>
            <pc:docMk/>
            <pc:sldMk cId="0" sldId="265"/>
            <ac:spMk id="87" creationId="{D5B0017B-2ECA-49AF-B397-DC140825DF8D}"/>
          </ac:spMkLst>
        </pc:spChg>
        <pc:grpChg chg="add del">
          <ac:chgData name="Belanger, Michel" userId="9f46d9ab-1cf5-4fc6-8ef3-fcac8369d45b" providerId="ADAL" clId="{22CC25F5-1A08-4A57-ACE3-42D11CEBC825}" dt="2026-05-21T15:42:12.537" v="1399" actId="26606"/>
          <ac:grpSpMkLst>
            <pc:docMk/>
            <pc:sldMk cId="0" sldId="265"/>
            <ac:grpSpMk id="15" creationId="{AE1C45F0-260A-458C-96ED-C1F6D2151219}"/>
          </ac:grpSpMkLst>
        </pc:grpChg>
        <pc:grpChg chg="add del">
          <ac:chgData name="Belanger, Michel" userId="9f46d9ab-1cf5-4fc6-8ef3-fcac8369d45b" providerId="ADAL" clId="{22CC25F5-1A08-4A57-ACE3-42D11CEBC825}" dt="2026-05-21T15:42:31.939" v="1400" actId="26606"/>
          <ac:grpSpMkLst>
            <pc:docMk/>
            <pc:sldMk cId="0" sldId="265"/>
            <ac:grpSpMk id="29" creationId="{AE1C45F0-260A-458C-96ED-C1F6D2151219}"/>
          </ac:grpSpMkLst>
        </pc:grpChg>
        <pc:grpChg chg="add del">
          <ac:chgData name="Belanger, Michel" userId="9f46d9ab-1cf5-4fc6-8ef3-fcac8369d45b" providerId="ADAL" clId="{22CC25F5-1A08-4A57-ACE3-42D11CEBC825}" dt="2026-05-21T15:43:03.095" v="1401" actId="26606"/>
          <ac:grpSpMkLst>
            <pc:docMk/>
            <pc:sldMk cId="0" sldId="265"/>
            <ac:grpSpMk id="43" creationId="{65167ED7-6315-43AB-B1B6-C326D5FD8F84}"/>
          </ac:grpSpMkLst>
        </pc:grpChg>
        <pc:grpChg chg="add del">
          <ac:chgData name="Belanger, Michel" userId="9f46d9ab-1cf5-4fc6-8ef3-fcac8369d45b" providerId="ADAL" clId="{22CC25F5-1A08-4A57-ACE3-42D11CEBC825}" dt="2026-05-21T15:44:09.177" v="1402" actId="26606"/>
          <ac:grpSpMkLst>
            <pc:docMk/>
            <pc:sldMk cId="0" sldId="265"/>
            <ac:grpSpMk id="54" creationId="{032D8612-31EB-44CF-A1D0-14FD4C705424}"/>
          </ac:grpSpMkLst>
        </pc:grpChg>
        <pc:grpChg chg="add del">
          <ac:chgData name="Belanger, Michel" userId="9f46d9ab-1cf5-4fc6-8ef3-fcac8369d45b" providerId="ADAL" clId="{22CC25F5-1A08-4A57-ACE3-42D11CEBC825}" dt="2026-05-21T17:13:37.404" v="2567" actId="26606"/>
          <ac:grpSpMkLst>
            <pc:docMk/>
            <pc:sldMk cId="0" sldId="265"/>
            <ac:grpSpMk id="68" creationId="{AE1C45F0-260A-458C-96ED-C1F6D2151219}"/>
          </ac:grpSpMkLst>
        </pc:grpChg>
        <pc:grpChg chg="add">
          <ac:chgData name="Belanger, Michel" userId="9f46d9ab-1cf5-4fc6-8ef3-fcac8369d45b" providerId="ADAL" clId="{22CC25F5-1A08-4A57-ACE3-42D11CEBC825}" dt="2026-05-21T17:13:37.404" v="2567" actId="26606"/>
          <ac:grpSpMkLst>
            <pc:docMk/>
            <pc:sldMk cId="0" sldId="265"/>
            <ac:grpSpMk id="82" creationId="{AE1C45F0-260A-458C-96ED-C1F6D2151219}"/>
          </ac:grpSpMkLst>
        </pc:grpChg>
        <pc:graphicFrameChg chg="add del mod">
          <ac:chgData name="Belanger, Michel" userId="9f46d9ab-1cf5-4fc6-8ef3-fcac8369d45b" providerId="ADAL" clId="{22CC25F5-1A08-4A57-ACE3-42D11CEBC825}" dt="2026-05-21T15:23:53.817" v="1018" actId="478"/>
          <ac:graphicFrameMkLst>
            <pc:docMk/>
            <pc:sldMk cId="0" sldId="265"/>
            <ac:graphicFrameMk id="4" creationId="{C7ECB781-2074-1250-25B8-CC9B723AED32}"/>
          </ac:graphicFrameMkLst>
        </pc:graphicFrameChg>
        <pc:graphicFrameChg chg="add mod">
          <ac:chgData name="Belanger, Michel" userId="9f46d9ab-1cf5-4fc6-8ef3-fcac8369d45b" providerId="ADAL" clId="{22CC25F5-1A08-4A57-ACE3-42D11CEBC825}" dt="2026-05-21T17:12:36.639" v="2555"/>
          <ac:graphicFrameMkLst>
            <pc:docMk/>
            <pc:sldMk cId="0" sldId="265"/>
            <ac:graphicFrameMk id="48" creationId="{55BA3369-7C9B-B314-8A64-8CEDF6699B33}"/>
          </ac:graphicFrameMkLst>
        </pc:graphicFrameChg>
        <pc:cxnChg chg="add del">
          <ac:chgData name="Belanger, Michel" userId="9f46d9ab-1cf5-4fc6-8ef3-fcac8369d45b" providerId="ADAL" clId="{22CC25F5-1A08-4A57-ACE3-42D11CEBC825}" dt="2026-05-21T15:42:12.537" v="1399" actId="26606"/>
          <ac:cxnSpMkLst>
            <pc:docMk/>
            <pc:sldMk cId="0" sldId="265"/>
            <ac:cxnSpMk id="22" creationId="{6CF1BAF6-AD41-4082-B212-8A1F9A2E8779}"/>
          </ac:cxnSpMkLst>
        </pc:cxnChg>
        <pc:cxnChg chg="add del">
          <ac:chgData name="Belanger, Michel" userId="9f46d9ab-1cf5-4fc6-8ef3-fcac8369d45b" providerId="ADAL" clId="{22CC25F5-1A08-4A57-ACE3-42D11CEBC825}" dt="2026-05-21T15:42:31.939" v="1400" actId="26606"/>
          <ac:cxnSpMkLst>
            <pc:docMk/>
            <pc:sldMk cId="0" sldId="265"/>
            <ac:cxnSpMk id="36" creationId="{6CF1BAF6-AD41-4082-B212-8A1F9A2E8779}"/>
          </ac:cxnSpMkLst>
        </pc:cxnChg>
        <pc:cxnChg chg="add del">
          <ac:chgData name="Belanger, Michel" userId="9f46d9ab-1cf5-4fc6-8ef3-fcac8369d45b" providerId="ADAL" clId="{22CC25F5-1A08-4A57-ACE3-42D11CEBC825}" dt="2026-05-21T17:13:37.404" v="2567" actId="26606"/>
          <ac:cxnSpMkLst>
            <pc:docMk/>
            <pc:sldMk cId="0" sldId="265"/>
            <ac:cxnSpMk id="75" creationId="{6CF1BAF6-AD41-4082-B212-8A1F9A2E8779}"/>
          </ac:cxnSpMkLst>
        </pc:cxnChg>
        <pc:cxnChg chg="add">
          <ac:chgData name="Belanger, Michel" userId="9f46d9ab-1cf5-4fc6-8ef3-fcac8369d45b" providerId="ADAL" clId="{22CC25F5-1A08-4A57-ACE3-42D11CEBC825}" dt="2026-05-21T17:13:37.404" v="2567" actId="26606"/>
          <ac:cxnSpMkLst>
            <pc:docMk/>
            <pc:sldMk cId="0" sldId="265"/>
            <ac:cxnSpMk id="89" creationId="{6CF1BAF6-AD41-4082-B212-8A1F9A2E8779}"/>
          </ac:cxnSpMkLst>
        </pc:cxnChg>
      </pc:sldChg>
      <pc:sldChg chg="addSp modSp mod ord setBg">
        <pc:chgData name="Belanger, Michel" userId="9f46d9ab-1cf5-4fc6-8ef3-fcac8369d45b" providerId="ADAL" clId="{22CC25F5-1A08-4A57-ACE3-42D11CEBC825}" dt="2026-05-21T21:59:53.397" v="3063"/>
        <pc:sldMkLst>
          <pc:docMk/>
          <pc:sldMk cId="0" sldId="266"/>
        </pc:sldMkLst>
        <pc:spChg chg="mod">
          <ac:chgData name="Belanger, Michel" userId="9f46d9ab-1cf5-4fc6-8ef3-fcac8369d45b" providerId="ADAL" clId="{22CC25F5-1A08-4A57-ACE3-42D11CEBC825}" dt="2026-05-21T21:52:39.293" v="2878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52:39.293" v="2878" actId="207"/>
          <ac:spMkLst>
            <pc:docMk/>
            <pc:sldMk cId="0" sldId="266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21:51:36.437" v="2871" actId="26606"/>
          <ac:spMkLst>
            <pc:docMk/>
            <pc:sldMk cId="0" sldId="266"/>
            <ac:spMk id="8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21:51:36.437" v="2871" actId="26606"/>
          <ac:spMkLst>
            <pc:docMk/>
            <pc:sldMk cId="0" sldId="266"/>
            <ac:spMk id="15" creationId="{D5B0017B-2ECA-49AF-B397-DC140825DF8D}"/>
          </ac:spMkLst>
        </pc:spChg>
        <pc:grpChg chg="add">
          <ac:chgData name="Belanger, Michel" userId="9f46d9ab-1cf5-4fc6-8ef3-fcac8369d45b" providerId="ADAL" clId="{22CC25F5-1A08-4A57-ACE3-42D11CEBC825}" dt="2026-05-21T21:51:36.437" v="2871" actId="26606"/>
          <ac:grpSpMkLst>
            <pc:docMk/>
            <pc:sldMk cId="0" sldId="266"/>
            <ac:grpSpMk id="10" creationId="{AE1C45F0-260A-458C-96ED-C1F6D2151219}"/>
          </ac:grpSpMkLst>
        </pc:grpChg>
        <pc:cxnChg chg="add">
          <ac:chgData name="Belanger, Michel" userId="9f46d9ab-1cf5-4fc6-8ef3-fcac8369d45b" providerId="ADAL" clId="{22CC25F5-1A08-4A57-ACE3-42D11CEBC825}" dt="2026-05-21T21:51:36.437" v="2871" actId="26606"/>
          <ac:cxnSpMkLst>
            <pc:docMk/>
            <pc:sldMk cId="0" sldId="266"/>
            <ac:cxnSpMk id="17" creationId="{6CF1BAF6-AD41-4082-B212-8A1F9A2E8779}"/>
          </ac:cxnSpMkLst>
        </pc:cxnChg>
      </pc:sldChg>
      <pc:sldChg chg="addSp modSp mod ord setBg">
        <pc:chgData name="Belanger, Michel" userId="9f46d9ab-1cf5-4fc6-8ef3-fcac8369d45b" providerId="ADAL" clId="{22CC25F5-1A08-4A57-ACE3-42D11CEBC825}" dt="2026-05-21T21:59:50.851" v="3061"/>
        <pc:sldMkLst>
          <pc:docMk/>
          <pc:sldMk cId="0" sldId="267"/>
        </pc:sldMkLst>
        <pc:spChg chg="mod">
          <ac:chgData name="Belanger, Michel" userId="9f46d9ab-1cf5-4fc6-8ef3-fcac8369d45b" providerId="ADAL" clId="{22CC25F5-1A08-4A57-ACE3-42D11CEBC825}" dt="2026-05-21T21:52:31.232" v="2877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52:31.232" v="2877" actId="207"/>
          <ac:spMkLst>
            <pc:docMk/>
            <pc:sldMk cId="0" sldId="267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21:51:40.944" v="2872" actId="26606"/>
          <ac:spMkLst>
            <pc:docMk/>
            <pc:sldMk cId="0" sldId="267"/>
            <ac:spMk id="8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21:51:40.944" v="2872" actId="26606"/>
          <ac:spMkLst>
            <pc:docMk/>
            <pc:sldMk cId="0" sldId="267"/>
            <ac:spMk id="15" creationId="{D5B0017B-2ECA-49AF-B397-DC140825DF8D}"/>
          </ac:spMkLst>
        </pc:spChg>
        <pc:grpChg chg="add">
          <ac:chgData name="Belanger, Michel" userId="9f46d9ab-1cf5-4fc6-8ef3-fcac8369d45b" providerId="ADAL" clId="{22CC25F5-1A08-4A57-ACE3-42D11CEBC825}" dt="2026-05-21T21:51:40.944" v="2872" actId="26606"/>
          <ac:grpSpMkLst>
            <pc:docMk/>
            <pc:sldMk cId="0" sldId="267"/>
            <ac:grpSpMk id="10" creationId="{AE1C45F0-260A-458C-96ED-C1F6D2151219}"/>
          </ac:grpSpMkLst>
        </pc:grpChg>
        <pc:cxnChg chg="add">
          <ac:chgData name="Belanger, Michel" userId="9f46d9ab-1cf5-4fc6-8ef3-fcac8369d45b" providerId="ADAL" clId="{22CC25F5-1A08-4A57-ACE3-42D11CEBC825}" dt="2026-05-21T21:51:40.944" v="2872" actId="26606"/>
          <ac:cxnSpMkLst>
            <pc:docMk/>
            <pc:sldMk cId="0" sldId="267"/>
            <ac:cxnSpMk id="17" creationId="{6CF1BAF6-AD41-4082-B212-8A1F9A2E8779}"/>
          </ac:cxnSpMkLst>
        </pc:cxnChg>
      </pc:sldChg>
      <pc:sldChg chg="addSp modSp mod ord setBg">
        <pc:chgData name="Belanger, Michel" userId="9f46d9ab-1cf5-4fc6-8ef3-fcac8369d45b" providerId="ADAL" clId="{22CC25F5-1A08-4A57-ACE3-42D11CEBC825}" dt="2026-05-21T22:00:02.987" v="3065"/>
        <pc:sldMkLst>
          <pc:docMk/>
          <pc:sldMk cId="0" sldId="268"/>
        </pc:sldMkLst>
        <pc:spChg chg="mod">
          <ac:chgData name="Belanger, Michel" userId="9f46d9ab-1cf5-4fc6-8ef3-fcac8369d45b" providerId="ADAL" clId="{22CC25F5-1A08-4A57-ACE3-42D11CEBC825}" dt="2026-05-21T21:52:22.858" v="287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52:22.858" v="2876" actId="207"/>
          <ac:spMkLst>
            <pc:docMk/>
            <pc:sldMk cId="0" sldId="268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21:51:45.458" v="2873" actId="26606"/>
          <ac:spMkLst>
            <pc:docMk/>
            <pc:sldMk cId="0" sldId="268"/>
            <ac:spMk id="8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21:51:45.458" v="2873" actId="26606"/>
          <ac:spMkLst>
            <pc:docMk/>
            <pc:sldMk cId="0" sldId="268"/>
            <ac:spMk id="15" creationId="{D5B0017B-2ECA-49AF-B397-DC140825DF8D}"/>
          </ac:spMkLst>
        </pc:spChg>
        <pc:grpChg chg="add">
          <ac:chgData name="Belanger, Michel" userId="9f46d9ab-1cf5-4fc6-8ef3-fcac8369d45b" providerId="ADAL" clId="{22CC25F5-1A08-4A57-ACE3-42D11CEBC825}" dt="2026-05-21T21:51:45.458" v="2873" actId="26606"/>
          <ac:grpSpMkLst>
            <pc:docMk/>
            <pc:sldMk cId="0" sldId="268"/>
            <ac:grpSpMk id="10" creationId="{AE1C45F0-260A-458C-96ED-C1F6D2151219}"/>
          </ac:grpSpMkLst>
        </pc:grpChg>
        <pc:cxnChg chg="add">
          <ac:chgData name="Belanger, Michel" userId="9f46d9ab-1cf5-4fc6-8ef3-fcac8369d45b" providerId="ADAL" clId="{22CC25F5-1A08-4A57-ACE3-42D11CEBC825}" dt="2026-05-21T21:51:45.458" v="2873" actId="26606"/>
          <ac:cxnSpMkLst>
            <pc:docMk/>
            <pc:sldMk cId="0" sldId="268"/>
            <ac:cxnSpMk id="17" creationId="{6CF1BAF6-AD41-4082-B212-8A1F9A2E8779}"/>
          </ac:cxnSpMkLst>
        </pc:cxnChg>
      </pc:sldChg>
      <pc:sldChg chg="addSp modSp mod ord setBg">
        <pc:chgData name="Belanger, Michel" userId="9f46d9ab-1cf5-4fc6-8ef3-fcac8369d45b" providerId="ADAL" clId="{22CC25F5-1A08-4A57-ACE3-42D11CEBC825}" dt="2026-05-21T21:23:04.178" v="2727" actId="113"/>
        <pc:sldMkLst>
          <pc:docMk/>
          <pc:sldMk cId="0" sldId="269"/>
        </pc:sldMkLst>
        <pc:spChg chg="mod">
          <ac:chgData name="Belanger, Michel" userId="9f46d9ab-1cf5-4fc6-8ef3-fcac8369d45b" providerId="ADAL" clId="{22CC25F5-1A08-4A57-ACE3-42D11CEBC825}" dt="2026-05-21T17:17:13.122" v="2606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23:04.178" v="2727" actId="113"/>
          <ac:spMkLst>
            <pc:docMk/>
            <pc:sldMk cId="0" sldId="269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17:16:17.743" v="2601" actId="26606"/>
          <ac:spMkLst>
            <pc:docMk/>
            <pc:sldMk cId="0" sldId="269"/>
            <ac:spMk id="10" creationId="{AFA67CD3-AB4E-4A7A-BEB8-53C445D8C44E}"/>
          </ac:spMkLst>
        </pc:spChg>
        <pc:spChg chg="add">
          <ac:chgData name="Belanger, Michel" userId="9f46d9ab-1cf5-4fc6-8ef3-fcac8369d45b" providerId="ADAL" clId="{22CC25F5-1A08-4A57-ACE3-42D11CEBC825}" dt="2026-05-21T17:16:17.743" v="2601" actId="26606"/>
          <ac:spMkLst>
            <pc:docMk/>
            <pc:sldMk cId="0" sldId="269"/>
            <ac:spMk id="14" creationId="{339C8D78-A644-462F-B674-F440635E5353}"/>
          </ac:spMkLst>
        </pc:spChg>
        <pc:picChg chg="add mod">
          <ac:chgData name="Belanger, Michel" userId="9f46d9ab-1cf5-4fc6-8ef3-fcac8369d45b" providerId="ADAL" clId="{22CC25F5-1A08-4A57-ACE3-42D11CEBC825}" dt="2026-05-21T17:17:45.330" v="2609" actId="1076"/>
          <ac:picMkLst>
            <pc:docMk/>
            <pc:sldMk cId="0" sldId="269"/>
            <ac:picMk id="7" creationId="{834C02A2-1579-A07C-C364-FBBF39EE304E}"/>
          </ac:picMkLst>
        </pc:picChg>
        <pc:picChg chg="add">
          <ac:chgData name="Belanger, Michel" userId="9f46d9ab-1cf5-4fc6-8ef3-fcac8369d45b" providerId="ADAL" clId="{22CC25F5-1A08-4A57-ACE3-42D11CEBC825}" dt="2026-05-21T17:16:17.743" v="2601" actId="26606"/>
          <ac:picMkLst>
            <pc:docMk/>
            <pc:sldMk cId="0" sldId="269"/>
            <ac:picMk id="12" creationId="{07CF545F-9C2E-4446-97CD-AD92990C2B68}"/>
          </ac:picMkLst>
        </pc:picChg>
      </pc:sldChg>
      <pc:sldChg chg="addSp delSp modSp del mod ord">
        <pc:chgData name="Belanger, Michel" userId="9f46d9ab-1cf5-4fc6-8ef3-fcac8369d45b" providerId="ADAL" clId="{22CC25F5-1A08-4A57-ACE3-42D11CEBC825}" dt="2026-05-21T15:56:22.647" v="1521" actId="47"/>
        <pc:sldMkLst>
          <pc:docMk/>
          <pc:sldMk cId="0" sldId="270"/>
        </pc:sldMkLst>
        <pc:spChg chg="del">
          <ac:chgData name="Belanger, Michel" userId="9f46d9ab-1cf5-4fc6-8ef3-fcac8369d45b" providerId="ADAL" clId="{22CC25F5-1A08-4A57-ACE3-42D11CEBC825}" dt="2026-05-21T15:55:56.209" v="1514" actId="21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1T15:55:56.209" v="1514" actId="21"/>
          <ac:spMkLst>
            <pc:docMk/>
            <pc:sldMk cId="0" sldId="270"/>
            <ac:spMk id="5" creationId="{3474A548-D461-E549-0FF1-25CEA7950705}"/>
          </ac:spMkLst>
        </pc:spChg>
      </pc:sldChg>
      <pc:sldChg chg="addSp modSp mod setBg">
        <pc:chgData name="Belanger, Michel" userId="9f46d9ab-1cf5-4fc6-8ef3-fcac8369d45b" providerId="ADAL" clId="{22CC25F5-1A08-4A57-ACE3-42D11CEBC825}" dt="2026-05-21T21:52:16.892" v="2875" actId="207"/>
        <pc:sldMkLst>
          <pc:docMk/>
          <pc:sldMk cId="0" sldId="271"/>
        </pc:sldMkLst>
        <pc:spChg chg="mod">
          <ac:chgData name="Belanger, Michel" userId="9f46d9ab-1cf5-4fc6-8ef3-fcac8369d45b" providerId="ADAL" clId="{22CC25F5-1A08-4A57-ACE3-42D11CEBC825}" dt="2026-05-21T21:52:16.892" v="2875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52:16.892" v="2875" actId="207"/>
          <ac:spMkLst>
            <pc:docMk/>
            <pc:sldMk cId="0" sldId="271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1T21:51:56.030" v="2874" actId="26606"/>
          <ac:spMkLst>
            <pc:docMk/>
            <pc:sldMk cId="0" sldId="271"/>
            <ac:spMk id="8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1T21:51:56.030" v="2874" actId="26606"/>
          <ac:spMkLst>
            <pc:docMk/>
            <pc:sldMk cId="0" sldId="271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1T21:51:56.030" v="2874" actId="26606"/>
          <ac:grpSpMkLst>
            <pc:docMk/>
            <pc:sldMk cId="0" sldId="271"/>
            <ac:grpSpMk id="10" creationId="{28FAF094-D087-493F-8DF9-A486C2D6BBAA}"/>
          </ac:grpSpMkLst>
        </pc:grpChg>
      </pc:sldChg>
      <pc:sldChg chg="addSp delSp modSp mod setBg">
        <pc:chgData name="Belanger, Michel" userId="9f46d9ab-1cf5-4fc6-8ef3-fcac8369d45b" providerId="ADAL" clId="{22CC25F5-1A08-4A57-ACE3-42D11CEBC825}" dt="2026-05-21T21:50:41.593" v="2870" actId="207"/>
        <pc:sldMkLst>
          <pc:docMk/>
          <pc:sldMk cId="0" sldId="272"/>
        </pc:sldMkLst>
        <pc:spChg chg="mod">
          <ac:chgData name="Belanger, Michel" userId="9f46d9ab-1cf5-4fc6-8ef3-fcac8369d45b" providerId="ADAL" clId="{22CC25F5-1A08-4A57-ACE3-42D11CEBC825}" dt="2026-05-21T21:50:33.568" v="2867" actId="207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Belanger, Michel" userId="9f46d9ab-1cf5-4fc6-8ef3-fcac8369d45b" providerId="ADAL" clId="{22CC25F5-1A08-4A57-ACE3-42D11CEBC825}" dt="2026-05-21T21:49:46.037" v="2861" actId="26606"/>
          <ac:spMkLst>
            <pc:docMk/>
            <pc:sldMk cId="0" sldId="272"/>
            <ac:spMk id="3" creationId="{00000000-0000-0000-0000-000000000000}"/>
          </ac:spMkLst>
        </pc:spChg>
        <pc:spChg chg="add del">
          <ac:chgData name="Belanger, Michel" userId="9f46d9ab-1cf5-4fc6-8ef3-fcac8369d45b" providerId="ADAL" clId="{22CC25F5-1A08-4A57-ACE3-42D11CEBC825}" dt="2026-05-21T21:49:29.330" v="2859" actId="26606"/>
          <ac:spMkLst>
            <pc:docMk/>
            <pc:sldMk cId="0" sldId="272"/>
            <ac:spMk id="8" creationId="{081EA652-8C6A-4E69-BEB9-170809474553}"/>
          </ac:spMkLst>
        </pc:spChg>
        <pc:spChg chg="add del">
          <ac:chgData name="Belanger, Michel" userId="9f46d9ab-1cf5-4fc6-8ef3-fcac8369d45b" providerId="ADAL" clId="{22CC25F5-1A08-4A57-ACE3-42D11CEBC825}" dt="2026-05-21T21:49:29.330" v="2859" actId="26606"/>
          <ac:spMkLst>
            <pc:docMk/>
            <pc:sldMk cId="0" sldId="272"/>
            <ac:spMk id="10" creationId="{5298780A-33B9-4EA2-8F67-DE68AD62841B}"/>
          </ac:spMkLst>
        </pc:spChg>
        <pc:spChg chg="add del">
          <ac:chgData name="Belanger, Michel" userId="9f46d9ab-1cf5-4fc6-8ef3-fcac8369d45b" providerId="ADAL" clId="{22CC25F5-1A08-4A57-ACE3-42D11CEBC825}" dt="2026-05-21T21:49:29.330" v="2859" actId="26606"/>
          <ac:spMkLst>
            <pc:docMk/>
            <pc:sldMk cId="0" sldId="272"/>
            <ac:spMk id="12" creationId="{7F488E8B-4E1E-4402-8935-D4E6C02615C7}"/>
          </ac:spMkLst>
        </pc:spChg>
        <pc:spChg chg="add del">
          <ac:chgData name="Belanger, Michel" userId="9f46d9ab-1cf5-4fc6-8ef3-fcac8369d45b" providerId="ADAL" clId="{22CC25F5-1A08-4A57-ACE3-42D11CEBC825}" dt="2026-05-21T21:49:46.037" v="2861" actId="26606"/>
          <ac:spMkLst>
            <pc:docMk/>
            <pc:sldMk cId="0" sldId="272"/>
            <ac:spMk id="17" creationId="{081EA652-8C6A-4E69-BEB9-170809474553}"/>
          </ac:spMkLst>
        </pc:spChg>
        <pc:spChg chg="add del">
          <ac:chgData name="Belanger, Michel" userId="9f46d9ab-1cf5-4fc6-8ef3-fcac8369d45b" providerId="ADAL" clId="{22CC25F5-1A08-4A57-ACE3-42D11CEBC825}" dt="2026-05-21T21:49:46.037" v="2861" actId="26606"/>
          <ac:spMkLst>
            <pc:docMk/>
            <pc:sldMk cId="0" sldId="272"/>
            <ac:spMk id="19" creationId="{F474090D-CD95-4B41-BE3D-6596953D322D}"/>
          </ac:spMkLst>
        </pc:spChg>
        <pc:spChg chg="add del">
          <ac:chgData name="Belanger, Michel" userId="9f46d9ab-1cf5-4fc6-8ef3-fcac8369d45b" providerId="ADAL" clId="{22CC25F5-1A08-4A57-ACE3-42D11CEBC825}" dt="2026-05-21T21:49:46.037" v="2861" actId="26606"/>
          <ac:spMkLst>
            <pc:docMk/>
            <pc:sldMk cId="0" sldId="272"/>
            <ac:spMk id="21" creationId="{5298780A-33B9-4EA2-8F67-DE68AD62841B}"/>
          </ac:spMkLst>
        </pc:spChg>
        <pc:spChg chg="add del">
          <ac:chgData name="Belanger, Michel" userId="9f46d9ab-1cf5-4fc6-8ef3-fcac8369d45b" providerId="ADAL" clId="{22CC25F5-1A08-4A57-ACE3-42D11CEBC825}" dt="2026-05-21T21:49:46.037" v="2861" actId="26606"/>
          <ac:spMkLst>
            <pc:docMk/>
            <pc:sldMk cId="0" sldId="272"/>
            <ac:spMk id="23" creationId="{B8F3E811-B104-4DFF-951A-008C860FF1D2}"/>
          </ac:spMkLst>
        </pc:spChg>
        <pc:spChg chg="add del">
          <ac:chgData name="Belanger, Michel" userId="9f46d9ab-1cf5-4fc6-8ef3-fcac8369d45b" providerId="ADAL" clId="{22CC25F5-1A08-4A57-ACE3-42D11CEBC825}" dt="2026-05-21T21:50:29.941" v="2866" actId="26606"/>
          <ac:spMkLst>
            <pc:docMk/>
            <pc:sldMk cId="0" sldId="272"/>
            <ac:spMk id="29" creationId="{D9A7F3BF-8763-4074-AD77-92790AF314D1}"/>
          </ac:spMkLst>
        </pc:spChg>
        <pc:spChg chg="add">
          <ac:chgData name="Belanger, Michel" userId="9f46d9ab-1cf5-4fc6-8ef3-fcac8369d45b" providerId="ADAL" clId="{22CC25F5-1A08-4A57-ACE3-42D11CEBC825}" dt="2026-05-21T21:50:29.941" v="2866" actId="26606"/>
          <ac:spMkLst>
            <pc:docMk/>
            <pc:sldMk cId="0" sldId="272"/>
            <ac:spMk id="41" creationId="{955A2079-FA98-4876-80F0-72364A7D2EA4}"/>
          </ac:spMkLst>
        </pc:spChg>
        <pc:grpChg chg="add del">
          <ac:chgData name="Belanger, Michel" userId="9f46d9ab-1cf5-4fc6-8ef3-fcac8369d45b" providerId="ADAL" clId="{22CC25F5-1A08-4A57-ACE3-42D11CEBC825}" dt="2026-05-21T21:50:29.941" v="2866" actId="26606"/>
          <ac:grpSpMkLst>
            <pc:docMk/>
            <pc:sldMk cId="0" sldId="272"/>
            <ac:grpSpMk id="31" creationId="{7A9648D6-B41B-42D0-A817-AE2607B0B5B8}"/>
          </ac:grpSpMkLst>
        </pc:grpChg>
        <pc:graphicFrameChg chg="add mod modGraphic">
          <ac:chgData name="Belanger, Michel" userId="9f46d9ab-1cf5-4fc6-8ef3-fcac8369d45b" providerId="ADAL" clId="{22CC25F5-1A08-4A57-ACE3-42D11CEBC825}" dt="2026-05-21T21:50:41.593" v="2870" actId="207"/>
          <ac:graphicFrameMkLst>
            <pc:docMk/>
            <pc:sldMk cId="0" sldId="272"/>
            <ac:graphicFrameMk id="25" creationId="{46639463-3CB8-5385-ED8D-1D1A12F6AA51}"/>
          </ac:graphicFrameMkLst>
        </pc:graphicFrameChg>
        <pc:cxnChg chg="add del">
          <ac:chgData name="Belanger, Michel" userId="9f46d9ab-1cf5-4fc6-8ef3-fcac8369d45b" providerId="ADAL" clId="{22CC25F5-1A08-4A57-ACE3-42D11CEBC825}" dt="2026-05-21T21:50:29.941" v="2866" actId="26606"/>
          <ac:cxnSpMkLst>
            <pc:docMk/>
            <pc:sldMk cId="0" sldId="272"/>
            <ac:cxnSpMk id="36" creationId="{C49DA8F6-BCC1-4447-B54C-57856834B94B}"/>
          </ac:cxnSpMkLst>
        </pc:cxnChg>
      </pc:sldChg>
      <pc:sldChg chg="addSp delSp modSp new mod ord setBg">
        <pc:chgData name="Belanger, Michel" userId="9f46d9ab-1cf5-4fc6-8ef3-fcac8369d45b" providerId="ADAL" clId="{22CC25F5-1A08-4A57-ACE3-42D11CEBC825}" dt="2026-05-21T21:13:01.615" v="2657" actId="113"/>
        <pc:sldMkLst>
          <pc:docMk/>
          <pc:sldMk cId="3049262430" sldId="273"/>
        </pc:sldMkLst>
        <pc:spChg chg="mod">
          <ac:chgData name="Belanger, Michel" userId="9f46d9ab-1cf5-4fc6-8ef3-fcac8369d45b" providerId="ADAL" clId="{22CC25F5-1A08-4A57-ACE3-42D11CEBC825}" dt="2026-05-21T15:35:30.532" v="1277" actId="20577"/>
          <ac:spMkLst>
            <pc:docMk/>
            <pc:sldMk cId="3049262430" sldId="273"/>
            <ac:spMk id="2" creationId="{B198B2BC-E4C2-DC9C-0E7F-C5AB0A294E6D}"/>
          </ac:spMkLst>
        </pc:spChg>
        <pc:spChg chg="add del mod">
          <ac:chgData name="Belanger, Michel" userId="9f46d9ab-1cf5-4fc6-8ef3-fcac8369d45b" providerId="ADAL" clId="{22CC25F5-1A08-4A57-ACE3-42D11CEBC825}" dt="2026-05-21T14:39:13.316" v="603" actId="26606"/>
          <ac:spMkLst>
            <pc:docMk/>
            <pc:sldMk cId="3049262430" sldId="273"/>
            <ac:spMk id="3" creationId="{6772FBE4-8043-117E-D3A4-BDB1B791C6B7}"/>
          </ac:spMkLst>
        </pc:spChg>
        <pc:spChg chg="add del">
          <ac:chgData name="Belanger, Michel" userId="9f46d9ab-1cf5-4fc6-8ef3-fcac8369d45b" providerId="ADAL" clId="{22CC25F5-1A08-4A57-ACE3-42D11CEBC825}" dt="2026-05-21T14:38:46.097" v="600" actId="26606"/>
          <ac:spMkLst>
            <pc:docMk/>
            <pc:sldMk cId="3049262430" sldId="273"/>
            <ac:spMk id="8" creationId="{B6CDA21F-E7AF-4C75-8395-33F58D5B0E45}"/>
          </ac:spMkLst>
        </pc:spChg>
        <pc:spChg chg="add del">
          <ac:chgData name="Belanger, Michel" userId="9f46d9ab-1cf5-4fc6-8ef3-fcac8369d45b" providerId="ADAL" clId="{22CC25F5-1A08-4A57-ACE3-42D11CEBC825}" dt="2026-05-21T14:39:13.295" v="602" actId="26606"/>
          <ac:spMkLst>
            <pc:docMk/>
            <pc:sldMk cId="3049262430" sldId="273"/>
            <ac:spMk id="9" creationId="{345A976A-8DE3-4B67-B94B-2044FDD12899}"/>
          </ac:spMkLst>
        </pc:spChg>
        <pc:spChg chg="add del">
          <ac:chgData name="Belanger, Michel" userId="9f46d9ab-1cf5-4fc6-8ef3-fcac8369d45b" providerId="ADAL" clId="{22CC25F5-1A08-4A57-ACE3-42D11CEBC825}" dt="2026-05-21T14:38:46.097" v="600" actId="26606"/>
          <ac:spMkLst>
            <pc:docMk/>
            <pc:sldMk cId="3049262430" sldId="273"/>
            <ac:spMk id="15" creationId="{D5B0017B-2ECA-49AF-B397-DC140825DF8D}"/>
          </ac:spMkLst>
        </pc:spChg>
        <pc:spChg chg="add del">
          <ac:chgData name="Belanger, Michel" userId="9f46d9ab-1cf5-4fc6-8ef3-fcac8369d45b" providerId="ADAL" clId="{22CC25F5-1A08-4A57-ACE3-42D11CEBC825}" dt="2026-05-21T14:39:13.295" v="602" actId="26606"/>
          <ac:spMkLst>
            <pc:docMk/>
            <pc:sldMk cId="3049262430" sldId="273"/>
            <ac:spMk id="24" creationId="{6EAAA1B9-2DDB-49C9-A037-A523D2F13C15}"/>
          </ac:spMkLst>
        </pc:spChg>
        <pc:spChg chg="add del">
          <ac:chgData name="Belanger, Michel" userId="9f46d9ab-1cf5-4fc6-8ef3-fcac8369d45b" providerId="ADAL" clId="{22CC25F5-1A08-4A57-ACE3-42D11CEBC825}" dt="2026-05-21T14:40:07.799" v="606" actId="26606"/>
          <ac:spMkLst>
            <pc:docMk/>
            <pc:sldMk cId="3049262430" sldId="273"/>
            <ac:spMk id="29" creationId="{2659FDB4-FCBE-4A89-B46D-43D4FA54464D}"/>
          </ac:spMkLst>
        </pc:spChg>
        <pc:spChg chg="add del">
          <ac:chgData name="Belanger, Michel" userId="9f46d9ab-1cf5-4fc6-8ef3-fcac8369d45b" providerId="ADAL" clId="{22CC25F5-1A08-4A57-ACE3-42D11CEBC825}" dt="2026-05-21T14:40:07.778" v="605" actId="26606"/>
          <ac:spMkLst>
            <pc:docMk/>
            <pc:sldMk cId="3049262430" sldId="273"/>
            <ac:spMk id="35" creationId="{5628E5CB-913B-4378-97CE-18C9F6410C53}"/>
          </ac:spMkLst>
        </pc:spChg>
        <pc:spChg chg="add del">
          <ac:chgData name="Belanger, Michel" userId="9f46d9ab-1cf5-4fc6-8ef3-fcac8369d45b" providerId="ADAL" clId="{22CC25F5-1A08-4A57-ACE3-42D11CEBC825}" dt="2026-05-21T14:40:24.245" v="607" actId="26606"/>
          <ac:spMkLst>
            <pc:docMk/>
            <pc:sldMk cId="3049262430" sldId="273"/>
            <ac:spMk id="37" creationId="{2659FDB4-FCBE-4A89-B46D-43D4FA54464D}"/>
          </ac:spMkLst>
        </pc:spChg>
        <pc:spChg chg="add">
          <ac:chgData name="Belanger, Michel" userId="9f46d9ab-1cf5-4fc6-8ef3-fcac8369d45b" providerId="ADAL" clId="{22CC25F5-1A08-4A57-ACE3-42D11CEBC825}" dt="2026-05-21T14:40:24.245" v="607" actId="26606"/>
          <ac:spMkLst>
            <pc:docMk/>
            <pc:sldMk cId="3049262430" sldId="273"/>
            <ac:spMk id="43" creationId="{955A2079-FA98-4876-80F0-72364A7D2EA4}"/>
          </ac:spMkLst>
        </pc:spChg>
        <pc:grpChg chg="add del">
          <ac:chgData name="Belanger, Michel" userId="9f46d9ab-1cf5-4fc6-8ef3-fcac8369d45b" providerId="ADAL" clId="{22CC25F5-1A08-4A57-ACE3-42D11CEBC825}" dt="2026-05-21T14:38:46.097" v="600" actId="26606"/>
          <ac:grpSpMkLst>
            <pc:docMk/>
            <pc:sldMk cId="3049262430" sldId="273"/>
            <ac:grpSpMk id="10" creationId="{AE1C45F0-260A-458C-96ED-C1F6D2151219}"/>
          </ac:grpSpMkLst>
        </pc:grpChg>
        <pc:grpChg chg="add del">
          <ac:chgData name="Belanger, Michel" userId="9f46d9ab-1cf5-4fc6-8ef3-fcac8369d45b" providerId="ADAL" clId="{22CC25F5-1A08-4A57-ACE3-42D11CEBC825}" dt="2026-05-21T14:39:13.295" v="602" actId="26606"/>
          <ac:grpSpMkLst>
            <pc:docMk/>
            <pc:sldMk cId="3049262430" sldId="273"/>
            <ac:grpSpMk id="19" creationId="{08701F99-7E4C-4B92-A4B5-307CDFB7A4DE}"/>
          </ac:grpSpMkLst>
        </pc:grpChg>
        <pc:grpChg chg="add del">
          <ac:chgData name="Belanger, Michel" userId="9f46d9ab-1cf5-4fc6-8ef3-fcac8369d45b" providerId="ADAL" clId="{22CC25F5-1A08-4A57-ACE3-42D11CEBC825}" dt="2026-05-21T14:39:13.295" v="602" actId="26606"/>
          <ac:grpSpMkLst>
            <pc:docMk/>
            <pc:sldMk cId="3049262430" sldId="273"/>
            <ac:grpSpMk id="25" creationId="{B441F8D5-EBCE-4FB9-91A9-3425971C1F99}"/>
          </ac:grpSpMkLst>
        </pc:grpChg>
        <pc:graphicFrameChg chg="add mod modGraphic">
          <ac:chgData name="Belanger, Michel" userId="9f46d9ab-1cf5-4fc6-8ef3-fcac8369d45b" providerId="ADAL" clId="{22CC25F5-1A08-4A57-ACE3-42D11CEBC825}" dt="2026-05-21T21:13:01.615" v="2657" actId="113"/>
          <ac:graphicFrameMkLst>
            <pc:docMk/>
            <pc:sldMk cId="3049262430" sldId="273"/>
            <ac:graphicFrameMk id="4" creationId="{DC51CB63-ADFF-B2D5-28D0-0E818CDDEC1E}"/>
          </ac:graphicFrameMkLst>
        </pc:graphicFrameChg>
        <pc:graphicFrameChg chg="add del">
          <ac:chgData name="Belanger, Michel" userId="9f46d9ab-1cf5-4fc6-8ef3-fcac8369d45b" providerId="ADAL" clId="{22CC25F5-1A08-4A57-ACE3-42D11CEBC825}" dt="2026-05-21T14:39:13.295" v="602" actId="26606"/>
          <ac:graphicFrameMkLst>
            <pc:docMk/>
            <pc:sldMk cId="3049262430" sldId="273"/>
            <ac:graphicFrameMk id="5" creationId="{52F59E62-08D9-4C60-D9EE-F4CD967521F6}"/>
          </ac:graphicFrameMkLst>
        </pc:graphicFrameChg>
        <pc:graphicFrameChg chg="add mod modGraphic">
          <ac:chgData name="Belanger, Michel" userId="9f46d9ab-1cf5-4fc6-8ef3-fcac8369d45b" providerId="ADAL" clId="{22CC25F5-1A08-4A57-ACE3-42D11CEBC825}" dt="2026-05-21T14:53:56.908" v="733" actId="14100"/>
          <ac:graphicFrameMkLst>
            <pc:docMk/>
            <pc:sldMk cId="3049262430" sldId="273"/>
            <ac:graphicFrameMk id="30" creationId="{64A369EC-12CD-779D-CE86-5C0FCE038432}"/>
          </ac:graphicFrameMkLst>
        </pc:graphicFrameChg>
        <pc:cxnChg chg="add del">
          <ac:chgData name="Belanger, Michel" userId="9f46d9ab-1cf5-4fc6-8ef3-fcac8369d45b" providerId="ADAL" clId="{22CC25F5-1A08-4A57-ACE3-42D11CEBC825}" dt="2026-05-21T14:40:07.799" v="606" actId="26606"/>
          <ac:cxnSpMkLst>
            <pc:docMk/>
            <pc:sldMk cId="3049262430" sldId="273"/>
            <ac:cxnSpMk id="11" creationId="{C8F51B3F-8331-4E4A-AE96-D47B1006EEAD}"/>
          </ac:cxnSpMkLst>
        </pc:cxnChg>
        <pc:cxnChg chg="add del">
          <ac:chgData name="Belanger, Michel" userId="9f46d9ab-1cf5-4fc6-8ef3-fcac8369d45b" providerId="ADAL" clId="{22CC25F5-1A08-4A57-ACE3-42D11CEBC825}" dt="2026-05-21T14:38:46.097" v="600" actId="26606"/>
          <ac:cxnSpMkLst>
            <pc:docMk/>
            <pc:sldMk cId="3049262430" sldId="273"/>
            <ac:cxnSpMk id="17" creationId="{6CF1BAF6-AD41-4082-B212-8A1F9A2E8779}"/>
          </ac:cxnSpMkLst>
        </pc:cxnChg>
        <pc:cxnChg chg="add del">
          <ac:chgData name="Belanger, Michel" userId="9f46d9ab-1cf5-4fc6-8ef3-fcac8369d45b" providerId="ADAL" clId="{22CC25F5-1A08-4A57-ACE3-42D11CEBC825}" dt="2026-05-21T14:40:24.245" v="607" actId="26606"/>
          <ac:cxnSpMkLst>
            <pc:docMk/>
            <pc:sldMk cId="3049262430" sldId="273"/>
            <ac:cxnSpMk id="38" creationId="{C8F51B3F-8331-4E4A-AE96-D47B1006EEAD}"/>
          </ac:cxnSpMkLst>
        </pc:cxnChg>
      </pc:sldChg>
      <pc:sldChg chg="addSp delSp modSp new mod ord setBg">
        <pc:chgData name="Belanger, Michel" userId="9f46d9ab-1cf5-4fc6-8ef3-fcac8369d45b" providerId="ADAL" clId="{22CC25F5-1A08-4A57-ACE3-42D11CEBC825}" dt="2026-05-21T21:16:09.874" v="2674" actId="207"/>
        <pc:sldMkLst>
          <pc:docMk/>
          <pc:sldMk cId="1279154318" sldId="274"/>
        </pc:sldMkLst>
        <pc:spChg chg="mod">
          <ac:chgData name="Belanger, Michel" userId="9f46d9ab-1cf5-4fc6-8ef3-fcac8369d45b" providerId="ADAL" clId="{22CC25F5-1A08-4A57-ACE3-42D11CEBC825}" dt="2026-05-21T21:16:09.874" v="2674" actId="207"/>
          <ac:spMkLst>
            <pc:docMk/>
            <pc:sldMk cId="1279154318" sldId="274"/>
            <ac:spMk id="2" creationId="{CA2EF2D6-6BA5-2814-6FC1-9075CBA769D9}"/>
          </ac:spMkLst>
        </pc:spChg>
        <pc:spChg chg="del">
          <ac:chgData name="Belanger, Michel" userId="9f46d9ab-1cf5-4fc6-8ef3-fcac8369d45b" providerId="ADAL" clId="{22CC25F5-1A08-4A57-ACE3-42D11CEBC825}" dt="2026-05-21T15:29:22.924" v="1132" actId="478"/>
          <ac:spMkLst>
            <pc:docMk/>
            <pc:sldMk cId="1279154318" sldId="274"/>
            <ac:spMk id="3" creationId="{8BCB3BC1-D7D9-0738-0D05-2CB6CD4A49A2}"/>
          </ac:spMkLst>
        </pc:spChg>
        <pc:spChg chg="add mod ord">
          <ac:chgData name="Belanger, Michel" userId="9f46d9ab-1cf5-4fc6-8ef3-fcac8369d45b" providerId="ADAL" clId="{22CC25F5-1A08-4A57-ACE3-42D11CEBC825}" dt="2026-05-21T21:16:09.874" v="2674" actId="207"/>
          <ac:spMkLst>
            <pc:docMk/>
            <pc:sldMk cId="1279154318" sldId="274"/>
            <ac:spMk id="4" creationId="{B660DBFB-1474-695C-97C8-D54BBF31C7A7}"/>
          </ac:spMkLst>
        </pc:spChg>
        <pc:spChg chg="add del">
          <ac:chgData name="Belanger, Michel" userId="9f46d9ab-1cf5-4fc6-8ef3-fcac8369d45b" providerId="ADAL" clId="{22CC25F5-1A08-4A57-ACE3-42D11CEBC825}" dt="2026-05-21T21:14:02.023" v="2659" actId="26606"/>
          <ac:spMkLst>
            <pc:docMk/>
            <pc:sldMk cId="1279154318" sldId="274"/>
            <ac:spMk id="9" creationId="{3AD318CC-E2A8-4E27-9548-A047A78999B1}"/>
          </ac:spMkLst>
        </pc:spChg>
        <pc:spChg chg="add del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13" creationId="{967D8EB6-EAE1-4F9C-B398-83321E287204}"/>
          </ac:spMkLst>
        </pc:spChg>
        <pc:spChg chg="add del">
          <ac:chgData name="Belanger, Michel" userId="9f46d9ab-1cf5-4fc6-8ef3-fcac8369d45b" providerId="ADAL" clId="{22CC25F5-1A08-4A57-ACE3-42D11CEBC825}" dt="2026-05-21T21:14:02.023" v="2659" actId="26606"/>
          <ac:spMkLst>
            <pc:docMk/>
            <pc:sldMk cId="1279154318" sldId="274"/>
            <ac:spMk id="15" creationId="{2C1BBA94-3F40-40AA-8BB9-E69E25E537C1}"/>
          </ac:spMkLst>
        </pc:spChg>
        <pc:spChg chg="add del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17" creationId="{59A309A7-1751-4ABE-A3C1-EEC40366AD89}"/>
          </ac:spMkLst>
        </pc:spChg>
        <pc:spChg chg="add del">
          <ac:chgData name="Belanger, Michel" userId="9f46d9ab-1cf5-4fc6-8ef3-fcac8369d45b" providerId="ADAL" clId="{22CC25F5-1A08-4A57-ACE3-42D11CEBC825}" dt="2026-05-21T21:14:50.646" v="2664" actId="26606"/>
          <ac:spMkLst>
            <pc:docMk/>
            <pc:sldMk cId="1279154318" sldId="274"/>
            <ac:spMk id="22" creationId="{058A14AF-9FB5-4CC7-BA35-E8E85D3EDF0E}"/>
          </ac:spMkLst>
        </pc:spChg>
        <pc:spChg chg="add del">
          <ac:chgData name="Belanger, Michel" userId="9f46d9ab-1cf5-4fc6-8ef3-fcac8369d45b" providerId="ADAL" clId="{22CC25F5-1A08-4A57-ACE3-42D11CEBC825}" dt="2026-05-21T21:14:50.646" v="2664" actId="26606"/>
          <ac:spMkLst>
            <pc:docMk/>
            <pc:sldMk cId="1279154318" sldId="274"/>
            <ac:spMk id="24" creationId="{3A9A4357-BD1D-4622-A4FE-766E6AB8DE84}"/>
          </ac:spMkLst>
        </pc:spChg>
        <pc:spChg chg="add del">
          <ac:chgData name="Belanger, Michel" userId="9f46d9ab-1cf5-4fc6-8ef3-fcac8369d45b" providerId="ADAL" clId="{22CC25F5-1A08-4A57-ACE3-42D11CEBC825}" dt="2026-05-21T21:14:50.646" v="2664" actId="26606"/>
          <ac:spMkLst>
            <pc:docMk/>
            <pc:sldMk cId="1279154318" sldId="274"/>
            <ac:spMk id="26" creationId="{E659831F-0D9A-4C63-9EBB-8435B85A440F}"/>
          </ac:spMkLst>
        </pc:spChg>
        <pc:spChg chg="add del">
          <ac:chgData name="Belanger, Michel" userId="9f46d9ab-1cf5-4fc6-8ef3-fcac8369d45b" providerId="ADAL" clId="{22CC25F5-1A08-4A57-ACE3-42D11CEBC825}" dt="2026-05-21T21:14:50.646" v="2664" actId="26606"/>
          <ac:spMkLst>
            <pc:docMk/>
            <pc:sldMk cId="1279154318" sldId="274"/>
            <ac:spMk id="28" creationId="{E6995CE5-F890-4ABA-82A2-26507CE8D2A3}"/>
          </ac:spMkLst>
        </pc:spChg>
        <pc:spChg chg="add del">
          <ac:chgData name="Belanger, Michel" userId="9f46d9ab-1cf5-4fc6-8ef3-fcac8369d45b" providerId="ADAL" clId="{22CC25F5-1A08-4A57-ACE3-42D11CEBC825}" dt="2026-05-21T21:15:04.855" v="2666" actId="26606"/>
          <ac:spMkLst>
            <pc:docMk/>
            <pc:sldMk cId="1279154318" sldId="274"/>
            <ac:spMk id="30" creationId="{2EB492CD-616E-47F8-933B-5E2D952A0593}"/>
          </ac:spMkLst>
        </pc:spChg>
        <pc:spChg chg="add del">
          <ac:chgData name="Belanger, Michel" userId="9f46d9ab-1cf5-4fc6-8ef3-fcac8369d45b" providerId="ADAL" clId="{22CC25F5-1A08-4A57-ACE3-42D11CEBC825}" dt="2026-05-21T21:15:04.855" v="2666" actId="26606"/>
          <ac:spMkLst>
            <pc:docMk/>
            <pc:sldMk cId="1279154318" sldId="274"/>
            <ac:spMk id="31" creationId="{59383CF9-23B5-4335-9B21-1791C4CF1C75}"/>
          </ac:spMkLst>
        </pc:spChg>
        <pc:spChg chg="add del">
          <ac:chgData name="Belanger, Michel" userId="9f46d9ab-1cf5-4fc6-8ef3-fcac8369d45b" providerId="ADAL" clId="{22CC25F5-1A08-4A57-ACE3-42D11CEBC825}" dt="2026-05-21T21:15:04.855" v="2666" actId="26606"/>
          <ac:spMkLst>
            <pc:docMk/>
            <pc:sldMk cId="1279154318" sldId="274"/>
            <ac:spMk id="32" creationId="{0007FE00-9498-4706-B255-6437B0252C02}"/>
          </ac:spMkLst>
        </pc:spChg>
        <pc:spChg chg="add del">
          <ac:chgData name="Belanger, Michel" userId="9f46d9ab-1cf5-4fc6-8ef3-fcac8369d45b" providerId="ADAL" clId="{22CC25F5-1A08-4A57-ACE3-42D11CEBC825}" dt="2026-05-21T21:15:27.619" v="2668" actId="26606"/>
          <ac:spMkLst>
            <pc:docMk/>
            <pc:sldMk cId="1279154318" sldId="274"/>
            <ac:spMk id="34" creationId="{058A14AF-9FB5-4CC7-BA35-E8E85D3EDF0E}"/>
          </ac:spMkLst>
        </pc:spChg>
        <pc:spChg chg="add del">
          <ac:chgData name="Belanger, Michel" userId="9f46d9ab-1cf5-4fc6-8ef3-fcac8369d45b" providerId="ADAL" clId="{22CC25F5-1A08-4A57-ACE3-42D11CEBC825}" dt="2026-05-21T21:15:27.619" v="2668" actId="26606"/>
          <ac:spMkLst>
            <pc:docMk/>
            <pc:sldMk cId="1279154318" sldId="274"/>
            <ac:spMk id="35" creationId="{3A9A4357-BD1D-4622-A4FE-766E6AB8DE84}"/>
          </ac:spMkLst>
        </pc:spChg>
        <pc:spChg chg="add del">
          <ac:chgData name="Belanger, Michel" userId="9f46d9ab-1cf5-4fc6-8ef3-fcac8369d45b" providerId="ADAL" clId="{22CC25F5-1A08-4A57-ACE3-42D11CEBC825}" dt="2026-05-21T21:15:27.619" v="2668" actId="26606"/>
          <ac:spMkLst>
            <pc:docMk/>
            <pc:sldMk cId="1279154318" sldId="274"/>
            <ac:spMk id="36" creationId="{E659831F-0D9A-4C63-9EBB-8435B85A440F}"/>
          </ac:spMkLst>
        </pc:spChg>
        <pc:spChg chg="add del">
          <ac:chgData name="Belanger, Michel" userId="9f46d9ab-1cf5-4fc6-8ef3-fcac8369d45b" providerId="ADAL" clId="{22CC25F5-1A08-4A57-ACE3-42D11CEBC825}" dt="2026-05-21T21:15:27.619" v="2668" actId="26606"/>
          <ac:spMkLst>
            <pc:docMk/>
            <pc:sldMk cId="1279154318" sldId="274"/>
            <ac:spMk id="37" creationId="{E6995CE5-F890-4ABA-82A2-26507CE8D2A3}"/>
          </ac:spMkLst>
        </pc:spChg>
        <pc:spChg chg="add del">
          <ac:chgData name="Belanger, Michel" userId="9f46d9ab-1cf5-4fc6-8ef3-fcac8369d45b" providerId="ADAL" clId="{22CC25F5-1A08-4A57-ACE3-42D11CEBC825}" dt="2026-05-21T21:15:37.383" v="2670" actId="26606"/>
          <ac:spMkLst>
            <pc:docMk/>
            <pc:sldMk cId="1279154318" sldId="274"/>
            <ac:spMk id="39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1T21:15:37.383" v="2670" actId="26606"/>
          <ac:spMkLst>
            <pc:docMk/>
            <pc:sldMk cId="1279154318" sldId="274"/>
            <ac:spMk id="40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1T21:15:37.383" v="2670" actId="26606"/>
          <ac:spMkLst>
            <pc:docMk/>
            <pc:sldMk cId="1279154318" sldId="274"/>
            <ac:spMk id="41" creationId="{7F488E8B-4E1E-4402-8935-D4E6C02615C7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43" creationId="{1CD81A2A-6ED4-4EF4-A14C-912D31E14800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44" creationId="{1661932C-CA15-4E17-B115-FAE7CBEE4789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45" creationId="{8590ADD5-9383-4D3D-9047-3DA2593CCB5D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48" creationId="{B91ECDA9-56DC-4270-8F33-01C5637B8CEB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49" creationId="{75F47824-961D-465D-84F9-EAE11BC6173B}"/>
          </ac:spMkLst>
        </pc:spChg>
        <pc:spChg chg="add">
          <ac:chgData name="Belanger, Michel" userId="9f46d9ab-1cf5-4fc6-8ef3-fcac8369d45b" providerId="ADAL" clId="{22CC25F5-1A08-4A57-ACE3-42D11CEBC825}" dt="2026-05-21T21:15:37.391" v="2671" actId="26606"/>
          <ac:spMkLst>
            <pc:docMk/>
            <pc:sldMk cId="1279154318" sldId="274"/>
            <ac:spMk id="50" creationId="{FEC9DA3E-C1D7-472D-B7C0-F71AE41FBA23}"/>
          </ac:spMkLst>
        </pc:spChg>
        <pc:grpChg chg="add del">
          <ac:chgData name="Belanger, Michel" userId="9f46d9ab-1cf5-4fc6-8ef3-fcac8369d45b" providerId="ADAL" clId="{22CC25F5-1A08-4A57-ACE3-42D11CEBC825}" dt="2026-05-21T21:14:02.023" v="2659" actId="26606"/>
          <ac:grpSpMkLst>
            <pc:docMk/>
            <pc:sldMk cId="1279154318" sldId="274"/>
            <ac:grpSpMk id="11" creationId="{B14B560F-9DD7-4302-A60B-EBD3EF59B073}"/>
          </ac:grpSpMkLst>
        </pc:grpChg>
        <pc:picChg chg="add mod ord">
          <ac:chgData name="Belanger, Michel" userId="9f46d9ab-1cf5-4fc6-8ef3-fcac8369d45b" providerId="ADAL" clId="{22CC25F5-1A08-4A57-ACE3-42D11CEBC825}" dt="2026-05-21T21:15:37.383" v="2670" actId="26606"/>
          <ac:picMkLst>
            <pc:docMk/>
            <pc:sldMk cId="1279154318" sldId="274"/>
            <ac:picMk id="8" creationId="{C9EC2394-354D-F879-296F-A462C941EB36}"/>
          </ac:picMkLst>
        </pc:picChg>
      </pc:sldChg>
      <pc:sldChg chg="addSp delSp modSp new mod">
        <pc:chgData name="Belanger, Michel" userId="9f46d9ab-1cf5-4fc6-8ef3-fcac8369d45b" providerId="ADAL" clId="{22CC25F5-1A08-4A57-ACE3-42D11CEBC825}" dt="2026-05-21T21:58:50.630" v="3057" actId="20577"/>
        <pc:sldMkLst>
          <pc:docMk/>
          <pc:sldMk cId="1429607919" sldId="275"/>
        </pc:sldMkLst>
        <pc:spChg chg="mod">
          <ac:chgData name="Belanger, Michel" userId="9f46d9ab-1cf5-4fc6-8ef3-fcac8369d45b" providerId="ADAL" clId="{22CC25F5-1A08-4A57-ACE3-42D11CEBC825}" dt="2026-05-21T21:58:24.866" v="3045" actId="20577"/>
          <ac:spMkLst>
            <pc:docMk/>
            <pc:sldMk cId="1429607919" sldId="275"/>
            <ac:spMk id="2" creationId="{CF5077E6-D5C7-41FB-6B91-968C59B71979}"/>
          </ac:spMkLst>
        </pc:spChg>
        <pc:spChg chg="del mod">
          <ac:chgData name="Belanger, Michel" userId="9f46d9ab-1cf5-4fc6-8ef3-fcac8369d45b" providerId="ADAL" clId="{22CC25F5-1A08-4A57-ACE3-42D11CEBC825}" dt="2026-05-21T21:55:29.959" v="2950" actId="26606"/>
          <ac:spMkLst>
            <pc:docMk/>
            <pc:sldMk cId="1429607919" sldId="275"/>
            <ac:spMk id="3" creationId="{264BBF00-D610-4D88-10B4-9F8AEE2B5921}"/>
          </ac:spMkLst>
        </pc:spChg>
        <pc:graphicFrameChg chg="add mod modGraphic">
          <ac:chgData name="Belanger, Michel" userId="9f46d9ab-1cf5-4fc6-8ef3-fcac8369d45b" providerId="ADAL" clId="{22CC25F5-1A08-4A57-ACE3-42D11CEBC825}" dt="2026-05-21T21:58:50.630" v="3057" actId="20577"/>
          <ac:graphicFrameMkLst>
            <pc:docMk/>
            <pc:sldMk cId="1429607919" sldId="275"/>
            <ac:graphicFrameMk id="5" creationId="{9B762EAC-E894-943E-4180-3A49C6D55944}"/>
          </ac:graphicFrameMkLst>
        </pc:graphicFrameChg>
      </pc:sldChg>
      <pc:sldChg chg="addSp delSp modSp new del mod ord setBg">
        <pc:chgData name="Belanger, Michel" userId="9f46d9ab-1cf5-4fc6-8ef3-fcac8369d45b" providerId="ADAL" clId="{22CC25F5-1A08-4A57-ACE3-42D11CEBC825}" dt="2026-05-21T21:12:02.827" v="2641" actId="2696"/>
        <pc:sldMkLst>
          <pc:docMk/>
          <pc:sldMk cId="2183085976" sldId="275"/>
        </pc:sldMkLst>
        <pc:spChg chg="mod">
          <ac:chgData name="Belanger, Michel" userId="9f46d9ab-1cf5-4fc6-8ef3-fcac8369d45b" providerId="ADAL" clId="{22CC25F5-1A08-4A57-ACE3-42D11CEBC825}" dt="2026-05-21T16:56:06.277" v="2425" actId="20577"/>
          <ac:spMkLst>
            <pc:docMk/>
            <pc:sldMk cId="2183085976" sldId="275"/>
            <ac:spMk id="2" creationId="{A96598D2-32B0-1B34-CEFF-613A2B32165C}"/>
          </ac:spMkLst>
        </pc:spChg>
        <pc:spChg chg="del">
          <ac:chgData name="Belanger, Michel" userId="9f46d9ab-1cf5-4fc6-8ef3-fcac8369d45b" providerId="ADAL" clId="{22CC25F5-1A08-4A57-ACE3-42D11CEBC825}" dt="2026-05-21T16:19:58.323" v="1929" actId="478"/>
          <ac:spMkLst>
            <pc:docMk/>
            <pc:sldMk cId="2183085976" sldId="275"/>
            <ac:spMk id="3" creationId="{B46F8853-D677-91F0-B242-FE3A4544B8DC}"/>
          </ac:spMkLst>
        </pc:spChg>
        <pc:spChg chg="add del mod">
          <ac:chgData name="Belanger, Michel" userId="9f46d9ab-1cf5-4fc6-8ef3-fcac8369d45b" providerId="ADAL" clId="{22CC25F5-1A08-4A57-ACE3-42D11CEBC825}" dt="2026-05-21T16:45:57.534" v="2085" actId="478"/>
          <ac:spMkLst>
            <pc:docMk/>
            <pc:sldMk cId="2183085976" sldId="275"/>
            <ac:spMk id="12" creationId="{EB0FDE05-8184-0FAF-62CE-23C1C3629426}"/>
          </ac:spMkLst>
        </pc:spChg>
        <pc:spChg chg="add mod">
          <ac:chgData name="Belanger, Michel" userId="9f46d9ab-1cf5-4fc6-8ef3-fcac8369d45b" providerId="ADAL" clId="{22CC25F5-1A08-4A57-ACE3-42D11CEBC825}" dt="2026-05-21T21:11:54.493" v="2640" actId="113"/>
          <ac:spMkLst>
            <pc:docMk/>
            <pc:sldMk cId="2183085976" sldId="275"/>
            <ac:spMk id="16" creationId="{6648F36E-704C-07F3-537F-CEA72A7284F3}"/>
          </ac:spMkLst>
        </pc:spChg>
        <pc:spChg chg="add mod">
          <ac:chgData name="Belanger, Michel" userId="9f46d9ab-1cf5-4fc6-8ef3-fcac8369d45b" providerId="ADAL" clId="{22CC25F5-1A08-4A57-ACE3-42D11CEBC825}" dt="2026-05-21T17:02:15.707" v="2524"/>
          <ac:spMkLst>
            <pc:docMk/>
            <pc:sldMk cId="2183085976" sldId="275"/>
            <ac:spMk id="17" creationId="{D0A5A57C-D4B8-5BEB-5EDC-FFC7AEBC4F0D}"/>
          </ac:spMkLst>
        </pc:spChg>
        <pc:spChg chg="add mod">
          <ac:chgData name="Belanger, Michel" userId="9f46d9ab-1cf5-4fc6-8ef3-fcac8369d45b" providerId="ADAL" clId="{22CC25F5-1A08-4A57-ACE3-42D11CEBC825}" dt="2026-05-21T17:02:34.158" v="2525"/>
          <ac:spMkLst>
            <pc:docMk/>
            <pc:sldMk cId="2183085976" sldId="275"/>
            <ac:spMk id="18" creationId="{4E7635F3-1F8D-F705-C423-66281C6774FD}"/>
          </ac:spMkLst>
        </pc:spChg>
        <pc:spChg chg="add">
          <ac:chgData name="Belanger, Michel" userId="9f46d9ab-1cf5-4fc6-8ef3-fcac8369d45b" providerId="ADAL" clId="{22CC25F5-1A08-4A57-ACE3-42D11CEBC825}" dt="2026-05-21T16:51:00.172" v="2224" actId="26606"/>
          <ac:spMkLst>
            <pc:docMk/>
            <pc:sldMk cId="2183085976" sldId="275"/>
            <ac:spMk id="21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21T16:51:00.172" v="2224" actId="26606"/>
          <ac:spMkLst>
            <pc:docMk/>
            <pc:sldMk cId="2183085976" sldId="275"/>
            <ac:spMk id="27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21T16:51:00.172" v="2224" actId="26606"/>
          <ac:grpSpMkLst>
            <pc:docMk/>
            <pc:sldMk cId="2183085976" sldId="275"/>
            <ac:grpSpMk id="23" creationId="{B14B560F-9DD7-4302-A60B-EBD3EF59B073}"/>
          </ac:grpSpMkLst>
        </pc:grpChg>
        <pc:graphicFrameChg chg="add del mod modGraphic">
          <ac:chgData name="Belanger, Michel" userId="9f46d9ab-1cf5-4fc6-8ef3-fcac8369d45b" providerId="ADAL" clId="{22CC25F5-1A08-4A57-ACE3-42D11CEBC825}" dt="2026-05-21T16:46:18.887" v="2089" actId="478"/>
          <ac:graphicFrameMkLst>
            <pc:docMk/>
            <pc:sldMk cId="2183085976" sldId="275"/>
            <ac:graphicFrameMk id="4" creationId="{DC88B7AC-6BE8-959D-A214-11B90F63A7C6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20:58.240" v="1940" actId="478"/>
          <ac:graphicFrameMkLst>
            <pc:docMk/>
            <pc:sldMk cId="2183085976" sldId="275"/>
            <ac:graphicFrameMk id="5" creationId="{0AFA384C-F02B-178C-D59E-D98FFC6DC215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20:57.092" v="1939" actId="478"/>
          <ac:graphicFrameMkLst>
            <pc:docMk/>
            <pc:sldMk cId="2183085976" sldId="275"/>
            <ac:graphicFrameMk id="6" creationId="{9FF6AC70-2841-4AAD-6D93-17699D693BC7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20:55.202" v="1938" actId="478"/>
          <ac:graphicFrameMkLst>
            <pc:docMk/>
            <pc:sldMk cId="2183085976" sldId="275"/>
            <ac:graphicFrameMk id="7" creationId="{C4AB0A3E-C77C-6B26-577B-C0F2905416F3}"/>
          </ac:graphicFrameMkLst>
        </pc:graphicFrameChg>
        <pc:graphicFrameChg chg="add del mod modGraphic">
          <ac:chgData name="Belanger, Michel" userId="9f46d9ab-1cf5-4fc6-8ef3-fcac8369d45b" providerId="ADAL" clId="{22CC25F5-1A08-4A57-ACE3-42D11CEBC825}" dt="2026-05-21T16:46:25.547" v="2090" actId="478"/>
          <ac:graphicFrameMkLst>
            <pc:docMk/>
            <pc:sldMk cId="2183085976" sldId="275"/>
            <ac:graphicFrameMk id="8" creationId="{8DFF05EA-BF8F-1FC9-7E25-E1311F116AE0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46:05.363" v="2087" actId="478"/>
          <ac:graphicFrameMkLst>
            <pc:docMk/>
            <pc:sldMk cId="2183085976" sldId="275"/>
            <ac:graphicFrameMk id="9" creationId="{FDB8BF1D-4CA8-428A-12AC-40C4DC2BBF3D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46:02.844" v="2086" actId="478"/>
          <ac:graphicFrameMkLst>
            <pc:docMk/>
            <pc:sldMk cId="2183085976" sldId="275"/>
            <ac:graphicFrameMk id="10" creationId="{F811006E-DE33-A330-F14F-6DBC9EEC9A13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46:13.578" v="2088" actId="478"/>
          <ac:graphicFrameMkLst>
            <pc:docMk/>
            <pc:sldMk cId="2183085976" sldId="275"/>
            <ac:graphicFrameMk id="13" creationId="{B3F04E89-CD64-85A1-BFB2-FE595A055363}"/>
          </ac:graphicFrameMkLst>
        </pc:graphicFrameChg>
        <pc:graphicFrameChg chg="add del mod">
          <ac:chgData name="Belanger, Michel" userId="9f46d9ab-1cf5-4fc6-8ef3-fcac8369d45b" providerId="ADAL" clId="{22CC25F5-1A08-4A57-ACE3-42D11CEBC825}" dt="2026-05-21T16:46:32.072" v="2092" actId="478"/>
          <ac:graphicFrameMkLst>
            <pc:docMk/>
            <pc:sldMk cId="2183085976" sldId="275"/>
            <ac:graphicFrameMk id="14" creationId="{5C480C1A-A2F5-CEAF-F9EB-2DF096A5DEBE}"/>
          </ac:graphicFrameMkLst>
        </pc:graphicFrameChg>
      </pc:sldChg>
      <pc:sldChg chg="addSp delSp modSp add del mod setBg delDesignElem">
        <pc:chgData name="Belanger, Michel" userId="9f46d9ab-1cf5-4fc6-8ef3-fcac8369d45b" providerId="ADAL" clId="{22CC25F5-1A08-4A57-ACE3-42D11CEBC825}" dt="2026-05-21T15:46:58.234" v="1431" actId="47"/>
        <pc:sldMkLst>
          <pc:docMk/>
          <pc:sldMk cId="2723083184" sldId="275"/>
        </pc:sldMkLst>
        <pc:spChg chg="mod">
          <ac:chgData name="Belanger, Michel" userId="9f46d9ab-1cf5-4fc6-8ef3-fcac8369d45b" providerId="ADAL" clId="{22CC25F5-1A08-4A57-ACE3-42D11CEBC825}" dt="2026-05-21T15:44:46.098" v="1406"/>
          <ac:spMkLst>
            <pc:docMk/>
            <pc:sldMk cId="2723083184" sldId="275"/>
            <ac:spMk id="2" creationId="{F2220F72-FD2D-8408-9831-961C113CF857}"/>
          </ac:spMkLst>
        </pc:spChg>
        <pc:spChg chg="mod">
          <ac:chgData name="Belanger, Michel" userId="9f46d9ab-1cf5-4fc6-8ef3-fcac8369d45b" providerId="ADAL" clId="{22CC25F5-1A08-4A57-ACE3-42D11CEBC825}" dt="2026-05-21T15:46:38.987" v="1423"/>
          <ac:spMkLst>
            <pc:docMk/>
            <pc:sldMk cId="2723083184" sldId="275"/>
            <ac:spMk id="3" creationId="{1C83C7BE-8ED6-646F-7808-202D876C7878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4" creationId="{4A7B5500-801F-72D8-7C7F-3FA271F41B99}"/>
          </ac:spMkLst>
        </pc:spChg>
        <pc:spChg chg="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6" creationId="{B021F63A-352F-0A14-2956-06FC06385A2E}"/>
          </ac:spMkLst>
        </pc:spChg>
        <pc:spChg chg="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7" creationId="{A70D50C6-8A5D-B0A2-0270-10F77A569DAF}"/>
          </ac:spMkLst>
        </pc:spChg>
        <pc:spChg chg="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8" creationId="{06F600FE-DC7A-B86C-DB54-9299C1E2C60D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9" creationId="{35BB7696-898C-6790-724F-4B58C673ACC7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10" creationId="{3F4D4D1A-582D-D8C1-C58D-BC9B0FC46FE8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12" creationId="{39A61839-5F35-46EF-116B-EC2015FA21F0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13" creationId="{2D52EE29-0324-6760-70DF-92E6967A2D85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14" creationId="{1510D1BF-82E2-DE5D-9D40-96736652E862}"/>
          </ac:spMkLst>
        </pc:spChg>
        <pc:spChg chg="add mod">
          <ac:chgData name="Belanger, Michel" userId="9f46d9ab-1cf5-4fc6-8ef3-fcac8369d45b" providerId="ADAL" clId="{22CC25F5-1A08-4A57-ACE3-42D11CEBC825}" dt="2026-05-21T15:45:16.284" v="1409"/>
          <ac:spMkLst>
            <pc:docMk/>
            <pc:sldMk cId="2723083184" sldId="275"/>
            <ac:spMk id="15" creationId="{3C98AEE5-C886-6E88-489A-ECAA8AD23043}"/>
          </ac:spMkLst>
        </pc:spChg>
        <pc:spChg chg="add mod">
          <ac:chgData name="Belanger, Michel" userId="9f46d9ab-1cf5-4fc6-8ef3-fcac8369d45b" providerId="ADAL" clId="{22CC25F5-1A08-4A57-ACE3-42D11CEBC825}" dt="2026-05-21T15:46:39.616" v="1425" actId="1076"/>
          <ac:spMkLst>
            <pc:docMk/>
            <pc:sldMk cId="2723083184" sldId="275"/>
            <ac:spMk id="16" creationId="{2177EC46-490E-691A-6856-9FFC5F27D2B9}"/>
          </ac:spMkLst>
        </pc:spChg>
        <pc:spChg chg="add mod">
          <ac:chgData name="Belanger, Michel" userId="9f46d9ab-1cf5-4fc6-8ef3-fcac8369d45b" providerId="ADAL" clId="{22CC25F5-1A08-4A57-ACE3-42D11CEBC825}" dt="2026-05-21T15:46:35.791" v="1419" actId="1076"/>
          <ac:spMkLst>
            <pc:docMk/>
            <pc:sldMk cId="2723083184" sldId="275"/>
            <ac:spMk id="17" creationId="{53751F8F-8496-E301-B04D-D094FDDD21B7}"/>
          </ac:spMkLst>
        </pc:spChg>
        <pc:spChg chg="add mod">
          <ac:chgData name="Belanger, Michel" userId="9f46d9ab-1cf5-4fc6-8ef3-fcac8369d45b" providerId="ADAL" clId="{22CC25F5-1A08-4A57-ACE3-42D11CEBC825}" dt="2026-05-21T15:46:37.749" v="1420" actId="1076"/>
          <ac:spMkLst>
            <pc:docMk/>
            <pc:sldMk cId="2723083184" sldId="275"/>
            <ac:spMk id="18" creationId="{0344CED9-1401-183E-E6D2-8D92612877ED}"/>
          </ac:spMkLst>
        </pc:spChg>
        <pc:spChg chg="add mod">
          <ac:chgData name="Belanger, Michel" userId="9f46d9ab-1cf5-4fc6-8ef3-fcac8369d45b" providerId="ADAL" clId="{22CC25F5-1A08-4A57-ACE3-42D11CEBC825}" dt="2026-05-21T15:46:38.243" v="1421" actId="1076"/>
          <ac:spMkLst>
            <pc:docMk/>
            <pc:sldMk cId="2723083184" sldId="275"/>
            <ac:spMk id="19" creationId="{FFA3039A-643E-42BA-F3FF-004AF1725F49}"/>
          </ac:spMkLst>
        </pc:spChg>
        <pc:spChg chg="del">
          <ac:chgData name="Belanger, Michel" userId="9f46d9ab-1cf5-4fc6-8ef3-fcac8369d45b" providerId="ADAL" clId="{22CC25F5-1A08-4A57-ACE3-42D11CEBC825}" dt="2026-05-21T15:44:36.012" v="1405"/>
          <ac:spMkLst>
            <pc:docMk/>
            <pc:sldMk cId="2723083184" sldId="275"/>
            <ac:spMk id="21" creationId="{992A891B-E94F-B21F-DFA4-19D1F4639109}"/>
          </ac:spMkLst>
        </pc:spChg>
        <pc:spChg chg="del">
          <ac:chgData name="Belanger, Michel" userId="9f46d9ab-1cf5-4fc6-8ef3-fcac8369d45b" providerId="ADAL" clId="{22CC25F5-1A08-4A57-ACE3-42D11CEBC825}" dt="2026-05-21T15:44:36.012" v="1405"/>
          <ac:spMkLst>
            <pc:docMk/>
            <pc:sldMk cId="2723083184" sldId="275"/>
            <ac:spMk id="28" creationId="{6DD2984F-26CB-390E-F957-C7F2EDE36EE9}"/>
          </ac:spMkLst>
        </pc:spChg>
        <pc:spChg chg="add mod">
          <ac:chgData name="Belanger, Michel" userId="9f46d9ab-1cf5-4fc6-8ef3-fcac8369d45b" providerId="ADAL" clId="{22CC25F5-1A08-4A57-ACE3-42D11CEBC825}" dt="2026-05-21T15:46:38.649" v="1422" actId="1076"/>
          <ac:spMkLst>
            <pc:docMk/>
            <pc:sldMk cId="2723083184" sldId="275"/>
            <ac:spMk id="33" creationId="{2E028D55-CEA5-8913-DB49-2C8F3D012366}"/>
          </ac:spMkLst>
        </pc:spChg>
        <pc:grpChg chg="del">
          <ac:chgData name="Belanger, Michel" userId="9f46d9ab-1cf5-4fc6-8ef3-fcac8369d45b" providerId="ADAL" clId="{22CC25F5-1A08-4A57-ACE3-42D11CEBC825}" dt="2026-05-21T15:44:36.012" v="1405"/>
          <ac:grpSpMkLst>
            <pc:docMk/>
            <pc:sldMk cId="2723083184" sldId="275"/>
            <ac:grpSpMk id="23" creationId="{390CC15C-4AF2-DEE9-EF90-AC0135D6A8C3}"/>
          </ac:grpSpMkLst>
        </pc:grpChg>
        <pc:cxnChg chg="del">
          <ac:chgData name="Belanger, Michel" userId="9f46d9ab-1cf5-4fc6-8ef3-fcac8369d45b" providerId="ADAL" clId="{22CC25F5-1A08-4A57-ACE3-42D11CEBC825}" dt="2026-05-21T15:44:36.012" v="1405"/>
          <ac:cxnSpMkLst>
            <pc:docMk/>
            <pc:sldMk cId="2723083184" sldId="275"/>
            <ac:cxnSpMk id="30" creationId="{7745007A-A7F0-6848-A0CC-943512A87D3D}"/>
          </ac:cxnSpMkLst>
        </pc:cxnChg>
      </pc:sldChg>
      <pc:sldChg chg="addSp delSp modSp add mod setBg addAnim delDesignElem">
        <pc:chgData name="Belanger, Michel" userId="9f46d9ab-1cf5-4fc6-8ef3-fcac8369d45b" providerId="ADAL" clId="{22CC25F5-1A08-4A57-ACE3-42D11CEBC825}" dt="2026-05-21T22:02:07.378" v="3195" actId="5793"/>
        <pc:sldMkLst>
          <pc:docMk/>
          <pc:sldMk cId="2005859357" sldId="276"/>
        </pc:sldMkLst>
        <pc:spChg chg="mod">
          <ac:chgData name="Belanger, Michel" userId="9f46d9ab-1cf5-4fc6-8ef3-fcac8369d45b" providerId="ADAL" clId="{22CC25F5-1A08-4A57-ACE3-42D11CEBC825}" dt="2026-05-21T22:01:50.969" v="3185" actId="207"/>
          <ac:spMkLst>
            <pc:docMk/>
            <pc:sldMk cId="2005859357" sldId="276"/>
            <ac:spMk id="2" creationId="{79ADF38C-A3B1-A7EC-99BA-2A30D9B75C15}"/>
          </ac:spMkLst>
        </pc:spChg>
        <pc:spChg chg="mod">
          <ac:chgData name="Belanger, Michel" userId="9f46d9ab-1cf5-4fc6-8ef3-fcac8369d45b" providerId="ADAL" clId="{22CC25F5-1A08-4A57-ACE3-42D11CEBC825}" dt="2026-05-21T22:02:07.378" v="3195" actId="5793"/>
          <ac:spMkLst>
            <pc:docMk/>
            <pc:sldMk cId="2005859357" sldId="276"/>
            <ac:spMk id="3" creationId="{F3C80282-9CF8-9D8E-C490-687204EF44C0}"/>
          </ac:spMkLst>
        </pc:spChg>
        <pc:spChg chg="add">
          <ac:chgData name="Belanger, Michel" userId="9f46d9ab-1cf5-4fc6-8ef3-fcac8369d45b" providerId="ADAL" clId="{22CC25F5-1A08-4A57-ACE3-42D11CEBC825}" dt="2026-05-21T22:01:42.580" v="3183" actId="26606"/>
          <ac:spMkLst>
            <pc:docMk/>
            <pc:sldMk cId="2005859357" sldId="276"/>
            <ac:spMk id="5" creationId="{B6CDA21F-E7AF-4C75-8395-33F58D5B0E45}"/>
          </ac:spMkLst>
        </pc:spChg>
        <pc:spChg chg="add">
          <ac:chgData name="Belanger, Michel" userId="9f46d9ab-1cf5-4fc6-8ef3-fcac8369d45b" providerId="ADAL" clId="{22CC25F5-1A08-4A57-ACE3-42D11CEBC825}" dt="2026-05-21T22:01:42.580" v="3183" actId="26606"/>
          <ac:spMkLst>
            <pc:docMk/>
            <pc:sldMk cId="2005859357" sldId="276"/>
            <ac:spMk id="7" creationId="{D5B0017B-2ECA-49AF-B397-DC140825DF8D}"/>
          </ac:spMkLst>
        </pc:spChg>
        <pc:spChg chg="del">
          <ac:chgData name="Belanger, Michel" userId="9f46d9ab-1cf5-4fc6-8ef3-fcac8369d45b" providerId="ADAL" clId="{22CC25F5-1A08-4A57-ACE3-42D11CEBC825}" dt="2026-05-21T22:00:22.759" v="3067"/>
          <ac:spMkLst>
            <pc:docMk/>
            <pc:sldMk cId="2005859357" sldId="276"/>
            <ac:spMk id="8" creationId="{9ABBA6F4-3CE2-A6F2-B3B8-746F185ADD75}"/>
          </ac:spMkLst>
        </pc:spChg>
        <pc:spChg chg="del">
          <ac:chgData name="Belanger, Michel" userId="9f46d9ab-1cf5-4fc6-8ef3-fcac8369d45b" providerId="ADAL" clId="{22CC25F5-1A08-4A57-ACE3-42D11CEBC825}" dt="2026-05-21T22:00:22.759" v="3067"/>
          <ac:spMkLst>
            <pc:docMk/>
            <pc:sldMk cId="2005859357" sldId="276"/>
            <ac:spMk id="15" creationId="{DE2BF6EB-0C93-57E6-B1AA-9544D3FF6F32}"/>
          </ac:spMkLst>
        </pc:spChg>
        <pc:grpChg chg="add">
          <ac:chgData name="Belanger, Michel" userId="9f46d9ab-1cf5-4fc6-8ef3-fcac8369d45b" providerId="ADAL" clId="{22CC25F5-1A08-4A57-ACE3-42D11CEBC825}" dt="2026-05-21T22:01:42.580" v="3183" actId="26606"/>
          <ac:grpSpMkLst>
            <pc:docMk/>
            <pc:sldMk cId="2005859357" sldId="276"/>
            <ac:grpSpMk id="6" creationId="{AE1C45F0-260A-458C-96ED-C1F6D2151219}"/>
          </ac:grpSpMkLst>
        </pc:grpChg>
        <pc:grpChg chg="del">
          <ac:chgData name="Belanger, Michel" userId="9f46d9ab-1cf5-4fc6-8ef3-fcac8369d45b" providerId="ADAL" clId="{22CC25F5-1A08-4A57-ACE3-42D11CEBC825}" dt="2026-05-21T22:00:22.759" v="3067"/>
          <ac:grpSpMkLst>
            <pc:docMk/>
            <pc:sldMk cId="2005859357" sldId="276"/>
            <ac:grpSpMk id="10" creationId="{89DE4267-A8AE-862F-868A-852038066959}"/>
          </ac:grpSpMkLst>
        </pc:grpChg>
        <pc:cxnChg chg="add">
          <ac:chgData name="Belanger, Michel" userId="9f46d9ab-1cf5-4fc6-8ef3-fcac8369d45b" providerId="ADAL" clId="{22CC25F5-1A08-4A57-ACE3-42D11CEBC825}" dt="2026-05-21T22:01:42.580" v="3183" actId="26606"/>
          <ac:cxnSpMkLst>
            <pc:docMk/>
            <pc:sldMk cId="2005859357" sldId="276"/>
            <ac:cxnSpMk id="9" creationId="{6CF1BAF6-AD41-4082-B212-8A1F9A2E8779}"/>
          </ac:cxnSpMkLst>
        </pc:cxnChg>
        <pc:cxnChg chg="del">
          <ac:chgData name="Belanger, Michel" userId="9f46d9ab-1cf5-4fc6-8ef3-fcac8369d45b" providerId="ADAL" clId="{22CC25F5-1A08-4A57-ACE3-42D11CEBC825}" dt="2026-05-21T22:00:22.759" v="3067"/>
          <ac:cxnSpMkLst>
            <pc:docMk/>
            <pc:sldMk cId="2005859357" sldId="276"/>
            <ac:cxnSpMk id="17" creationId="{2E8FE0AA-0729-5691-04E9-1986A1428613}"/>
          </ac:cxnSpMkLst>
        </pc:cxn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8A9DA8-2436-4DCA-AA52-ED37693C5EC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C34B29F-95EA-477A-920C-925A98CCB293}">
      <dgm:prSet/>
      <dgm:spPr/>
      <dgm:t>
        <a:bodyPr/>
        <a:lstStyle/>
        <a:p>
          <a:r>
            <a:rPr lang="fr-CA" b="1"/>
            <a:t>Apprendre</a:t>
          </a:r>
          <a:r>
            <a:rPr lang="fr-CA"/>
            <a:t> : comprendre les signaux</a:t>
          </a:r>
          <a:endParaRPr lang="en-US"/>
        </a:p>
      </dgm:t>
    </dgm:pt>
    <dgm:pt modelId="{CC9BD932-EE7F-4CCD-84D3-D2F9DEB96286}" type="parTrans" cxnId="{71E4E26B-4D32-42BA-96E4-1E66351A29A0}">
      <dgm:prSet/>
      <dgm:spPr/>
      <dgm:t>
        <a:bodyPr/>
        <a:lstStyle/>
        <a:p>
          <a:endParaRPr lang="en-US"/>
        </a:p>
      </dgm:t>
    </dgm:pt>
    <dgm:pt modelId="{11E0FEC0-16A9-4A5F-B3FE-99F45F7FE2E1}" type="sibTrans" cxnId="{71E4E26B-4D32-42BA-96E4-1E66351A29A0}">
      <dgm:prSet/>
      <dgm:spPr/>
      <dgm:t>
        <a:bodyPr/>
        <a:lstStyle/>
        <a:p>
          <a:endParaRPr lang="en-US"/>
        </a:p>
      </dgm:t>
    </dgm:pt>
    <dgm:pt modelId="{4BB130B3-701C-4945-9E58-7797FB4007F5}">
      <dgm:prSet/>
      <dgm:spPr/>
      <dgm:t>
        <a:bodyPr/>
        <a:lstStyle/>
        <a:p>
          <a:r>
            <a:rPr lang="fr-CA" b="1" dirty="0"/>
            <a:t>Décider</a:t>
          </a:r>
          <a:r>
            <a:rPr lang="fr-CA" dirty="0"/>
            <a:t> : choisir l’intention (initiative)</a:t>
          </a:r>
          <a:endParaRPr lang="en-US" dirty="0"/>
        </a:p>
      </dgm:t>
    </dgm:pt>
    <dgm:pt modelId="{FC25274E-0241-4EED-AE76-CEEEA6E083E0}" type="parTrans" cxnId="{9713125A-1828-4CA5-AD76-7A6DFE1F3B1E}">
      <dgm:prSet/>
      <dgm:spPr/>
      <dgm:t>
        <a:bodyPr/>
        <a:lstStyle/>
        <a:p>
          <a:endParaRPr lang="en-US"/>
        </a:p>
      </dgm:t>
    </dgm:pt>
    <dgm:pt modelId="{5DB59E53-1E4C-4409-8C8F-114D6197918E}" type="sibTrans" cxnId="{9713125A-1828-4CA5-AD76-7A6DFE1F3B1E}">
      <dgm:prSet/>
      <dgm:spPr/>
      <dgm:t>
        <a:bodyPr/>
        <a:lstStyle/>
        <a:p>
          <a:endParaRPr lang="en-US"/>
        </a:p>
      </dgm:t>
    </dgm:pt>
    <dgm:pt modelId="{AC7CB978-3FE7-48F4-95E2-9B07A949F57D}">
      <dgm:prSet/>
      <dgm:spPr/>
      <dgm:t>
        <a:bodyPr/>
        <a:lstStyle/>
        <a:p>
          <a:r>
            <a:rPr lang="fr-CA" b="1"/>
            <a:t>Concevoir</a:t>
          </a:r>
          <a:r>
            <a:rPr lang="fr-CA"/>
            <a:t> : créer la solution</a:t>
          </a:r>
          <a:endParaRPr lang="en-US"/>
        </a:p>
      </dgm:t>
    </dgm:pt>
    <dgm:pt modelId="{17FFAE59-E9C3-42F2-9BD0-8A6A0F4D6308}" type="parTrans" cxnId="{FCD3C9FD-FF36-429F-AACD-A69468CA2B45}">
      <dgm:prSet/>
      <dgm:spPr/>
      <dgm:t>
        <a:bodyPr/>
        <a:lstStyle/>
        <a:p>
          <a:endParaRPr lang="en-US"/>
        </a:p>
      </dgm:t>
    </dgm:pt>
    <dgm:pt modelId="{0389CD16-24D6-4695-A475-481C4F0DE7FB}" type="sibTrans" cxnId="{FCD3C9FD-FF36-429F-AACD-A69468CA2B45}">
      <dgm:prSet/>
      <dgm:spPr/>
      <dgm:t>
        <a:bodyPr/>
        <a:lstStyle/>
        <a:p>
          <a:endParaRPr lang="en-US"/>
        </a:p>
      </dgm:t>
    </dgm:pt>
    <dgm:pt modelId="{8E65FD4A-0BB9-41FE-B5AA-DFF8D8205CBD}">
      <dgm:prSet/>
      <dgm:spPr/>
      <dgm:t>
        <a:bodyPr/>
        <a:lstStyle/>
        <a:p>
          <a:r>
            <a:rPr lang="fr-CA" b="1" dirty="0"/>
            <a:t>Spécifier</a:t>
          </a:r>
          <a:r>
            <a:rPr lang="fr-CA" dirty="0"/>
            <a:t> : formaliser (produit/fonctionnalités)</a:t>
          </a:r>
          <a:endParaRPr lang="en-US" dirty="0"/>
        </a:p>
      </dgm:t>
    </dgm:pt>
    <dgm:pt modelId="{9E1EFB64-C05C-4EF9-BA10-FC1B1CAFBBD9}" type="parTrans" cxnId="{B2719229-0B4B-405D-9C71-08B68AA603C7}">
      <dgm:prSet/>
      <dgm:spPr/>
      <dgm:t>
        <a:bodyPr/>
        <a:lstStyle/>
        <a:p>
          <a:endParaRPr lang="en-US"/>
        </a:p>
      </dgm:t>
    </dgm:pt>
    <dgm:pt modelId="{D9ED249A-698E-4602-8AB2-11D7734801F5}" type="sibTrans" cxnId="{B2719229-0B4B-405D-9C71-08B68AA603C7}">
      <dgm:prSet/>
      <dgm:spPr/>
      <dgm:t>
        <a:bodyPr/>
        <a:lstStyle/>
        <a:p>
          <a:endParaRPr lang="en-US"/>
        </a:p>
      </dgm:t>
    </dgm:pt>
    <dgm:pt modelId="{F5CD10DF-56C3-4F6C-A2D7-3FB0ED87A838}">
      <dgm:prSet/>
      <dgm:spPr/>
      <dgm:t>
        <a:bodyPr/>
        <a:lstStyle/>
        <a:p>
          <a:r>
            <a:rPr lang="fr-CA" b="1"/>
            <a:t>Valider</a:t>
          </a:r>
          <a:r>
            <a:rPr lang="fr-CA"/>
            <a:t> : la justesse du souhait (acceptation)</a:t>
          </a:r>
          <a:endParaRPr lang="en-US"/>
        </a:p>
      </dgm:t>
    </dgm:pt>
    <dgm:pt modelId="{77B64E78-B344-49D3-BC2F-C845B36FD6AF}" type="parTrans" cxnId="{674F16C2-9C27-404F-9782-A0E45C9B6240}">
      <dgm:prSet/>
      <dgm:spPr/>
      <dgm:t>
        <a:bodyPr/>
        <a:lstStyle/>
        <a:p>
          <a:endParaRPr lang="en-US"/>
        </a:p>
      </dgm:t>
    </dgm:pt>
    <dgm:pt modelId="{58A9EA38-2088-40A5-983A-360D9ACB9316}" type="sibTrans" cxnId="{674F16C2-9C27-404F-9782-A0E45C9B6240}">
      <dgm:prSet/>
      <dgm:spPr/>
      <dgm:t>
        <a:bodyPr/>
        <a:lstStyle/>
        <a:p>
          <a:endParaRPr lang="en-US"/>
        </a:p>
      </dgm:t>
    </dgm:pt>
    <dgm:pt modelId="{C96771BA-B22C-4370-AE4B-6C1C01526FDF}">
      <dgm:prSet/>
      <dgm:spPr/>
      <dgm:t>
        <a:bodyPr/>
        <a:lstStyle/>
        <a:p>
          <a:r>
            <a:rPr lang="fr-CA" b="1" dirty="0"/>
            <a:t>Prioriser</a:t>
          </a:r>
          <a:r>
            <a:rPr lang="fr-CA" dirty="0"/>
            <a:t> : choisir quoi/quand livrer (</a:t>
          </a:r>
          <a:r>
            <a:rPr lang="fr-CA" dirty="0" err="1"/>
            <a:t>epic</a:t>
          </a:r>
          <a:r>
            <a:rPr lang="fr-CA" dirty="0"/>
            <a:t>)</a:t>
          </a:r>
          <a:endParaRPr lang="en-US" dirty="0"/>
        </a:p>
      </dgm:t>
    </dgm:pt>
    <dgm:pt modelId="{DF80C7D5-DB86-4E14-B93A-91ADE70F02B9}" type="parTrans" cxnId="{3E8BD095-07E1-4589-8739-9AE7BC89FD43}">
      <dgm:prSet/>
      <dgm:spPr/>
      <dgm:t>
        <a:bodyPr/>
        <a:lstStyle/>
        <a:p>
          <a:endParaRPr lang="en-US"/>
        </a:p>
      </dgm:t>
    </dgm:pt>
    <dgm:pt modelId="{0AB0042E-3C89-4DC2-9702-E67120AC0366}" type="sibTrans" cxnId="{3E8BD095-07E1-4589-8739-9AE7BC89FD43}">
      <dgm:prSet/>
      <dgm:spPr/>
      <dgm:t>
        <a:bodyPr/>
        <a:lstStyle/>
        <a:p>
          <a:endParaRPr lang="en-US"/>
        </a:p>
      </dgm:t>
    </dgm:pt>
    <dgm:pt modelId="{DB29512D-AD7D-4732-9826-0450D51643F6}" type="pres">
      <dgm:prSet presAssocID="{548A9DA8-2436-4DCA-AA52-ED37693C5ECD}" presName="Name0" presStyleCnt="0">
        <dgm:presLayoutVars>
          <dgm:dir/>
          <dgm:resizeHandles val="exact"/>
        </dgm:presLayoutVars>
      </dgm:prSet>
      <dgm:spPr/>
    </dgm:pt>
    <dgm:pt modelId="{0704FC58-722D-4FED-B3B4-31AD1712564C}" type="pres">
      <dgm:prSet presAssocID="{7C34B29F-95EA-477A-920C-925A98CCB293}" presName="node" presStyleLbl="node1" presStyleIdx="0" presStyleCnt="6">
        <dgm:presLayoutVars>
          <dgm:bulletEnabled val="1"/>
        </dgm:presLayoutVars>
      </dgm:prSet>
      <dgm:spPr/>
    </dgm:pt>
    <dgm:pt modelId="{F7BD86F3-6836-43C6-A299-19E15ED8FA27}" type="pres">
      <dgm:prSet presAssocID="{11E0FEC0-16A9-4A5F-B3FE-99F45F7FE2E1}" presName="sibTrans" presStyleLbl="sibTrans1D1" presStyleIdx="0" presStyleCnt="5"/>
      <dgm:spPr/>
    </dgm:pt>
    <dgm:pt modelId="{04684F18-BFA3-403D-B226-09DBA23E77B8}" type="pres">
      <dgm:prSet presAssocID="{11E0FEC0-16A9-4A5F-B3FE-99F45F7FE2E1}" presName="connectorText" presStyleLbl="sibTrans1D1" presStyleIdx="0" presStyleCnt="5"/>
      <dgm:spPr/>
    </dgm:pt>
    <dgm:pt modelId="{583116CF-3DBD-42C1-ACB2-F127DB37A4CB}" type="pres">
      <dgm:prSet presAssocID="{4BB130B3-701C-4945-9E58-7797FB4007F5}" presName="node" presStyleLbl="node1" presStyleIdx="1" presStyleCnt="6">
        <dgm:presLayoutVars>
          <dgm:bulletEnabled val="1"/>
        </dgm:presLayoutVars>
      </dgm:prSet>
      <dgm:spPr/>
    </dgm:pt>
    <dgm:pt modelId="{57F913B5-9F30-4D9B-98EC-237534FC3ED1}" type="pres">
      <dgm:prSet presAssocID="{5DB59E53-1E4C-4409-8C8F-114D6197918E}" presName="sibTrans" presStyleLbl="sibTrans1D1" presStyleIdx="1" presStyleCnt="5"/>
      <dgm:spPr/>
    </dgm:pt>
    <dgm:pt modelId="{51CFEF2A-8373-4D4B-9A23-5D5A925C82A4}" type="pres">
      <dgm:prSet presAssocID="{5DB59E53-1E4C-4409-8C8F-114D6197918E}" presName="connectorText" presStyleLbl="sibTrans1D1" presStyleIdx="1" presStyleCnt="5"/>
      <dgm:spPr/>
    </dgm:pt>
    <dgm:pt modelId="{2C683F67-D961-45B1-BBF0-B88C14541EC7}" type="pres">
      <dgm:prSet presAssocID="{AC7CB978-3FE7-48F4-95E2-9B07A949F57D}" presName="node" presStyleLbl="node1" presStyleIdx="2" presStyleCnt="6">
        <dgm:presLayoutVars>
          <dgm:bulletEnabled val="1"/>
        </dgm:presLayoutVars>
      </dgm:prSet>
      <dgm:spPr/>
    </dgm:pt>
    <dgm:pt modelId="{A8C7F1DD-4CC6-477D-A3A3-D60903238AFD}" type="pres">
      <dgm:prSet presAssocID="{0389CD16-24D6-4695-A475-481C4F0DE7FB}" presName="sibTrans" presStyleLbl="sibTrans1D1" presStyleIdx="2" presStyleCnt="5"/>
      <dgm:spPr/>
    </dgm:pt>
    <dgm:pt modelId="{E4FE9B77-449F-4EE6-B4EE-70314589CCD5}" type="pres">
      <dgm:prSet presAssocID="{0389CD16-24D6-4695-A475-481C4F0DE7FB}" presName="connectorText" presStyleLbl="sibTrans1D1" presStyleIdx="2" presStyleCnt="5"/>
      <dgm:spPr/>
    </dgm:pt>
    <dgm:pt modelId="{D9D282CE-A808-4903-81B8-216CA93FF7BA}" type="pres">
      <dgm:prSet presAssocID="{8E65FD4A-0BB9-41FE-B5AA-DFF8D8205CBD}" presName="node" presStyleLbl="node1" presStyleIdx="3" presStyleCnt="6">
        <dgm:presLayoutVars>
          <dgm:bulletEnabled val="1"/>
        </dgm:presLayoutVars>
      </dgm:prSet>
      <dgm:spPr/>
    </dgm:pt>
    <dgm:pt modelId="{54C37DBB-0507-4CBB-9F3C-8FF4DFDC80B7}" type="pres">
      <dgm:prSet presAssocID="{D9ED249A-698E-4602-8AB2-11D7734801F5}" presName="sibTrans" presStyleLbl="sibTrans1D1" presStyleIdx="3" presStyleCnt="5"/>
      <dgm:spPr/>
    </dgm:pt>
    <dgm:pt modelId="{258089A9-000C-4621-97F6-86EE293FF167}" type="pres">
      <dgm:prSet presAssocID="{D9ED249A-698E-4602-8AB2-11D7734801F5}" presName="connectorText" presStyleLbl="sibTrans1D1" presStyleIdx="3" presStyleCnt="5"/>
      <dgm:spPr/>
    </dgm:pt>
    <dgm:pt modelId="{3A82A297-502C-4A0F-8FE2-53C1AC0CD560}" type="pres">
      <dgm:prSet presAssocID="{F5CD10DF-56C3-4F6C-A2D7-3FB0ED87A838}" presName="node" presStyleLbl="node1" presStyleIdx="4" presStyleCnt="6">
        <dgm:presLayoutVars>
          <dgm:bulletEnabled val="1"/>
        </dgm:presLayoutVars>
      </dgm:prSet>
      <dgm:spPr/>
    </dgm:pt>
    <dgm:pt modelId="{7016475D-D50A-411D-8500-48CA3E8F889A}" type="pres">
      <dgm:prSet presAssocID="{58A9EA38-2088-40A5-983A-360D9ACB9316}" presName="sibTrans" presStyleLbl="sibTrans1D1" presStyleIdx="4" presStyleCnt="5"/>
      <dgm:spPr/>
    </dgm:pt>
    <dgm:pt modelId="{FCFEEF39-7675-4995-9279-823474ACED03}" type="pres">
      <dgm:prSet presAssocID="{58A9EA38-2088-40A5-983A-360D9ACB9316}" presName="connectorText" presStyleLbl="sibTrans1D1" presStyleIdx="4" presStyleCnt="5"/>
      <dgm:spPr/>
    </dgm:pt>
    <dgm:pt modelId="{79E42FEC-4B39-4480-9CF0-E76D960ED762}" type="pres">
      <dgm:prSet presAssocID="{C96771BA-B22C-4370-AE4B-6C1C01526FDF}" presName="node" presStyleLbl="node1" presStyleIdx="5" presStyleCnt="6">
        <dgm:presLayoutVars>
          <dgm:bulletEnabled val="1"/>
        </dgm:presLayoutVars>
      </dgm:prSet>
      <dgm:spPr/>
    </dgm:pt>
  </dgm:ptLst>
  <dgm:cxnLst>
    <dgm:cxn modelId="{3F90D90D-D516-4A45-B3B2-1DC1D3CEEC7E}" type="presOf" srcId="{5DB59E53-1E4C-4409-8C8F-114D6197918E}" destId="{51CFEF2A-8373-4D4B-9A23-5D5A925C82A4}" srcOrd="1" destOrd="0" presId="urn:microsoft.com/office/officeart/2016/7/layout/RepeatingBendingProcessNew"/>
    <dgm:cxn modelId="{546A0F21-E42C-4038-A003-52A273BDA51E}" type="presOf" srcId="{0389CD16-24D6-4695-A475-481C4F0DE7FB}" destId="{A8C7F1DD-4CC6-477D-A3A3-D60903238AFD}" srcOrd="0" destOrd="0" presId="urn:microsoft.com/office/officeart/2016/7/layout/RepeatingBendingProcessNew"/>
    <dgm:cxn modelId="{B2719229-0B4B-405D-9C71-08B68AA603C7}" srcId="{548A9DA8-2436-4DCA-AA52-ED37693C5ECD}" destId="{8E65FD4A-0BB9-41FE-B5AA-DFF8D8205CBD}" srcOrd="3" destOrd="0" parTransId="{9E1EFB64-C05C-4EF9-BA10-FC1B1CAFBBD9}" sibTransId="{D9ED249A-698E-4602-8AB2-11D7734801F5}"/>
    <dgm:cxn modelId="{AD3E9542-EAE4-4138-B75F-739CD96F4504}" type="presOf" srcId="{F5CD10DF-56C3-4F6C-A2D7-3FB0ED87A838}" destId="{3A82A297-502C-4A0F-8FE2-53C1AC0CD560}" srcOrd="0" destOrd="0" presId="urn:microsoft.com/office/officeart/2016/7/layout/RepeatingBendingProcessNew"/>
    <dgm:cxn modelId="{2E181265-CCB0-4029-B734-1988A6C12009}" type="presOf" srcId="{8E65FD4A-0BB9-41FE-B5AA-DFF8D8205CBD}" destId="{D9D282CE-A808-4903-81B8-216CA93FF7BA}" srcOrd="0" destOrd="0" presId="urn:microsoft.com/office/officeart/2016/7/layout/RepeatingBendingProcessNew"/>
    <dgm:cxn modelId="{8F3E926A-4FF5-40DC-9C3A-A1F2EE0E3018}" type="presOf" srcId="{58A9EA38-2088-40A5-983A-360D9ACB9316}" destId="{FCFEEF39-7675-4995-9279-823474ACED03}" srcOrd="1" destOrd="0" presId="urn:microsoft.com/office/officeart/2016/7/layout/RepeatingBendingProcessNew"/>
    <dgm:cxn modelId="{71E4E26B-4D32-42BA-96E4-1E66351A29A0}" srcId="{548A9DA8-2436-4DCA-AA52-ED37693C5ECD}" destId="{7C34B29F-95EA-477A-920C-925A98CCB293}" srcOrd="0" destOrd="0" parTransId="{CC9BD932-EE7F-4CCD-84D3-D2F9DEB96286}" sibTransId="{11E0FEC0-16A9-4A5F-B3FE-99F45F7FE2E1}"/>
    <dgm:cxn modelId="{7B855A72-9FF3-4C42-8F52-EDFACA4B3423}" type="presOf" srcId="{D9ED249A-698E-4602-8AB2-11D7734801F5}" destId="{54C37DBB-0507-4CBB-9F3C-8FF4DFDC80B7}" srcOrd="0" destOrd="0" presId="urn:microsoft.com/office/officeart/2016/7/layout/RepeatingBendingProcessNew"/>
    <dgm:cxn modelId="{4B246853-C5D1-4BE5-8939-31D423F7FE77}" type="presOf" srcId="{58A9EA38-2088-40A5-983A-360D9ACB9316}" destId="{7016475D-D50A-411D-8500-48CA3E8F889A}" srcOrd="0" destOrd="0" presId="urn:microsoft.com/office/officeart/2016/7/layout/RepeatingBendingProcessNew"/>
    <dgm:cxn modelId="{F773D458-8F94-4716-AAD6-31C3E3791FBC}" type="presOf" srcId="{D9ED249A-698E-4602-8AB2-11D7734801F5}" destId="{258089A9-000C-4621-97F6-86EE293FF167}" srcOrd="1" destOrd="0" presId="urn:microsoft.com/office/officeart/2016/7/layout/RepeatingBendingProcessNew"/>
    <dgm:cxn modelId="{58999279-BCAF-457F-BE3F-C0879A39A38D}" type="presOf" srcId="{AC7CB978-3FE7-48F4-95E2-9B07A949F57D}" destId="{2C683F67-D961-45B1-BBF0-B88C14541EC7}" srcOrd="0" destOrd="0" presId="urn:microsoft.com/office/officeart/2016/7/layout/RepeatingBendingProcessNew"/>
    <dgm:cxn modelId="{9713125A-1828-4CA5-AD76-7A6DFE1F3B1E}" srcId="{548A9DA8-2436-4DCA-AA52-ED37693C5ECD}" destId="{4BB130B3-701C-4945-9E58-7797FB4007F5}" srcOrd="1" destOrd="0" parTransId="{FC25274E-0241-4EED-AE76-CEEEA6E083E0}" sibTransId="{5DB59E53-1E4C-4409-8C8F-114D6197918E}"/>
    <dgm:cxn modelId="{603FFF84-94D1-4889-AC7F-AC29D59B83CA}" type="presOf" srcId="{11E0FEC0-16A9-4A5F-B3FE-99F45F7FE2E1}" destId="{F7BD86F3-6836-43C6-A299-19E15ED8FA27}" srcOrd="0" destOrd="0" presId="urn:microsoft.com/office/officeart/2016/7/layout/RepeatingBendingProcessNew"/>
    <dgm:cxn modelId="{3E8BD095-07E1-4589-8739-9AE7BC89FD43}" srcId="{548A9DA8-2436-4DCA-AA52-ED37693C5ECD}" destId="{C96771BA-B22C-4370-AE4B-6C1C01526FDF}" srcOrd="5" destOrd="0" parTransId="{DF80C7D5-DB86-4E14-B93A-91ADE70F02B9}" sibTransId="{0AB0042E-3C89-4DC2-9702-E67120AC0366}"/>
    <dgm:cxn modelId="{409DB39A-D056-45BE-A452-C52EF7F0A426}" type="presOf" srcId="{11E0FEC0-16A9-4A5F-B3FE-99F45F7FE2E1}" destId="{04684F18-BFA3-403D-B226-09DBA23E77B8}" srcOrd="1" destOrd="0" presId="urn:microsoft.com/office/officeart/2016/7/layout/RepeatingBendingProcessNew"/>
    <dgm:cxn modelId="{244B77AA-D9C4-440E-8A2E-88C57DAB5950}" type="presOf" srcId="{548A9DA8-2436-4DCA-AA52-ED37693C5ECD}" destId="{DB29512D-AD7D-4732-9826-0450D51643F6}" srcOrd="0" destOrd="0" presId="urn:microsoft.com/office/officeart/2016/7/layout/RepeatingBendingProcessNew"/>
    <dgm:cxn modelId="{245A61B6-2318-485B-84BE-A087D70520E8}" type="presOf" srcId="{7C34B29F-95EA-477A-920C-925A98CCB293}" destId="{0704FC58-722D-4FED-B3B4-31AD1712564C}" srcOrd="0" destOrd="0" presId="urn:microsoft.com/office/officeart/2016/7/layout/RepeatingBendingProcessNew"/>
    <dgm:cxn modelId="{AA0963BE-00D4-4750-9A79-0288CF3D3B25}" type="presOf" srcId="{4BB130B3-701C-4945-9E58-7797FB4007F5}" destId="{583116CF-3DBD-42C1-ACB2-F127DB37A4CB}" srcOrd="0" destOrd="0" presId="urn:microsoft.com/office/officeart/2016/7/layout/RepeatingBendingProcessNew"/>
    <dgm:cxn modelId="{707922C1-AD40-45FF-91A8-B4407B6875B2}" type="presOf" srcId="{C96771BA-B22C-4370-AE4B-6C1C01526FDF}" destId="{79E42FEC-4B39-4480-9CF0-E76D960ED762}" srcOrd="0" destOrd="0" presId="urn:microsoft.com/office/officeart/2016/7/layout/RepeatingBendingProcessNew"/>
    <dgm:cxn modelId="{674F16C2-9C27-404F-9782-A0E45C9B6240}" srcId="{548A9DA8-2436-4DCA-AA52-ED37693C5ECD}" destId="{F5CD10DF-56C3-4F6C-A2D7-3FB0ED87A838}" srcOrd="4" destOrd="0" parTransId="{77B64E78-B344-49D3-BC2F-C845B36FD6AF}" sibTransId="{58A9EA38-2088-40A5-983A-360D9ACB9316}"/>
    <dgm:cxn modelId="{6DDE12C5-9C55-4DEF-9CD8-CC9F008D8700}" type="presOf" srcId="{0389CD16-24D6-4695-A475-481C4F0DE7FB}" destId="{E4FE9B77-449F-4EE6-B4EE-70314589CCD5}" srcOrd="1" destOrd="0" presId="urn:microsoft.com/office/officeart/2016/7/layout/RepeatingBendingProcessNew"/>
    <dgm:cxn modelId="{991E5FE9-B2EC-4B6D-9517-01634CFE3E44}" type="presOf" srcId="{5DB59E53-1E4C-4409-8C8F-114D6197918E}" destId="{57F913B5-9F30-4D9B-98EC-237534FC3ED1}" srcOrd="0" destOrd="0" presId="urn:microsoft.com/office/officeart/2016/7/layout/RepeatingBendingProcessNew"/>
    <dgm:cxn modelId="{FCD3C9FD-FF36-429F-AACD-A69468CA2B45}" srcId="{548A9DA8-2436-4DCA-AA52-ED37693C5ECD}" destId="{AC7CB978-3FE7-48F4-95E2-9B07A949F57D}" srcOrd="2" destOrd="0" parTransId="{17FFAE59-E9C3-42F2-9BD0-8A6A0F4D6308}" sibTransId="{0389CD16-24D6-4695-A475-481C4F0DE7FB}"/>
    <dgm:cxn modelId="{AF999801-2DE4-4415-8662-7A7A79C87491}" type="presParOf" srcId="{DB29512D-AD7D-4732-9826-0450D51643F6}" destId="{0704FC58-722D-4FED-B3B4-31AD1712564C}" srcOrd="0" destOrd="0" presId="urn:microsoft.com/office/officeart/2016/7/layout/RepeatingBendingProcessNew"/>
    <dgm:cxn modelId="{B6075EDF-6A3D-4951-B669-EA7614B513CA}" type="presParOf" srcId="{DB29512D-AD7D-4732-9826-0450D51643F6}" destId="{F7BD86F3-6836-43C6-A299-19E15ED8FA27}" srcOrd="1" destOrd="0" presId="urn:microsoft.com/office/officeart/2016/7/layout/RepeatingBendingProcessNew"/>
    <dgm:cxn modelId="{6676D409-2751-4C8C-849C-4C5E81487C46}" type="presParOf" srcId="{F7BD86F3-6836-43C6-A299-19E15ED8FA27}" destId="{04684F18-BFA3-403D-B226-09DBA23E77B8}" srcOrd="0" destOrd="0" presId="urn:microsoft.com/office/officeart/2016/7/layout/RepeatingBendingProcessNew"/>
    <dgm:cxn modelId="{288197E3-75F0-42BD-81A1-7E0EA34B373A}" type="presParOf" srcId="{DB29512D-AD7D-4732-9826-0450D51643F6}" destId="{583116CF-3DBD-42C1-ACB2-F127DB37A4CB}" srcOrd="2" destOrd="0" presId="urn:microsoft.com/office/officeart/2016/7/layout/RepeatingBendingProcessNew"/>
    <dgm:cxn modelId="{4E47FC27-EB40-4E7F-B017-E467E9D1A6DA}" type="presParOf" srcId="{DB29512D-AD7D-4732-9826-0450D51643F6}" destId="{57F913B5-9F30-4D9B-98EC-237534FC3ED1}" srcOrd="3" destOrd="0" presId="urn:microsoft.com/office/officeart/2016/7/layout/RepeatingBendingProcessNew"/>
    <dgm:cxn modelId="{969381FF-4AE9-4408-BE15-BF60BA4D05D4}" type="presParOf" srcId="{57F913B5-9F30-4D9B-98EC-237534FC3ED1}" destId="{51CFEF2A-8373-4D4B-9A23-5D5A925C82A4}" srcOrd="0" destOrd="0" presId="urn:microsoft.com/office/officeart/2016/7/layout/RepeatingBendingProcessNew"/>
    <dgm:cxn modelId="{63F54564-1FD1-496A-9FE9-3CB1F3029CF0}" type="presParOf" srcId="{DB29512D-AD7D-4732-9826-0450D51643F6}" destId="{2C683F67-D961-45B1-BBF0-B88C14541EC7}" srcOrd="4" destOrd="0" presId="urn:microsoft.com/office/officeart/2016/7/layout/RepeatingBendingProcessNew"/>
    <dgm:cxn modelId="{E1C4005F-AF5B-4E27-8EE3-33F7DFE98E91}" type="presParOf" srcId="{DB29512D-AD7D-4732-9826-0450D51643F6}" destId="{A8C7F1DD-4CC6-477D-A3A3-D60903238AFD}" srcOrd="5" destOrd="0" presId="urn:microsoft.com/office/officeart/2016/7/layout/RepeatingBendingProcessNew"/>
    <dgm:cxn modelId="{647716EE-4FA5-4E20-B19D-22CAEA78A098}" type="presParOf" srcId="{A8C7F1DD-4CC6-477D-A3A3-D60903238AFD}" destId="{E4FE9B77-449F-4EE6-B4EE-70314589CCD5}" srcOrd="0" destOrd="0" presId="urn:microsoft.com/office/officeart/2016/7/layout/RepeatingBendingProcessNew"/>
    <dgm:cxn modelId="{F9D41E93-2B17-48A2-A3A7-B7869CD4768B}" type="presParOf" srcId="{DB29512D-AD7D-4732-9826-0450D51643F6}" destId="{D9D282CE-A808-4903-81B8-216CA93FF7BA}" srcOrd="6" destOrd="0" presId="urn:microsoft.com/office/officeart/2016/7/layout/RepeatingBendingProcessNew"/>
    <dgm:cxn modelId="{D12CC248-AD54-41AE-993A-E7A90AB5D58F}" type="presParOf" srcId="{DB29512D-AD7D-4732-9826-0450D51643F6}" destId="{54C37DBB-0507-4CBB-9F3C-8FF4DFDC80B7}" srcOrd="7" destOrd="0" presId="urn:microsoft.com/office/officeart/2016/7/layout/RepeatingBendingProcessNew"/>
    <dgm:cxn modelId="{84E48D98-0A3B-4704-AD32-28F040E51C29}" type="presParOf" srcId="{54C37DBB-0507-4CBB-9F3C-8FF4DFDC80B7}" destId="{258089A9-000C-4621-97F6-86EE293FF167}" srcOrd="0" destOrd="0" presId="urn:microsoft.com/office/officeart/2016/7/layout/RepeatingBendingProcessNew"/>
    <dgm:cxn modelId="{F929E366-D3B2-4196-9C44-0A5B792B5D9A}" type="presParOf" srcId="{DB29512D-AD7D-4732-9826-0450D51643F6}" destId="{3A82A297-502C-4A0F-8FE2-53C1AC0CD560}" srcOrd="8" destOrd="0" presId="urn:microsoft.com/office/officeart/2016/7/layout/RepeatingBendingProcessNew"/>
    <dgm:cxn modelId="{F8E4BF6E-E431-4213-B4DF-0AA8FE4CA168}" type="presParOf" srcId="{DB29512D-AD7D-4732-9826-0450D51643F6}" destId="{7016475D-D50A-411D-8500-48CA3E8F889A}" srcOrd="9" destOrd="0" presId="urn:microsoft.com/office/officeart/2016/7/layout/RepeatingBendingProcessNew"/>
    <dgm:cxn modelId="{8AB0DE68-40BF-4D89-ADF7-775AF022932D}" type="presParOf" srcId="{7016475D-D50A-411D-8500-48CA3E8F889A}" destId="{FCFEEF39-7675-4995-9279-823474ACED03}" srcOrd="0" destOrd="0" presId="urn:microsoft.com/office/officeart/2016/7/layout/RepeatingBendingProcessNew"/>
    <dgm:cxn modelId="{E8722639-9064-4C8B-B41A-D2FA1ED7D891}" type="presParOf" srcId="{DB29512D-AD7D-4732-9826-0450D51643F6}" destId="{79E42FEC-4B39-4480-9CF0-E76D960ED76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B77C0D-3316-40F0-8BF2-58FF7827ABBE}" type="doc">
      <dgm:prSet loTypeId="urn:microsoft.com/office/officeart/2009/layout/CircleArrowProcess" loCatId="cycl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DA44BC7D-F1EA-48E8-AD7C-67CA94A2412F}">
      <dgm:prSet custT="1"/>
      <dgm:spPr/>
      <dgm:t>
        <a:bodyPr/>
        <a:lstStyle/>
        <a:p>
          <a:r>
            <a:rPr lang="en-US" sz="1400" dirty="0">
              <a:solidFill>
                <a:schemeClr val="accent4"/>
              </a:solidFill>
            </a:rPr>
            <a:t>1. </a:t>
          </a:r>
          <a:r>
            <a:rPr lang="en-US" sz="1400" b="1" dirty="0">
              <a:solidFill>
                <a:schemeClr val="accent4"/>
              </a:solidFill>
            </a:rPr>
            <a:t>Signal</a:t>
          </a:r>
          <a:r>
            <a:rPr lang="fr-CA" sz="1400" dirty="0">
              <a:solidFill>
                <a:schemeClr val="accent4"/>
              </a:solidFill>
            </a:rPr>
            <a:t> (</a:t>
          </a:r>
          <a:r>
            <a:rPr lang="fr-CA" sz="1400" dirty="0" err="1">
              <a:solidFill>
                <a:schemeClr val="accent4"/>
              </a:solidFill>
            </a:rPr>
            <a:t>qualimétrie</a:t>
          </a:r>
          <a:r>
            <a:rPr lang="fr-CA" sz="1400" dirty="0">
              <a:solidFill>
                <a:schemeClr val="accent4"/>
              </a:solidFill>
            </a:rPr>
            <a:t>)</a:t>
          </a:r>
          <a:endParaRPr lang="en-US" sz="1400" dirty="0">
            <a:solidFill>
              <a:schemeClr val="accent4"/>
            </a:solidFill>
          </a:endParaRPr>
        </a:p>
      </dgm:t>
    </dgm:pt>
    <dgm:pt modelId="{CF09E518-D82B-4EBD-9D5A-50763BCAB327}" type="parTrans" cxnId="{A6161C68-594A-47B9-B9C6-B252EC54E8A3}">
      <dgm:prSet/>
      <dgm:spPr/>
      <dgm:t>
        <a:bodyPr/>
        <a:lstStyle/>
        <a:p>
          <a:endParaRPr lang="en-US"/>
        </a:p>
      </dgm:t>
    </dgm:pt>
    <dgm:pt modelId="{CC918833-7E2A-408B-BC63-2BBE5E67AB09}" type="sibTrans" cxnId="{A6161C68-594A-47B9-B9C6-B252EC54E8A3}">
      <dgm:prSet/>
      <dgm:spPr/>
      <dgm:t>
        <a:bodyPr/>
        <a:lstStyle/>
        <a:p>
          <a:endParaRPr lang="en-US"/>
        </a:p>
      </dgm:t>
    </dgm:pt>
    <dgm:pt modelId="{C70027D8-D50F-4FF4-A3AA-4BEB8D66E768}">
      <dgm:prSet custT="1"/>
      <dgm:spPr/>
      <dgm:t>
        <a:bodyPr/>
        <a:lstStyle/>
        <a:p>
          <a:r>
            <a:rPr lang="en-US" sz="1400" dirty="0">
              <a:solidFill>
                <a:schemeClr val="accent4"/>
              </a:solidFill>
            </a:rPr>
            <a:t>2. </a:t>
          </a:r>
          <a:r>
            <a:rPr lang="en-US" sz="1400" b="1" dirty="0">
              <a:solidFill>
                <a:schemeClr val="accent4"/>
              </a:solidFill>
            </a:rPr>
            <a:t>Initiative</a:t>
          </a:r>
          <a:br>
            <a:rPr lang="en-US" sz="1400" dirty="0">
              <a:solidFill>
                <a:schemeClr val="accent4"/>
              </a:solidFill>
            </a:rPr>
          </a:br>
          <a:r>
            <a:rPr lang="en-US" sz="1400" dirty="0">
              <a:solidFill>
                <a:schemeClr val="accent4"/>
              </a:solidFill>
            </a:rPr>
            <a:t>(backlog </a:t>
          </a:r>
          <a:r>
            <a:rPr lang="en-US" sz="1400" b="1" dirty="0" err="1">
              <a:solidFill>
                <a:schemeClr val="accent4"/>
              </a:solidFill>
            </a:rPr>
            <a:t>SENSe</a:t>
          </a:r>
          <a:r>
            <a:rPr lang="en-US" sz="1400" dirty="0">
              <a:solidFill>
                <a:schemeClr val="accent4"/>
              </a:solidFill>
            </a:rPr>
            <a:t>)</a:t>
          </a:r>
        </a:p>
      </dgm:t>
    </dgm:pt>
    <dgm:pt modelId="{716E9936-3564-4BD7-88E5-71238C782983}" type="parTrans" cxnId="{906E2739-A6A4-492B-BCB6-C4C3D5B37056}">
      <dgm:prSet/>
      <dgm:spPr/>
      <dgm:t>
        <a:bodyPr/>
        <a:lstStyle/>
        <a:p>
          <a:endParaRPr lang="en-US"/>
        </a:p>
      </dgm:t>
    </dgm:pt>
    <dgm:pt modelId="{E66C1B97-CDBD-44DB-A904-44FC41C696B5}" type="sibTrans" cxnId="{906E2739-A6A4-492B-BCB6-C4C3D5B37056}">
      <dgm:prSet/>
      <dgm:spPr/>
      <dgm:t>
        <a:bodyPr/>
        <a:lstStyle/>
        <a:p>
          <a:endParaRPr lang="en-US"/>
        </a:p>
      </dgm:t>
    </dgm:pt>
    <dgm:pt modelId="{68F37800-1ED5-46E1-81F3-FAC49A0233C8}">
      <dgm:prSet custT="1"/>
      <dgm:spPr/>
      <dgm:t>
        <a:bodyPr/>
        <a:lstStyle/>
        <a:p>
          <a:r>
            <a:rPr lang="en-US" sz="1400" dirty="0">
              <a:solidFill>
                <a:schemeClr val="accent4"/>
              </a:solidFill>
            </a:rPr>
            <a:t>3. </a:t>
          </a:r>
          <a:r>
            <a:rPr lang="en-US" sz="1400" b="1" dirty="0">
              <a:solidFill>
                <a:schemeClr val="accent4"/>
              </a:solidFill>
            </a:rPr>
            <a:t>Epic</a:t>
          </a:r>
          <a:r>
            <a:rPr lang="en-US" sz="1400" dirty="0">
              <a:solidFill>
                <a:schemeClr val="accent4"/>
              </a:solidFill>
            </a:rPr>
            <a:t> </a:t>
          </a:r>
          <a:br>
            <a:rPr lang="en-US" sz="1400" dirty="0">
              <a:solidFill>
                <a:schemeClr val="accent4"/>
              </a:solidFill>
            </a:rPr>
          </a:br>
          <a:r>
            <a:rPr lang="fr-CA" sz="1400" dirty="0">
              <a:solidFill>
                <a:schemeClr val="accent4"/>
              </a:solidFill>
            </a:rPr>
            <a:t>bon de commande</a:t>
          </a:r>
          <a:br>
            <a:rPr lang="fr-CA" sz="1400" dirty="0">
              <a:solidFill>
                <a:schemeClr val="accent4"/>
              </a:solidFill>
            </a:rPr>
          </a:br>
          <a:r>
            <a:rPr lang="fr-CA" sz="1400" dirty="0">
              <a:solidFill>
                <a:schemeClr val="accent4"/>
              </a:solidFill>
            </a:rPr>
            <a:t>(</a:t>
          </a:r>
          <a:r>
            <a:rPr lang="fr-CA" sz="1400" b="1" dirty="0" err="1">
              <a:solidFill>
                <a:schemeClr val="accent4"/>
              </a:solidFill>
            </a:rPr>
            <a:t>FORGe</a:t>
          </a:r>
          <a:r>
            <a:rPr lang="fr-CA" sz="1400" dirty="0">
              <a:solidFill>
                <a:schemeClr val="accent4"/>
              </a:solidFill>
            </a:rPr>
            <a:t>) </a:t>
          </a:r>
          <a:br>
            <a:rPr lang="fr-CA" sz="1400" dirty="0">
              <a:solidFill>
                <a:schemeClr val="accent4"/>
              </a:solidFill>
            </a:rPr>
          </a:br>
          <a:r>
            <a:rPr lang="en-US" sz="1400" dirty="0" err="1">
              <a:solidFill>
                <a:schemeClr val="accent4"/>
              </a:solidFill>
            </a:rPr>
            <a:t>valeur</a:t>
          </a:r>
          <a:r>
            <a:rPr lang="en-US" sz="1400" dirty="0">
              <a:solidFill>
                <a:schemeClr val="accent4"/>
              </a:solidFill>
            </a:rPr>
            <a:t> </a:t>
          </a:r>
          <a:r>
            <a:rPr lang="en-US" sz="1400" dirty="0" err="1">
              <a:solidFill>
                <a:schemeClr val="accent4"/>
              </a:solidFill>
            </a:rPr>
            <a:t>livrée</a:t>
          </a:r>
          <a:r>
            <a:rPr lang="fr-CA" sz="1400" dirty="0">
              <a:solidFill>
                <a:schemeClr val="accent4"/>
              </a:solidFill>
            </a:rPr>
            <a:t> </a:t>
          </a:r>
          <a:br>
            <a:rPr lang="fr-CA" sz="1400" dirty="0">
              <a:solidFill>
                <a:schemeClr val="accent4"/>
              </a:solidFill>
            </a:rPr>
          </a:br>
          <a:r>
            <a:rPr lang="fr-CA" sz="1400" dirty="0">
              <a:solidFill>
                <a:schemeClr val="accent4"/>
              </a:solidFill>
            </a:rPr>
            <a:t>(</a:t>
          </a:r>
          <a:r>
            <a:rPr lang="fr-CA" sz="1400" b="1" dirty="0" err="1">
              <a:solidFill>
                <a:schemeClr val="accent4"/>
              </a:solidFill>
            </a:rPr>
            <a:t>CARe</a:t>
          </a:r>
          <a:r>
            <a:rPr lang="fr-CA" sz="1400" dirty="0">
              <a:solidFill>
                <a:schemeClr val="accent4"/>
              </a:solidFill>
            </a:rPr>
            <a:t>)</a:t>
          </a:r>
          <a:endParaRPr lang="en-US" sz="1400" dirty="0">
            <a:solidFill>
              <a:schemeClr val="accent4"/>
            </a:solidFill>
          </a:endParaRPr>
        </a:p>
      </dgm:t>
    </dgm:pt>
    <dgm:pt modelId="{EA57157B-6EBB-4E79-8F4A-440A69ED01B1}" type="parTrans" cxnId="{37CD7870-2558-4ABD-8172-F2D5487FEF5E}">
      <dgm:prSet/>
      <dgm:spPr/>
      <dgm:t>
        <a:bodyPr/>
        <a:lstStyle/>
        <a:p>
          <a:endParaRPr lang="en-US"/>
        </a:p>
      </dgm:t>
    </dgm:pt>
    <dgm:pt modelId="{FF24E724-D0BC-4552-BE4D-1F298D753313}" type="sibTrans" cxnId="{37CD7870-2558-4ABD-8172-F2D5487FEF5E}">
      <dgm:prSet/>
      <dgm:spPr/>
      <dgm:t>
        <a:bodyPr/>
        <a:lstStyle/>
        <a:p>
          <a:endParaRPr lang="en-US"/>
        </a:p>
      </dgm:t>
    </dgm:pt>
    <dgm:pt modelId="{158AEDA5-73EA-4D87-8228-A9D0FC4E0443}" type="pres">
      <dgm:prSet presAssocID="{6EB77C0D-3316-40F0-8BF2-58FF7827ABB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D61324E6-AA9E-4A04-8F37-0AE2FE4C6288}" type="pres">
      <dgm:prSet presAssocID="{DA44BC7D-F1EA-48E8-AD7C-67CA94A2412F}" presName="Accent1" presStyleCnt="0"/>
      <dgm:spPr/>
    </dgm:pt>
    <dgm:pt modelId="{501E6164-ADD7-4235-9F5D-9251487D6398}" type="pres">
      <dgm:prSet presAssocID="{DA44BC7D-F1EA-48E8-AD7C-67CA94A2412F}" presName="Accent" presStyleLbl="node1" presStyleIdx="0" presStyleCnt="3"/>
      <dgm:spPr/>
    </dgm:pt>
    <dgm:pt modelId="{75EABD40-9902-4DCE-A710-626B60223622}" type="pres">
      <dgm:prSet presAssocID="{DA44BC7D-F1EA-48E8-AD7C-67CA94A2412F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FBA710AE-E1A0-4712-905E-0DD21CB7FAFB}" type="pres">
      <dgm:prSet presAssocID="{C70027D8-D50F-4FF4-A3AA-4BEB8D66E768}" presName="Accent2" presStyleCnt="0"/>
      <dgm:spPr/>
    </dgm:pt>
    <dgm:pt modelId="{7675AA12-C2E9-4E7F-9320-5B205CBA9FE2}" type="pres">
      <dgm:prSet presAssocID="{C70027D8-D50F-4FF4-A3AA-4BEB8D66E768}" presName="Accent" presStyleLbl="node1" presStyleIdx="1" presStyleCnt="3"/>
      <dgm:spPr/>
    </dgm:pt>
    <dgm:pt modelId="{CB927374-D378-484C-BCDC-0864A0FA927D}" type="pres">
      <dgm:prSet presAssocID="{C70027D8-D50F-4FF4-A3AA-4BEB8D66E768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A12A31CE-8126-4723-9668-7714BF30C5BC}" type="pres">
      <dgm:prSet presAssocID="{68F37800-1ED5-46E1-81F3-FAC49A0233C8}" presName="Accent3" presStyleCnt="0"/>
      <dgm:spPr/>
    </dgm:pt>
    <dgm:pt modelId="{5C05C563-D7AB-43FA-B373-29185CAD1A34}" type="pres">
      <dgm:prSet presAssocID="{68F37800-1ED5-46E1-81F3-FAC49A0233C8}" presName="Accent" presStyleLbl="node1" presStyleIdx="2" presStyleCnt="3"/>
      <dgm:spPr/>
    </dgm:pt>
    <dgm:pt modelId="{3BB7C2A9-7FE9-46BB-B461-C39003DA5C1D}" type="pres">
      <dgm:prSet presAssocID="{68F37800-1ED5-46E1-81F3-FAC49A0233C8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00B49523-34C9-4777-A48A-98C202003CB3}" type="presOf" srcId="{C70027D8-D50F-4FF4-A3AA-4BEB8D66E768}" destId="{CB927374-D378-484C-BCDC-0864A0FA927D}" srcOrd="0" destOrd="0" presId="urn:microsoft.com/office/officeart/2009/layout/CircleArrowProcess"/>
    <dgm:cxn modelId="{906E2739-A6A4-492B-BCB6-C4C3D5B37056}" srcId="{6EB77C0D-3316-40F0-8BF2-58FF7827ABBE}" destId="{C70027D8-D50F-4FF4-A3AA-4BEB8D66E768}" srcOrd="1" destOrd="0" parTransId="{716E9936-3564-4BD7-88E5-71238C782983}" sibTransId="{E66C1B97-CDBD-44DB-A904-44FC41C696B5}"/>
    <dgm:cxn modelId="{A6161C68-594A-47B9-B9C6-B252EC54E8A3}" srcId="{6EB77C0D-3316-40F0-8BF2-58FF7827ABBE}" destId="{DA44BC7D-F1EA-48E8-AD7C-67CA94A2412F}" srcOrd="0" destOrd="0" parTransId="{CF09E518-D82B-4EBD-9D5A-50763BCAB327}" sibTransId="{CC918833-7E2A-408B-BC63-2BBE5E67AB09}"/>
    <dgm:cxn modelId="{16A34948-BB12-406F-BFC3-57633109CF06}" type="presOf" srcId="{68F37800-1ED5-46E1-81F3-FAC49A0233C8}" destId="{3BB7C2A9-7FE9-46BB-B461-C39003DA5C1D}" srcOrd="0" destOrd="0" presId="urn:microsoft.com/office/officeart/2009/layout/CircleArrowProcess"/>
    <dgm:cxn modelId="{37CD7870-2558-4ABD-8172-F2D5487FEF5E}" srcId="{6EB77C0D-3316-40F0-8BF2-58FF7827ABBE}" destId="{68F37800-1ED5-46E1-81F3-FAC49A0233C8}" srcOrd="2" destOrd="0" parTransId="{EA57157B-6EBB-4E79-8F4A-440A69ED01B1}" sibTransId="{FF24E724-D0BC-4552-BE4D-1F298D753313}"/>
    <dgm:cxn modelId="{0354BACE-BA15-4B4C-81AD-27E66249C123}" type="presOf" srcId="{6EB77C0D-3316-40F0-8BF2-58FF7827ABBE}" destId="{158AEDA5-73EA-4D87-8228-A9D0FC4E0443}" srcOrd="0" destOrd="0" presId="urn:microsoft.com/office/officeart/2009/layout/CircleArrowProcess"/>
    <dgm:cxn modelId="{64D88AE1-0D3A-4F24-9B8C-2EBBAC2F7E1B}" type="presOf" srcId="{DA44BC7D-F1EA-48E8-AD7C-67CA94A2412F}" destId="{75EABD40-9902-4DCE-A710-626B60223622}" srcOrd="0" destOrd="0" presId="urn:microsoft.com/office/officeart/2009/layout/CircleArrowProcess"/>
    <dgm:cxn modelId="{4750E6B3-7282-4FD7-8CA3-CF412BA000CB}" type="presParOf" srcId="{158AEDA5-73EA-4D87-8228-A9D0FC4E0443}" destId="{D61324E6-AA9E-4A04-8F37-0AE2FE4C6288}" srcOrd="0" destOrd="0" presId="urn:microsoft.com/office/officeart/2009/layout/CircleArrowProcess"/>
    <dgm:cxn modelId="{F52A0C2B-ADD2-495D-9A66-F3672E39F432}" type="presParOf" srcId="{D61324E6-AA9E-4A04-8F37-0AE2FE4C6288}" destId="{501E6164-ADD7-4235-9F5D-9251487D6398}" srcOrd="0" destOrd="0" presId="urn:microsoft.com/office/officeart/2009/layout/CircleArrowProcess"/>
    <dgm:cxn modelId="{B78B123C-8314-4C91-AC1A-3D668AC6707E}" type="presParOf" srcId="{158AEDA5-73EA-4D87-8228-A9D0FC4E0443}" destId="{75EABD40-9902-4DCE-A710-626B60223622}" srcOrd="1" destOrd="0" presId="urn:microsoft.com/office/officeart/2009/layout/CircleArrowProcess"/>
    <dgm:cxn modelId="{2999503F-7537-4DEC-96B8-79B12CF0DD47}" type="presParOf" srcId="{158AEDA5-73EA-4D87-8228-A9D0FC4E0443}" destId="{FBA710AE-E1A0-4712-905E-0DD21CB7FAFB}" srcOrd="2" destOrd="0" presId="urn:microsoft.com/office/officeart/2009/layout/CircleArrowProcess"/>
    <dgm:cxn modelId="{F0449ED3-1D27-47D5-8450-D17E4CB42283}" type="presParOf" srcId="{FBA710AE-E1A0-4712-905E-0DD21CB7FAFB}" destId="{7675AA12-C2E9-4E7F-9320-5B205CBA9FE2}" srcOrd="0" destOrd="0" presId="urn:microsoft.com/office/officeart/2009/layout/CircleArrowProcess"/>
    <dgm:cxn modelId="{8AC5FD91-1585-4619-B6F5-09209282DC02}" type="presParOf" srcId="{158AEDA5-73EA-4D87-8228-A9D0FC4E0443}" destId="{CB927374-D378-484C-BCDC-0864A0FA927D}" srcOrd="3" destOrd="0" presId="urn:microsoft.com/office/officeart/2009/layout/CircleArrowProcess"/>
    <dgm:cxn modelId="{876E1607-4689-4DF2-9ACA-4A38F1053FBE}" type="presParOf" srcId="{158AEDA5-73EA-4D87-8228-A9D0FC4E0443}" destId="{A12A31CE-8126-4723-9668-7714BF30C5BC}" srcOrd="4" destOrd="0" presId="urn:microsoft.com/office/officeart/2009/layout/CircleArrowProcess"/>
    <dgm:cxn modelId="{E4FA0A6A-B335-4A78-A146-2D9456221BA9}" type="presParOf" srcId="{A12A31CE-8126-4723-9668-7714BF30C5BC}" destId="{5C05C563-D7AB-43FA-B373-29185CAD1A34}" srcOrd="0" destOrd="0" presId="urn:microsoft.com/office/officeart/2009/layout/CircleArrowProcess"/>
    <dgm:cxn modelId="{FFBD4719-92FC-42EC-BAFD-E3FD50260B99}" type="presParOf" srcId="{158AEDA5-73EA-4D87-8228-A9D0FC4E0443}" destId="{3BB7C2A9-7FE9-46BB-B461-C39003DA5C1D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C6D986-EBFA-4490-A9B8-6D3943B0C0BF}" type="doc">
      <dgm:prSet loTypeId="urn:microsoft.com/office/officeart/2005/8/layout/hierarchy4" loCatId="hierarchy" qsTypeId="urn:microsoft.com/office/officeart/2005/8/quickstyle/simple1" qsCatId="simple" csTypeId="urn:microsoft.com/office/officeart/2005/8/colors/accent4_1" csCatId="accent4"/>
      <dgm:spPr/>
      <dgm:t>
        <a:bodyPr/>
        <a:lstStyle/>
        <a:p>
          <a:endParaRPr lang="en-US"/>
        </a:p>
      </dgm:t>
    </dgm:pt>
    <dgm:pt modelId="{AD95437C-3D2F-4A36-A83B-4142B9B13EB8}">
      <dgm:prSet/>
      <dgm:spPr/>
      <dgm:t>
        <a:bodyPr/>
        <a:lstStyle/>
        <a:p>
          <a:r>
            <a:rPr lang="en-US" dirty="0">
              <a:solidFill>
                <a:schemeClr val="accent4"/>
              </a:solidFill>
            </a:rPr>
            <a:t>Initiative </a:t>
          </a:r>
          <a:r>
            <a:rPr lang="en-US" dirty="0" err="1">
              <a:solidFill>
                <a:schemeClr val="accent4"/>
              </a:solidFill>
            </a:rPr>
            <a:t>définie</a:t>
          </a:r>
          <a:endParaRPr lang="en-US" dirty="0">
            <a:solidFill>
              <a:schemeClr val="accent4"/>
            </a:solidFill>
          </a:endParaRPr>
        </a:p>
      </dgm:t>
    </dgm:pt>
    <dgm:pt modelId="{D80A821B-BDC0-4C47-B3E8-C93D41E6CA14}" type="parTrans" cxnId="{ED03B6A6-B16D-466F-801E-1CC1E88FCF02}">
      <dgm:prSet/>
      <dgm:spPr/>
      <dgm:t>
        <a:bodyPr/>
        <a:lstStyle/>
        <a:p>
          <a:endParaRPr lang="en-US"/>
        </a:p>
      </dgm:t>
    </dgm:pt>
    <dgm:pt modelId="{8FC63E21-E29A-4264-9E6A-BCC13F80A700}" type="sibTrans" cxnId="{ED03B6A6-B16D-466F-801E-1CC1E88FCF02}">
      <dgm:prSet/>
      <dgm:spPr/>
      <dgm:t>
        <a:bodyPr/>
        <a:lstStyle/>
        <a:p>
          <a:endParaRPr lang="en-US"/>
        </a:p>
      </dgm:t>
    </dgm:pt>
    <dgm:pt modelId="{1FAF230F-3318-4BC7-8344-0C2C94B5EC96}">
      <dgm:prSet/>
      <dgm:spPr/>
      <dgm:t>
        <a:bodyPr/>
        <a:lstStyle/>
        <a:p>
          <a:r>
            <a:rPr lang="en-US" dirty="0">
              <a:solidFill>
                <a:schemeClr val="accent4"/>
              </a:solidFill>
            </a:rPr>
            <a:t>Specs </a:t>
          </a:r>
          <a:r>
            <a:rPr lang="en-US" dirty="0" err="1">
              <a:solidFill>
                <a:schemeClr val="accent4"/>
              </a:solidFill>
            </a:rPr>
            <a:t>complètes</a:t>
          </a:r>
          <a:r>
            <a:rPr lang="en-US" dirty="0">
              <a:solidFill>
                <a:schemeClr val="accent4"/>
              </a:solidFill>
            </a:rPr>
            <a:t> et </a:t>
          </a:r>
          <a:r>
            <a:rPr lang="en-US" dirty="0" err="1">
              <a:solidFill>
                <a:schemeClr val="accent4"/>
              </a:solidFill>
            </a:rPr>
            <a:t>validées</a:t>
          </a:r>
          <a:endParaRPr lang="en-US" dirty="0">
            <a:solidFill>
              <a:schemeClr val="accent4"/>
            </a:solidFill>
          </a:endParaRPr>
        </a:p>
      </dgm:t>
    </dgm:pt>
    <dgm:pt modelId="{716849B5-BEF6-4AA4-8CA3-1068A3827605}" type="parTrans" cxnId="{7369F953-4CEF-48B0-8D97-B199C38118FD}">
      <dgm:prSet/>
      <dgm:spPr/>
      <dgm:t>
        <a:bodyPr/>
        <a:lstStyle/>
        <a:p>
          <a:endParaRPr lang="en-US"/>
        </a:p>
      </dgm:t>
    </dgm:pt>
    <dgm:pt modelId="{162FC4B1-1D30-4225-834D-7DB04D12E434}" type="sibTrans" cxnId="{7369F953-4CEF-48B0-8D97-B199C38118FD}">
      <dgm:prSet/>
      <dgm:spPr/>
      <dgm:t>
        <a:bodyPr/>
        <a:lstStyle/>
        <a:p>
          <a:endParaRPr lang="en-US"/>
        </a:p>
      </dgm:t>
    </dgm:pt>
    <dgm:pt modelId="{8EBD3477-1477-495C-8B23-E1E64D356D7F}">
      <dgm:prSet/>
      <dgm:spPr/>
      <dgm:t>
        <a:bodyPr/>
        <a:lstStyle/>
        <a:p>
          <a:r>
            <a:rPr lang="en-US" dirty="0">
              <a:solidFill>
                <a:schemeClr val="accent4"/>
              </a:solidFill>
            </a:rPr>
            <a:t>Couverture </a:t>
          </a:r>
          <a:r>
            <a:rPr lang="en-US" dirty="0" err="1">
              <a:solidFill>
                <a:schemeClr val="accent4"/>
              </a:solidFill>
            </a:rPr>
            <a:t>claire</a:t>
          </a:r>
          <a:endParaRPr lang="en-US" dirty="0">
            <a:solidFill>
              <a:schemeClr val="accent4"/>
            </a:solidFill>
          </a:endParaRPr>
        </a:p>
      </dgm:t>
    </dgm:pt>
    <dgm:pt modelId="{72A60F38-5947-40AB-9EA8-A7142717FCD1}" type="parTrans" cxnId="{3B02C927-8FB9-4F14-963C-62E19A9E3519}">
      <dgm:prSet/>
      <dgm:spPr/>
      <dgm:t>
        <a:bodyPr/>
        <a:lstStyle/>
        <a:p>
          <a:endParaRPr lang="en-US"/>
        </a:p>
      </dgm:t>
    </dgm:pt>
    <dgm:pt modelId="{DF54F635-6F2D-4458-B02F-06644D3215DF}" type="sibTrans" cxnId="{3B02C927-8FB9-4F14-963C-62E19A9E3519}">
      <dgm:prSet/>
      <dgm:spPr/>
      <dgm:t>
        <a:bodyPr/>
        <a:lstStyle/>
        <a:p>
          <a:endParaRPr lang="en-US"/>
        </a:p>
      </dgm:t>
    </dgm:pt>
    <dgm:pt modelId="{32099AB9-F73D-4E7D-B7E9-6E02B96A0135}">
      <dgm:prSet/>
      <dgm:spPr/>
      <dgm:t>
        <a:bodyPr/>
        <a:lstStyle/>
        <a:p>
          <a:r>
            <a:rPr lang="en-US" dirty="0" err="1">
              <a:solidFill>
                <a:schemeClr val="accent4"/>
              </a:solidFill>
            </a:rPr>
            <a:t>Testabilité</a:t>
          </a:r>
          <a:r>
            <a:rPr lang="en-US" dirty="0">
              <a:solidFill>
                <a:schemeClr val="accent4"/>
              </a:solidFill>
            </a:rPr>
            <a:t> </a:t>
          </a:r>
          <a:r>
            <a:rPr lang="en-US" dirty="0" err="1">
              <a:solidFill>
                <a:schemeClr val="accent4"/>
              </a:solidFill>
            </a:rPr>
            <a:t>assurée</a:t>
          </a:r>
          <a:endParaRPr lang="en-US" dirty="0">
            <a:solidFill>
              <a:schemeClr val="accent4"/>
            </a:solidFill>
          </a:endParaRPr>
        </a:p>
      </dgm:t>
    </dgm:pt>
    <dgm:pt modelId="{D87DDC71-174F-4302-80BD-E40A4BD7B4C5}" type="parTrans" cxnId="{EDE0718B-02EB-4C83-B9AD-F8CB6F159149}">
      <dgm:prSet/>
      <dgm:spPr/>
      <dgm:t>
        <a:bodyPr/>
        <a:lstStyle/>
        <a:p>
          <a:endParaRPr lang="en-US"/>
        </a:p>
      </dgm:t>
    </dgm:pt>
    <dgm:pt modelId="{E8FFB802-0340-4F06-96C7-A96B4ED8576D}" type="sibTrans" cxnId="{EDE0718B-02EB-4C83-B9AD-F8CB6F159149}">
      <dgm:prSet/>
      <dgm:spPr/>
      <dgm:t>
        <a:bodyPr/>
        <a:lstStyle/>
        <a:p>
          <a:endParaRPr lang="en-US"/>
        </a:p>
      </dgm:t>
    </dgm:pt>
    <dgm:pt modelId="{D1A3E738-FAE9-4F5C-8FAB-6A063BF9EDC8}">
      <dgm:prSet/>
      <dgm:spPr/>
      <dgm:t>
        <a:bodyPr/>
        <a:lstStyle/>
        <a:p>
          <a:r>
            <a:rPr lang="en-US" dirty="0">
              <a:solidFill>
                <a:schemeClr val="accent4"/>
              </a:solidFill>
            </a:rPr>
            <a:t>Prêt à </a:t>
          </a:r>
          <a:r>
            <a:rPr lang="en-US" dirty="0" err="1">
              <a:solidFill>
                <a:schemeClr val="accent4"/>
              </a:solidFill>
            </a:rPr>
            <a:t>être</a:t>
          </a:r>
          <a:r>
            <a:rPr lang="en-US" dirty="0">
              <a:solidFill>
                <a:schemeClr val="accent4"/>
              </a:solidFill>
            </a:rPr>
            <a:t> </a:t>
          </a:r>
          <a:r>
            <a:rPr lang="en-US" dirty="0" err="1">
              <a:solidFill>
                <a:schemeClr val="accent4"/>
              </a:solidFill>
            </a:rPr>
            <a:t>implémenté</a:t>
          </a:r>
          <a:endParaRPr lang="en-US" dirty="0">
            <a:solidFill>
              <a:schemeClr val="accent4"/>
            </a:solidFill>
          </a:endParaRPr>
        </a:p>
      </dgm:t>
    </dgm:pt>
    <dgm:pt modelId="{6C485B86-9E8C-4B4A-8D67-7A8E618A1507}" type="parTrans" cxnId="{E73A763C-D358-4209-86BC-CD29C413E836}">
      <dgm:prSet/>
      <dgm:spPr/>
      <dgm:t>
        <a:bodyPr/>
        <a:lstStyle/>
        <a:p>
          <a:endParaRPr lang="en-US"/>
        </a:p>
      </dgm:t>
    </dgm:pt>
    <dgm:pt modelId="{06F2F37A-534A-4DC9-B902-CEB90AEA557E}" type="sibTrans" cxnId="{E73A763C-D358-4209-86BC-CD29C413E836}">
      <dgm:prSet/>
      <dgm:spPr/>
      <dgm:t>
        <a:bodyPr/>
        <a:lstStyle/>
        <a:p>
          <a:endParaRPr lang="en-US"/>
        </a:p>
      </dgm:t>
    </dgm:pt>
    <dgm:pt modelId="{13CEB555-3A86-4AD8-A52B-680B4939BC83}" type="pres">
      <dgm:prSet presAssocID="{DAC6D986-EBFA-4490-A9B8-6D3943B0C0B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AD7D88-BFDF-4839-8E2C-EFFF32311519}" type="pres">
      <dgm:prSet presAssocID="{AD95437C-3D2F-4A36-A83B-4142B9B13EB8}" presName="vertOne" presStyleCnt="0"/>
      <dgm:spPr/>
    </dgm:pt>
    <dgm:pt modelId="{BDE1794A-6CA4-4C7D-82B3-97E52B2F98FA}" type="pres">
      <dgm:prSet presAssocID="{AD95437C-3D2F-4A36-A83B-4142B9B13EB8}" presName="txOne" presStyleLbl="node0" presStyleIdx="0" presStyleCnt="5">
        <dgm:presLayoutVars>
          <dgm:chPref val="3"/>
        </dgm:presLayoutVars>
      </dgm:prSet>
      <dgm:spPr/>
    </dgm:pt>
    <dgm:pt modelId="{B5B14DEE-9D31-4380-B80F-9A76EE60E0BA}" type="pres">
      <dgm:prSet presAssocID="{AD95437C-3D2F-4A36-A83B-4142B9B13EB8}" presName="horzOne" presStyleCnt="0"/>
      <dgm:spPr/>
    </dgm:pt>
    <dgm:pt modelId="{B61A2450-34B8-48A6-96C6-6A6E18E84CD0}" type="pres">
      <dgm:prSet presAssocID="{8FC63E21-E29A-4264-9E6A-BCC13F80A700}" presName="sibSpaceOne" presStyleCnt="0"/>
      <dgm:spPr/>
    </dgm:pt>
    <dgm:pt modelId="{87E99B98-6D16-4AE1-AD09-FBF26950C19E}" type="pres">
      <dgm:prSet presAssocID="{1FAF230F-3318-4BC7-8344-0C2C94B5EC96}" presName="vertOne" presStyleCnt="0"/>
      <dgm:spPr/>
    </dgm:pt>
    <dgm:pt modelId="{D3B02F83-7B9E-497E-A29F-CCF920615687}" type="pres">
      <dgm:prSet presAssocID="{1FAF230F-3318-4BC7-8344-0C2C94B5EC96}" presName="txOne" presStyleLbl="node0" presStyleIdx="1" presStyleCnt="5">
        <dgm:presLayoutVars>
          <dgm:chPref val="3"/>
        </dgm:presLayoutVars>
      </dgm:prSet>
      <dgm:spPr/>
    </dgm:pt>
    <dgm:pt modelId="{F6237A29-9579-47CC-9628-797A82656CE5}" type="pres">
      <dgm:prSet presAssocID="{1FAF230F-3318-4BC7-8344-0C2C94B5EC96}" presName="horzOne" presStyleCnt="0"/>
      <dgm:spPr/>
    </dgm:pt>
    <dgm:pt modelId="{3E792EF0-5512-4964-9582-091802ABAA7B}" type="pres">
      <dgm:prSet presAssocID="{162FC4B1-1D30-4225-834D-7DB04D12E434}" presName="sibSpaceOne" presStyleCnt="0"/>
      <dgm:spPr/>
    </dgm:pt>
    <dgm:pt modelId="{C37941D7-D32E-4503-A819-679BE04B3EB3}" type="pres">
      <dgm:prSet presAssocID="{8EBD3477-1477-495C-8B23-E1E64D356D7F}" presName="vertOne" presStyleCnt="0"/>
      <dgm:spPr/>
    </dgm:pt>
    <dgm:pt modelId="{906005E4-CAAD-43B8-8B32-327F4CFF6629}" type="pres">
      <dgm:prSet presAssocID="{8EBD3477-1477-495C-8B23-E1E64D356D7F}" presName="txOne" presStyleLbl="node0" presStyleIdx="2" presStyleCnt="5">
        <dgm:presLayoutVars>
          <dgm:chPref val="3"/>
        </dgm:presLayoutVars>
      </dgm:prSet>
      <dgm:spPr/>
    </dgm:pt>
    <dgm:pt modelId="{66025C1E-C0FF-4744-B4D7-9E5BFFF96014}" type="pres">
      <dgm:prSet presAssocID="{8EBD3477-1477-495C-8B23-E1E64D356D7F}" presName="horzOne" presStyleCnt="0"/>
      <dgm:spPr/>
    </dgm:pt>
    <dgm:pt modelId="{A2FDCF2B-3E07-47A1-AC16-F942FE9B0AFE}" type="pres">
      <dgm:prSet presAssocID="{DF54F635-6F2D-4458-B02F-06644D3215DF}" presName="sibSpaceOne" presStyleCnt="0"/>
      <dgm:spPr/>
    </dgm:pt>
    <dgm:pt modelId="{36877CE0-8EAE-401F-B8F5-4C1F7786D544}" type="pres">
      <dgm:prSet presAssocID="{32099AB9-F73D-4E7D-B7E9-6E02B96A0135}" presName="vertOne" presStyleCnt="0"/>
      <dgm:spPr/>
    </dgm:pt>
    <dgm:pt modelId="{994C5F51-010A-4C5F-8B24-3E981DC6CEBF}" type="pres">
      <dgm:prSet presAssocID="{32099AB9-F73D-4E7D-B7E9-6E02B96A0135}" presName="txOne" presStyleLbl="node0" presStyleIdx="3" presStyleCnt="5">
        <dgm:presLayoutVars>
          <dgm:chPref val="3"/>
        </dgm:presLayoutVars>
      </dgm:prSet>
      <dgm:spPr/>
    </dgm:pt>
    <dgm:pt modelId="{B125DD50-EEA2-41B3-9ED0-BAC19500CEF0}" type="pres">
      <dgm:prSet presAssocID="{32099AB9-F73D-4E7D-B7E9-6E02B96A0135}" presName="horzOne" presStyleCnt="0"/>
      <dgm:spPr/>
    </dgm:pt>
    <dgm:pt modelId="{014B82EA-927E-4CE8-BE67-666ABBA11678}" type="pres">
      <dgm:prSet presAssocID="{E8FFB802-0340-4F06-96C7-A96B4ED8576D}" presName="sibSpaceOne" presStyleCnt="0"/>
      <dgm:spPr/>
    </dgm:pt>
    <dgm:pt modelId="{BC8AE517-7178-4C7A-81B5-E09D6759CAC9}" type="pres">
      <dgm:prSet presAssocID="{D1A3E738-FAE9-4F5C-8FAB-6A063BF9EDC8}" presName="vertOne" presStyleCnt="0"/>
      <dgm:spPr/>
    </dgm:pt>
    <dgm:pt modelId="{727346B0-B4F1-456C-96E3-921F187323AB}" type="pres">
      <dgm:prSet presAssocID="{D1A3E738-FAE9-4F5C-8FAB-6A063BF9EDC8}" presName="txOne" presStyleLbl="node0" presStyleIdx="4" presStyleCnt="5">
        <dgm:presLayoutVars>
          <dgm:chPref val="3"/>
        </dgm:presLayoutVars>
      </dgm:prSet>
      <dgm:spPr/>
    </dgm:pt>
    <dgm:pt modelId="{0E6921D2-9C17-4508-9BDE-90C1A9F29659}" type="pres">
      <dgm:prSet presAssocID="{D1A3E738-FAE9-4F5C-8FAB-6A063BF9EDC8}" presName="horzOne" presStyleCnt="0"/>
      <dgm:spPr/>
    </dgm:pt>
  </dgm:ptLst>
  <dgm:cxnLst>
    <dgm:cxn modelId="{3B02C927-8FB9-4F14-963C-62E19A9E3519}" srcId="{DAC6D986-EBFA-4490-A9B8-6D3943B0C0BF}" destId="{8EBD3477-1477-495C-8B23-E1E64D356D7F}" srcOrd="2" destOrd="0" parTransId="{72A60F38-5947-40AB-9EA8-A7142717FCD1}" sibTransId="{DF54F635-6F2D-4458-B02F-06644D3215DF}"/>
    <dgm:cxn modelId="{E73A763C-D358-4209-86BC-CD29C413E836}" srcId="{DAC6D986-EBFA-4490-A9B8-6D3943B0C0BF}" destId="{D1A3E738-FAE9-4F5C-8FAB-6A063BF9EDC8}" srcOrd="4" destOrd="0" parTransId="{6C485B86-9E8C-4B4A-8D67-7A8E618A1507}" sibTransId="{06F2F37A-534A-4DC9-B902-CEB90AEA557E}"/>
    <dgm:cxn modelId="{1BBB0864-3A7E-4605-84A7-D1955E91ACA3}" type="presOf" srcId="{32099AB9-F73D-4E7D-B7E9-6E02B96A0135}" destId="{994C5F51-010A-4C5F-8B24-3E981DC6CEBF}" srcOrd="0" destOrd="0" presId="urn:microsoft.com/office/officeart/2005/8/layout/hierarchy4"/>
    <dgm:cxn modelId="{F5156C4D-926F-409E-BD12-007D5274B7B9}" type="presOf" srcId="{AD95437C-3D2F-4A36-A83B-4142B9B13EB8}" destId="{BDE1794A-6CA4-4C7D-82B3-97E52B2F98FA}" srcOrd="0" destOrd="0" presId="urn:microsoft.com/office/officeart/2005/8/layout/hierarchy4"/>
    <dgm:cxn modelId="{9AD28973-B527-4296-865A-B23FEF5B857A}" type="presOf" srcId="{8EBD3477-1477-495C-8B23-E1E64D356D7F}" destId="{906005E4-CAAD-43B8-8B32-327F4CFF6629}" srcOrd="0" destOrd="0" presId="urn:microsoft.com/office/officeart/2005/8/layout/hierarchy4"/>
    <dgm:cxn modelId="{7369F953-4CEF-48B0-8D97-B199C38118FD}" srcId="{DAC6D986-EBFA-4490-A9B8-6D3943B0C0BF}" destId="{1FAF230F-3318-4BC7-8344-0C2C94B5EC96}" srcOrd="1" destOrd="0" parTransId="{716849B5-BEF6-4AA4-8CA3-1068A3827605}" sibTransId="{162FC4B1-1D30-4225-834D-7DB04D12E434}"/>
    <dgm:cxn modelId="{CB211F86-17C9-4EC6-9905-2A7625E837AC}" type="presOf" srcId="{D1A3E738-FAE9-4F5C-8FAB-6A063BF9EDC8}" destId="{727346B0-B4F1-456C-96E3-921F187323AB}" srcOrd="0" destOrd="0" presId="urn:microsoft.com/office/officeart/2005/8/layout/hierarchy4"/>
    <dgm:cxn modelId="{EDE0718B-02EB-4C83-B9AD-F8CB6F159149}" srcId="{DAC6D986-EBFA-4490-A9B8-6D3943B0C0BF}" destId="{32099AB9-F73D-4E7D-B7E9-6E02B96A0135}" srcOrd="3" destOrd="0" parTransId="{D87DDC71-174F-4302-80BD-E40A4BD7B4C5}" sibTransId="{E8FFB802-0340-4F06-96C7-A96B4ED8576D}"/>
    <dgm:cxn modelId="{B181CA8B-14E6-4136-9EF5-21113F373245}" type="presOf" srcId="{DAC6D986-EBFA-4490-A9B8-6D3943B0C0BF}" destId="{13CEB555-3A86-4AD8-A52B-680B4939BC83}" srcOrd="0" destOrd="0" presId="urn:microsoft.com/office/officeart/2005/8/layout/hierarchy4"/>
    <dgm:cxn modelId="{B11683A5-376D-4A12-BA66-5A3D6AF39F23}" type="presOf" srcId="{1FAF230F-3318-4BC7-8344-0C2C94B5EC96}" destId="{D3B02F83-7B9E-497E-A29F-CCF920615687}" srcOrd="0" destOrd="0" presId="urn:microsoft.com/office/officeart/2005/8/layout/hierarchy4"/>
    <dgm:cxn modelId="{ED03B6A6-B16D-466F-801E-1CC1E88FCF02}" srcId="{DAC6D986-EBFA-4490-A9B8-6D3943B0C0BF}" destId="{AD95437C-3D2F-4A36-A83B-4142B9B13EB8}" srcOrd="0" destOrd="0" parTransId="{D80A821B-BDC0-4C47-B3E8-C93D41E6CA14}" sibTransId="{8FC63E21-E29A-4264-9E6A-BCC13F80A700}"/>
    <dgm:cxn modelId="{97200577-9057-4AAF-B8D3-D51632DACDA0}" type="presParOf" srcId="{13CEB555-3A86-4AD8-A52B-680B4939BC83}" destId="{59AD7D88-BFDF-4839-8E2C-EFFF32311519}" srcOrd="0" destOrd="0" presId="urn:microsoft.com/office/officeart/2005/8/layout/hierarchy4"/>
    <dgm:cxn modelId="{EB04CD7F-E5D1-4699-8FF6-BDB185B74B17}" type="presParOf" srcId="{59AD7D88-BFDF-4839-8E2C-EFFF32311519}" destId="{BDE1794A-6CA4-4C7D-82B3-97E52B2F98FA}" srcOrd="0" destOrd="0" presId="urn:microsoft.com/office/officeart/2005/8/layout/hierarchy4"/>
    <dgm:cxn modelId="{59CD290A-57D9-481A-A3D6-5834BA0E729B}" type="presParOf" srcId="{59AD7D88-BFDF-4839-8E2C-EFFF32311519}" destId="{B5B14DEE-9D31-4380-B80F-9A76EE60E0BA}" srcOrd="1" destOrd="0" presId="urn:microsoft.com/office/officeart/2005/8/layout/hierarchy4"/>
    <dgm:cxn modelId="{B50CB8D5-7762-46C9-A6F5-11F19931F2BE}" type="presParOf" srcId="{13CEB555-3A86-4AD8-A52B-680B4939BC83}" destId="{B61A2450-34B8-48A6-96C6-6A6E18E84CD0}" srcOrd="1" destOrd="0" presId="urn:microsoft.com/office/officeart/2005/8/layout/hierarchy4"/>
    <dgm:cxn modelId="{56CE6948-7045-4E7E-85A3-5318AAC390B8}" type="presParOf" srcId="{13CEB555-3A86-4AD8-A52B-680B4939BC83}" destId="{87E99B98-6D16-4AE1-AD09-FBF26950C19E}" srcOrd="2" destOrd="0" presId="urn:microsoft.com/office/officeart/2005/8/layout/hierarchy4"/>
    <dgm:cxn modelId="{7EA2060D-F3FA-4E48-B987-691319188BEE}" type="presParOf" srcId="{87E99B98-6D16-4AE1-AD09-FBF26950C19E}" destId="{D3B02F83-7B9E-497E-A29F-CCF920615687}" srcOrd="0" destOrd="0" presId="urn:microsoft.com/office/officeart/2005/8/layout/hierarchy4"/>
    <dgm:cxn modelId="{7FF874DE-CE50-4F3D-B06B-AA9AC97F28AB}" type="presParOf" srcId="{87E99B98-6D16-4AE1-AD09-FBF26950C19E}" destId="{F6237A29-9579-47CC-9628-797A82656CE5}" srcOrd="1" destOrd="0" presId="urn:microsoft.com/office/officeart/2005/8/layout/hierarchy4"/>
    <dgm:cxn modelId="{827D80C9-EEB5-4A8B-8364-DEEB3D6FFC8C}" type="presParOf" srcId="{13CEB555-3A86-4AD8-A52B-680B4939BC83}" destId="{3E792EF0-5512-4964-9582-091802ABAA7B}" srcOrd="3" destOrd="0" presId="urn:microsoft.com/office/officeart/2005/8/layout/hierarchy4"/>
    <dgm:cxn modelId="{91132237-B9C4-4A87-8F4D-895A8652FD17}" type="presParOf" srcId="{13CEB555-3A86-4AD8-A52B-680B4939BC83}" destId="{C37941D7-D32E-4503-A819-679BE04B3EB3}" srcOrd="4" destOrd="0" presId="urn:microsoft.com/office/officeart/2005/8/layout/hierarchy4"/>
    <dgm:cxn modelId="{838A7ADC-A9A5-4699-A705-37720594D0D0}" type="presParOf" srcId="{C37941D7-D32E-4503-A819-679BE04B3EB3}" destId="{906005E4-CAAD-43B8-8B32-327F4CFF6629}" srcOrd="0" destOrd="0" presId="urn:microsoft.com/office/officeart/2005/8/layout/hierarchy4"/>
    <dgm:cxn modelId="{98BD8B4B-3DDF-4A14-A37E-4FD01A090AE9}" type="presParOf" srcId="{C37941D7-D32E-4503-A819-679BE04B3EB3}" destId="{66025C1E-C0FF-4744-B4D7-9E5BFFF96014}" srcOrd="1" destOrd="0" presId="urn:microsoft.com/office/officeart/2005/8/layout/hierarchy4"/>
    <dgm:cxn modelId="{5116E956-86B6-4426-8CCF-4151D9050694}" type="presParOf" srcId="{13CEB555-3A86-4AD8-A52B-680B4939BC83}" destId="{A2FDCF2B-3E07-47A1-AC16-F942FE9B0AFE}" srcOrd="5" destOrd="0" presId="urn:microsoft.com/office/officeart/2005/8/layout/hierarchy4"/>
    <dgm:cxn modelId="{127F2F8B-4A0D-4944-983B-4F568466412D}" type="presParOf" srcId="{13CEB555-3A86-4AD8-A52B-680B4939BC83}" destId="{36877CE0-8EAE-401F-B8F5-4C1F7786D544}" srcOrd="6" destOrd="0" presId="urn:microsoft.com/office/officeart/2005/8/layout/hierarchy4"/>
    <dgm:cxn modelId="{065D6D08-7135-4D0B-A5DB-E7BC42A5CBE4}" type="presParOf" srcId="{36877CE0-8EAE-401F-B8F5-4C1F7786D544}" destId="{994C5F51-010A-4C5F-8B24-3E981DC6CEBF}" srcOrd="0" destOrd="0" presId="urn:microsoft.com/office/officeart/2005/8/layout/hierarchy4"/>
    <dgm:cxn modelId="{C05BFCA6-9763-4A59-A89D-B1D1385083CD}" type="presParOf" srcId="{36877CE0-8EAE-401F-B8F5-4C1F7786D544}" destId="{B125DD50-EEA2-41B3-9ED0-BAC19500CEF0}" srcOrd="1" destOrd="0" presId="urn:microsoft.com/office/officeart/2005/8/layout/hierarchy4"/>
    <dgm:cxn modelId="{96FA721F-888D-4439-A27A-0040546799FA}" type="presParOf" srcId="{13CEB555-3A86-4AD8-A52B-680B4939BC83}" destId="{014B82EA-927E-4CE8-BE67-666ABBA11678}" srcOrd="7" destOrd="0" presId="urn:microsoft.com/office/officeart/2005/8/layout/hierarchy4"/>
    <dgm:cxn modelId="{5E083F15-5808-40EE-A4E1-42BC749E23BD}" type="presParOf" srcId="{13CEB555-3A86-4AD8-A52B-680B4939BC83}" destId="{BC8AE517-7178-4C7A-81B5-E09D6759CAC9}" srcOrd="8" destOrd="0" presId="urn:microsoft.com/office/officeart/2005/8/layout/hierarchy4"/>
    <dgm:cxn modelId="{926A5177-9609-4F38-B373-BC6732AA215D}" type="presParOf" srcId="{BC8AE517-7178-4C7A-81B5-E09D6759CAC9}" destId="{727346B0-B4F1-456C-96E3-921F187323AB}" srcOrd="0" destOrd="0" presId="urn:microsoft.com/office/officeart/2005/8/layout/hierarchy4"/>
    <dgm:cxn modelId="{D2811DBC-B9EA-4AD4-9B2A-DE546FDBC81A}" type="presParOf" srcId="{BC8AE517-7178-4C7A-81B5-E09D6759CAC9}" destId="{0E6921D2-9C17-4508-9BDE-90C1A9F2965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8531BA-FA9A-4BF6-90E8-5117BB669702}" type="doc">
      <dgm:prSet loTypeId="urn:microsoft.com/office/officeart/2018/2/layout/IconLabel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6C1E737-4512-4CF1-AD4E-C6FC2A855B8F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>
              <a:solidFill>
                <a:schemeClr val="accent4"/>
              </a:solidFill>
            </a:rPr>
            <a:t>SENSe</a:t>
          </a:r>
          <a:r>
            <a:rPr lang="fr-CA" dirty="0">
              <a:solidFill>
                <a:schemeClr val="accent4"/>
              </a:solidFill>
            </a:rPr>
            <a:t> produit des </a:t>
          </a:r>
          <a:r>
            <a:rPr lang="fr-CA" dirty="0" err="1">
              <a:solidFill>
                <a:schemeClr val="accent4"/>
              </a:solidFill>
            </a:rPr>
            <a:t>EPICs</a:t>
          </a:r>
          <a:r>
            <a:rPr lang="fr-CA" dirty="0">
              <a:solidFill>
                <a:schemeClr val="accent4"/>
              </a:solidFill>
            </a:rPr>
            <a:t> (release) </a:t>
          </a:r>
          <a:r>
            <a:rPr lang="fr-CA" b="1" dirty="0">
              <a:solidFill>
                <a:schemeClr val="accent4"/>
              </a:solidFill>
            </a:rPr>
            <a:t>READY</a:t>
          </a:r>
          <a:r>
            <a:rPr lang="fr-CA" dirty="0">
              <a:solidFill>
                <a:schemeClr val="accent4"/>
              </a:solidFill>
            </a:rPr>
            <a:t> → </a:t>
          </a:r>
          <a:r>
            <a:rPr lang="fr-CA" dirty="0" err="1">
              <a:solidFill>
                <a:schemeClr val="accent4"/>
              </a:solidFill>
            </a:rPr>
            <a:t>FORGe</a:t>
          </a:r>
          <a:r>
            <a:rPr lang="fr-CA" dirty="0">
              <a:solidFill>
                <a:schemeClr val="accent4"/>
              </a:solidFill>
            </a:rPr>
            <a:t> (</a:t>
          </a:r>
          <a:r>
            <a:rPr lang="fr-CA" dirty="0" err="1">
              <a:solidFill>
                <a:schemeClr val="accent4"/>
              </a:solidFill>
            </a:rPr>
            <a:t>SAFe</a:t>
          </a:r>
          <a:r>
            <a:rPr lang="fr-CA" dirty="0">
              <a:solidFill>
                <a:schemeClr val="accent4"/>
              </a:solidFill>
            </a:rPr>
            <a:t>)  et les implémente via les trains.</a:t>
          </a:r>
          <a:endParaRPr lang="en-US" dirty="0">
            <a:solidFill>
              <a:schemeClr val="accent4"/>
            </a:solidFill>
          </a:endParaRPr>
        </a:p>
      </dgm:t>
    </dgm:pt>
    <dgm:pt modelId="{D63EA806-35DD-4646-89D0-756A4D389DCE}" type="parTrans" cxnId="{7C7C3555-27B8-46F6-8A14-CC743979677F}">
      <dgm:prSet/>
      <dgm:spPr/>
      <dgm:t>
        <a:bodyPr/>
        <a:lstStyle/>
        <a:p>
          <a:endParaRPr lang="en-US"/>
        </a:p>
      </dgm:t>
    </dgm:pt>
    <dgm:pt modelId="{5152FB13-ACE8-4B08-AAC4-F045C34014BA}" type="sibTrans" cxnId="{7C7C3555-27B8-46F6-8A14-CC743979677F}">
      <dgm:prSet/>
      <dgm:spPr/>
      <dgm:t>
        <a:bodyPr/>
        <a:lstStyle/>
        <a:p>
          <a:endParaRPr lang="en-US"/>
        </a:p>
      </dgm:t>
    </dgm:pt>
    <dgm:pt modelId="{F313C940-3E80-4944-9656-82552BB9EBA6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>
              <a:solidFill>
                <a:schemeClr val="accent4"/>
              </a:solidFill>
            </a:rPr>
            <a:t>Les fonctionnalités concernées sont aussi complètes, on peut utiliser les spécifications.</a:t>
          </a:r>
          <a:endParaRPr lang="en-US" dirty="0">
            <a:solidFill>
              <a:schemeClr val="accent4"/>
            </a:solidFill>
          </a:endParaRPr>
        </a:p>
      </dgm:t>
    </dgm:pt>
    <dgm:pt modelId="{3C0DCC9B-5E67-40DB-A976-1B9BB184003C}" type="parTrans" cxnId="{FA3D37E4-3A68-4140-AA57-39BEB9DF784B}">
      <dgm:prSet/>
      <dgm:spPr/>
      <dgm:t>
        <a:bodyPr/>
        <a:lstStyle/>
        <a:p>
          <a:endParaRPr lang="en-US"/>
        </a:p>
      </dgm:t>
    </dgm:pt>
    <dgm:pt modelId="{9E5B5CE9-277F-4656-B8DF-64FAE1BB0352}" type="sibTrans" cxnId="{FA3D37E4-3A68-4140-AA57-39BEB9DF784B}">
      <dgm:prSet/>
      <dgm:spPr/>
      <dgm:t>
        <a:bodyPr/>
        <a:lstStyle/>
        <a:p>
          <a:endParaRPr lang="en-US"/>
        </a:p>
      </dgm:t>
    </dgm:pt>
    <dgm:pt modelId="{0A3607A6-E03E-4CD7-B7C4-FF7B825E6A92}" type="pres">
      <dgm:prSet presAssocID="{4A8531BA-FA9A-4BF6-90E8-5117BB669702}" presName="root" presStyleCnt="0">
        <dgm:presLayoutVars>
          <dgm:dir/>
          <dgm:resizeHandles val="exact"/>
        </dgm:presLayoutVars>
      </dgm:prSet>
      <dgm:spPr/>
    </dgm:pt>
    <dgm:pt modelId="{0F6F9F15-2E0A-4272-8154-44551662E24C}" type="pres">
      <dgm:prSet presAssocID="{B6C1E737-4512-4CF1-AD4E-C6FC2A855B8F}" presName="compNode" presStyleCnt="0"/>
      <dgm:spPr/>
    </dgm:pt>
    <dgm:pt modelId="{1BA65ED4-1E0F-410E-9713-B6383E6A3347}" type="pres">
      <dgm:prSet presAssocID="{B6C1E737-4512-4CF1-AD4E-C6FC2A855B8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BC7D984C-2419-4BD3-A0F0-48DD4572E964}" type="pres">
      <dgm:prSet presAssocID="{B6C1E737-4512-4CF1-AD4E-C6FC2A855B8F}" presName="spaceRect" presStyleCnt="0"/>
      <dgm:spPr/>
    </dgm:pt>
    <dgm:pt modelId="{1470BD4D-3631-44D0-8377-FE5B3AFC6F18}" type="pres">
      <dgm:prSet presAssocID="{B6C1E737-4512-4CF1-AD4E-C6FC2A855B8F}" presName="textRect" presStyleLbl="revTx" presStyleIdx="0" presStyleCnt="2">
        <dgm:presLayoutVars>
          <dgm:chMax val="1"/>
          <dgm:chPref val="1"/>
        </dgm:presLayoutVars>
      </dgm:prSet>
      <dgm:spPr/>
    </dgm:pt>
    <dgm:pt modelId="{87694A9C-39C7-4E80-A20D-87BDAA9429E5}" type="pres">
      <dgm:prSet presAssocID="{5152FB13-ACE8-4B08-AAC4-F045C34014BA}" presName="sibTrans" presStyleCnt="0"/>
      <dgm:spPr/>
    </dgm:pt>
    <dgm:pt modelId="{7382A93A-51F0-45DC-9425-E5E11141B270}" type="pres">
      <dgm:prSet presAssocID="{F313C940-3E80-4944-9656-82552BB9EBA6}" presName="compNode" presStyleCnt="0"/>
      <dgm:spPr/>
    </dgm:pt>
    <dgm:pt modelId="{65E3F1EA-BD22-497A-917C-65043B0F1F96}" type="pres">
      <dgm:prSet presAssocID="{F313C940-3E80-4944-9656-82552BB9EBA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5116F137-6FF1-4239-B032-E8D635477221}" type="pres">
      <dgm:prSet presAssocID="{F313C940-3E80-4944-9656-82552BB9EBA6}" presName="spaceRect" presStyleCnt="0"/>
      <dgm:spPr/>
    </dgm:pt>
    <dgm:pt modelId="{BCD8C751-45F0-4712-B067-30A947F54940}" type="pres">
      <dgm:prSet presAssocID="{F313C940-3E80-4944-9656-82552BB9EBA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15BE0E-9B0E-4A27-A117-746CD30C476E}" type="presOf" srcId="{4A8531BA-FA9A-4BF6-90E8-5117BB669702}" destId="{0A3607A6-E03E-4CD7-B7C4-FF7B825E6A92}" srcOrd="0" destOrd="0" presId="urn:microsoft.com/office/officeart/2018/2/layout/IconLabelList"/>
    <dgm:cxn modelId="{2DA47C72-E247-4E8D-A5CB-15B4034F7CD1}" type="presOf" srcId="{B6C1E737-4512-4CF1-AD4E-C6FC2A855B8F}" destId="{1470BD4D-3631-44D0-8377-FE5B3AFC6F18}" srcOrd="0" destOrd="0" presId="urn:microsoft.com/office/officeart/2018/2/layout/IconLabelList"/>
    <dgm:cxn modelId="{7C7C3555-27B8-46F6-8A14-CC743979677F}" srcId="{4A8531BA-FA9A-4BF6-90E8-5117BB669702}" destId="{B6C1E737-4512-4CF1-AD4E-C6FC2A855B8F}" srcOrd="0" destOrd="0" parTransId="{D63EA806-35DD-4646-89D0-756A4D389DCE}" sibTransId="{5152FB13-ACE8-4B08-AAC4-F045C34014BA}"/>
    <dgm:cxn modelId="{6F170E80-3CC7-4DF8-B0BF-B2F2FED7D1AF}" type="presOf" srcId="{F313C940-3E80-4944-9656-82552BB9EBA6}" destId="{BCD8C751-45F0-4712-B067-30A947F54940}" srcOrd="0" destOrd="0" presId="urn:microsoft.com/office/officeart/2018/2/layout/IconLabelList"/>
    <dgm:cxn modelId="{FA3D37E4-3A68-4140-AA57-39BEB9DF784B}" srcId="{4A8531BA-FA9A-4BF6-90E8-5117BB669702}" destId="{F313C940-3E80-4944-9656-82552BB9EBA6}" srcOrd="1" destOrd="0" parTransId="{3C0DCC9B-5E67-40DB-A976-1B9BB184003C}" sibTransId="{9E5B5CE9-277F-4656-B8DF-64FAE1BB0352}"/>
    <dgm:cxn modelId="{415E2987-26E6-4ADE-A770-3DB644359E1A}" type="presParOf" srcId="{0A3607A6-E03E-4CD7-B7C4-FF7B825E6A92}" destId="{0F6F9F15-2E0A-4272-8154-44551662E24C}" srcOrd="0" destOrd="0" presId="urn:microsoft.com/office/officeart/2018/2/layout/IconLabelList"/>
    <dgm:cxn modelId="{FC074946-FF43-4E25-A4E9-B9E131F3C5D5}" type="presParOf" srcId="{0F6F9F15-2E0A-4272-8154-44551662E24C}" destId="{1BA65ED4-1E0F-410E-9713-B6383E6A3347}" srcOrd="0" destOrd="0" presId="urn:microsoft.com/office/officeart/2018/2/layout/IconLabelList"/>
    <dgm:cxn modelId="{6E6A67C1-D147-4692-87A7-79CC0C9F65D0}" type="presParOf" srcId="{0F6F9F15-2E0A-4272-8154-44551662E24C}" destId="{BC7D984C-2419-4BD3-A0F0-48DD4572E964}" srcOrd="1" destOrd="0" presId="urn:microsoft.com/office/officeart/2018/2/layout/IconLabelList"/>
    <dgm:cxn modelId="{19C6DBD3-0947-4067-8A8C-17958BCDE32B}" type="presParOf" srcId="{0F6F9F15-2E0A-4272-8154-44551662E24C}" destId="{1470BD4D-3631-44D0-8377-FE5B3AFC6F18}" srcOrd="2" destOrd="0" presId="urn:microsoft.com/office/officeart/2018/2/layout/IconLabelList"/>
    <dgm:cxn modelId="{08AD3A8E-DEB4-49DA-8EAD-9DCC1493F64A}" type="presParOf" srcId="{0A3607A6-E03E-4CD7-B7C4-FF7B825E6A92}" destId="{87694A9C-39C7-4E80-A20D-87BDAA9429E5}" srcOrd="1" destOrd="0" presId="urn:microsoft.com/office/officeart/2018/2/layout/IconLabelList"/>
    <dgm:cxn modelId="{C24F7D3A-868E-4F8C-9167-54CD10D6099D}" type="presParOf" srcId="{0A3607A6-E03E-4CD7-B7C4-FF7B825E6A92}" destId="{7382A93A-51F0-45DC-9425-E5E11141B270}" srcOrd="2" destOrd="0" presId="urn:microsoft.com/office/officeart/2018/2/layout/IconLabelList"/>
    <dgm:cxn modelId="{5C0EED80-F59F-4F15-89E7-610F9AA46734}" type="presParOf" srcId="{7382A93A-51F0-45DC-9425-E5E11141B270}" destId="{65E3F1EA-BD22-497A-917C-65043B0F1F96}" srcOrd="0" destOrd="0" presId="urn:microsoft.com/office/officeart/2018/2/layout/IconLabelList"/>
    <dgm:cxn modelId="{F5A16190-AF8A-44B5-9C6E-8BE928814D44}" type="presParOf" srcId="{7382A93A-51F0-45DC-9425-E5E11141B270}" destId="{5116F137-6FF1-4239-B032-E8D635477221}" srcOrd="1" destOrd="0" presId="urn:microsoft.com/office/officeart/2018/2/layout/IconLabelList"/>
    <dgm:cxn modelId="{ECFE3D24-C5B2-4229-AF55-224BF9B213A1}" type="presParOf" srcId="{7382A93A-51F0-45DC-9425-E5E11141B270}" destId="{BCD8C751-45F0-4712-B067-30A947F549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C8E0E1-8E4D-4343-9F35-2C5BBB8A7BD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42F12FDF-B535-459C-9AF2-E10F5C51075E}">
      <dgm:prSet/>
      <dgm:spPr/>
      <dgm:t>
        <a:bodyPr/>
        <a:lstStyle/>
        <a:p>
          <a:pPr>
            <a:defRPr cap="all"/>
          </a:pPr>
          <a:r>
            <a:rPr lang="fr-CA" dirty="0">
              <a:solidFill>
                <a:schemeClr val="accent4"/>
              </a:solidFill>
            </a:rPr>
            <a:t>Les signaux deviennent des valeurs/intentions claires</a:t>
          </a:r>
          <a:endParaRPr lang="en-US" dirty="0">
            <a:solidFill>
              <a:schemeClr val="accent4"/>
            </a:solidFill>
          </a:endParaRPr>
        </a:p>
      </dgm:t>
    </dgm:pt>
    <dgm:pt modelId="{8411D602-5CCB-4B82-B814-265D6AC9EB4B}" type="parTrans" cxnId="{353833DD-93FF-4AFB-80C7-92A397B8B068}">
      <dgm:prSet/>
      <dgm:spPr/>
      <dgm:t>
        <a:bodyPr/>
        <a:lstStyle/>
        <a:p>
          <a:endParaRPr lang="en-US"/>
        </a:p>
      </dgm:t>
    </dgm:pt>
    <dgm:pt modelId="{EFF2E1AD-D153-479F-A4B3-4B9D54ADA778}" type="sibTrans" cxnId="{353833DD-93FF-4AFB-80C7-92A397B8B068}">
      <dgm:prSet/>
      <dgm:spPr/>
      <dgm:t>
        <a:bodyPr/>
        <a:lstStyle/>
        <a:p>
          <a:endParaRPr lang="en-US"/>
        </a:p>
      </dgm:t>
    </dgm:pt>
    <dgm:pt modelId="{F29550F2-8FE5-4E40-B2B6-9FF755EF5B22}">
      <dgm:prSet/>
      <dgm:spPr/>
      <dgm:t>
        <a:bodyPr/>
        <a:lstStyle/>
        <a:p>
          <a:pPr>
            <a:defRPr cap="all"/>
          </a:pPr>
          <a:r>
            <a:rPr lang="fr-CA" dirty="0">
              <a:solidFill>
                <a:schemeClr val="accent4"/>
              </a:solidFill>
            </a:rPr>
            <a:t>Les intentions deviennent des modèles définis (</a:t>
          </a:r>
          <a:r>
            <a:rPr lang="fr-CA" dirty="0" err="1">
              <a:solidFill>
                <a:schemeClr val="accent4"/>
              </a:solidFill>
            </a:rPr>
            <a:t>specs</a:t>
          </a:r>
          <a:r>
            <a:rPr lang="fr-CA" dirty="0">
              <a:solidFill>
                <a:schemeClr val="accent4"/>
              </a:solidFill>
            </a:rPr>
            <a:t>)</a:t>
          </a:r>
          <a:endParaRPr lang="en-US" dirty="0">
            <a:solidFill>
              <a:schemeClr val="accent4"/>
            </a:solidFill>
          </a:endParaRPr>
        </a:p>
      </dgm:t>
    </dgm:pt>
    <dgm:pt modelId="{ECADDA79-8406-4EDA-A6D5-994B84FBF34A}" type="parTrans" cxnId="{20ED6E4E-BD52-47E9-8574-81C585C7F8B1}">
      <dgm:prSet/>
      <dgm:spPr/>
      <dgm:t>
        <a:bodyPr/>
        <a:lstStyle/>
        <a:p>
          <a:endParaRPr lang="en-US"/>
        </a:p>
      </dgm:t>
    </dgm:pt>
    <dgm:pt modelId="{090369DE-A9AE-42BA-B66D-DE10EC41B962}" type="sibTrans" cxnId="{20ED6E4E-BD52-47E9-8574-81C585C7F8B1}">
      <dgm:prSet/>
      <dgm:spPr/>
      <dgm:t>
        <a:bodyPr/>
        <a:lstStyle/>
        <a:p>
          <a:endParaRPr lang="en-US"/>
        </a:p>
      </dgm:t>
    </dgm:pt>
    <dgm:pt modelId="{8E29243C-D0BF-4664-880A-A05A3C244E45}">
      <dgm:prSet/>
      <dgm:spPr/>
      <dgm:t>
        <a:bodyPr/>
        <a:lstStyle/>
        <a:p>
          <a:pPr>
            <a:defRPr cap="all"/>
          </a:pPr>
          <a:r>
            <a:rPr lang="fr-CA" dirty="0">
              <a:solidFill>
                <a:schemeClr val="accent4"/>
              </a:solidFill>
            </a:rPr>
            <a:t>La valeur est prête à être livrée sous forme d’</a:t>
          </a:r>
          <a:r>
            <a:rPr lang="fr-CA" dirty="0" err="1">
              <a:solidFill>
                <a:schemeClr val="accent4"/>
              </a:solidFill>
            </a:rPr>
            <a:t>EPICs</a:t>
          </a:r>
          <a:r>
            <a:rPr lang="fr-CA" dirty="0">
              <a:solidFill>
                <a:schemeClr val="accent4"/>
              </a:solidFill>
            </a:rPr>
            <a:t> (releases)</a:t>
          </a:r>
          <a:endParaRPr lang="en-US" dirty="0">
            <a:solidFill>
              <a:schemeClr val="accent4"/>
            </a:solidFill>
          </a:endParaRPr>
        </a:p>
      </dgm:t>
    </dgm:pt>
    <dgm:pt modelId="{524F5BCF-B905-4647-845D-06CC81E24D52}" type="parTrans" cxnId="{39056268-B6A0-4CC2-B01B-14EA0CB09FF3}">
      <dgm:prSet/>
      <dgm:spPr/>
      <dgm:t>
        <a:bodyPr/>
        <a:lstStyle/>
        <a:p>
          <a:endParaRPr lang="en-US"/>
        </a:p>
      </dgm:t>
    </dgm:pt>
    <dgm:pt modelId="{6F96EB25-2C94-439B-910D-F74882844FEF}" type="sibTrans" cxnId="{39056268-B6A0-4CC2-B01B-14EA0CB09FF3}">
      <dgm:prSet/>
      <dgm:spPr/>
      <dgm:t>
        <a:bodyPr/>
        <a:lstStyle/>
        <a:p>
          <a:endParaRPr lang="en-US"/>
        </a:p>
      </dgm:t>
    </dgm:pt>
    <dgm:pt modelId="{9366E4A8-CF49-4E9E-95E8-23A83D8F041A}" type="pres">
      <dgm:prSet presAssocID="{01C8E0E1-8E4D-4343-9F35-2C5BBB8A7BDB}" presName="root" presStyleCnt="0">
        <dgm:presLayoutVars>
          <dgm:dir/>
          <dgm:resizeHandles val="exact"/>
        </dgm:presLayoutVars>
      </dgm:prSet>
      <dgm:spPr/>
    </dgm:pt>
    <dgm:pt modelId="{BF535ADB-E58A-4335-BF85-1F21CBF54C18}" type="pres">
      <dgm:prSet presAssocID="{42F12FDF-B535-459C-9AF2-E10F5C51075E}" presName="compNode" presStyleCnt="0"/>
      <dgm:spPr/>
    </dgm:pt>
    <dgm:pt modelId="{08FBF858-763E-4D4F-A03F-645816CEF02B}" type="pres">
      <dgm:prSet presAssocID="{42F12FDF-B535-459C-9AF2-E10F5C51075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C3CEA3F-DB5B-4338-BA97-563C7262700E}" type="pres">
      <dgm:prSet presAssocID="{42F12FDF-B535-459C-9AF2-E10F5C5107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EC1CD81A-B76F-4F0D-87C4-BCDD9F809B0C}" type="pres">
      <dgm:prSet presAssocID="{42F12FDF-B535-459C-9AF2-E10F5C51075E}" presName="spaceRect" presStyleCnt="0"/>
      <dgm:spPr/>
    </dgm:pt>
    <dgm:pt modelId="{F791F841-3F49-47C7-A750-56DFB32909B8}" type="pres">
      <dgm:prSet presAssocID="{42F12FDF-B535-459C-9AF2-E10F5C51075E}" presName="textRect" presStyleLbl="revTx" presStyleIdx="0" presStyleCnt="3">
        <dgm:presLayoutVars>
          <dgm:chMax val="1"/>
          <dgm:chPref val="1"/>
        </dgm:presLayoutVars>
      </dgm:prSet>
      <dgm:spPr/>
    </dgm:pt>
    <dgm:pt modelId="{0B1DFEAC-08C6-4965-A44C-BD0A127F88D5}" type="pres">
      <dgm:prSet presAssocID="{EFF2E1AD-D153-479F-A4B3-4B9D54ADA778}" presName="sibTrans" presStyleCnt="0"/>
      <dgm:spPr/>
    </dgm:pt>
    <dgm:pt modelId="{E093AC16-1726-458D-B4E6-BE22A212E7E0}" type="pres">
      <dgm:prSet presAssocID="{F29550F2-8FE5-4E40-B2B6-9FF755EF5B22}" presName="compNode" presStyleCnt="0"/>
      <dgm:spPr/>
    </dgm:pt>
    <dgm:pt modelId="{ADA4AAD1-E20A-4F9E-830A-F1583A5F9E33}" type="pres">
      <dgm:prSet presAssocID="{F29550F2-8FE5-4E40-B2B6-9FF755EF5B2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1CA5E8C-9DE0-4161-9555-85F9A13A6D2A}" type="pres">
      <dgm:prSet presAssocID="{F29550F2-8FE5-4E40-B2B6-9FF755EF5B2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6A3A7EC-EA06-4AC1-8963-60FC65EB44BF}" type="pres">
      <dgm:prSet presAssocID="{F29550F2-8FE5-4E40-B2B6-9FF755EF5B22}" presName="spaceRect" presStyleCnt="0"/>
      <dgm:spPr/>
    </dgm:pt>
    <dgm:pt modelId="{81AA90E6-A6D0-4E31-A499-5C3D2FF80C0A}" type="pres">
      <dgm:prSet presAssocID="{F29550F2-8FE5-4E40-B2B6-9FF755EF5B22}" presName="textRect" presStyleLbl="revTx" presStyleIdx="1" presStyleCnt="3">
        <dgm:presLayoutVars>
          <dgm:chMax val="1"/>
          <dgm:chPref val="1"/>
        </dgm:presLayoutVars>
      </dgm:prSet>
      <dgm:spPr/>
    </dgm:pt>
    <dgm:pt modelId="{D7E45244-5D24-45B5-A1CA-12E57F1A84D1}" type="pres">
      <dgm:prSet presAssocID="{090369DE-A9AE-42BA-B66D-DE10EC41B962}" presName="sibTrans" presStyleCnt="0"/>
      <dgm:spPr/>
    </dgm:pt>
    <dgm:pt modelId="{F880F330-D77B-4A99-BD2D-CC0D45A2DED0}" type="pres">
      <dgm:prSet presAssocID="{8E29243C-D0BF-4664-880A-A05A3C244E45}" presName="compNode" presStyleCnt="0"/>
      <dgm:spPr/>
    </dgm:pt>
    <dgm:pt modelId="{331936C6-3CB5-4A59-8C1C-B4913D45194C}" type="pres">
      <dgm:prSet presAssocID="{8E29243C-D0BF-4664-880A-A05A3C244E4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F1182A9-C2F4-4FDA-89C2-A1A3500A5BA3}" type="pres">
      <dgm:prSet presAssocID="{8E29243C-D0BF-4664-880A-A05A3C244E4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e Decoration"/>
        </a:ext>
      </dgm:extLst>
    </dgm:pt>
    <dgm:pt modelId="{6D66ABC2-C995-4BBD-BD74-1628346F9D22}" type="pres">
      <dgm:prSet presAssocID="{8E29243C-D0BF-4664-880A-A05A3C244E45}" presName="spaceRect" presStyleCnt="0"/>
      <dgm:spPr/>
    </dgm:pt>
    <dgm:pt modelId="{AFAC3635-2581-4CC9-A324-7A8AE2296E4C}" type="pres">
      <dgm:prSet presAssocID="{8E29243C-D0BF-4664-880A-A05A3C244E4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E2B734-4D8C-4065-940C-172159B9E96B}" type="presOf" srcId="{F29550F2-8FE5-4E40-B2B6-9FF755EF5B22}" destId="{81AA90E6-A6D0-4E31-A499-5C3D2FF80C0A}" srcOrd="0" destOrd="0" presId="urn:microsoft.com/office/officeart/2018/5/layout/IconLeafLabelList"/>
    <dgm:cxn modelId="{39056268-B6A0-4CC2-B01B-14EA0CB09FF3}" srcId="{01C8E0E1-8E4D-4343-9F35-2C5BBB8A7BDB}" destId="{8E29243C-D0BF-4664-880A-A05A3C244E45}" srcOrd="2" destOrd="0" parTransId="{524F5BCF-B905-4647-845D-06CC81E24D52}" sibTransId="{6F96EB25-2C94-439B-910D-F74882844FEF}"/>
    <dgm:cxn modelId="{20ED6E4E-BD52-47E9-8574-81C585C7F8B1}" srcId="{01C8E0E1-8E4D-4343-9F35-2C5BBB8A7BDB}" destId="{F29550F2-8FE5-4E40-B2B6-9FF755EF5B22}" srcOrd="1" destOrd="0" parTransId="{ECADDA79-8406-4EDA-A6D5-994B84FBF34A}" sibTransId="{090369DE-A9AE-42BA-B66D-DE10EC41B962}"/>
    <dgm:cxn modelId="{353833DD-93FF-4AFB-80C7-92A397B8B068}" srcId="{01C8E0E1-8E4D-4343-9F35-2C5BBB8A7BDB}" destId="{42F12FDF-B535-459C-9AF2-E10F5C51075E}" srcOrd="0" destOrd="0" parTransId="{8411D602-5CCB-4B82-B814-265D6AC9EB4B}" sibTransId="{EFF2E1AD-D153-479F-A4B3-4B9D54ADA778}"/>
    <dgm:cxn modelId="{7B3399E0-56ED-4183-B143-D6AC40B39348}" type="presOf" srcId="{01C8E0E1-8E4D-4343-9F35-2C5BBB8A7BDB}" destId="{9366E4A8-CF49-4E9E-95E8-23A83D8F041A}" srcOrd="0" destOrd="0" presId="urn:microsoft.com/office/officeart/2018/5/layout/IconLeafLabelList"/>
    <dgm:cxn modelId="{902F7BF8-285D-4D5F-91C5-F7F82FDBCE27}" type="presOf" srcId="{42F12FDF-B535-459C-9AF2-E10F5C51075E}" destId="{F791F841-3F49-47C7-A750-56DFB32909B8}" srcOrd="0" destOrd="0" presId="urn:microsoft.com/office/officeart/2018/5/layout/IconLeafLabelList"/>
    <dgm:cxn modelId="{144AA3F9-3553-4296-95A3-B0FF3821AE55}" type="presOf" srcId="{8E29243C-D0BF-4664-880A-A05A3C244E45}" destId="{AFAC3635-2581-4CC9-A324-7A8AE2296E4C}" srcOrd="0" destOrd="0" presId="urn:microsoft.com/office/officeart/2018/5/layout/IconLeafLabelList"/>
    <dgm:cxn modelId="{A1871F8E-64CF-4AF6-9158-A6D2E048D5F8}" type="presParOf" srcId="{9366E4A8-CF49-4E9E-95E8-23A83D8F041A}" destId="{BF535ADB-E58A-4335-BF85-1F21CBF54C18}" srcOrd="0" destOrd="0" presId="urn:microsoft.com/office/officeart/2018/5/layout/IconLeafLabelList"/>
    <dgm:cxn modelId="{841B26BB-28E6-4FD3-91FB-25C17BE753B2}" type="presParOf" srcId="{BF535ADB-E58A-4335-BF85-1F21CBF54C18}" destId="{08FBF858-763E-4D4F-A03F-645816CEF02B}" srcOrd="0" destOrd="0" presId="urn:microsoft.com/office/officeart/2018/5/layout/IconLeafLabelList"/>
    <dgm:cxn modelId="{85930308-A237-48D9-A0C7-4DB9E3CDF33E}" type="presParOf" srcId="{BF535ADB-E58A-4335-BF85-1F21CBF54C18}" destId="{6C3CEA3F-DB5B-4338-BA97-563C7262700E}" srcOrd="1" destOrd="0" presId="urn:microsoft.com/office/officeart/2018/5/layout/IconLeafLabelList"/>
    <dgm:cxn modelId="{D5D92B64-5B26-47EE-93CC-7033D1C12344}" type="presParOf" srcId="{BF535ADB-E58A-4335-BF85-1F21CBF54C18}" destId="{EC1CD81A-B76F-4F0D-87C4-BCDD9F809B0C}" srcOrd="2" destOrd="0" presId="urn:microsoft.com/office/officeart/2018/5/layout/IconLeafLabelList"/>
    <dgm:cxn modelId="{88C3C904-B813-419A-83D2-B2702255E1E2}" type="presParOf" srcId="{BF535ADB-E58A-4335-BF85-1F21CBF54C18}" destId="{F791F841-3F49-47C7-A750-56DFB32909B8}" srcOrd="3" destOrd="0" presId="urn:microsoft.com/office/officeart/2018/5/layout/IconLeafLabelList"/>
    <dgm:cxn modelId="{6E2D2E1F-FB42-4B7E-AFDA-4B004532EB8E}" type="presParOf" srcId="{9366E4A8-CF49-4E9E-95E8-23A83D8F041A}" destId="{0B1DFEAC-08C6-4965-A44C-BD0A127F88D5}" srcOrd="1" destOrd="0" presId="urn:microsoft.com/office/officeart/2018/5/layout/IconLeafLabelList"/>
    <dgm:cxn modelId="{44F84493-9198-4B63-8E32-879F4DDC987C}" type="presParOf" srcId="{9366E4A8-CF49-4E9E-95E8-23A83D8F041A}" destId="{E093AC16-1726-458D-B4E6-BE22A212E7E0}" srcOrd="2" destOrd="0" presId="urn:microsoft.com/office/officeart/2018/5/layout/IconLeafLabelList"/>
    <dgm:cxn modelId="{365FABA4-5F6A-4176-9954-0836E9AB32BA}" type="presParOf" srcId="{E093AC16-1726-458D-B4E6-BE22A212E7E0}" destId="{ADA4AAD1-E20A-4F9E-830A-F1583A5F9E33}" srcOrd="0" destOrd="0" presId="urn:microsoft.com/office/officeart/2018/5/layout/IconLeafLabelList"/>
    <dgm:cxn modelId="{7F4AC48D-3D32-45F5-B600-DACE8ECED2B8}" type="presParOf" srcId="{E093AC16-1726-458D-B4E6-BE22A212E7E0}" destId="{01CA5E8C-9DE0-4161-9555-85F9A13A6D2A}" srcOrd="1" destOrd="0" presId="urn:microsoft.com/office/officeart/2018/5/layout/IconLeafLabelList"/>
    <dgm:cxn modelId="{BBA8F7B2-9508-4467-9F1B-7E773737221C}" type="presParOf" srcId="{E093AC16-1726-458D-B4E6-BE22A212E7E0}" destId="{96A3A7EC-EA06-4AC1-8963-60FC65EB44BF}" srcOrd="2" destOrd="0" presId="urn:microsoft.com/office/officeart/2018/5/layout/IconLeafLabelList"/>
    <dgm:cxn modelId="{34151532-CE48-4109-A818-B679FA5338FC}" type="presParOf" srcId="{E093AC16-1726-458D-B4E6-BE22A212E7E0}" destId="{81AA90E6-A6D0-4E31-A499-5C3D2FF80C0A}" srcOrd="3" destOrd="0" presId="urn:microsoft.com/office/officeart/2018/5/layout/IconLeafLabelList"/>
    <dgm:cxn modelId="{492224FD-5FC9-4CFE-AEDD-87F124315B84}" type="presParOf" srcId="{9366E4A8-CF49-4E9E-95E8-23A83D8F041A}" destId="{D7E45244-5D24-45B5-A1CA-12E57F1A84D1}" srcOrd="3" destOrd="0" presId="urn:microsoft.com/office/officeart/2018/5/layout/IconLeafLabelList"/>
    <dgm:cxn modelId="{047562DF-699F-4B5A-871E-950D98A9102E}" type="presParOf" srcId="{9366E4A8-CF49-4E9E-95E8-23A83D8F041A}" destId="{F880F330-D77B-4A99-BD2D-CC0D45A2DED0}" srcOrd="4" destOrd="0" presId="urn:microsoft.com/office/officeart/2018/5/layout/IconLeafLabelList"/>
    <dgm:cxn modelId="{2BFCAB7A-EF05-432F-B8DD-4B0D3EC60F8E}" type="presParOf" srcId="{F880F330-D77B-4A99-BD2D-CC0D45A2DED0}" destId="{331936C6-3CB5-4A59-8C1C-B4913D45194C}" srcOrd="0" destOrd="0" presId="urn:microsoft.com/office/officeart/2018/5/layout/IconLeafLabelList"/>
    <dgm:cxn modelId="{2D952D62-B858-4CAB-8C3C-968865E06375}" type="presParOf" srcId="{F880F330-D77B-4A99-BD2D-CC0D45A2DED0}" destId="{2F1182A9-C2F4-4FDA-89C2-A1A3500A5BA3}" srcOrd="1" destOrd="0" presId="urn:microsoft.com/office/officeart/2018/5/layout/IconLeafLabelList"/>
    <dgm:cxn modelId="{28636ED5-DAF9-4DB1-97D1-7EF628756232}" type="presParOf" srcId="{F880F330-D77B-4A99-BD2D-CC0D45A2DED0}" destId="{6D66ABC2-C995-4BBD-BD74-1628346F9D22}" srcOrd="2" destOrd="0" presId="urn:microsoft.com/office/officeart/2018/5/layout/IconLeafLabelList"/>
    <dgm:cxn modelId="{1F839B95-347E-416D-9C91-EEA8B5DEE04F}" type="presParOf" srcId="{F880F330-D77B-4A99-BD2D-CC0D45A2DED0}" destId="{AFAC3635-2581-4CC9-A324-7A8AE2296E4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D86F3-6836-43C6-A299-19E15ED8FA27}">
      <dsp:nvSpPr>
        <dsp:cNvPr id="0" name=""/>
        <dsp:cNvSpPr/>
      </dsp:nvSpPr>
      <dsp:spPr>
        <a:xfrm>
          <a:off x="2039295" y="593755"/>
          <a:ext cx="4386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863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81" y="637128"/>
        <a:ext cx="23461" cy="4692"/>
      </dsp:txXfrm>
    </dsp:sp>
    <dsp:sp modelId="{0704FC58-722D-4FED-B3B4-31AD1712564C}">
      <dsp:nvSpPr>
        <dsp:cNvPr id="0" name=""/>
        <dsp:cNvSpPr/>
      </dsp:nvSpPr>
      <dsp:spPr>
        <a:xfrm>
          <a:off x="955" y="27433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Apprendre</a:t>
          </a:r>
          <a:r>
            <a:rPr lang="fr-CA" sz="1400" kern="1200"/>
            <a:t> : comprendre les signaux</a:t>
          </a:r>
          <a:endParaRPr lang="en-US" sz="1400" kern="1200"/>
        </a:p>
      </dsp:txBody>
      <dsp:txXfrm>
        <a:off x="955" y="27433"/>
        <a:ext cx="2040140" cy="1224084"/>
      </dsp:txXfrm>
    </dsp:sp>
    <dsp:sp modelId="{57F913B5-9F30-4D9B-98EC-237534FC3ED1}">
      <dsp:nvSpPr>
        <dsp:cNvPr id="0" name=""/>
        <dsp:cNvSpPr/>
      </dsp:nvSpPr>
      <dsp:spPr>
        <a:xfrm>
          <a:off x="1021025" y="1249717"/>
          <a:ext cx="2509372" cy="438632"/>
        </a:xfrm>
        <a:custGeom>
          <a:avLst/>
          <a:gdLst/>
          <a:ahLst/>
          <a:cxnLst/>
          <a:rect l="0" t="0" r="0" b="0"/>
          <a:pathLst>
            <a:path>
              <a:moveTo>
                <a:pt x="2509372" y="0"/>
              </a:moveTo>
              <a:lnTo>
                <a:pt x="2509372" y="236416"/>
              </a:lnTo>
              <a:lnTo>
                <a:pt x="0" y="236416"/>
              </a:lnTo>
              <a:lnTo>
                <a:pt x="0" y="438632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11890" y="1466687"/>
        <a:ext cx="127643" cy="4692"/>
      </dsp:txXfrm>
    </dsp:sp>
    <dsp:sp modelId="{583116CF-3DBD-42C1-ACB2-F127DB37A4CB}">
      <dsp:nvSpPr>
        <dsp:cNvPr id="0" name=""/>
        <dsp:cNvSpPr/>
      </dsp:nvSpPr>
      <dsp:spPr>
        <a:xfrm>
          <a:off x="2510328" y="27433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Décider</a:t>
          </a:r>
          <a:r>
            <a:rPr lang="fr-CA" sz="1400" kern="1200" dirty="0"/>
            <a:t> : choisir l’intention (initiative)</a:t>
          </a:r>
          <a:endParaRPr lang="en-US" sz="1400" kern="1200" dirty="0"/>
        </a:p>
      </dsp:txBody>
      <dsp:txXfrm>
        <a:off x="2510328" y="27433"/>
        <a:ext cx="2040140" cy="1224084"/>
      </dsp:txXfrm>
    </dsp:sp>
    <dsp:sp modelId="{A8C7F1DD-4CC6-477D-A3A3-D60903238AFD}">
      <dsp:nvSpPr>
        <dsp:cNvPr id="0" name=""/>
        <dsp:cNvSpPr/>
      </dsp:nvSpPr>
      <dsp:spPr>
        <a:xfrm>
          <a:off x="2039295" y="2287071"/>
          <a:ext cx="4386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863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81" y="2330445"/>
        <a:ext cx="23461" cy="4692"/>
      </dsp:txXfrm>
    </dsp:sp>
    <dsp:sp modelId="{2C683F67-D961-45B1-BBF0-B88C14541EC7}">
      <dsp:nvSpPr>
        <dsp:cNvPr id="0" name=""/>
        <dsp:cNvSpPr/>
      </dsp:nvSpPr>
      <dsp:spPr>
        <a:xfrm>
          <a:off x="955" y="1720749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Concevoir</a:t>
          </a:r>
          <a:r>
            <a:rPr lang="fr-CA" sz="1400" kern="1200"/>
            <a:t> : créer la solution</a:t>
          </a:r>
          <a:endParaRPr lang="en-US" sz="1400" kern="1200"/>
        </a:p>
      </dsp:txBody>
      <dsp:txXfrm>
        <a:off x="955" y="1720749"/>
        <a:ext cx="2040140" cy="1224084"/>
      </dsp:txXfrm>
    </dsp:sp>
    <dsp:sp modelId="{54C37DBB-0507-4CBB-9F3C-8FF4DFDC80B7}">
      <dsp:nvSpPr>
        <dsp:cNvPr id="0" name=""/>
        <dsp:cNvSpPr/>
      </dsp:nvSpPr>
      <dsp:spPr>
        <a:xfrm>
          <a:off x="1021025" y="2943033"/>
          <a:ext cx="2509372" cy="438632"/>
        </a:xfrm>
        <a:custGeom>
          <a:avLst/>
          <a:gdLst/>
          <a:ahLst/>
          <a:cxnLst/>
          <a:rect l="0" t="0" r="0" b="0"/>
          <a:pathLst>
            <a:path>
              <a:moveTo>
                <a:pt x="2509372" y="0"/>
              </a:moveTo>
              <a:lnTo>
                <a:pt x="2509372" y="236416"/>
              </a:lnTo>
              <a:lnTo>
                <a:pt x="0" y="236416"/>
              </a:lnTo>
              <a:lnTo>
                <a:pt x="0" y="438632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11890" y="3160003"/>
        <a:ext cx="127643" cy="4692"/>
      </dsp:txXfrm>
    </dsp:sp>
    <dsp:sp modelId="{D9D282CE-A808-4903-81B8-216CA93FF7BA}">
      <dsp:nvSpPr>
        <dsp:cNvPr id="0" name=""/>
        <dsp:cNvSpPr/>
      </dsp:nvSpPr>
      <dsp:spPr>
        <a:xfrm>
          <a:off x="2510328" y="1720749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Spécifier</a:t>
          </a:r>
          <a:r>
            <a:rPr lang="fr-CA" sz="1400" kern="1200" dirty="0"/>
            <a:t> : formaliser (produit/fonctionnalités)</a:t>
          </a:r>
          <a:endParaRPr lang="en-US" sz="1400" kern="1200" dirty="0"/>
        </a:p>
      </dsp:txBody>
      <dsp:txXfrm>
        <a:off x="2510328" y="1720749"/>
        <a:ext cx="2040140" cy="1224084"/>
      </dsp:txXfrm>
    </dsp:sp>
    <dsp:sp modelId="{7016475D-D50A-411D-8500-48CA3E8F889A}">
      <dsp:nvSpPr>
        <dsp:cNvPr id="0" name=""/>
        <dsp:cNvSpPr/>
      </dsp:nvSpPr>
      <dsp:spPr>
        <a:xfrm>
          <a:off x="2039295" y="3980387"/>
          <a:ext cx="4386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863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81" y="4023761"/>
        <a:ext cx="23461" cy="4692"/>
      </dsp:txXfrm>
    </dsp:sp>
    <dsp:sp modelId="{3A82A297-502C-4A0F-8FE2-53C1AC0CD560}">
      <dsp:nvSpPr>
        <dsp:cNvPr id="0" name=""/>
        <dsp:cNvSpPr/>
      </dsp:nvSpPr>
      <dsp:spPr>
        <a:xfrm>
          <a:off x="955" y="3414065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Valider</a:t>
          </a:r>
          <a:r>
            <a:rPr lang="fr-CA" sz="1400" kern="1200"/>
            <a:t> : la justesse du souhait (acceptation)</a:t>
          </a:r>
          <a:endParaRPr lang="en-US" sz="1400" kern="1200"/>
        </a:p>
      </dsp:txBody>
      <dsp:txXfrm>
        <a:off x="955" y="3414065"/>
        <a:ext cx="2040140" cy="1224084"/>
      </dsp:txXfrm>
    </dsp:sp>
    <dsp:sp modelId="{79E42FEC-4B39-4480-9CF0-E76D960ED762}">
      <dsp:nvSpPr>
        <dsp:cNvPr id="0" name=""/>
        <dsp:cNvSpPr/>
      </dsp:nvSpPr>
      <dsp:spPr>
        <a:xfrm>
          <a:off x="2510328" y="3414065"/>
          <a:ext cx="2040140" cy="12240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69" tIns="104935" rIns="99969" bIns="1049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Prioriser</a:t>
          </a:r>
          <a:r>
            <a:rPr lang="fr-CA" sz="1400" kern="1200" dirty="0"/>
            <a:t> : choisir quoi/quand livrer (</a:t>
          </a:r>
          <a:r>
            <a:rPr lang="fr-CA" sz="1400" kern="1200" dirty="0" err="1"/>
            <a:t>epic</a:t>
          </a:r>
          <a:r>
            <a:rPr lang="fr-CA" sz="1400" kern="1200" dirty="0"/>
            <a:t>)</a:t>
          </a:r>
          <a:endParaRPr lang="en-US" sz="1400" kern="1200" dirty="0"/>
        </a:p>
      </dsp:txBody>
      <dsp:txXfrm>
        <a:off x="2510328" y="3414065"/>
        <a:ext cx="2040140" cy="1224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E6164-ADD7-4235-9F5D-9251487D6398}">
      <dsp:nvSpPr>
        <dsp:cNvPr id="0" name=""/>
        <dsp:cNvSpPr/>
      </dsp:nvSpPr>
      <dsp:spPr>
        <a:xfrm>
          <a:off x="1339629" y="202768"/>
          <a:ext cx="2318338" cy="231869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ABD40-9902-4DCE-A710-626B60223622}">
      <dsp:nvSpPr>
        <dsp:cNvPr id="0" name=""/>
        <dsp:cNvSpPr/>
      </dsp:nvSpPr>
      <dsp:spPr>
        <a:xfrm>
          <a:off x="1852058" y="1039886"/>
          <a:ext cx="1288256" cy="64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4"/>
              </a:solidFill>
            </a:rPr>
            <a:t>1. </a:t>
          </a:r>
          <a:r>
            <a:rPr lang="en-US" sz="1400" b="1" kern="1200" dirty="0">
              <a:solidFill>
                <a:schemeClr val="accent4"/>
              </a:solidFill>
            </a:rPr>
            <a:t>Signal</a:t>
          </a:r>
          <a:r>
            <a:rPr lang="fr-CA" sz="1400" kern="1200" dirty="0">
              <a:solidFill>
                <a:schemeClr val="accent4"/>
              </a:solidFill>
            </a:rPr>
            <a:t> (</a:t>
          </a:r>
          <a:r>
            <a:rPr lang="fr-CA" sz="1400" kern="1200" dirty="0" err="1">
              <a:solidFill>
                <a:schemeClr val="accent4"/>
              </a:solidFill>
            </a:rPr>
            <a:t>qualimétrie</a:t>
          </a:r>
          <a:r>
            <a:rPr lang="fr-CA" sz="1400" kern="1200" dirty="0">
              <a:solidFill>
                <a:schemeClr val="accent4"/>
              </a:solidFill>
            </a:rPr>
            <a:t>)</a:t>
          </a:r>
          <a:endParaRPr lang="en-US" sz="1400" kern="1200" dirty="0">
            <a:solidFill>
              <a:schemeClr val="accent4"/>
            </a:solidFill>
          </a:endParaRPr>
        </a:p>
      </dsp:txBody>
      <dsp:txXfrm>
        <a:off x="1852058" y="1039886"/>
        <a:ext cx="1288256" cy="643973"/>
      </dsp:txXfrm>
    </dsp:sp>
    <dsp:sp modelId="{7675AA12-C2E9-4E7F-9320-5B205CBA9FE2}">
      <dsp:nvSpPr>
        <dsp:cNvPr id="0" name=""/>
        <dsp:cNvSpPr/>
      </dsp:nvSpPr>
      <dsp:spPr>
        <a:xfrm>
          <a:off x="695719" y="1535029"/>
          <a:ext cx="2318338" cy="231869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27374-D378-484C-BCDC-0864A0FA927D}">
      <dsp:nvSpPr>
        <dsp:cNvPr id="0" name=""/>
        <dsp:cNvSpPr/>
      </dsp:nvSpPr>
      <dsp:spPr>
        <a:xfrm>
          <a:off x="1210760" y="2379853"/>
          <a:ext cx="1288256" cy="64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4"/>
              </a:solidFill>
            </a:rPr>
            <a:t>2. </a:t>
          </a:r>
          <a:r>
            <a:rPr lang="en-US" sz="1400" b="1" kern="1200" dirty="0">
              <a:solidFill>
                <a:schemeClr val="accent4"/>
              </a:solidFill>
            </a:rPr>
            <a:t>Initiative</a:t>
          </a:r>
          <a:br>
            <a:rPr lang="en-US" sz="1400" kern="1200" dirty="0">
              <a:solidFill>
                <a:schemeClr val="accent4"/>
              </a:solidFill>
            </a:rPr>
          </a:br>
          <a:r>
            <a:rPr lang="en-US" sz="1400" kern="1200" dirty="0">
              <a:solidFill>
                <a:schemeClr val="accent4"/>
              </a:solidFill>
            </a:rPr>
            <a:t>(backlog </a:t>
          </a:r>
          <a:r>
            <a:rPr lang="en-US" sz="1400" b="1" kern="1200" dirty="0" err="1">
              <a:solidFill>
                <a:schemeClr val="accent4"/>
              </a:solidFill>
            </a:rPr>
            <a:t>SENSe</a:t>
          </a:r>
          <a:r>
            <a:rPr lang="en-US" sz="1400" kern="1200" dirty="0">
              <a:solidFill>
                <a:schemeClr val="accent4"/>
              </a:solidFill>
            </a:rPr>
            <a:t>)</a:t>
          </a:r>
        </a:p>
      </dsp:txBody>
      <dsp:txXfrm>
        <a:off x="1210760" y="2379853"/>
        <a:ext cx="1288256" cy="643973"/>
      </dsp:txXfrm>
    </dsp:sp>
    <dsp:sp modelId="{5C05C563-D7AB-43FA-B373-29185CAD1A34}">
      <dsp:nvSpPr>
        <dsp:cNvPr id="0" name=""/>
        <dsp:cNvSpPr/>
      </dsp:nvSpPr>
      <dsp:spPr>
        <a:xfrm>
          <a:off x="1504634" y="3026717"/>
          <a:ext cx="1991812" cy="199261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7C2A9-7FE9-46BB-B461-C39003DA5C1D}">
      <dsp:nvSpPr>
        <dsp:cNvPr id="0" name=""/>
        <dsp:cNvSpPr/>
      </dsp:nvSpPr>
      <dsp:spPr>
        <a:xfrm>
          <a:off x="1855106" y="3721747"/>
          <a:ext cx="1288256" cy="64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4"/>
              </a:solidFill>
            </a:rPr>
            <a:t>3. </a:t>
          </a:r>
          <a:r>
            <a:rPr lang="en-US" sz="1400" b="1" kern="1200" dirty="0">
              <a:solidFill>
                <a:schemeClr val="accent4"/>
              </a:solidFill>
            </a:rPr>
            <a:t>Epic</a:t>
          </a:r>
          <a:r>
            <a:rPr lang="en-US" sz="1400" kern="1200" dirty="0">
              <a:solidFill>
                <a:schemeClr val="accent4"/>
              </a:solidFill>
            </a:rPr>
            <a:t> </a:t>
          </a:r>
          <a:br>
            <a:rPr lang="en-US" sz="1400" kern="1200" dirty="0">
              <a:solidFill>
                <a:schemeClr val="accent4"/>
              </a:solidFill>
            </a:rPr>
          </a:br>
          <a:r>
            <a:rPr lang="fr-CA" sz="1400" kern="1200" dirty="0">
              <a:solidFill>
                <a:schemeClr val="accent4"/>
              </a:solidFill>
            </a:rPr>
            <a:t>bon de commande</a:t>
          </a:r>
          <a:br>
            <a:rPr lang="fr-CA" sz="1400" kern="1200" dirty="0">
              <a:solidFill>
                <a:schemeClr val="accent4"/>
              </a:solidFill>
            </a:rPr>
          </a:br>
          <a:r>
            <a:rPr lang="fr-CA" sz="1400" kern="1200" dirty="0">
              <a:solidFill>
                <a:schemeClr val="accent4"/>
              </a:solidFill>
            </a:rPr>
            <a:t>(</a:t>
          </a:r>
          <a:r>
            <a:rPr lang="fr-CA" sz="1400" b="1" kern="1200" dirty="0" err="1">
              <a:solidFill>
                <a:schemeClr val="accent4"/>
              </a:solidFill>
            </a:rPr>
            <a:t>FORGe</a:t>
          </a:r>
          <a:r>
            <a:rPr lang="fr-CA" sz="1400" kern="1200" dirty="0">
              <a:solidFill>
                <a:schemeClr val="accent4"/>
              </a:solidFill>
            </a:rPr>
            <a:t>) </a:t>
          </a:r>
          <a:br>
            <a:rPr lang="fr-CA" sz="1400" kern="1200" dirty="0">
              <a:solidFill>
                <a:schemeClr val="accent4"/>
              </a:solidFill>
            </a:rPr>
          </a:br>
          <a:r>
            <a:rPr lang="en-US" sz="1400" kern="1200" dirty="0" err="1">
              <a:solidFill>
                <a:schemeClr val="accent4"/>
              </a:solidFill>
            </a:rPr>
            <a:t>valeur</a:t>
          </a:r>
          <a:r>
            <a:rPr lang="en-US" sz="1400" kern="1200" dirty="0">
              <a:solidFill>
                <a:schemeClr val="accent4"/>
              </a:solidFill>
            </a:rPr>
            <a:t> </a:t>
          </a:r>
          <a:r>
            <a:rPr lang="en-US" sz="1400" kern="1200" dirty="0" err="1">
              <a:solidFill>
                <a:schemeClr val="accent4"/>
              </a:solidFill>
            </a:rPr>
            <a:t>livrée</a:t>
          </a:r>
          <a:r>
            <a:rPr lang="fr-CA" sz="1400" kern="1200" dirty="0">
              <a:solidFill>
                <a:schemeClr val="accent4"/>
              </a:solidFill>
            </a:rPr>
            <a:t> </a:t>
          </a:r>
          <a:br>
            <a:rPr lang="fr-CA" sz="1400" kern="1200" dirty="0">
              <a:solidFill>
                <a:schemeClr val="accent4"/>
              </a:solidFill>
            </a:rPr>
          </a:br>
          <a:r>
            <a:rPr lang="fr-CA" sz="1400" kern="1200" dirty="0">
              <a:solidFill>
                <a:schemeClr val="accent4"/>
              </a:solidFill>
            </a:rPr>
            <a:t>(</a:t>
          </a:r>
          <a:r>
            <a:rPr lang="fr-CA" sz="1400" b="1" kern="1200" dirty="0" err="1">
              <a:solidFill>
                <a:schemeClr val="accent4"/>
              </a:solidFill>
            </a:rPr>
            <a:t>CARe</a:t>
          </a:r>
          <a:r>
            <a:rPr lang="fr-CA" sz="1400" kern="1200" dirty="0">
              <a:solidFill>
                <a:schemeClr val="accent4"/>
              </a:solidFill>
            </a:rPr>
            <a:t>)</a:t>
          </a:r>
          <a:endParaRPr lang="en-US" sz="1400" kern="1200" dirty="0">
            <a:solidFill>
              <a:schemeClr val="accent4"/>
            </a:solidFill>
          </a:endParaRPr>
        </a:p>
      </dsp:txBody>
      <dsp:txXfrm>
        <a:off x="1855106" y="3721747"/>
        <a:ext cx="1288256" cy="6439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1794A-6CA4-4C7D-82B3-97E52B2F98FA}">
      <dsp:nvSpPr>
        <dsp:cNvPr id="0" name=""/>
        <dsp:cNvSpPr/>
      </dsp:nvSpPr>
      <dsp:spPr>
        <a:xfrm>
          <a:off x="775" y="0"/>
          <a:ext cx="1372052" cy="32099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4"/>
              </a:solidFill>
            </a:rPr>
            <a:t>Initiative </a:t>
          </a:r>
          <a:r>
            <a:rPr lang="en-US" sz="1800" kern="1200" dirty="0" err="1">
              <a:solidFill>
                <a:schemeClr val="accent4"/>
              </a:solidFill>
            </a:rPr>
            <a:t>définie</a:t>
          </a:r>
          <a:endParaRPr lang="en-US" sz="1800" kern="1200" dirty="0">
            <a:solidFill>
              <a:schemeClr val="accent4"/>
            </a:solidFill>
          </a:endParaRPr>
        </a:p>
      </dsp:txBody>
      <dsp:txXfrm>
        <a:off x="40961" y="40186"/>
        <a:ext cx="1291680" cy="3129530"/>
      </dsp:txXfrm>
    </dsp:sp>
    <dsp:sp modelId="{D3B02F83-7B9E-497E-A29F-CCF920615687}">
      <dsp:nvSpPr>
        <dsp:cNvPr id="0" name=""/>
        <dsp:cNvSpPr/>
      </dsp:nvSpPr>
      <dsp:spPr>
        <a:xfrm>
          <a:off x="1603332" y="0"/>
          <a:ext cx="1372052" cy="32099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4"/>
              </a:solidFill>
            </a:rPr>
            <a:t>Specs </a:t>
          </a:r>
          <a:r>
            <a:rPr lang="en-US" sz="1800" kern="1200" dirty="0" err="1">
              <a:solidFill>
                <a:schemeClr val="accent4"/>
              </a:solidFill>
            </a:rPr>
            <a:t>complètes</a:t>
          </a:r>
          <a:r>
            <a:rPr lang="en-US" sz="1800" kern="1200" dirty="0">
              <a:solidFill>
                <a:schemeClr val="accent4"/>
              </a:solidFill>
            </a:rPr>
            <a:t> et </a:t>
          </a:r>
          <a:r>
            <a:rPr lang="en-US" sz="1800" kern="1200" dirty="0" err="1">
              <a:solidFill>
                <a:schemeClr val="accent4"/>
              </a:solidFill>
            </a:rPr>
            <a:t>validées</a:t>
          </a:r>
          <a:endParaRPr lang="en-US" sz="1800" kern="1200" dirty="0">
            <a:solidFill>
              <a:schemeClr val="accent4"/>
            </a:solidFill>
          </a:endParaRPr>
        </a:p>
      </dsp:txBody>
      <dsp:txXfrm>
        <a:off x="1643518" y="40186"/>
        <a:ext cx="1291680" cy="3129530"/>
      </dsp:txXfrm>
    </dsp:sp>
    <dsp:sp modelId="{906005E4-CAAD-43B8-8B32-327F4CFF6629}">
      <dsp:nvSpPr>
        <dsp:cNvPr id="0" name=""/>
        <dsp:cNvSpPr/>
      </dsp:nvSpPr>
      <dsp:spPr>
        <a:xfrm>
          <a:off x="3205888" y="0"/>
          <a:ext cx="1372052" cy="32099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4"/>
              </a:solidFill>
            </a:rPr>
            <a:t>Couverture </a:t>
          </a:r>
          <a:r>
            <a:rPr lang="en-US" sz="1800" kern="1200" dirty="0" err="1">
              <a:solidFill>
                <a:schemeClr val="accent4"/>
              </a:solidFill>
            </a:rPr>
            <a:t>claire</a:t>
          </a:r>
          <a:endParaRPr lang="en-US" sz="1800" kern="1200" dirty="0">
            <a:solidFill>
              <a:schemeClr val="accent4"/>
            </a:solidFill>
          </a:endParaRPr>
        </a:p>
      </dsp:txBody>
      <dsp:txXfrm>
        <a:off x="3246074" y="40186"/>
        <a:ext cx="1291680" cy="3129530"/>
      </dsp:txXfrm>
    </dsp:sp>
    <dsp:sp modelId="{994C5F51-010A-4C5F-8B24-3E981DC6CEBF}">
      <dsp:nvSpPr>
        <dsp:cNvPr id="0" name=""/>
        <dsp:cNvSpPr/>
      </dsp:nvSpPr>
      <dsp:spPr>
        <a:xfrm>
          <a:off x="4808445" y="0"/>
          <a:ext cx="1372052" cy="32099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accent4"/>
              </a:solidFill>
            </a:rPr>
            <a:t>Testabilité</a:t>
          </a:r>
          <a:r>
            <a:rPr lang="en-US" sz="1800" kern="1200" dirty="0">
              <a:solidFill>
                <a:schemeClr val="accent4"/>
              </a:solidFill>
            </a:rPr>
            <a:t> </a:t>
          </a:r>
          <a:r>
            <a:rPr lang="en-US" sz="1800" kern="1200" dirty="0" err="1">
              <a:solidFill>
                <a:schemeClr val="accent4"/>
              </a:solidFill>
            </a:rPr>
            <a:t>assurée</a:t>
          </a:r>
          <a:endParaRPr lang="en-US" sz="1800" kern="1200" dirty="0">
            <a:solidFill>
              <a:schemeClr val="accent4"/>
            </a:solidFill>
          </a:endParaRPr>
        </a:p>
      </dsp:txBody>
      <dsp:txXfrm>
        <a:off x="4848631" y="40186"/>
        <a:ext cx="1291680" cy="3129530"/>
      </dsp:txXfrm>
    </dsp:sp>
    <dsp:sp modelId="{727346B0-B4F1-456C-96E3-921F187323AB}">
      <dsp:nvSpPr>
        <dsp:cNvPr id="0" name=""/>
        <dsp:cNvSpPr/>
      </dsp:nvSpPr>
      <dsp:spPr>
        <a:xfrm>
          <a:off x="6411002" y="0"/>
          <a:ext cx="1372052" cy="32099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accent4"/>
              </a:solidFill>
            </a:rPr>
            <a:t>Prêt à </a:t>
          </a:r>
          <a:r>
            <a:rPr lang="en-US" sz="1800" kern="1200" dirty="0" err="1">
              <a:solidFill>
                <a:schemeClr val="accent4"/>
              </a:solidFill>
            </a:rPr>
            <a:t>être</a:t>
          </a:r>
          <a:r>
            <a:rPr lang="en-US" sz="1800" kern="1200" dirty="0">
              <a:solidFill>
                <a:schemeClr val="accent4"/>
              </a:solidFill>
            </a:rPr>
            <a:t> </a:t>
          </a:r>
          <a:r>
            <a:rPr lang="en-US" sz="1800" kern="1200" dirty="0" err="1">
              <a:solidFill>
                <a:schemeClr val="accent4"/>
              </a:solidFill>
            </a:rPr>
            <a:t>implémenté</a:t>
          </a:r>
          <a:endParaRPr lang="en-US" sz="1800" kern="1200" dirty="0">
            <a:solidFill>
              <a:schemeClr val="accent4"/>
            </a:solidFill>
          </a:endParaRPr>
        </a:p>
      </dsp:txBody>
      <dsp:txXfrm>
        <a:off x="6451188" y="40186"/>
        <a:ext cx="1291680" cy="3129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65ED4-1E0F-410E-9713-B6383E6A3347}">
      <dsp:nvSpPr>
        <dsp:cNvPr id="0" name=""/>
        <dsp:cNvSpPr/>
      </dsp:nvSpPr>
      <dsp:spPr>
        <a:xfrm>
          <a:off x="1135057" y="779226"/>
          <a:ext cx="1802250" cy="1802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0BD4D-3631-44D0-8377-FE5B3AFC6F18}">
      <dsp:nvSpPr>
        <dsp:cNvPr id="0" name=""/>
        <dsp:cNvSpPr/>
      </dsp:nvSpPr>
      <dsp:spPr>
        <a:xfrm>
          <a:off x="33682" y="3026736"/>
          <a:ext cx="400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kern="1200" dirty="0">
              <a:solidFill>
                <a:schemeClr val="accent4"/>
              </a:solidFill>
            </a:rPr>
            <a:t>SENSe</a:t>
          </a:r>
          <a:r>
            <a:rPr lang="fr-CA" sz="1600" kern="1200" dirty="0">
              <a:solidFill>
                <a:schemeClr val="accent4"/>
              </a:solidFill>
            </a:rPr>
            <a:t> produit des </a:t>
          </a:r>
          <a:r>
            <a:rPr lang="fr-CA" sz="1600" kern="1200" dirty="0" err="1">
              <a:solidFill>
                <a:schemeClr val="accent4"/>
              </a:solidFill>
            </a:rPr>
            <a:t>EPICs</a:t>
          </a:r>
          <a:r>
            <a:rPr lang="fr-CA" sz="1600" kern="1200" dirty="0">
              <a:solidFill>
                <a:schemeClr val="accent4"/>
              </a:solidFill>
            </a:rPr>
            <a:t> (release) </a:t>
          </a:r>
          <a:r>
            <a:rPr lang="fr-CA" sz="1600" b="1" kern="1200" dirty="0">
              <a:solidFill>
                <a:schemeClr val="accent4"/>
              </a:solidFill>
            </a:rPr>
            <a:t>READY</a:t>
          </a:r>
          <a:r>
            <a:rPr lang="fr-CA" sz="1600" kern="1200" dirty="0">
              <a:solidFill>
                <a:schemeClr val="accent4"/>
              </a:solidFill>
            </a:rPr>
            <a:t> → </a:t>
          </a:r>
          <a:r>
            <a:rPr lang="fr-CA" sz="1600" kern="1200" dirty="0" err="1">
              <a:solidFill>
                <a:schemeClr val="accent4"/>
              </a:solidFill>
            </a:rPr>
            <a:t>FORGe</a:t>
          </a:r>
          <a:r>
            <a:rPr lang="fr-CA" sz="1600" kern="1200" dirty="0">
              <a:solidFill>
                <a:schemeClr val="accent4"/>
              </a:solidFill>
            </a:rPr>
            <a:t> (</a:t>
          </a:r>
          <a:r>
            <a:rPr lang="fr-CA" sz="1600" kern="1200" dirty="0" err="1">
              <a:solidFill>
                <a:schemeClr val="accent4"/>
              </a:solidFill>
            </a:rPr>
            <a:t>SAFe</a:t>
          </a:r>
          <a:r>
            <a:rPr lang="fr-CA" sz="1600" kern="1200" dirty="0">
              <a:solidFill>
                <a:schemeClr val="accent4"/>
              </a:solidFill>
            </a:rPr>
            <a:t>)  et les implémente via les trains.</a:t>
          </a:r>
          <a:endParaRPr lang="en-US" sz="1600" kern="1200" dirty="0">
            <a:solidFill>
              <a:schemeClr val="accent4"/>
            </a:solidFill>
          </a:endParaRPr>
        </a:p>
      </dsp:txBody>
      <dsp:txXfrm>
        <a:off x="33682" y="3026736"/>
        <a:ext cx="4005000" cy="720000"/>
      </dsp:txXfrm>
    </dsp:sp>
    <dsp:sp modelId="{65E3F1EA-BD22-497A-917C-65043B0F1F96}">
      <dsp:nvSpPr>
        <dsp:cNvPr id="0" name=""/>
        <dsp:cNvSpPr/>
      </dsp:nvSpPr>
      <dsp:spPr>
        <a:xfrm>
          <a:off x="5840932" y="779226"/>
          <a:ext cx="1802250" cy="1802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8C751-45F0-4712-B067-30A947F54940}">
      <dsp:nvSpPr>
        <dsp:cNvPr id="0" name=""/>
        <dsp:cNvSpPr/>
      </dsp:nvSpPr>
      <dsp:spPr>
        <a:xfrm>
          <a:off x="4739557" y="3026736"/>
          <a:ext cx="400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>
              <a:solidFill>
                <a:schemeClr val="accent4"/>
              </a:solidFill>
            </a:rPr>
            <a:t>Les fonctionnalités concernées sont aussi complètes, on peut utiliser les spécifications.</a:t>
          </a:r>
          <a:endParaRPr lang="en-US" sz="1600" kern="1200" dirty="0">
            <a:solidFill>
              <a:schemeClr val="accent4"/>
            </a:solidFill>
          </a:endParaRPr>
        </a:p>
      </dsp:txBody>
      <dsp:txXfrm>
        <a:off x="4739557" y="3026736"/>
        <a:ext cx="4005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BF858-763E-4D4F-A03F-645816CEF02B}">
      <dsp:nvSpPr>
        <dsp:cNvPr id="0" name=""/>
        <dsp:cNvSpPr/>
      </dsp:nvSpPr>
      <dsp:spPr>
        <a:xfrm>
          <a:off x="530099" y="89377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CEA3F-DB5B-4338-BA97-563C7262700E}">
      <dsp:nvSpPr>
        <dsp:cNvPr id="0" name=""/>
        <dsp:cNvSpPr/>
      </dsp:nvSpPr>
      <dsp:spPr>
        <a:xfrm>
          <a:off x="829912" y="1193584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1F841-3F49-47C7-A750-56DFB32909B8}">
      <dsp:nvSpPr>
        <dsp:cNvPr id="0" name=""/>
        <dsp:cNvSpPr/>
      </dsp:nvSpPr>
      <dsp:spPr>
        <a:xfrm>
          <a:off x="80381" y="273877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600" kern="1200" dirty="0">
              <a:solidFill>
                <a:schemeClr val="accent4"/>
              </a:solidFill>
            </a:rPr>
            <a:t>Les signaux deviennent des valeurs/intentions claires</a:t>
          </a:r>
          <a:endParaRPr lang="en-US" sz="1600" kern="1200" dirty="0">
            <a:solidFill>
              <a:schemeClr val="accent4"/>
            </a:solidFill>
          </a:endParaRPr>
        </a:p>
      </dsp:txBody>
      <dsp:txXfrm>
        <a:off x="80381" y="2738772"/>
        <a:ext cx="2306250" cy="720000"/>
      </dsp:txXfrm>
    </dsp:sp>
    <dsp:sp modelId="{ADA4AAD1-E20A-4F9E-830A-F1583A5F9E33}">
      <dsp:nvSpPr>
        <dsp:cNvPr id="0" name=""/>
        <dsp:cNvSpPr/>
      </dsp:nvSpPr>
      <dsp:spPr>
        <a:xfrm>
          <a:off x="3239943" y="89377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A5E8C-9DE0-4161-9555-85F9A13A6D2A}">
      <dsp:nvSpPr>
        <dsp:cNvPr id="0" name=""/>
        <dsp:cNvSpPr/>
      </dsp:nvSpPr>
      <dsp:spPr>
        <a:xfrm>
          <a:off x="3539756" y="1193584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A90E6-A6D0-4E31-A499-5C3D2FF80C0A}">
      <dsp:nvSpPr>
        <dsp:cNvPr id="0" name=""/>
        <dsp:cNvSpPr/>
      </dsp:nvSpPr>
      <dsp:spPr>
        <a:xfrm>
          <a:off x="2790224" y="273877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600" kern="1200" dirty="0">
              <a:solidFill>
                <a:schemeClr val="accent4"/>
              </a:solidFill>
            </a:rPr>
            <a:t>Les intentions deviennent des modèles définis (</a:t>
          </a:r>
          <a:r>
            <a:rPr lang="fr-CA" sz="1600" kern="1200" dirty="0" err="1">
              <a:solidFill>
                <a:schemeClr val="accent4"/>
              </a:solidFill>
            </a:rPr>
            <a:t>specs</a:t>
          </a:r>
          <a:r>
            <a:rPr lang="fr-CA" sz="1600" kern="1200" dirty="0">
              <a:solidFill>
                <a:schemeClr val="accent4"/>
              </a:solidFill>
            </a:rPr>
            <a:t>)</a:t>
          </a:r>
          <a:endParaRPr lang="en-US" sz="1600" kern="1200" dirty="0">
            <a:solidFill>
              <a:schemeClr val="accent4"/>
            </a:solidFill>
          </a:endParaRPr>
        </a:p>
      </dsp:txBody>
      <dsp:txXfrm>
        <a:off x="2790224" y="2738772"/>
        <a:ext cx="2306250" cy="720000"/>
      </dsp:txXfrm>
    </dsp:sp>
    <dsp:sp modelId="{331936C6-3CB5-4A59-8C1C-B4913D45194C}">
      <dsp:nvSpPr>
        <dsp:cNvPr id="0" name=""/>
        <dsp:cNvSpPr/>
      </dsp:nvSpPr>
      <dsp:spPr>
        <a:xfrm>
          <a:off x="5949787" y="893772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182A9-C2F4-4FDA-89C2-A1A3500A5BA3}">
      <dsp:nvSpPr>
        <dsp:cNvPr id="0" name=""/>
        <dsp:cNvSpPr/>
      </dsp:nvSpPr>
      <dsp:spPr>
        <a:xfrm>
          <a:off x="6249600" y="1193584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C3635-2581-4CC9-A324-7A8AE2296E4C}">
      <dsp:nvSpPr>
        <dsp:cNvPr id="0" name=""/>
        <dsp:cNvSpPr/>
      </dsp:nvSpPr>
      <dsp:spPr>
        <a:xfrm>
          <a:off x="5500068" y="273877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600" kern="1200" dirty="0">
              <a:solidFill>
                <a:schemeClr val="accent4"/>
              </a:solidFill>
            </a:rPr>
            <a:t>La valeur est prête à être livrée sous forme d’</a:t>
          </a:r>
          <a:r>
            <a:rPr lang="fr-CA" sz="1600" kern="1200" dirty="0" err="1">
              <a:solidFill>
                <a:schemeClr val="accent4"/>
              </a:solidFill>
            </a:rPr>
            <a:t>EPICs</a:t>
          </a:r>
          <a:r>
            <a:rPr lang="fr-CA" sz="1600" kern="1200" dirty="0">
              <a:solidFill>
                <a:schemeClr val="accent4"/>
              </a:solidFill>
            </a:rPr>
            <a:t> (releases)</a:t>
          </a:r>
          <a:endParaRPr lang="en-US" sz="1600" kern="1200" dirty="0">
            <a:solidFill>
              <a:schemeClr val="accent4"/>
            </a:solidFill>
          </a:endParaRPr>
        </a:p>
      </dsp:txBody>
      <dsp:txXfrm>
        <a:off x="5500068" y="2738772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48587"/>
            <a:ext cx="6858000" cy="2387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5200" dirty="0">
                <a:solidFill>
                  <a:schemeClr val="accent4"/>
                </a:solidFill>
              </a:rPr>
              <a:t>L’atelier</a:t>
            </a:r>
            <a:br>
              <a:rPr lang="fr-CA" sz="5200" dirty="0">
                <a:solidFill>
                  <a:schemeClr val="accent4"/>
                </a:solidFill>
              </a:rPr>
            </a:br>
            <a:r>
              <a:rPr lang="fr-CA" sz="5200" dirty="0">
                <a:solidFill>
                  <a:schemeClr val="accent4"/>
                </a:solidFill>
              </a:rPr>
              <a:t>SENSe</a:t>
            </a:r>
            <a:br>
              <a:rPr lang="fr-CA" sz="5200" dirty="0">
                <a:solidFill>
                  <a:schemeClr val="accent4"/>
                </a:solidFill>
              </a:rPr>
            </a:br>
            <a:r>
              <a:rPr lang="fr-CA" sz="5200" dirty="0">
                <a:solidFill>
                  <a:schemeClr val="accent4"/>
                </a:solidFill>
              </a:rPr>
              <a:t>(</a:t>
            </a:r>
            <a:r>
              <a:rPr lang="fr-CA" sz="5200" b="1" dirty="0" err="1">
                <a:solidFill>
                  <a:schemeClr val="accent4"/>
                </a:solidFill>
              </a:rPr>
              <a:t>ToTAL</a:t>
            </a:r>
            <a:r>
              <a:rPr lang="fr-CA" sz="5200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20338"/>
            <a:ext cx="6858000" cy="1563686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accent4"/>
                </a:solidFill>
              </a:rPr>
              <a:t>Ingénierie de définition produit et livraison valeur</a:t>
            </a:r>
            <a:br>
              <a:rPr lang="fr-CA" dirty="0">
                <a:solidFill>
                  <a:schemeClr val="accent4"/>
                </a:solidFill>
              </a:rPr>
            </a:br>
            <a:r>
              <a:rPr lang="fr-CA" dirty="0">
                <a:solidFill>
                  <a:schemeClr val="accent4"/>
                </a:solidFill>
              </a:rPr>
              <a:t>(le portefolio++ </a:t>
            </a:r>
            <a:r>
              <a:rPr lang="fr-CA" dirty="0" err="1">
                <a:solidFill>
                  <a:schemeClr val="accent4"/>
                </a:solidFill>
              </a:rPr>
              <a:t>SAFe</a:t>
            </a:r>
            <a:r>
              <a:rPr lang="fr-CA" dirty="0">
                <a:solidFill>
                  <a:schemeClr val="accent4"/>
                </a:solidFill>
              </a:rPr>
              <a:t>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 dirty="0">
                <a:solidFill>
                  <a:schemeClr val="accent4"/>
                </a:solidFill>
              </a:rPr>
              <a:t>La vision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fr-CA" sz="2100" b="1" dirty="0">
                <a:solidFill>
                  <a:schemeClr val="accent4"/>
                </a:solidFill>
              </a:rPr>
              <a:t>SENSe</a:t>
            </a:r>
            <a:r>
              <a:rPr lang="fr-CA" sz="2100" dirty="0">
                <a:solidFill>
                  <a:schemeClr val="accent4"/>
                </a:solidFill>
              </a:rPr>
              <a:t> = moteur de décision et d’ingénierie produit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Transforme les signaux en valeur livrable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Crée le jumeau numérique avant </a:t>
            </a:r>
            <a:r>
              <a:rPr lang="fr-CA" sz="2100" b="1" dirty="0" err="1">
                <a:solidFill>
                  <a:schemeClr val="accent4"/>
                </a:solidFill>
              </a:rPr>
              <a:t>FORGe</a:t>
            </a:r>
            <a:endParaRPr lang="fr-CA" sz="2100" b="1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Prépare des </a:t>
            </a:r>
            <a:r>
              <a:rPr lang="fr-CA" sz="2100" dirty="0" err="1">
                <a:solidFill>
                  <a:schemeClr val="accent4"/>
                </a:solidFill>
              </a:rPr>
              <a:t>Epics</a:t>
            </a:r>
            <a:r>
              <a:rPr lang="fr-CA" sz="2100" dirty="0">
                <a:solidFill>
                  <a:schemeClr val="accent4"/>
                </a:solidFill>
              </a:rPr>
              <a:t> prêts à livrer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98B2BC-E4C2-DC9C-0E7F-C5AB0A29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fr-CA" sz="4500" dirty="0">
                <a:solidFill>
                  <a:schemeClr val="accent4"/>
                </a:solidFill>
              </a:rPr>
              <a:t>Le flot</a:t>
            </a:r>
          </a:p>
        </p:txBody>
      </p:sp>
      <p:graphicFrame>
        <p:nvGraphicFramePr>
          <p:cNvPr id="30" name="Espace réservé du contenu 2">
            <a:extLst>
              <a:ext uri="{FF2B5EF4-FFF2-40B4-BE49-F238E27FC236}">
                <a16:creationId xmlns:a16="http://schemas.microsoft.com/office/drawing/2014/main" id="{64A369EC-12CD-779D-CE86-5C0FCE038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228082"/>
              </p:ext>
            </p:extLst>
          </p:nvPr>
        </p:nvGraphicFramePr>
        <p:xfrm>
          <a:off x="238888" y="1809877"/>
          <a:ext cx="4551424" cy="4665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C51CB63-ADFF-B2D5-28D0-0E818CDDEC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771520"/>
              </p:ext>
            </p:extLst>
          </p:nvPr>
        </p:nvGraphicFramePr>
        <p:xfrm>
          <a:off x="4790312" y="1335024"/>
          <a:ext cx="4353688" cy="5222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4926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2EF2D6-6BA5-2814-6FC1-9075CBA7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accent4"/>
                </a:solidFill>
              </a:rPr>
              <a:t>Les activités</a:t>
            </a:r>
          </a:p>
        </p:txBody>
      </p:sp>
      <p:sp>
        <p:nvSpPr>
          <p:cNvPr id="44" name="Freeform: Shape 23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60DBFB-1474-695C-97C8-D54BBF31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24" y="1825625"/>
            <a:ext cx="451542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fr-CA" sz="2500" dirty="0">
              <a:solidFill>
                <a:schemeClr val="accent4"/>
              </a:solidFill>
            </a:endParaRP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Analyser, comprendre, interpréter et apprendre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Décision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Officialisation du souhait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Design / UX / architecture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Modélisation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Spécifications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Priorisation</a:t>
            </a:r>
          </a:p>
          <a:p>
            <a:pPr>
              <a:lnSpc>
                <a:spcPct val="90000"/>
              </a:lnSpc>
            </a:pPr>
            <a:r>
              <a:rPr lang="fr-CA" sz="2500" dirty="0">
                <a:solidFill>
                  <a:schemeClr val="accent4"/>
                </a:solidFill>
              </a:rPr>
              <a:t>Validation</a:t>
            </a:r>
          </a:p>
        </p:txBody>
      </p:sp>
      <p:sp>
        <p:nvSpPr>
          <p:cNvPr id="45" name="Oval 25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C9EC2394-354D-F879-296F-A462C941E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5388" y="1689117"/>
            <a:ext cx="2835788" cy="283578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46" name="Freeform: Shape 27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7" name="Straight Connector 29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: Shape 31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33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Freeform: Shape 35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5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fr-CA" sz="5800" dirty="0">
                <a:solidFill>
                  <a:schemeClr val="accent4"/>
                </a:solidFill>
              </a:rPr>
              <a:t>Les objets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398430"/>
            <a:ext cx="7201662" cy="2800395"/>
          </a:xfrm>
        </p:spPr>
        <p:txBody>
          <a:bodyPr anchor="t">
            <a:normAutofit fontScale="92500"/>
          </a:bodyPr>
          <a:lstStyle/>
          <a:p>
            <a:r>
              <a:rPr lang="fr-CA" sz="2100" b="1" dirty="0">
                <a:solidFill>
                  <a:schemeClr val="accent4"/>
                </a:solidFill>
              </a:rPr>
              <a:t>Signal</a:t>
            </a:r>
            <a:r>
              <a:rPr lang="fr-CA" sz="2100" dirty="0">
                <a:solidFill>
                  <a:schemeClr val="accent4"/>
                </a:solidFill>
              </a:rPr>
              <a:t> (</a:t>
            </a:r>
            <a:r>
              <a:rPr lang="fr-CA" sz="2100" dirty="0" err="1">
                <a:solidFill>
                  <a:schemeClr val="accent4"/>
                </a:solidFill>
              </a:rPr>
              <a:t>qualimétrie</a:t>
            </a:r>
            <a:r>
              <a:rPr lang="fr-CA" sz="2100" dirty="0">
                <a:solidFill>
                  <a:schemeClr val="accent4"/>
                </a:solidFill>
              </a:rPr>
              <a:t>) : incident, métrique, feedback, vision, objectif (OKR)…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Initiative</a:t>
            </a:r>
            <a:r>
              <a:rPr lang="fr-CA" sz="2100" dirty="0">
                <a:solidFill>
                  <a:schemeClr val="accent4"/>
                </a:solidFill>
              </a:rPr>
              <a:t> : intention de valeur à modéliser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Epic</a:t>
            </a:r>
            <a:r>
              <a:rPr lang="fr-CA" sz="2100" dirty="0">
                <a:solidFill>
                  <a:schemeClr val="accent4"/>
                </a:solidFill>
              </a:rPr>
              <a:t> : unité de livraison (mineur ou majeur)</a:t>
            </a:r>
          </a:p>
          <a:p>
            <a:r>
              <a:rPr lang="fr-CA" sz="2100" b="1" dirty="0" err="1">
                <a:solidFill>
                  <a:schemeClr val="accent4"/>
                </a:solidFill>
              </a:rPr>
              <a:t>Feature</a:t>
            </a:r>
            <a:r>
              <a:rPr lang="fr-CA" sz="2100" dirty="0">
                <a:solidFill>
                  <a:schemeClr val="accent4"/>
                </a:solidFill>
              </a:rPr>
              <a:t> : ensemble de comportements modélisés (Test Set </a:t>
            </a:r>
            <a:r>
              <a:rPr lang="fr-CA" sz="2100" dirty="0" err="1">
                <a:solidFill>
                  <a:schemeClr val="accent4"/>
                </a:solidFill>
              </a:rPr>
              <a:t>Xray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Spécification</a:t>
            </a:r>
            <a:r>
              <a:rPr lang="fr-CA" sz="2100" dirty="0">
                <a:solidFill>
                  <a:schemeClr val="accent4"/>
                </a:solidFill>
              </a:rPr>
              <a:t> : Définition exécutable du produit (BDD, règles, tests)</a:t>
            </a:r>
            <a:br>
              <a:rPr lang="fr-CA" sz="2100" dirty="0">
                <a:solidFill>
                  <a:schemeClr val="accent4"/>
                </a:solidFill>
              </a:rPr>
            </a:b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Note : </a:t>
            </a:r>
            <a:r>
              <a:rPr lang="fr-CA" sz="2100" b="1" dirty="0">
                <a:solidFill>
                  <a:schemeClr val="accent4"/>
                </a:solidFill>
              </a:rPr>
              <a:t>Story</a:t>
            </a:r>
            <a:r>
              <a:rPr lang="fr-CA" sz="2100" dirty="0">
                <a:solidFill>
                  <a:schemeClr val="accent4"/>
                </a:solidFill>
              </a:rPr>
              <a:t> est l’implémentation itérative interne (</a:t>
            </a:r>
            <a:r>
              <a:rPr lang="fr-CA" sz="2100" dirty="0" err="1">
                <a:solidFill>
                  <a:schemeClr val="accent4"/>
                </a:solidFill>
              </a:rPr>
              <a:t>SAFe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endParaRPr lang="fr-CA" sz="21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Le signal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118B9A77-A7D6-5DA4-A135-C49D9F3A95BF}"/>
              </a:ext>
            </a:extLst>
          </p:cNvPr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4"/>
                </a:solidFill>
              </a:rPr>
              <a:t>Transformer les </a:t>
            </a:r>
            <a:r>
              <a:rPr lang="en-US" sz="2100" dirty="0" err="1">
                <a:solidFill>
                  <a:schemeClr val="accent4"/>
                </a:solidFill>
              </a:rPr>
              <a:t>signaux</a:t>
            </a:r>
            <a:r>
              <a:rPr lang="en-US" sz="2100" dirty="0">
                <a:solidFill>
                  <a:schemeClr val="accent4"/>
                </a:solidFill>
              </a:rPr>
              <a:t> </a:t>
            </a:r>
            <a:r>
              <a:rPr lang="en-US" sz="2100" dirty="0" err="1">
                <a:solidFill>
                  <a:schemeClr val="accent4"/>
                </a:solidFill>
              </a:rPr>
              <a:t>en</a:t>
            </a:r>
            <a:r>
              <a:rPr lang="en-US" sz="2100" dirty="0">
                <a:solidFill>
                  <a:schemeClr val="accent4"/>
                </a:solidFill>
              </a:rPr>
              <a:t> </a:t>
            </a:r>
            <a:r>
              <a:rPr lang="en-US" sz="2100" dirty="0" err="1">
                <a:solidFill>
                  <a:schemeClr val="accent4"/>
                </a:solidFill>
              </a:rPr>
              <a:t>compréhension</a:t>
            </a:r>
            <a:endParaRPr lang="en-US" sz="2100" dirty="0">
              <a:solidFill>
                <a:schemeClr val="accent4"/>
              </a:soli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4"/>
                </a:solidFill>
              </a:rPr>
              <a:t>Observer la </a:t>
            </a:r>
            <a:r>
              <a:rPr lang="en-US" sz="2100" dirty="0" err="1">
                <a:solidFill>
                  <a:schemeClr val="accent4"/>
                </a:solidFill>
              </a:rPr>
              <a:t>réalité</a:t>
            </a:r>
            <a:r>
              <a:rPr lang="en-US" sz="2100" dirty="0">
                <a:solidFill>
                  <a:schemeClr val="accent4"/>
                </a:solidFill>
              </a:rPr>
              <a:t> (</a:t>
            </a:r>
            <a:r>
              <a:rPr lang="en-US" sz="2100" b="1" dirty="0" err="1">
                <a:solidFill>
                  <a:schemeClr val="accent4"/>
                </a:solidFill>
              </a:rPr>
              <a:t>CARe</a:t>
            </a:r>
            <a:r>
              <a:rPr lang="en-US" sz="2100" dirty="0">
                <a:solidFill>
                  <a:schemeClr val="accent4"/>
                </a:solidFill>
              </a:rPr>
              <a:t>, </a:t>
            </a:r>
            <a:r>
              <a:rPr lang="en-US" sz="2100" dirty="0" err="1">
                <a:solidFill>
                  <a:schemeClr val="accent4"/>
                </a:solidFill>
              </a:rPr>
              <a:t>métriques</a:t>
            </a:r>
            <a:r>
              <a:rPr lang="en-US" sz="2100" dirty="0">
                <a:solidFill>
                  <a:schemeClr val="accent4"/>
                </a:solidFill>
              </a:rPr>
              <a:t>, feedback, voix du client…)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4"/>
                </a:solidFill>
              </a:rPr>
              <a:t>Identifier les </a:t>
            </a:r>
            <a:r>
              <a:rPr lang="en-US" sz="2100" dirty="0" err="1">
                <a:solidFill>
                  <a:schemeClr val="accent4"/>
                </a:solidFill>
              </a:rPr>
              <a:t>problèmes</a:t>
            </a:r>
            <a:r>
              <a:rPr lang="en-US" sz="2100" dirty="0">
                <a:solidFill>
                  <a:schemeClr val="accent4"/>
                </a:solidFill>
              </a:rPr>
              <a:t> </a:t>
            </a:r>
            <a:r>
              <a:rPr lang="en-US" sz="2100" dirty="0" err="1">
                <a:solidFill>
                  <a:schemeClr val="accent4"/>
                </a:solidFill>
              </a:rPr>
              <a:t>réels</a:t>
            </a:r>
            <a:r>
              <a:rPr lang="en-US" sz="2100" dirty="0">
                <a:solidFill>
                  <a:schemeClr val="accent4"/>
                </a:solidFill>
              </a:rPr>
              <a:t> (pas les </a:t>
            </a:r>
            <a:r>
              <a:rPr lang="en-US" sz="2100" dirty="0" err="1">
                <a:solidFill>
                  <a:schemeClr val="accent4"/>
                </a:solidFill>
              </a:rPr>
              <a:t>symptômes</a:t>
            </a:r>
            <a:r>
              <a:rPr lang="en-US" sz="2100" dirty="0">
                <a:solidFill>
                  <a:schemeClr val="accent4"/>
                </a:solidFill>
              </a:rPr>
              <a:t>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accent4"/>
                </a:solidFill>
              </a:rPr>
              <a:t>Analyser</a:t>
            </a:r>
            <a:r>
              <a:rPr lang="en-US" sz="2100" dirty="0">
                <a:solidFill>
                  <a:schemeClr val="accent4"/>
                </a:solidFill>
              </a:rPr>
              <a:t> les impacts (client, </a:t>
            </a:r>
            <a:r>
              <a:rPr lang="en-US" sz="2100" dirty="0" err="1">
                <a:solidFill>
                  <a:schemeClr val="accent4"/>
                </a:solidFill>
              </a:rPr>
              <a:t>produit</a:t>
            </a:r>
            <a:r>
              <a:rPr lang="en-US" sz="2100" dirty="0">
                <a:solidFill>
                  <a:schemeClr val="accent4"/>
                </a:solidFill>
              </a:rPr>
              <a:t>, technique)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accent4"/>
                </a:solidFill>
              </a:rPr>
              <a:t>Comprendre</a:t>
            </a:r>
            <a:r>
              <a:rPr lang="en-US" sz="2100" dirty="0">
                <a:solidFill>
                  <a:schemeClr val="accent4"/>
                </a:solidFill>
              </a:rPr>
              <a:t> les causes (RCA)Transformer </a:t>
            </a:r>
            <a:r>
              <a:rPr lang="en-US" sz="2100" dirty="0" err="1">
                <a:solidFill>
                  <a:schemeClr val="accent4"/>
                </a:solidFill>
              </a:rPr>
              <a:t>en</a:t>
            </a:r>
            <a:r>
              <a:rPr lang="en-US" sz="2100" dirty="0">
                <a:solidFill>
                  <a:schemeClr val="accent4"/>
                </a:solidFill>
              </a:rPr>
              <a:t> </a:t>
            </a:r>
            <a:r>
              <a:rPr lang="en-US" sz="2100" dirty="0" err="1">
                <a:solidFill>
                  <a:schemeClr val="accent4"/>
                </a:solidFill>
              </a:rPr>
              <a:t>opportunité</a:t>
            </a:r>
            <a:r>
              <a:rPr lang="en-US" sz="2100" dirty="0">
                <a:solidFill>
                  <a:schemeClr val="accent4"/>
                </a:solidFill>
              </a:rPr>
              <a:t> de </a:t>
            </a:r>
            <a:r>
              <a:rPr lang="en-US" sz="2100" dirty="0" err="1">
                <a:solidFill>
                  <a:schemeClr val="accent4"/>
                </a:solidFill>
              </a:rPr>
              <a:t>valeur</a:t>
            </a:r>
            <a:endParaRPr lang="en-US" sz="2100" dirty="0">
              <a:solidFill>
                <a:schemeClr val="accent4"/>
              </a:solidFill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2E028D55-CEA5-8913-DB49-2C8F3D012366}"/>
              </a:ext>
            </a:extLst>
          </p:cNvPr>
          <p:cNvSpPr txBox="1"/>
          <p:nvPr/>
        </p:nvSpPr>
        <p:spPr>
          <a:xfrm>
            <a:off x="2364634" y="1965281"/>
            <a:ext cx="7602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chemeClr val="accent4"/>
                </a:solidFill>
              </a:rPr>
              <a:t>Apprendre et améliorer par l’analyse des signaux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L’initiative (requis)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Point d’entrée </a:t>
            </a:r>
            <a:r>
              <a:rPr lang="fr-CA" sz="2100" b="1" dirty="0">
                <a:solidFill>
                  <a:schemeClr val="accent4"/>
                </a:solidFill>
              </a:rPr>
              <a:t>SENSe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Basé sur un signal analysé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Définit une intention de valeur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Peut être très petit ou très grand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Définit un modèle produit/</a:t>
            </a:r>
            <a:r>
              <a:rPr lang="fr-CA" sz="2100" dirty="0" err="1">
                <a:solidFill>
                  <a:schemeClr val="accent4"/>
                </a:solidFill>
              </a:rPr>
              <a:t>feature</a:t>
            </a:r>
            <a:r>
              <a:rPr lang="fr-CA" sz="2100" dirty="0">
                <a:solidFill>
                  <a:schemeClr val="accent4"/>
                </a:solidFill>
              </a:rPr>
              <a:t>(s) (</a:t>
            </a:r>
            <a:r>
              <a:rPr lang="fr-CA" sz="2100" dirty="0" err="1">
                <a:solidFill>
                  <a:schemeClr val="accent4"/>
                </a:solidFill>
              </a:rPr>
              <a:t>specs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Transforme un signal en intention de valeur modélisable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L’</a:t>
            </a:r>
            <a:r>
              <a:rPr lang="fr-CA" sz="4200" dirty="0" err="1">
                <a:solidFill>
                  <a:schemeClr val="accent4"/>
                </a:solidFill>
              </a:rPr>
              <a:t>epic</a:t>
            </a:r>
            <a:r>
              <a:rPr lang="fr-CA" sz="4200" dirty="0">
                <a:solidFill>
                  <a:schemeClr val="accent4"/>
                </a:solidFill>
              </a:rPr>
              <a:t> (release)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Unité de valeur livrée au client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Peut être mineur ou majeur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Toujours basé sur des </a:t>
            </a:r>
            <a:r>
              <a:rPr lang="fr-CA" sz="2100" dirty="0" err="1">
                <a:solidFill>
                  <a:schemeClr val="accent4"/>
                </a:solidFill>
              </a:rPr>
              <a:t>specs</a:t>
            </a:r>
            <a:r>
              <a:rPr lang="fr-CA" sz="2100" dirty="0">
                <a:solidFill>
                  <a:schemeClr val="accent4"/>
                </a:solidFill>
              </a:rPr>
              <a:t> validées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Visible en </a:t>
            </a:r>
            <a:r>
              <a:rPr lang="fr-CA" sz="2100" dirty="0" err="1">
                <a:solidFill>
                  <a:schemeClr val="accent4"/>
                </a:solidFill>
              </a:rPr>
              <a:t>SAFe</a:t>
            </a:r>
            <a:r>
              <a:rPr lang="fr-CA" sz="2100" dirty="0">
                <a:solidFill>
                  <a:schemeClr val="accent4"/>
                </a:solidFill>
              </a:rPr>
              <a:t> et en </a:t>
            </a:r>
            <a:r>
              <a:rPr lang="fr-CA" sz="2100" dirty="0" err="1">
                <a:solidFill>
                  <a:schemeClr val="accent4"/>
                </a:solidFill>
              </a:rPr>
              <a:t>CARe</a:t>
            </a: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Base des roadmaps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Une livraison réelle de valeur (pas une tâche)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fr-CA" sz="4800" dirty="0" err="1">
                <a:solidFill>
                  <a:schemeClr val="accent4"/>
                </a:solidFill>
              </a:rPr>
              <a:t>Feature</a:t>
            </a:r>
            <a:r>
              <a:rPr lang="fr-CA" sz="4800" dirty="0">
                <a:solidFill>
                  <a:schemeClr val="accent4"/>
                </a:solidFill>
              </a:rPr>
              <a:t> ≠ Release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3850780" y="1760763"/>
            <a:ext cx="4929359" cy="3560260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Documentation du produit/fonctionnalités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Regroupement de spécifications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Représenté en </a:t>
            </a:r>
            <a:r>
              <a:rPr lang="fr-CA" sz="2100" dirty="0" err="1">
                <a:solidFill>
                  <a:schemeClr val="accent4"/>
                </a:solidFill>
              </a:rPr>
              <a:t>Xray</a:t>
            </a: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100% testable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Utilisé pour : </a:t>
            </a:r>
            <a:br>
              <a:rPr lang="fr-CA" sz="2100" dirty="0">
                <a:solidFill>
                  <a:schemeClr val="accent4"/>
                </a:solidFill>
              </a:rPr>
            </a:br>
            <a:r>
              <a:rPr lang="fr-CA" sz="2100" dirty="0">
                <a:solidFill>
                  <a:schemeClr val="accent4"/>
                </a:solidFill>
              </a:rPr>
              <a:t>couverture, validation,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 fontScale="90000"/>
          </a:bodyPr>
          <a:lstStyle/>
          <a:p>
            <a:r>
              <a:rPr lang="fr-CA" sz="4700" dirty="0">
                <a:solidFill>
                  <a:schemeClr val="accent4"/>
                </a:solidFill>
              </a:rPr>
              <a:t>La </a:t>
            </a:r>
            <a:r>
              <a:rPr lang="fr-CA" sz="4700" dirty="0" err="1">
                <a:solidFill>
                  <a:schemeClr val="accent4"/>
                </a:solidFill>
              </a:rPr>
              <a:t>specs</a:t>
            </a:r>
            <a:r>
              <a:rPr lang="fr-CA" sz="4700" dirty="0">
                <a:solidFill>
                  <a:schemeClr val="accent4"/>
                </a:solidFill>
              </a:rPr>
              <a:t> (spécification) </a:t>
            </a:r>
            <a:br>
              <a:rPr lang="fr-CA" sz="4700" dirty="0">
                <a:solidFill>
                  <a:schemeClr val="accent4"/>
                </a:solidFill>
              </a:rPr>
            </a:br>
            <a:r>
              <a:rPr lang="fr-CA" sz="4700" dirty="0">
                <a:solidFill>
                  <a:schemeClr val="accent4"/>
                </a:solidFill>
              </a:rPr>
              <a:t>Source de vérité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Spécifications exécutables (tests + règles + exigences)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BDD (comportement)</a:t>
            </a:r>
          </a:p>
          <a:p>
            <a:r>
              <a:rPr lang="fr-CA" sz="2100" dirty="0" err="1">
                <a:solidFill>
                  <a:schemeClr val="accent4"/>
                </a:solidFill>
              </a:rPr>
              <a:t>Xray</a:t>
            </a:r>
            <a:r>
              <a:rPr lang="fr-CA" sz="2100" dirty="0">
                <a:solidFill>
                  <a:schemeClr val="accent4"/>
                </a:solidFill>
              </a:rPr>
              <a:t> Test Sets, couverture total… (</a:t>
            </a:r>
            <a:r>
              <a:rPr lang="fr-CA" sz="2100" dirty="0" err="1">
                <a:solidFill>
                  <a:schemeClr val="accent4"/>
                </a:solidFill>
              </a:rPr>
              <a:t>features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Règles métier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Critères d’acceptation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Base pour IA et automatisation++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Modélisation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dirty="0">
                <a:solidFill>
                  <a:schemeClr val="accent4"/>
                </a:solidFill>
              </a:rPr>
              <a:t>IA &amp; Automatisation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834C02A2-1579-A07C-C364-FBBF39EE3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486" y="952120"/>
            <a:ext cx="4254093" cy="425409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fr-CA" sz="1500" dirty="0" err="1">
                <a:solidFill>
                  <a:schemeClr val="accent4"/>
                </a:solidFill>
              </a:rPr>
              <a:t>Specs</a:t>
            </a:r>
            <a:r>
              <a:rPr lang="fr-CA" sz="1500" dirty="0">
                <a:solidFill>
                  <a:schemeClr val="accent4"/>
                </a:solidFill>
              </a:rPr>
              <a:t> = input IA</a:t>
            </a:r>
          </a:p>
          <a:p>
            <a:r>
              <a:rPr lang="fr-CA" sz="1500" dirty="0">
                <a:solidFill>
                  <a:schemeClr val="accent4"/>
                </a:solidFill>
              </a:rPr>
              <a:t>Génération tests automatique</a:t>
            </a:r>
          </a:p>
          <a:p>
            <a:r>
              <a:rPr lang="fr-CA" sz="1500" dirty="0">
                <a:solidFill>
                  <a:schemeClr val="accent4"/>
                </a:solidFill>
              </a:rPr>
              <a:t>Génération code</a:t>
            </a:r>
          </a:p>
          <a:p>
            <a:r>
              <a:rPr lang="fr-CA" sz="1500" dirty="0">
                <a:solidFill>
                  <a:schemeClr val="accent4"/>
                </a:solidFill>
              </a:rPr>
              <a:t>Validation continue</a:t>
            </a:r>
          </a:p>
          <a:p>
            <a:r>
              <a:rPr lang="fr-CA" sz="1500" b="1" dirty="0">
                <a:solidFill>
                  <a:schemeClr val="accent4"/>
                </a:solidFill>
              </a:rPr>
              <a:t>SENSe</a:t>
            </a:r>
            <a:r>
              <a:rPr lang="fr-CA" sz="1500" dirty="0">
                <a:solidFill>
                  <a:schemeClr val="accent4"/>
                </a:solidFill>
              </a:rPr>
              <a:t> = clé de l’IA</a:t>
            </a:r>
          </a:p>
          <a:p>
            <a:r>
              <a:rPr lang="fr-CA" sz="1500" dirty="0">
                <a:solidFill>
                  <a:schemeClr val="accent4"/>
                </a:solidFill>
              </a:rPr>
              <a:t>Consommable par agents IA (génération, validation, simulation)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5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dirty="0">
                <a:solidFill>
                  <a:schemeClr val="accent4"/>
                </a:solidFill>
              </a:rPr>
              <a:t>Definition of Ready</a:t>
            </a:r>
            <a:br>
              <a:rPr lang="en-US" sz="4200" dirty="0">
                <a:solidFill>
                  <a:schemeClr val="accent4"/>
                </a:solidFill>
              </a:rPr>
            </a:br>
            <a:r>
              <a:rPr lang="en-US" sz="4200" dirty="0">
                <a:solidFill>
                  <a:schemeClr val="accent4"/>
                </a:solidFill>
              </a:rPr>
              <a:t>(</a:t>
            </a:r>
            <a:r>
              <a:rPr lang="en-US" sz="4200" dirty="0" err="1">
                <a:solidFill>
                  <a:schemeClr val="accent4"/>
                </a:solidFill>
              </a:rPr>
              <a:t>DoR</a:t>
            </a:r>
            <a:r>
              <a:rPr lang="en-US" sz="4200" dirty="0">
                <a:solidFill>
                  <a:schemeClr val="accent4"/>
                </a:solidFill>
              </a:rPr>
              <a:t> </a:t>
            </a:r>
            <a:r>
              <a:rPr lang="en-US" sz="4200" dirty="0" err="1">
                <a:solidFill>
                  <a:schemeClr val="accent4"/>
                </a:solidFill>
              </a:rPr>
              <a:t>SAFe</a:t>
            </a:r>
            <a:r>
              <a:rPr lang="en-US" sz="4200" dirty="0">
                <a:solidFill>
                  <a:schemeClr val="accent4"/>
                </a:solidFill>
              </a:rPr>
              <a:t>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49EAB2-46F5-7CC0-971B-AD98B6FA9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606022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077E6-D5C7-41FB-6B91-968C59B7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>
                <a:solidFill>
                  <a:schemeClr val="accent4"/>
                </a:solidFill>
              </a:rPr>
              <a:t>Agile Portefolio → Agile Release Train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B762EAC-E894-943E-4180-3A49C6D55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090858"/>
              </p:ext>
            </p:extLst>
          </p:nvPr>
        </p:nvGraphicFramePr>
        <p:xfrm>
          <a:off x="155448" y="1600200"/>
          <a:ext cx="877824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960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>
                <a:solidFill>
                  <a:schemeClr val="accent4"/>
                </a:solidFill>
              </a:rPr>
              <a:t>Exercice atelier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Prendre chacun des signaux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Créer une Initiative (valeur ajoutée)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Définir problème/solution</a:t>
            </a:r>
          </a:p>
          <a:p>
            <a:r>
              <a:rPr lang="fr-CA" sz="2100" dirty="0" err="1">
                <a:solidFill>
                  <a:schemeClr val="accent4"/>
                </a:solidFill>
              </a:rPr>
              <a:t>Modèliser</a:t>
            </a:r>
            <a:r>
              <a:rPr lang="fr-CA" sz="2100" dirty="0">
                <a:solidFill>
                  <a:schemeClr val="accent4"/>
                </a:solidFill>
              </a:rPr>
              <a:t> et créer les </a:t>
            </a:r>
            <a:r>
              <a:rPr lang="fr-CA" sz="2100" dirty="0" err="1">
                <a:solidFill>
                  <a:schemeClr val="accent4"/>
                </a:solidFill>
              </a:rPr>
              <a:t>specs</a:t>
            </a: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 err="1">
                <a:solidFill>
                  <a:schemeClr val="accent4"/>
                </a:solidFill>
              </a:rPr>
              <a:t>Atomatiser</a:t>
            </a:r>
            <a:r>
              <a:rPr lang="fr-CA" sz="2100" dirty="0">
                <a:solidFill>
                  <a:schemeClr val="accent4"/>
                </a:solidFill>
              </a:rPr>
              <a:t> les </a:t>
            </a:r>
            <a:r>
              <a:rPr lang="fr-CA" sz="2100" dirty="0" err="1">
                <a:solidFill>
                  <a:schemeClr val="accent4"/>
                </a:solidFill>
              </a:rPr>
              <a:t>specs</a:t>
            </a:r>
            <a:r>
              <a:rPr lang="fr-CA" sz="2100" dirty="0">
                <a:solidFill>
                  <a:schemeClr val="accent4"/>
                </a:solidFill>
              </a:rPr>
              <a:t> et les rendre disponible pour les agents IA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Identifier le(s) Epic(s)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Valider avec l’origine du signal si cela fait du sens.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Prioriser la release dans un ordre (roadmaps)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>
                <a:solidFill>
                  <a:schemeClr val="accent4"/>
                </a:solidFill>
              </a:rPr>
              <a:t>Scénario - Nouvelle valeur (OKR)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Signal business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Initiative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Design complet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Multiples </a:t>
            </a:r>
            <a:r>
              <a:rPr lang="fr-CA" sz="2100" dirty="0" err="1">
                <a:solidFill>
                  <a:schemeClr val="accent4"/>
                </a:solidFill>
              </a:rPr>
              <a:t>Epics</a:t>
            </a: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Releases incrémentales majeur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>
                <a:solidFill>
                  <a:schemeClr val="accent4"/>
                </a:solidFill>
              </a:rPr>
              <a:t>Scénario - 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 dirty="0">
                <a:solidFill>
                  <a:schemeClr val="accent4"/>
                </a:solidFill>
              </a:rPr>
              <a:t>Signal 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endParaRPr lang="fr-CA" sz="2100" b="1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Initiative créée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RCA et analyse</a:t>
            </a:r>
          </a:p>
          <a:p>
            <a:r>
              <a:rPr lang="fr-CA" sz="2100" dirty="0" err="1">
                <a:solidFill>
                  <a:schemeClr val="accent4"/>
                </a:solidFill>
              </a:rPr>
              <a:t>Specs</a:t>
            </a:r>
            <a:endParaRPr lang="fr-CA" sz="2100" dirty="0">
              <a:solidFill>
                <a:schemeClr val="accent4"/>
              </a:solidFill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Epic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Release mineur et majeur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Scénario - Typo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>
                <a:solidFill>
                  <a:schemeClr val="accent4"/>
                </a:solidFill>
              </a:rPr>
              <a:t>Signal simple</a:t>
            </a:r>
          </a:p>
          <a:p>
            <a:r>
              <a:rPr lang="fr-CA" sz="2100">
                <a:solidFill>
                  <a:schemeClr val="accent4"/>
                </a:solidFill>
              </a:rPr>
              <a:t>Initiative minimale</a:t>
            </a:r>
          </a:p>
          <a:p>
            <a:r>
              <a:rPr lang="fr-CA" sz="2100">
                <a:solidFill>
                  <a:schemeClr val="accent4"/>
                </a:solidFill>
              </a:rPr>
              <a:t>Update specs</a:t>
            </a:r>
          </a:p>
          <a:p>
            <a:r>
              <a:rPr lang="fr-CA" sz="2100">
                <a:solidFill>
                  <a:schemeClr val="accent4"/>
                </a:solidFill>
              </a:rPr>
              <a:t>Epic</a:t>
            </a:r>
          </a:p>
          <a:p>
            <a:r>
              <a:rPr lang="fr-CA" sz="2100">
                <a:solidFill>
                  <a:schemeClr val="accent4"/>
                </a:solidFill>
              </a:rPr>
              <a:t>Release en secondes mineur et majeur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C0376-C787-7A67-447B-67040D60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DF38C-A3B1-A7EC-99BA-2A30D9B7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Scénario – Configuration de l’environnement de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80282-9CF8-9D8E-C490-687204EF4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fr-CA" sz="2100">
                <a:solidFill>
                  <a:schemeClr val="accent4"/>
                </a:solidFill>
              </a:rPr>
              <a:t>En extra </a:t>
            </a:r>
            <a:r>
              <a:rPr lang="fr-CA" sz="2100">
                <a:solidFill>
                  <a:schemeClr val="accent4"/>
                </a:solidFill>
                <a:sym typeface="Wingdings" panose="05000000000000000000" pitchFamily="2" charset="2"/>
              </a:rPr>
              <a:t></a:t>
            </a:r>
            <a:endParaRPr lang="fr-CA" sz="2100" dirty="0">
              <a:solidFill>
                <a:schemeClr val="accent4"/>
              </a:solidFill>
            </a:endParaRPr>
          </a:p>
        </p:txBody>
      </p: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85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fr-CA" sz="4500" dirty="0">
                <a:solidFill>
                  <a:schemeClr val="accent4"/>
                </a:solidFill>
              </a:rPr>
              <a:t>Conclusion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6639463-3CB8-5385-ED8D-1D1A12F6A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51058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9290083-bd2f-48a2-8ac5-09a524b17d15}" enabled="1" method="Standard" siteId="{b9fec68c-c92d-461e-9a97-3d03a0f18b8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675</Words>
  <Application>Microsoft Office PowerPoint</Application>
  <PresentationFormat>Affichage à l'écran (4:3)</PresentationFormat>
  <Paragraphs>119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L’atelier SENSe (ToTAL)</vt:lpstr>
      <vt:lpstr>La vision</vt:lpstr>
      <vt:lpstr>Le flot</vt:lpstr>
      <vt:lpstr>Les activités</vt:lpstr>
      <vt:lpstr>Les objets</vt:lpstr>
      <vt:lpstr>Le signal</vt:lpstr>
      <vt:lpstr>L’initiative (requis)</vt:lpstr>
      <vt:lpstr>L’epic (release)</vt:lpstr>
      <vt:lpstr>Feature ≠ Release</vt:lpstr>
      <vt:lpstr>La specs (spécification)  Source de vérité</vt:lpstr>
      <vt:lpstr>IA &amp; Automatisation</vt:lpstr>
      <vt:lpstr>Definition of Ready (DoR SAFe)</vt:lpstr>
      <vt:lpstr>Agile Portefolio → Agile Release Train</vt:lpstr>
      <vt:lpstr>Exercice atelier</vt:lpstr>
      <vt:lpstr>Scénario - Nouvelle valeur (OKR)</vt:lpstr>
      <vt:lpstr>Scénario - Incident</vt:lpstr>
      <vt:lpstr>Scénario - Typo</vt:lpstr>
      <vt:lpstr>Scénario – Configuration de l’environnement de production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Belanger, Michel</cp:lastModifiedBy>
  <cp:revision>1</cp:revision>
  <dcterms:created xsi:type="dcterms:W3CDTF">2013-01-27T09:14:16Z</dcterms:created>
  <dcterms:modified xsi:type="dcterms:W3CDTF">2026-05-21T22:02:09Z</dcterms:modified>
  <cp:category/>
</cp:coreProperties>
</file>
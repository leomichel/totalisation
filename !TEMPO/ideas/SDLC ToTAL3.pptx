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 id="258" r:id="rId6"/>
    <p:sldId id="259" r:id="rId7"/>
    <p:sldId id="260" r:id="rId8"/>
    <p:sldId id="263" r:id="rId9"/>
    <p:sldId id="267" r:id="rId10"/>
    <p:sldId id="261" r:id="rId11"/>
    <p:sldId id="262" r:id="rId12"/>
    <p:sldId id="264" r:id="rId13"/>
    <p:sldId id="266" r:id="rId14"/>
    <p:sldId id="257" r:id="rId15"/>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D1E8F"/>
    <a:srgbClr val="C60000"/>
    <a:srgbClr val="AEAEAE"/>
    <a:srgbClr val="7030A0"/>
    <a:srgbClr val="366092"/>
    <a:srgbClr val="FFFFFF"/>
    <a:srgbClr val="57D3FF"/>
    <a:srgbClr val="CAEEFB"/>
    <a:srgbClr val="7BD5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EA5F13F-4E18-4F53-8551-B64ED591A01F}" v="216" dt="2026-09-11T14:23:20.9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6247" autoAdjust="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colors1.xml><?xml version="1.0" encoding="utf-8"?>
<dgm:colorsDef xmlns:dgm="http://schemas.openxmlformats.org/drawingml/2006/diagram" xmlns:a="http://schemas.openxmlformats.org/drawingml/2006/main" uniqueId="urn:microsoft.com/office/officeart/2005/8/colors/accent1_2#4">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388C594-A569-4252-A236-758AFB62FCFA}" type="doc">
      <dgm:prSet loTypeId="urn:microsoft.com/office/officeart/2005/8/layout/vList2" loCatId="list" qsTypeId="urn:microsoft.com/office/officeart/2005/8/quickstyle/simple1#4" qsCatId="simple" csTypeId="urn:microsoft.com/office/officeart/2005/8/colors/accent1_2#4" csCatId="accent1" phldr="1"/>
      <dgm:spPr/>
      <dgm:t>
        <a:bodyPr/>
        <a:lstStyle/>
        <a:p>
          <a:endParaRPr lang="en-US"/>
        </a:p>
      </dgm:t>
    </dgm:pt>
    <dgm:pt modelId="{89A2085F-9E96-42CA-A81D-1FC437991C98}">
      <dgm:prSet/>
      <dgm:spPr/>
      <dgm:t>
        <a:bodyPr/>
        <a:lstStyle/>
        <a:p>
          <a:r>
            <a:rPr lang="fr-CA" dirty="0"/>
            <a:t>Cependant, trop peu on pratiqué l’Agile autre que la phase 4 malheureusement, même encore aujourd’hui. </a:t>
          </a:r>
          <a:endParaRPr lang="en-US" dirty="0"/>
        </a:p>
      </dgm:t>
    </dgm:pt>
    <dgm:pt modelId="{F6A3C6B6-3EB8-4176-B793-65F8490AF101}" type="parTrans" cxnId="{0F1430E5-8C20-413B-B770-706858664527}">
      <dgm:prSet/>
      <dgm:spPr/>
      <dgm:t>
        <a:bodyPr/>
        <a:lstStyle/>
        <a:p>
          <a:endParaRPr lang="en-US"/>
        </a:p>
      </dgm:t>
    </dgm:pt>
    <dgm:pt modelId="{309850ED-E902-4798-89C9-5EFD75139C93}" type="sibTrans" cxnId="{0F1430E5-8C20-413B-B770-706858664527}">
      <dgm:prSet/>
      <dgm:spPr/>
      <dgm:t>
        <a:bodyPr/>
        <a:lstStyle/>
        <a:p>
          <a:endParaRPr lang="en-US"/>
        </a:p>
      </dgm:t>
    </dgm:pt>
    <dgm:pt modelId="{C5481972-5FD5-42BD-AF32-D3909FAF22DA}">
      <dgm:prSet/>
      <dgm:spPr/>
      <dgm:t>
        <a:bodyPr/>
        <a:lstStyle/>
        <a:p>
          <a:r>
            <a:rPr lang="fr-CA"/>
            <a:t>Donc le cycle complet ce faisait par compensation, c’est à ce moment qu’on a différencier le SDLC par le PDLC (</a:t>
          </a:r>
          <a:r>
            <a:rPr lang="fr-CA" b="1"/>
            <a:t>P</a:t>
          </a:r>
          <a:r>
            <a:rPr lang="fr-CA"/>
            <a:t>roduct </a:t>
          </a:r>
          <a:r>
            <a:rPr lang="fr-CA" b="1"/>
            <a:t>D</a:t>
          </a:r>
          <a:r>
            <a:rPr lang="fr-CA"/>
            <a:t>elivery </a:t>
          </a:r>
          <a:r>
            <a:rPr lang="fr-CA" b="1"/>
            <a:t>L</a:t>
          </a:r>
          <a:r>
            <a:rPr lang="fr-CA"/>
            <a:t>ife </a:t>
          </a:r>
          <a:r>
            <a:rPr lang="fr-CA" b="1"/>
            <a:t>C</a:t>
          </a:r>
          <a:r>
            <a:rPr lang="fr-CA"/>
            <a:t>ycle), cela a perduré en conflit encore aujourd’hui, car l’Agile rejetait cela comme étant du waterfall. </a:t>
          </a:r>
          <a:endParaRPr lang="en-US"/>
        </a:p>
      </dgm:t>
    </dgm:pt>
    <dgm:pt modelId="{F5D8A233-CF63-49CA-B82A-B4AFEFCC4E79}" type="parTrans" cxnId="{F30400BB-9775-4D53-A18D-7D8A5C6586BC}">
      <dgm:prSet/>
      <dgm:spPr/>
      <dgm:t>
        <a:bodyPr/>
        <a:lstStyle/>
        <a:p>
          <a:endParaRPr lang="en-US"/>
        </a:p>
      </dgm:t>
    </dgm:pt>
    <dgm:pt modelId="{927FADE6-CA40-478F-832E-F240A30FDFF4}" type="sibTrans" cxnId="{F30400BB-9775-4D53-A18D-7D8A5C6586BC}">
      <dgm:prSet/>
      <dgm:spPr/>
      <dgm:t>
        <a:bodyPr/>
        <a:lstStyle/>
        <a:p>
          <a:endParaRPr lang="en-US"/>
        </a:p>
      </dgm:t>
    </dgm:pt>
    <dgm:pt modelId="{3FC89C9D-0B5A-46F6-BDE5-166FE971D064}">
      <dgm:prSet/>
      <dgm:spPr/>
      <dgm:t>
        <a:bodyPr/>
        <a:lstStyle/>
        <a:p>
          <a:r>
            <a:rPr lang="fr-CA"/>
            <a:t>Il n’en reste pas moins que le PDLC n’existe pas et n’a jamais existé réellement car le SDLC c’est justement la livraison du produit et non pas de la livraison de "stories« , qui n’était qu’une mauvaise application de l’Agile.</a:t>
          </a:r>
          <a:endParaRPr lang="en-US"/>
        </a:p>
      </dgm:t>
    </dgm:pt>
    <dgm:pt modelId="{77A4DE93-A434-4D09-A425-0B29840A7C26}" type="parTrans" cxnId="{A8CBEAD5-7154-489A-8D25-BFDB194E9800}">
      <dgm:prSet/>
      <dgm:spPr/>
      <dgm:t>
        <a:bodyPr/>
        <a:lstStyle/>
        <a:p>
          <a:endParaRPr lang="en-US"/>
        </a:p>
      </dgm:t>
    </dgm:pt>
    <dgm:pt modelId="{A4625BE7-7925-47FA-9F78-A7FF42B9E874}" type="sibTrans" cxnId="{A8CBEAD5-7154-489A-8D25-BFDB194E9800}">
      <dgm:prSet/>
      <dgm:spPr/>
      <dgm:t>
        <a:bodyPr/>
        <a:lstStyle/>
        <a:p>
          <a:endParaRPr lang="en-US"/>
        </a:p>
      </dgm:t>
    </dgm:pt>
    <dgm:pt modelId="{2AC8F11A-7365-4B53-BC6D-C3F5D569302D}">
      <dgm:prSet/>
      <dgm:spPr/>
      <dgm:t>
        <a:bodyPr/>
        <a:lstStyle/>
        <a:p>
          <a:r>
            <a:rPr lang="fr-CA"/>
            <a:t>Tout est devenu flou, le problème majeur est donc que l’Agile a été mal compris, le SDLC semblait vieux et non adapté aux solutions et approches modernes… </a:t>
          </a:r>
          <a:endParaRPr lang="en-US"/>
        </a:p>
      </dgm:t>
    </dgm:pt>
    <dgm:pt modelId="{7C0BED5B-EB4F-4A91-A4FE-7B359C10CB10}" type="parTrans" cxnId="{A1293576-9721-44F3-A67E-B6787581560A}">
      <dgm:prSet/>
      <dgm:spPr/>
      <dgm:t>
        <a:bodyPr/>
        <a:lstStyle/>
        <a:p>
          <a:endParaRPr lang="en-US"/>
        </a:p>
      </dgm:t>
    </dgm:pt>
    <dgm:pt modelId="{A18395FD-ACA4-49E2-934D-598B054F1C04}" type="sibTrans" cxnId="{A1293576-9721-44F3-A67E-B6787581560A}">
      <dgm:prSet/>
      <dgm:spPr/>
      <dgm:t>
        <a:bodyPr/>
        <a:lstStyle/>
        <a:p>
          <a:endParaRPr lang="en-US"/>
        </a:p>
      </dgm:t>
    </dgm:pt>
    <dgm:pt modelId="{59B2A2C4-1E32-4B93-BCD1-9344753E3E08}" type="pres">
      <dgm:prSet presAssocID="{5388C594-A569-4252-A236-758AFB62FCFA}" presName="linear" presStyleCnt="0">
        <dgm:presLayoutVars>
          <dgm:animLvl val="lvl"/>
          <dgm:resizeHandles val="exact"/>
        </dgm:presLayoutVars>
      </dgm:prSet>
      <dgm:spPr/>
    </dgm:pt>
    <dgm:pt modelId="{337806BF-BB13-4415-95CD-29912389719E}" type="pres">
      <dgm:prSet presAssocID="{89A2085F-9E96-42CA-A81D-1FC437991C98}" presName="parentText" presStyleLbl="node1" presStyleIdx="0" presStyleCnt="4">
        <dgm:presLayoutVars>
          <dgm:chMax val="0"/>
          <dgm:bulletEnabled val="1"/>
        </dgm:presLayoutVars>
      </dgm:prSet>
      <dgm:spPr/>
    </dgm:pt>
    <dgm:pt modelId="{CAB7BB1B-1145-4389-9250-DDB4C0B01BE6}" type="pres">
      <dgm:prSet presAssocID="{309850ED-E902-4798-89C9-5EFD75139C93}" presName="spacer" presStyleCnt="0"/>
      <dgm:spPr/>
    </dgm:pt>
    <dgm:pt modelId="{6330CDD8-C7AB-4FDA-8F78-DBC28F260B51}" type="pres">
      <dgm:prSet presAssocID="{C5481972-5FD5-42BD-AF32-D3909FAF22DA}" presName="parentText" presStyleLbl="node1" presStyleIdx="1" presStyleCnt="4">
        <dgm:presLayoutVars>
          <dgm:chMax val="0"/>
          <dgm:bulletEnabled val="1"/>
        </dgm:presLayoutVars>
      </dgm:prSet>
      <dgm:spPr/>
    </dgm:pt>
    <dgm:pt modelId="{269AC258-E50E-46CF-A863-2C93AFA73F64}" type="pres">
      <dgm:prSet presAssocID="{927FADE6-CA40-478F-832E-F240A30FDFF4}" presName="spacer" presStyleCnt="0"/>
      <dgm:spPr/>
    </dgm:pt>
    <dgm:pt modelId="{10695A73-E312-47BE-8F31-6C9A4FBE7B20}" type="pres">
      <dgm:prSet presAssocID="{3FC89C9D-0B5A-46F6-BDE5-166FE971D064}" presName="parentText" presStyleLbl="node1" presStyleIdx="2" presStyleCnt="4">
        <dgm:presLayoutVars>
          <dgm:chMax val="0"/>
          <dgm:bulletEnabled val="1"/>
        </dgm:presLayoutVars>
      </dgm:prSet>
      <dgm:spPr/>
    </dgm:pt>
    <dgm:pt modelId="{899DD051-A738-45B3-839F-8A2126A2A5C1}" type="pres">
      <dgm:prSet presAssocID="{A4625BE7-7925-47FA-9F78-A7FF42B9E874}" presName="spacer" presStyleCnt="0"/>
      <dgm:spPr/>
    </dgm:pt>
    <dgm:pt modelId="{2C61EC8E-910D-4E81-9356-C07200909096}" type="pres">
      <dgm:prSet presAssocID="{2AC8F11A-7365-4B53-BC6D-C3F5D569302D}" presName="parentText" presStyleLbl="node1" presStyleIdx="3" presStyleCnt="4">
        <dgm:presLayoutVars>
          <dgm:chMax val="0"/>
          <dgm:bulletEnabled val="1"/>
        </dgm:presLayoutVars>
      </dgm:prSet>
      <dgm:spPr/>
    </dgm:pt>
  </dgm:ptLst>
  <dgm:cxnLst>
    <dgm:cxn modelId="{852E9236-FDD4-4287-8F87-CA26B801E210}" type="presOf" srcId="{89A2085F-9E96-42CA-A81D-1FC437991C98}" destId="{337806BF-BB13-4415-95CD-29912389719E}" srcOrd="0" destOrd="0" presId="urn:microsoft.com/office/officeart/2005/8/layout/vList2"/>
    <dgm:cxn modelId="{8024B16D-ECF4-4B37-8C3C-05BD5F068072}" type="presOf" srcId="{2AC8F11A-7365-4B53-BC6D-C3F5D569302D}" destId="{2C61EC8E-910D-4E81-9356-C07200909096}" srcOrd="0" destOrd="0" presId="urn:microsoft.com/office/officeart/2005/8/layout/vList2"/>
    <dgm:cxn modelId="{595E2675-110F-45E1-B73B-E6E47007EA87}" type="presOf" srcId="{5388C594-A569-4252-A236-758AFB62FCFA}" destId="{59B2A2C4-1E32-4B93-BCD1-9344753E3E08}" srcOrd="0" destOrd="0" presId="urn:microsoft.com/office/officeart/2005/8/layout/vList2"/>
    <dgm:cxn modelId="{A1293576-9721-44F3-A67E-B6787581560A}" srcId="{5388C594-A569-4252-A236-758AFB62FCFA}" destId="{2AC8F11A-7365-4B53-BC6D-C3F5D569302D}" srcOrd="3" destOrd="0" parTransId="{7C0BED5B-EB4F-4A91-A4FE-7B359C10CB10}" sibTransId="{A18395FD-ACA4-49E2-934D-598B054F1C04}"/>
    <dgm:cxn modelId="{71A1B191-42C3-4724-891D-2A484AE8C582}" type="presOf" srcId="{3FC89C9D-0B5A-46F6-BDE5-166FE971D064}" destId="{10695A73-E312-47BE-8F31-6C9A4FBE7B20}" srcOrd="0" destOrd="0" presId="urn:microsoft.com/office/officeart/2005/8/layout/vList2"/>
    <dgm:cxn modelId="{F30400BB-9775-4D53-A18D-7D8A5C6586BC}" srcId="{5388C594-A569-4252-A236-758AFB62FCFA}" destId="{C5481972-5FD5-42BD-AF32-D3909FAF22DA}" srcOrd="1" destOrd="0" parTransId="{F5D8A233-CF63-49CA-B82A-B4AFEFCC4E79}" sibTransId="{927FADE6-CA40-478F-832E-F240A30FDFF4}"/>
    <dgm:cxn modelId="{A8CBEAD5-7154-489A-8D25-BFDB194E9800}" srcId="{5388C594-A569-4252-A236-758AFB62FCFA}" destId="{3FC89C9D-0B5A-46F6-BDE5-166FE971D064}" srcOrd="2" destOrd="0" parTransId="{77A4DE93-A434-4D09-A425-0B29840A7C26}" sibTransId="{A4625BE7-7925-47FA-9F78-A7FF42B9E874}"/>
    <dgm:cxn modelId="{0F1430E5-8C20-413B-B770-706858664527}" srcId="{5388C594-A569-4252-A236-758AFB62FCFA}" destId="{89A2085F-9E96-42CA-A81D-1FC437991C98}" srcOrd="0" destOrd="0" parTransId="{F6A3C6B6-3EB8-4176-B793-65F8490AF101}" sibTransId="{309850ED-E902-4798-89C9-5EFD75139C93}"/>
    <dgm:cxn modelId="{72725EE6-D77B-4A8C-B8C3-9965B0B27BFF}" type="presOf" srcId="{C5481972-5FD5-42BD-AF32-D3909FAF22DA}" destId="{6330CDD8-C7AB-4FDA-8F78-DBC28F260B51}" srcOrd="0" destOrd="0" presId="urn:microsoft.com/office/officeart/2005/8/layout/vList2"/>
    <dgm:cxn modelId="{C5BA3A01-5BD3-4024-9DD3-D26F2121214A}" type="presParOf" srcId="{59B2A2C4-1E32-4B93-BCD1-9344753E3E08}" destId="{337806BF-BB13-4415-95CD-29912389719E}" srcOrd="0" destOrd="0" presId="urn:microsoft.com/office/officeart/2005/8/layout/vList2"/>
    <dgm:cxn modelId="{07673DF3-A6E6-4250-ADD5-A4A50A99DAF7}" type="presParOf" srcId="{59B2A2C4-1E32-4B93-BCD1-9344753E3E08}" destId="{CAB7BB1B-1145-4389-9250-DDB4C0B01BE6}" srcOrd="1" destOrd="0" presId="urn:microsoft.com/office/officeart/2005/8/layout/vList2"/>
    <dgm:cxn modelId="{496EE30C-9387-40AA-B0E8-E4CD7E90C14F}" type="presParOf" srcId="{59B2A2C4-1E32-4B93-BCD1-9344753E3E08}" destId="{6330CDD8-C7AB-4FDA-8F78-DBC28F260B51}" srcOrd="2" destOrd="0" presId="urn:microsoft.com/office/officeart/2005/8/layout/vList2"/>
    <dgm:cxn modelId="{E4D46EC1-5E86-487B-A2FA-D8EE66314DE7}" type="presParOf" srcId="{59B2A2C4-1E32-4B93-BCD1-9344753E3E08}" destId="{269AC258-E50E-46CF-A863-2C93AFA73F64}" srcOrd="3" destOrd="0" presId="urn:microsoft.com/office/officeart/2005/8/layout/vList2"/>
    <dgm:cxn modelId="{3C3338CA-9E77-4934-A970-5FD72E76344C}" type="presParOf" srcId="{59B2A2C4-1E32-4B93-BCD1-9344753E3E08}" destId="{10695A73-E312-47BE-8F31-6C9A4FBE7B20}" srcOrd="4" destOrd="0" presId="urn:microsoft.com/office/officeart/2005/8/layout/vList2"/>
    <dgm:cxn modelId="{E5F802D0-6813-49AA-BC83-16EF30C988F7}" type="presParOf" srcId="{59B2A2C4-1E32-4B93-BCD1-9344753E3E08}" destId="{899DD051-A738-45B3-839F-8A2126A2A5C1}" srcOrd="5" destOrd="0" presId="urn:microsoft.com/office/officeart/2005/8/layout/vList2"/>
    <dgm:cxn modelId="{E83AE779-4D09-4527-872E-C28124990309}" type="presParOf" srcId="{59B2A2C4-1E32-4B93-BCD1-9344753E3E08}" destId="{2C61EC8E-910D-4E81-9356-C0720090909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7806BF-BB13-4415-95CD-29912389719E}">
      <dsp:nvSpPr>
        <dsp:cNvPr id="0" name=""/>
        <dsp:cNvSpPr/>
      </dsp:nvSpPr>
      <dsp:spPr>
        <a:xfrm>
          <a:off x="0" y="421091"/>
          <a:ext cx="8625774" cy="47911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fr-CA" sz="1200" kern="1200" dirty="0"/>
            <a:t>Cependant, trop peu on pratiqué l’Agile autre que la phase 4 malheureusement, même encore aujourd’hui. </a:t>
          </a:r>
          <a:endParaRPr lang="en-US" sz="1200" kern="1200" dirty="0"/>
        </a:p>
      </dsp:txBody>
      <dsp:txXfrm>
        <a:off x="23388" y="444479"/>
        <a:ext cx="8578998" cy="432338"/>
      </dsp:txXfrm>
    </dsp:sp>
    <dsp:sp modelId="{6330CDD8-C7AB-4FDA-8F78-DBC28F260B51}">
      <dsp:nvSpPr>
        <dsp:cNvPr id="0" name=""/>
        <dsp:cNvSpPr/>
      </dsp:nvSpPr>
      <dsp:spPr>
        <a:xfrm>
          <a:off x="0" y="934766"/>
          <a:ext cx="8625774" cy="47911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fr-CA" sz="1200" kern="1200"/>
            <a:t>Donc le cycle complet ce faisait par compensation, c’est à ce moment qu’on a différencier le SDLC par le PDLC (</a:t>
          </a:r>
          <a:r>
            <a:rPr lang="fr-CA" sz="1200" b="1" kern="1200"/>
            <a:t>P</a:t>
          </a:r>
          <a:r>
            <a:rPr lang="fr-CA" sz="1200" kern="1200"/>
            <a:t>roduct </a:t>
          </a:r>
          <a:r>
            <a:rPr lang="fr-CA" sz="1200" b="1" kern="1200"/>
            <a:t>D</a:t>
          </a:r>
          <a:r>
            <a:rPr lang="fr-CA" sz="1200" kern="1200"/>
            <a:t>elivery </a:t>
          </a:r>
          <a:r>
            <a:rPr lang="fr-CA" sz="1200" b="1" kern="1200"/>
            <a:t>L</a:t>
          </a:r>
          <a:r>
            <a:rPr lang="fr-CA" sz="1200" kern="1200"/>
            <a:t>ife </a:t>
          </a:r>
          <a:r>
            <a:rPr lang="fr-CA" sz="1200" b="1" kern="1200"/>
            <a:t>C</a:t>
          </a:r>
          <a:r>
            <a:rPr lang="fr-CA" sz="1200" kern="1200"/>
            <a:t>ycle), cela a perduré en conflit encore aujourd’hui, car l’Agile rejetait cela comme étant du waterfall. </a:t>
          </a:r>
          <a:endParaRPr lang="en-US" sz="1200" kern="1200"/>
        </a:p>
      </dsp:txBody>
      <dsp:txXfrm>
        <a:off x="23388" y="958154"/>
        <a:ext cx="8578998" cy="432338"/>
      </dsp:txXfrm>
    </dsp:sp>
    <dsp:sp modelId="{10695A73-E312-47BE-8F31-6C9A4FBE7B20}">
      <dsp:nvSpPr>
        <dsp:cNvPr id="0" name=""/>
        <dsp:cNvSpPr/>
      </dsp:nvSpPr>
      <dsp:spPr>
        <a:xfrm>
          <a:off x="0" y="1448441"/>
          <a:ext cx="8625774" cy="47911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fr-CA" sz="1200" kern="1200"/>
            <a:t>Il n’en reste pas moins que le PDLC n’existe pas et n’a jamais existé réellement car le SDLC c’est justement la livraison du produit et non pas de la livraison de "stories« , qui n’était qu’une mauvaise application de l’Agile.</a:t>
          </a:r>
          <a:endParaRPr lang="en-US" sz="1200" kern="1200"/>
        </a:p>
      </dsp:txBody>
      <dsp:txXfrm>
        <a:off x="23388" y="1471829"/>
        <a:ext cx="8578998" cy="432338"/>
      </dsp:txXfrm>
    </dsp:sp>
    <dsp:sp modelId="{2C61EC8E-910D-4E81-9356-C07200909096}">
      <dsp:nvSpPr>
        <dsp:cNvPr id="0" name=""/>
        <dsp:cNvSpPr/>
      </dsp:nvSpPr>
      <dsp:spPr>
        <a:xfrm>
          <a:off x="0" y="1962116"/>
          <a:ext cx="8625774" cy="479114"/>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fr-CA" sz="1200" kern="1200"/>
            <a:t>Tout est devenu flou, le problème majeur est donc que l’Agile a été mal compris, le SDLC semblait vieux et non adapté aux solutions et approches modernes… </a:t>
          </a:r>
          <a:endParaRPr lang="en-US" sz="1200" kern="1200"/>
        </a:p>
      </dsp:txBody>
      <dsp:txXfrm>
        <a:off x="23388" y="1985504"/>
        <a:ext cx="8578998" cy="43233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4">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82C4E1-8533-2B16-B4DD-83267292703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a:extLst>
              <a:ext uri="{FF2B5EF4-FFF2-40B4-BE49-F238E27FC236}">
                <a16:creationId xmlns:a16="http://schemas.microsoft.com/office/drawing/2014/main" id="{E97000E8-DE9D-CFA1-B166-A9D98F4CD1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257DE034-5150-666D-1695-E14492387FE7}"/>
              </a:ext>
            </a:extLst>
          </p:cNvPr>
          <p:cNvSpPr>
            <a:spLocks noGrp="1"/>
          </p:cNvSpPr>
          <p:nvPr>
            <p:ph type="dt" sz="half" idx="10"/>
          </p:nvPr>
        </p:nvSpPr>
        <p:spPr/>
        <p:txBody>
          <a:bodyPr/>
          <a:lstStyle/>
          <a:p>
            <a:fld id="{BD83843D-E0BE-4D61-B131-0C2D85779C8B}" type="datetimeFigureOut">
              <a:rPr lang="fr-CA" smtClean="0"/>
              <a:t>2026-09-10</a:t>
            </a:fld>
            <a:endParaRPr lang="fr-CA"/>
          </a:p>
        </p:txBody>
      </p:sp>
      <p:sp>
        <p:nvSpPr>
          <p:cNvPr id="5" name="Espace réservé du pied de page 4">
            <a:extLst>
              <a:ext uri="{FF2B5EF4-FFF2-40B4-BE49-F238E27FC236}">
                <a16:creationId xmlns:a16="http://schemas.microsoft.com/office/drawing/2014/main" id="{CE1A9D79-9295-093B-B186-B744C9328F25}"/>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2AC3769C-547B-54FC-3C0C-276A6635FF55}"/>
              </a:ext>
            </a:extLst>
          </p:cNvPr>
          <p:cNvSpPr>
            <a:spLocks noGrp="1"/>
          </p:cNvSpPr>
          <p:nvPr>
            <p:ph type="sldNum" sz="quarter" idx="12"/>
          </p:nvPr>
        </p:nvSpPr>
        <p:spPr/>
        <p:txBody>
          <a:bodyPr/>
          <a:lstStyle/>
          <a:p>
            <a:fld id="{74FD31B5-AD2F-47B8-B34B-B4FF373204EC}" type="slidenum">
              <a:rPr lang="fr-CA" smtClean="0"/>
              <a:t>‹N°›</a:t>
            </a:fld>
            <a:endParaRPr lang="fr-CA"/>
          </a:p>
        </p:txBody>
      </p:sp>
    </p:spTree>
    <p:extLst>
      <p:ext uri="{BB962C8B-B14F-4D97-AF65-F5344CB8AC3E}">
        <p14:creationId xmlns:p14="http://schemas.microsoft.com/office/powerpoint/2010/main" val="2862974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39ED999-345D-317C-7782-75DEDF957A21}"/>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12458130-163B-4296-30B8-B1A7FB8D8967}"/>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CCB441FD-B3C8-07DF-1446-419EB7AAAB05}"/>
              </a:ext>
            </a:extLst>
          </p:cNvPr>
          <p:cNvSpPr>
            <a:spLocks noGrp="1"/>
          </p:cNvSpPr>
          <p:nvPr>
            <p:ph type="dt" sz="half" idx="10"/>
          </p:nvPr>
        </p:nvSpPr>
        <p:spPr/>
        <p:txBody>
          <a:bodyPr/>
          <a:lstStyle/>
          <a:p>
            <a:fld id="{BD83843D-E0BE-4D61-B131-0C2D85779C8B}" type="datetimeFigureOut">
              <a:rPr lang="fr-CA" smtClean="0"/>
              <a:t>2026-09-10</a:t>
            </a:fld>
            <a:endParaRPr lang="fr-CA"/>
          </a:p>
        </p:txBody>
      </p:sp>
      <p:sp>
        <p:nvSpPr>
          <p:cNvPr id="5" name="Espace réservé du pied de page 4">
            <a:extLst>
              <a:ext uri="{FF2B5EF4-FFF2-40B4-BE49-F238E27FC236}">
                <a16:creationId xmlns:a16="http://schemas.microsoft.com/office/drawing/2014/main" id="{35464112-3F28-11D8-8D9A-E29FAAE92CB8}"/>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D5E2A280-9371-9DE7-0C3A-CD105EA1CEC4}"/>
              </a:ext>
            </a:extLst>
          </p:cNvPr>
          <p:cNvSpPr>
            <a:spLocks noGrp="1"/>
          </p:cNvSpPr>
          <p:nvPr>
            <p:ph type="sldNum" sz="quarter" idx="12"/>
          </p:nvPr>
        </p:nvSpPr>
        <p:spPr/>
        <p:txBody>
          <a:bodyPr/>
          <a:lstStyle/>
          <a:p>
            <a:fld id="{74FD31B5-AD2F-47B8-B34B-B4FF373204EC}" type="slidenum">
              <a:rPr lang="fr-CA" smtClean="0"/>
              <a:t>‹N°›</a:t>
            </a:fld>
            <a:endParaRPr lang="fr-CA"/>
          </a:p>
        </p:txBody>
      </p:sp>
    </p:spTree>
    <p:extLst>
      <p:ext uri="{BB962C8B-B14F-4D97-AF65-F5344CB8AC3E}">
        <p14:creationId xmlns:p14="http://schemas.microsoft.com/office/powerpoint/2010/main" val="4195425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FC91AA-AC63-5B2E-FA9D-A9A426108702}"/>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1038EC4A-B928-7AE9-8E69-FE2A16C07A1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84126A6-F059-3211-F2C6-8A88E184DF23}"/>
              </a:ext>
            </a:extLst>
          </p:cNvPr>
          <p:cNvSpPr>
            <a:spLocks noGrp="1"/>
          </p:cNvSpPr>
          <p:nvPr>
            <p:ph type="dt" sz="half" idx="10"/>
          </p:nvPr>
        </p:nvSpPr>
        <p:spPr/>
        <p:txBody>
          <a:bodyPr/>
          <a:lstStyle/>
          <a:p>
            <a:fld id="{BD83843D-E0BE-4D61-B131-0C2D85779C8B}" type="datetimeFigureOut">
              <a:rPr lang="fr-CA" smtClean="0"/>
              <a:t>2026-09-10</a:t>
            </a:fld>
            <a:endParaRPr lang="fr-CA"/>
          </a:p>
        </p:txBody>
      </p:sp>
      <p:sp>
        <p:nvSpPr>
          <p:cNvPr id="5" name="Espace réservé du pied de page 4">
            <a:extLst>
              <a:ext uri="{FF2B5EF4-FFF2-40B4-BE49-F238E27FC236}">
                <a16:creationId xmlns:a16="http://schemas.microsoft.com/office/drawing/2014/main" id="{EB77B3AA-FBD8-4076-C549-3748DFF6EF23}"/>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22AB2E94-5467-5BBE-E792-1DD5057144E6}"/>
              </a:ext>
            </a:extLst>
          </p:cNvPr>
          <p:cNvSpPr>
            <a:spLocks noGrp="1"/>
          </p:cNvSpPr>
          <p:nvPr>
            <p:ph type="sldNum" sz="quarter" idx="12"/>
          </p:nvPr>
        </p:nvSpPr>
        <p:spPr/>
        <p:txBody>
          <a:bodyPr/>
          <a:lstStyle/>
          <a:p>
            <a:fld id="{74FD31B5-AD2F-47B8-B34B-B4FF373204EC}" type="slidenum">
              <a:rPr lang="fr-CA" smtClean="0"/>
              <a:t>‹N°›</a:t>
            </a:fld>
            <a:endParaRPr lang="fr-CA"/>
          </a:p>
        </p:txBody>
      </p:sp>
    </p:spTree>
    <p:extLst>
      <p:ext uri="{BB962C8B-B14F-4D97-AF65-F5344CB8AC3E}">
        <p14:creationId xmlns:p14="http://schemas.microsoft.com/office/powerpoint/2010/main" val="1953172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FB69CF-86BD-7E79-A867-BCE4A7FFFF98}"/>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7D20DA48-1FA0-9463-FC8C-59659E6D204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4651E1E7-FC14-E378-F340-96D983157FE4}"/>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a:extLst>
              <a:ext uri="{FF2B5EF4-FFF2-40B4-BE49-F238E27FC236}">
                <a16:creationId xmlns:a16="http://schemas.microsoft.com/office/drawing/2014/main" id="{4CC4DAE2-CA9F-653A-1578-553970A91FE6}"/>
              </a:ext>
            </a:extLst>
          </p:cNvPr>
          <p:cNvSpPr>
            <a:spLocks noGrp="1"/>
          </p:cNvSpPr>
          <p:nvPr>
            <p:ph type="dt" sz="half" idx="10"/>
          </p:nvPr>
        </p:nvSpPr>
        <p:spPr/>
        <p:txBody>
          <a:bodyPr/>
          <a:lstStyle/>
          <a:p>
            <a:fld id="{BD83843D-E0BE-4D61-B131-0C2D85779C8B}" type="datetimeFigureOut">
              <a:rPr lang="fr-CA" smtClean="0"/>
              <a:t>2026-09-10</a:t>
            </a:fld>
            <a:endParaRPr lang="fr-CA"/>
          </a:p>
        </p:txBody>
      </p:sp>
      <p:sp>
        <p:nvSpPr>
          <p:cNvPr id="6" name="Espace réservé du pied de page 5">
            <a:extLst>
              <a:ext uri="{FF2B5EF4-FFF2-40B4-BE49-F238E27FC236}">
                <a16:creationId xmlns:a16="http://schemas.microsoft.com/office/drawing/2014/main" id="{AB284FEF-32B1-CAD9-7B72-1744D2BC9B6B}"/>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2AF4BFA0-E125-F471-D631-FACE2CA28E99}"/>
              </a:ext>
            </a:extLst>
          </p:cNvPr>
          <p:cNvSpPr>
            <a:spLocks noGrp="1"/>
          </p:cNvSpPr>
          <p:nvPr>
            <p:ph type="sldNum" sz="quarter" idx="12"/>
          </p:nvPr>
        </p:nvSpPr>
        <p:spPr/>
        <p:txBody>
          <a:bodyPr/>
          <a:lstStyle/>
          <a:p>
            <a:fld id="{74FD31B5-AD2F-47B8-B34B-B4FF373204EC}" type="slidenum">
              <a:rPr lang="fr-CA" smtClean="0"/>
              <a:t>‹N°›</a:t>
            </a:fld>
            <a:endParaRPr lang="fr-CA"/>
          </a:p>
        </p:txBody>
      </p:sp>
    </p:spTree>
    <p:extLst>
      <p:ext uri="{BB962C8B-B14F-4D97-AF65-F5344CB8AC3E}">
        <p14:creationId xmlns:p14="http://schemas.microsoft.com/office/powerpoint/2010/main" val="19050465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8ED36C4-495C-DCA1-732C-879E04A61EC0}"/>
              </a:ext>
            </a:extLst>
          </p:cNvPr>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2EA5D37D-9DAE-38C3-DACC-DA94D1F1ED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806451AF-6CA0-49C8-47BD-E6D3D2B64E1C}"/>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a:extLst>
              <a:ext uri="{FF2B5EF4-FFF2-40B4-BE49-F238E27FC236}">
                <a16:creationId xmlns:a16="http://schemas.microsoft.com/office/drawing/2014/main" id="{3D85C544-2CFA-9CE9-10D6-D14E4DE96D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826B1516-5098-5136-E726-DE584927225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a:extLst>
              <a:ext uri="{FF2B5EF4-FFF2-40B4-BE49-F238E27FC236}">
                <a16:creationId xmlns:a16="http://schemas.microsoft.com/office/drawing/2014/main" id="{FD07DA9C-94F8-8AF7-A501-9092B72807F6}"/>
              </a:ext>
            </a:extLst>
          </p:cNvPr>
          <p:cNvSpPr>
            <a:spLocks noGrp="1"/>
          </p:cNvSpPr>
          <p:nvPr>
            <p:ph type="dt" sz="half" idx="10"/>
          </p:nvPr>
        </p:nvSpPr>
        <p:spPr/>
        <p:txBody>
          <a:bodyPr/>
          <a:lstStyle/>
          <a:p>
            <a:fld id="{BD83843D-E0BE-4D61-B131-0C2D85779C8B}" type="datetimeFigureOut">
              <a:rPr lang="fr-CA" smtClean="0"/>
              <a:t>2026-09-10</a:t>
            </a:fld>
            <a:endParaRPr lang="fr-CA"/>
          </a:p>
        </p:txBody>
      </p:sp>
      <p:sp>
        <p:nvSpPr>
          <p:cNvPr id="8" name="Espace réservé du pied de page 7">
            <a:extLst>
              <a:ext uri="{FF2B5EF4-FFF2-40B4-BE49-F238E27FC236}">
                <a16:creationId xmlns:a16="http://schemas.microsoft.com/office/drawing/2014/main" id="{2A62FA8E-05E7-0F21-7306-4F4D356E974B}"/>
              </a:ext>
            </a:extLst>
          </p:cNvPr>
          <p:cNvSpPr>
            <a:spLocks noGrp="1"/>
          </p:cNvSpPr>
          <p:nvPr>
            <p:ph type="ftr" sz="quarter" idx="11"/>
          </p:nvPr>
        </p:nvSpPr>
        <p:spPr/>
        <p:txBody>
          <a:bodyPr/>
          <a:lstStyle/>
          <a:p>
            <a:endParaRPr lang="fr-CA"/>
          </a:p>
        </p:txBody>
      </p:sp>
      <p:sp>
        <p:nvSpPr>
          <p:cNvPr id="9" name="Espace réservé du numéro de diapositive 8">
            <a:extLst>
              <a:ext uri="{FF2B5EF4-FFF2-40B4-BE49-F238E27FC236}">
                <a16:creationId xmlns:a16="http://schemas.microsoft.com/office/drawing/2014/main" id="{7812942D-6F6D-91C2-8777-9F839F1DAD16}"/>
              </a:ext>
            </a:extLst>
          </p:cNvPr>
          <p:cNvSpPr>
            <a:spLocks noGrp="1"/>
          </p:cNvSpPr>
          <p:nvPr>
            <p:ph type="sldNum" sz="quarter" idx="12"/>
          </p:nvPr>
        </p:nvSpPr>
        <p:spPr/>
        <p:txBody>
          <a:bodyPr/>
          <a:lstStyle/>
          <a:p>
            <a:fld id="{74FD31B5-AD2F-47B8-B34B-B4FF373204EC}" type="slidenum">
              <a:rPr lang="fr-CA" smtClean="0"/>
              <a:t>‹N°›</a:t>
            </a:fld>
            <a:endParaRPr lang="fr-CA"/>
          </a:p>
        </p:txBody>
      </p:sp>
    </p:spTree>
    <p:extLst>
      <p:ext uri="{BB962C8B-B14F-4D97-AF65-F5344CB8AC3E}">
        <p14:creationId xmlns:p14="http://schemas.microsoft.com/office/powerpoint/2010/main" val="38819156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56FB0F-DA67-E386-86C4-9F5247374640}"/>
              </a:ext>
            </a:extLst>
          </p:cNvPr>
          <p:cNvSpPr>
            <a:spLocks noGrp="1"/>
          </p:cNvSpPr>
          <p:nvPr>
            <p:ph type="title"/>
          </p:nvPr>
        </p:nvSpPr>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A9CC6CC5-9130-2737-5B2C-20B89397E9F9}"/>
              </a:ext>
            </a:extLst>
          </p:cNvPr>
          <p:cNvSpPr>
            <a:spLocks noGrp="1"/>
          </p:cNvSpPr>
          <p:nvPr>
            <p:ph type="dt" sz="half" idx="10"/>
          </p:nvPr>
        </p:nvSpPr>
        <p:spPr/>
        <p:txBody>
          <a:bodyPr/>
          <a:lstStyle/>
          <a:p>
            <a:fld id="{BD83843D-E0BE-4D61-B131-0C2D85779C8B}" type="datetimeFigureOut">
              <a:rPr lang="fr-CA" smtClean="0"/>
              <a:t>2026-09-10</a:t>
            </a:fld>
            <a:endParaRPr lang="fr-CA"/>
          </a:p>
        </p:txBody>
      </p:sp>
      <p:sp>
        <p:nvSpPr>
          <p:cNvPr id="4" name="Espace réservé du pied de page 3">
            <a:extLst>
              <a:ext uri="{FF2B5EF4-FFF2-40B4-BE49-F238E27FC236}">
                <a16:creationId xmlns:a16="http://schemas.microsoft.com/office/drawing/2014/main" id="{309DCD8D-A883-2940-A3AE-CFD2DFB453DD}"/>
              </a:ext>
            </a:extLst>
          </p:cNvPr>
          <p:cNvSpPr>
            <a:spLocks noGrp="1"/>
          </p:cNvSpPr>
          <p:nvPr>
            <p:ph type="ftr" sz="quarter" idx="11"/>
          </p:nvPr>
        </p:nvSpPr>
        <p:spPr/>
        <p:txBody>
          <a:bodyPr/>
          <a:lstStyle/>
          <a:p>
            <a:endParaRPr lang="fr-CA"/>
          </a:p>
        </p:txBody>
      </p:sp>
      <p:sp>
        <p:nvSpPr>
          <p:cNvPr id="5" name="Espace réservé du numéro de diapositive 4">
            <a:extLst>
              <a:ext uri="{FF2B5EF4-FFF2-40B4-BE49-F238E27FC236}">
                <a16:creationId xmlns:a16="http://schemas.microsoft.com/office/drawing/2014/main" id="{107C4DDA-D191-CF5A-821A-610AFD04930C}"/>
              </a:ext>
            </a:extLst>
          </p:cNvPr>
          <p:cNvSpPr>
            <a:spLocks noGrp="1"/>
          </p:cNvSpPr>
          <p:nvPr>
            <p:ph type="sldNum" sz="quarter" idx="12"/>
          </p:nvPr>
        </p:nvSpPr>
        <p:spPr/>
        <p:txBody>
          <a:bodyPr/>
          <a:lstStyle/>
          <a:p>
            <a:fld id="{74FD31B5-AD2F-47B8-B34B-B4FF373204EC}" type="slidenum">
              <a:rPr lang="fr-CA" smtClean="0"/>
              <a:t>‹N°›</a:t>
            </a:fld>
            <a:endParaRPr lang="fr-CA"/>
          </a:p>
        </p:txBody>
      </p:sp>
    </p:spTree>
    <p:extLst>
      <p:ext uri="{BB962C8B-B14F-4D97-AF65-F5344CB8AC3E}">
        <p14:creationId xmlns:p14="http://schemas.microsoft.com/office/powerpoint/2010/main" val="574273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6EF24BA-B143-83B2-3C87-74D9D74850CB}"/>
              </a:ext>
            </a:extLst>
          </p:cNvPr>
          <p:cNvSpPr>
            <a:spLocks noGrp="1"/>
          </p:cNvSpPr>
          <p:nvPr>
            <p:ph type="dt" sz="half" idx="10"/>
          </p:nvPr>
        </p:nvSpPr>
        <p:spPr/>
        <p:txBody>
          <a:bodyPr/>
          <a:lstStyle/>
          <a:p>
            <a:fld id="{BD83843D-E0BE-4D61-B131-0C2D85779C8B}" type="datetimeFigureOut">
              <a:rPr lang="fr-CA" smtClean="0"/>
              <a:t>2026-09-10</a:t>
            </a:fld>
            <a:endParaRPr lang="fr-CA"/>
          </a:p>
        </p:txBody>
      </p:sp>
      <p:sp>
        <p:nvSpPr>
          <p:cNvPr id="3" name="Espace réservé du pied de page 2">
            <a:extLst>
              <a:ext uri="{FF2B5EF4-FFF2-40B4-BE49-F238E27FC236}">
                <a16:creationId xmlns:a16="http://schemas.microsoft.com/office/drawing/2014/main" id="{7AD6518A-A67B-382D-BA97-DAA3D4ED2EDA}"/>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D4699900-E5B5-43E6-B46F-76BE74ECEC91}"/>
              </a:ext>
            </a:extLst>
          </p:cNvPr>
          <p:cNvSpPr>
            <a:spLocks noGrp="1"/>
          </p:cNvSpPr>
          <p:nvPr>
            <p:ph type="sldNum" sz="quarter" idx="12"/>
          </p:nvPr>
        </p:nvSpPr>
        <p:spPr/>
        <p:txBody>
          <a:bodyPr/>
          <a:lstStyle/>
          <a:p>
            <a:fld id="{74FD31B5-AD2F-47B8-B34B-B4FF373204EC}" type="slidenum">
              <a:rPr lang="fr-CA" smtClean="0"/>
              <a:t>‹N°›</a:t>
            </a:fld>
            <a:endParaRPr lang="fr-CA"/>
          </a:p>
        </p:txBody>
      </p:sp>
    </p:spTree>
    <p:extLst>
      <p:ext uri="{BB962C8B-B14F-4D97-AF65-F5344CB8AC3E}">
        <p14:creationId xmlns:p14="http://schemas.microsoft.com/office/powerpoint/2010/main" val="7883980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5C57385-DCFC-D2D6-F122-BC33DAD3A4F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58E96431-4C96-3F3F-BA41-A58FCD83C8F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0B9FFDDE-4510-E7EE-604E-FE5B14B494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9A09BE3-368E-160E-CF20-758ED88C143E}"/>
              </a:ext>
            </a:extLst>
          </p:cNvPr>
          <p:cNvSpPr>
            <a:spLocks noGrp="1"/>
          </p:cNvSpPr>
          <p:nvPr>
            <p:ph type="dt" sz="half" idx="10"/>
          </p:nvPr>
        </p:nvSpPr>
        <p:spPr/>
        <p:txBody>
          <a:bodyPr/>
          <a:lstStyle/>
          <a:p>
            <a:fld id="{BD83843D-E0BE-4D61-B131-0C2D85779C8B}" type="datetimeFigureOut">
              <a:rPr lang="fr-CA" smtClean="0"/>
              <a:t>2026-09-10</a:t>
            </a:fld>
            <a:endParaRPr lang="fr-CA"/>
          </a:p>
        </p:txBody>
      </p:sp>
      <p:sp>
        <p:nvSpPr>
          <p:cNvPr id="6" name="Espace réservé du pied de page 5">
            <a:extLst>
              <a:ext uri="{FF2B5EF4-FFF2-40B4-BE49-F238E27FC236}">
                <a16:creationId xmlns:a16="http://schemas.microsoft.com/office/drawing/2014/main" id="{1D08CCE9-C82B-0D6C-6EEF-BCF0B837E916}"/>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D6F111B6-2C3D-F28D-49CD-28695D46E362}"/>
              </a:ext>
            </a:extLst>
          </p:cNvPr>
          <p:cNvSpPr>
            <a:spLocks noGrp="1"/>
          </p:cNvSpPr>
          <p:nvPr>
            <p:ph type="sldNum" sz="quarter" idx="12"/>
          </p:nvPr>
        </p:nvSpPr>
        <p:spPr/>
        <p:txBody>
          <a:bodyPr/>
          <a:lstStyle/>
          <a:p>
            <a:fld id="{74FD31B5-AD2F-47B8-B34B-B4FF373204EC}" type="slidenum">
              <a:rPr lang="fr-CA" smtClean="0"/>
              <a:t>‹N°›</a:t>
            </a:fld>
            <a:endParaRPr lang="fr-CA"/>
          </a:p>
        </p:txBody>
      </p:sp>
    </p:spTree>
    <p:extLst>
      <p:ext uri="{BB962C8B-B14F-4D97-AF65-F5344CB8AC3E}">
        <p14:creationId xmlns:p14="http://schemas.microsoft.com/office/powerpoint/2010/main" val="4239647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0D4EAD-5456-51D4-A1EA-85A5477FC39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a:extLst>
              <a:ext uri="{FF2B5EF4-FFF2-40B4-BE49-F238E27FC236}">
                <a16:creationId xmlns:a16="http://schemas.microsoft.com/office/drawing/2014/main" id="{23AE467C-10ED-A34E-12F8-833F038330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a:extLst>
              <a:ext uri="{FF2B5EF4-FFF2-40B4-BE49-F238E27FC236}">
                <a16:creationId xmlns:a16="http://schemas.microsoft.com/office/drawing/2014/main" id="{B278625F-3E01-9D03-4F49-7D644647BC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4C1D6E5-EF88-10DA-0FF3-52A556F9137C}"/>
              </a:ext>
            </a:extLst>
          </p:cNvPr>
          <p:cNvSpPr>
            <a:spLocks noGrp="1"/>
          </p:cNvSpPr>
          <p:nvPr>
            <p:ph type="dt" sz="half" idx="10"/>
          </p:nvPr>
        </p:nvSpPr>
        <p:spPr/>
        <p:txBody>
          <a:bodyPr/>
          <a:lstStyle/>
          <a:p>
            <a:fld id="{BD83843D-E0BE-4D61-B131-0C2D85779C8B}" type="datetimeFigureOut">
              <a:rPr lang="fr-CA" smtClean="0"/>
              <a:t>2026-09-10</a:t>
            </a:fld>
            <a:endParaRPr lang="fr-CA"/>
          </a:p>
        </p:txBody>
      </p:sp>
      <p:sp>
        <p:nvSpPr>
          <p:cNvPr id="6" name="Espace réservé du pied de page 5">
            <a:extLst>
              <a:ext uri="{FF2B5EF4-FFF2-40B4-BE49-F238E27FC236}">
                <a16:creationId xmlns:a16="http://schemas.microsoft.com/office/drawing/2014/main" id="{5C6AFCA2-0D47-E09C-B4F7-0DC46E25AF6A}"/>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BD319CEF-BB76-4555-A0FC-3FEC42AB87CD}"/>
              </a:ext>
            </a:extLst>
          </p:cNvPr>
          <p:cNvSpPr>
            <a:spLocks noGrp="1"/>
          </p:cNvSpPr>
          <p:nvPr>
            <p:ph type="sldNum" sz="quarter" idx="12"/>
          </p:nvPr>
        </p:nvSpPr>
        <p:spPr/>
        <p:txBody>
          <a:bodyPr/>
          <a:lstStyle/>
          <a:p>
            <a:fld id="{74FD31B5-AD2F-47B8-B34B-B4FF373204EC}" type="slidenum">
              <a:rPr lang="fr-CA" smtClean="0"/>
              <a:t>‹N°›</a:t>
            </a:fld>
            <a:endParaRPr lang="fr-CA"/>
          </a:p>
        </p:txBody>
      </p:sp>
    </p:spTree>
    <p:extLst>
      <p:ext uri="{BB962C8B-B14F-4D97-AF65-F5344CB8AC3E}">
        <p14:creationId xmlns:p14="http://schemas.microsoft.com/office/powerpoint/2010/main" val="3404645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ABDC24D-49D7-0C2A-4DDC-513E660D507B}"/>
              </a:ext>
            </a:extLst>
          </p:cNvPr>
          <p:cNvSpPr>
            <a:spLocks noGrp="1"/>
          </p:cNvSpPr>
          <p:nvPr>
            <p:ph type="title"/>
          </p:nvPr>
        </p:nvSpPr>
        <p:spPr/>
        <p:txBody>
          <a:body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0492A0CC-2C6A-8D27-98B6-87671AD9B91B}"/>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84392983-8F16-0BE9-F93A-1C3D42F3A0B5}"/>
              </a:ext>
            </a:extLst>
          </p:cNvPr>
          <p:cNvSpPr>
            <a:spLocks noGrp="1"/>
          </p:cNvSpPr>
          <p:nvPr>
            <p:ph type="dt" sz="half" idx="10"/>
          </p:nvPr>
        </p:nvSpPr>
        <p:spPr/>
        <p:txBody>
          <a:bodyPr/>
          <a:lstStyle/>
          <a:p>
            <a:fld id="{BD83843D-E0BE-4D61-B131-0C2D85779C8B}" type="datetimeFigureOut">
              <a:rPr lang="fr-CA" smtClean="0"/>
              <a:t>2026-09-10</a:t>
            </a:fld>
            <a:endParaRPr lang="fr-CA"/>
          </a:p>
        </p:txBody>
      </p:sp>
      <p:sp>
        <p:nvSpPr>
          <p:cNvPr id="5" name="Espace réservé du pied de page 4">
            <a:extLst>
              <a:ext uri="{FF2B5EF4-FFF2-40B4-BE49-F238E27FC236}">
                <a16:creationId xmlns:a16="http://schemas.microsoft.com/office/drawing/2014/main" id="{3A909DB5-A7C9-27D3-EBC0-0E6504443375}"/>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92213D0B-D2A8-34AF-7DC3-AE084237BB6D}"/>
              </a:ext>
            </a:extLst>
          </p:cNvPr>
          <p:cNvSpPr>
            <a:spLocks noGrp="1"/>
          </p:cNvSpPr>
          <p:nvPr>
            <p:ph type="sldNum" sz="quarter" idx="12"/>
          </p:nvPr>
        </p:nvSpPr>
        <p:spPr/>
        <p:txBody>
          <a:bodyPr/>
          <a:lstStyle/>
          <a:p>
            <a:fld id="{74FD31B5-AD2F-47B8-B34B-B4FF373204EC}" type="slidenum">
              <a:rPr lang="fr-CA" smtClean="0"/>
              <a:t>‹N°›</a:t>
            </a:fld>
            <a:endParaRPr lang="fr-CA"/>
          </a:p>
        </p:txBody>
      </p:sp>
    </p:spTree>
    <p:extLst>
      <p:ext uri="{BB962C8B-B14F-4D97-AF65-F5344CB8AC3E}">
        <p14:creationId xmlns:p14="http://schemas.microsoft.com/office/powerpoint/2010/main" val="38997639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B4203E4-87EF-C562-3214-BD1AA3832727}"/>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3E2CE105-F837-F457-B130-5906B4EB9FF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8A4907B3-95F4-C4D5-6375-7A487771FA37}"/>
              </a:ext>
            </a:extLst>
          </p:cNvPr>
          <p:cNvSpPr>
            <a:spLocks noGrp="1"/>
          </p:cNvSpPr>
          <p:nvPr>
            <p:ph type="dt" sz="half" idx="10"/>
          </p:nvPr>
        </p:nvSpPr>
        <p:spPr/>
        <p:txBody>
          <a:bodyPr/>
          <a:lstStyle/>
          <a:p>
            <a:fld id="{BD83843D-E0BE-4D61-B131-0C2D85779C8B}" type="datetimeFigureOut">
              <a:rPr lang="fr-CA" smtClean="0"/>
              <a:t>2026-09-10</a:t>
            </a:fld>
            <a:endParaRPr lang="fr-CA"/>
          </a:p>
        </p:txBody>
      </p:sp>
      <p:sp>
        <p:nvSpPr>
          <p:cNvPr id="5" name="Espace réservé du pied de page 4">
            <a:extLst>
              <a:ext uri="{FF2B5EF4-FFF2-40B4-BE49-F238E27FC236}">
                <a16:creationId xmlns:a16="http://schemas.microsoft.com/office/drawing/2014/main" id="{FE4294D9-5496-220F-4FDD-10517D6D178A}"/>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6BB00D3B-CAB9-1207-2D09-2590ED97AFA8}"/>
              </a:ext>
            </a:extLst>
          </p:cNvPr>
          <p:cNvSpPr>
            <a:spLocks noGrp="1"/>
          </p:cNvSpPr>
          <p:nvPr>
            <p:ph type="sldNum" sz="quarter" idx="12"/>
          </p:nvPr>
        </p:nvSpPr>
        <p:spPr/>
        <p:txBody>
          <a:bodyPr/>
          <a:lstStyle/>
          <a:p>
            <a:fld id="{74FD31B5-AD2F-47B8-B34B-B4FF373204EC}" type="slidenum">
              <a:rPr lang="fr-CA" smtClean="0"/>
              <a:t>‹N°›</a:t>
            </a:fld>
            <a:endParaRPr lang="fr-CA"/>
          </a:p>
        </p:txBody>
      </p:sp>
    </p:spTree>
    <p:extLst>
      <p:ext uri="{BB962C8B-B14F-4D97-AF65-F5344CB8AC3E}">
        <p14:creationId xmlns:p14="http://schemas.microsoft.com/office/powerpoint/2010/main" val="29453531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FD997516-A114-E1E5-2E8E-AF11B9BBF5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534CD0F0-7A58-5BC5-BF6B-514A0331ED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8C6F5779-BEF5-2FEA-937D-6CE0513710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D83843D-E0BE-4D61-B131-0C2D85779C8B}" type="datetimeFigureOut">
              <a:rPr lang="fr-CA" smtClean="0"/>
              <a:t>2026-09-10</a:t>
            </a:fld>
            <a:endParaRPr lang="fr-CA"/>
          </a:p>
        </p:txBody>
      </p:sp>
      <p:sp>
        <p:nvSpPr>
          <p:cNvPr id="5" name="Espace réservé du pied de page 4">
            <a:extLst>
              <a:ext uri="{FF2B5EF4-FFF2-40B4-BE49-F238E27FC236}">
                <a16:creationId xmlns:a16="http://schemas.microsoft.com/office/drawing/2014/main" id="{FC25C1A8-4303-60B1-5F48-696142D568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A"/>
          </a:p>
        </p:txBody>
      </p:sp>
      <p:sp>
        <p:nvSpPr>
          <p:cNvPr id="6" name="Espace réservé du numéro de diapositive 5">
            <a:extLst>
              <a:ext uri="{FF2B5EF4-FFF2-40B4-BE49-F238E27FC236}">
                <a16:creationId xmlns:a16="http://schemas.microsoft.com/office/drawing/2014/main" id="{67E016A7-1026-7435-FCDA-669DAF52F4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4FD31B5-AD2F-47B8-B34B-B4FF373204EC}" type="slidenum">
              <a:rPr lang="fr-CA" smtClean="0"/>
              <a:t>‹N°›</a:t>
            </a:fld>
            <a:endParaRPr lang="fr-CA"/>
          </a:p>
        </p:txBody>
      </p:sp>
    </p:spTree>
    <p:extLst>
      <p:ext uri="{BB962C8B-B14F-4D97-AF65-F5344CB8AC3E}">
        <p14:creationId xmlns:p14="http://schemas.microsoft.com/office/powerpoint/2010/main" val="42309326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0262E669-7774-4EAE-BBCE-F9FFE664D5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Shape 28">
            <a:extLst>
              <a:ext uri="{FF2B5EF4-FFF2-40B4-BE49-F238E27FC236}">
                <a16:creationId xmlns:a16="http://schemas.microsoft.com/office/drawing/2014/main" id="{D0838CA9-6736-4868-BAC7-C020254B5B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57463" y="1144989"/>
            <a:ext cx="9677074" cy="4048564"/>
          </a:xfrm>
          <a:custGeom>
            <a:avLst/>
            <a:gdLst>
              <a:gd name="connsiteX0" fmla="*/ 0 w 8037833"/>
              <a:gd name="connsiteY0" fmla="*/ 0 h 3771414"/>
              <a:gd name="connsiteX1" fmla="*/ 8037833 w 8037833"/>
              <a:gd name="connsiteY1" fmla="*/ 702854 h 3771414"/>
              <a:gd name="connsiteX2" fmla="*/ 8037833 w 8037833"/>
              <a:gd name="connsiteY2" fmla="*/ 3110335 h 3771414"/>
              <a:gd name="connsiteX3" fmla="*/ 8034343 w 8037833"/>
              <a:gd name="connsiteY3" fmla="*/ 3109810 h 3771414"/>
              <a:gd name="connsiteX4" fmla="*/ 7877229 w 8037833"/>
              <a:gd name="connsiteY4" fmla="*/ 3131056 h 3771414"/>
              <a:gd name="connsiteX5" fmla="*/ 7807644 w 8037833"/>
              <a:gd name="connsiteY5" fmla="*/ 3086007 h 3771414"/>
              <a:gd name="connsiteX6" fmla="*/ 7607062 w 8037833"/>
              <a:gd name="connsiteY6" fmla="*/ 3074909 h 3771414"/>
              <a:gd name="connsiteX7" fmla="*/ 7351256 w 8037833"/>
              <a:gd name="connsiteY7" fmla="*/ 3263533 h 3771414"/>
              <a:gd name="connsiteX8" fmla="*/ 7241630 w 8037833"/>
              <a:gd name="connsiteY8" fmla="*/ 3245856 h 3771414"/>
              <a:gd name="connsiteX9" fmla="*/ 7197338 w 8037833"/>
              <a:gd name="connsiteY9" fmla="*/ 3211988 h 3771414"/>
              <a:gd name="connsiteX10" fmla="*/ 7180777 w 8037833"/>
              <a:gd name="connsiteY10" fmla="*/ 3210063 h 3771414"/>
              <a:gd name="connsiteX11" fmla="*/ 7146896 w 8037833"/>
              <a:gd name="connsiteY11" fmla="*/ 3244212 h 3771414"/>
              <a:gd name="connsiteX12" fmla="*/ 7101771 w 8037833"/>
              <a:gd name="connsiteY12" fmla="*/ 3244252 h 3771414"/>
              <a:gd name="connsiteX13" fmla="*/ 7047844 w 8037833"/>
              <a:gd name="connsiteY13" fmla="*/ 3291028 h 3771414"/>
              <a:gd name="connsiteX14" fmla="*/ 6869803 w 8037833"/>
              <a:gd name="connsiteY14" fmla="*/ 3307526 h 3771414"/>
              <a:gd name="connsiteX15" fmla="*/ 6819463 w 8037833"/>
              <a:gd name="connsiteY15" fmla="*/ 3355861 h 3771414"/>
              <a:gd name="connsiteX16" fmla="*/ 6797198 w 8037833"/>
              <a:gd name="connsiteY16" fmla="*/ 3365493 h 3771414"/>
              <a:gd name="connsiteX17" fmla="*/ 6760989 w 8037833"/>
              <a:gd name="connsiteY17" fmla="*/ 3411424 h 3771414"/>
              <a:gd name="connsiteX18" fmla="*/ 6633643 w 8037833"/>
              <a:gd name="connsiteY18" fmla="*/ 3335413 h 3771414"/>
              <a:gd name="connsiteX19" fmla="*/ 6462092 w 8037833"/>
              <a:gd name="connsiteY19" fmla="*/ 3360766 h 3771414"/>
              <a:gd name="connsiteX20" fmla="*/ 6303479 w 8037833"/>
              <a:gd name="connsiteY20" fmla="*/ 3307079 h 3771414"/>
              <a:gd name="connsiteX21" fmla="*/ 6210639 w 8037833"/>
              <a:gd name="connsiteY21" fmla="*/ 3322783 h 3771414"/>
              <a:gd name="connsiteX22" fmla="*/ 6184923 w 8037833"/>
              <a:gd name="connsiteY22" fmla="*/ 3365368 h 3771414"/>
              <a:gd name="connsiteX23" fmla="*/ 5949057 w 8037833"/>
              <a:gd name="connsiteY23" fmla="*/ 3366889 h 3771414"/>
              <a:gd name="connsiteX24" fmla="*/ 5891274 w 8037833"/>
              <a:gd name="connsiteY24" fmla="*/ 3384918 h 3771414"/>
              <a:gd name="connsiteX25" fmla="*/ 5835383 w 8037833"/>
              <a:gd name="connsiteY25" fmla="*/ 3364766 h 3771414"/>
              <a:gd name="connsiteX26" fmla="*/ 5746050 w 8037833"/>
              <a:gd name="connsiteY26" fmla="*/ 3413379 h 3771414"/>
              <a:gd name="connsiteX27" fmla="*/ 5613670 w 8037833"/>
              <a:gd name="connsiteY27" fmla="*/ 3415908 h 3771414"/>
              <a:gd name="connsiteX28" fmla="*/ 5535334 w 8037833"/>
              <a:gd name="connsiteY28" fmla="*/ 3424281 h 3771414"/>
              <a:gd name="connsiteX29" fmla="*/ 5506940 w 8037833"/>
              <a:gd name="connsiteY29" fmla="*/ 3438236 h 3771414"/>
              <a:gd name="connsiteX30" fmla="*/ 5466372 w 8037833"/>
              <a:gd name="connsiteY30" fmla="*/ 3450482 h 3771414"/>
              <a:gd name="connsiteX31" fmla="*/ 5395833 w 8037833"/>
              <a:gd name="connsiteY31" fmla="*/ 3480431 h 3771414"/>
              <a:gd name="connsiteX32" fmla="*/ 5299224 w 8037833"/>
              <a:gd name="connsiteY32" fmla="*/ 3506167 h 3771414"/>
              <a:gd name="connsiteX33" fmla="*/ 5223043 w 8037833"/>
              <a:gd name="connsiteY33" fmla="*/ 3478901 h 3771414"/>
              <a:gd name="connsiteX34" fmla="*/ 5217733 w 8037833"/>
              <a:gd name="connsiteY34" fmla="*/ 3487700 h 3771414"/>
              <a:gd name="connsiteX35" fmla="*/ 5167992 w 8037833"/>
              <a:gd name="connsiteY35" fmla="*/ 3491322 h 3771414"/>
              <a:gd name="connsiteX36" fmla="*/ 4987020 w 8037833"/>
              <a:gd name="connsiteY36" fmla="*/ 3448500 h 3771414"/>
              <a:gd name="connsiteX37" fmla="*/ 4890003 w 8037833"/>
              <a:gd name="connsiteY37" fmla="*/ 3457111 h 3771414"/>
              <a:gd name="connsiteX38" fmla="*/ 4856654 w 8037833"/>
              <a:gd name="connsiteY38" fmla="*/ 3469117 h 3771414"/>
              <a:gd name="connsiteX39" fmla="*/ 4800711 w 8037833"/>
              <a:gd name="connsiteY39" fmla="*/ 3488678 h 3771414"/>
              <a:gd name="connsiteX40" fmla="*/ 4761569 w 8037833"/>
              <a:gd name="connsiteY40" fmla="*/ 3525340 h 3771414"/>
              <a:gd name="connsiteX41" fmla="*/ 4713734 w 8037833"/>
              <a:gd name="connsiteY41" fmla="*/ 3532961 h 3771414"/>
              <a:gd name="connsiteX42" fmla="*/ 4699169 w 8037833"/>
              <a:gd name="connsiteY42" fmla="*/ 3506225 h 3771414"/>
              <a:gd name="connsiteX43" fmla="*/ 4649120 w 8037833"/>
              <a:gd name="connsiteY43" fmla="*/ 3523629 h 3771414"/>
              <a:gd name="connsiteX44" fmla="*/ 4573578 w 8037833"/>
              <a:gd name="connsiteY44" fmla="*/ 3553160 h 3771414"/>
              <a:gd name="connsiteX45" fmla="*/ 4529117 w 8037833"/>
              <a:gd name="connsiteY45" fmla="*/ 3562829 h 3771414"/>
              <a:gd name="connsiteX46" fmla="*/ 4408641 w 8037833"/>
              <a:gd name="connsiteY46" fmla="*/ 3597237 h 3771414"/>
              <a:gd name="connsiteX47" fmla="*/ 4288710 w 8037833"/>
              <a:gd name="connsiteY47" fmla="*/ 3637793 h 3771414"/>
              <a:gd name="connsiteX48" fmla="*/ 4234393 w 8037833"/>
              <a:gd name="connsiteY48" fmla="*/ 3691813 h 3771414"/>
              <a:gd name="connsiteX49" fmla="*/ 4227541 w 8037833"/>
              <a:gd name="connsiteY49" fmla="*/ 3694215 h 3771414"/>
              <a:gd name="connsiteX50" fmla="*/ 4208725 w 8037833"/>
              <a:gd name="connsiteY50" fmla="*/ 3692078 h 3771414"/>
              <a:gd name="connsiteX51" fmla="*/ 4201632 w 8037833"/>
              <a:gd name="connsiteY51" fmla="*/ 3689839 h 3771414"/>
              <a:gd name="connsiteX52" fmla="*/ 4191289 w 8037833"/>
              <a:gd name="connsiteY52" fmla="*/ 3689617 h 3771414"/>
              <a:gd name="connsiteX53" fmla="*/ 4191039 w 8037833"/>
              <a:gd name="connsiteY53" fmla="*/ 3690068 h 3771414"/>
              <a:gd name="connsiteX54" fmla="*/ 4181340 w 8037833"/>
              <a:gd name="connsiteY54" fmla="*/ 3688966 h 3771414"/>
              <a:gd name="connsiteX55" fmla="*/ 4133816 w 8037833"/>
              <a:gd name="connsiteY55" fmla="*/ 3677802 h 3771414"/>
              <a:gd name="connsiteX56" fmla="*/ 4071732 w 8037833"/>
              <a:gd name="connsiteY56" fmla="*/ 3719750 h 3771414"/>
              <a:gd name="connsiteX57" fmla="*/ 4045924 w 8037833"/>
              <a:gd name="connsiteY57" fmla="*/ 3726641 h 3771414"/>
              <a:gd name="connsiteX58" fmla="*/ 4032171 w 8037833"/>
              <a:gd name="connsiteY58" fmla="*/ 3732760 h 3771414"/>
              <a:gd name="connsiteX59" fmla="*/ 4031335 w 8037833"/>
              <a:gd name="connsiteY59" fmla="*/ 3734716 h 3771414"/>
              <a:gd name="connsiteX60" fmla="*/ 3985774 w 8037833"/>
              <a:gd name="connsiteY60" fmla="*/ 3723784 h 3771414"/>
              <a:gd name="connsiteX61" fmla="*/ 3979769 w 8037833"/>
              <a:gd name="connsiteY61" fmla="*/ 3726006 h 3771414"/>
              <a:gd name="connsiteX62" fmla="*/ 3950014 w 8037833"/>
              <a:gd name="connsiteY62" fmla="*/ 3714179 h 3771414"/>
              <a:gd name="connsiteX63" fmla="*/ 3934671 w 8037833"/>
              <a:gd name="connsiteY63" fmla="*/ 3710576 h 3771414"/>
              <a:gd name="connsiteX64" fmla="*/ 3930274 w 8037833"/>
              <a:gd name="connsiteY64" fmla="*/ 3704385 h 3771414"/>
              <a:gd name="connsiteX65" fmla="*/ 3907660 w 8037833"/>
              <a:gd name="connsiteY65" fmla="*/ 3701693 h 3771414"/>
              <a:gd name="connsiteX66" fmla="*/ 3905087 w 8037833"/>
              <a:gd name="connsiteY66" fmla="*/ 3703335 h 3771414"/>
              <a:gd name="connsiteX67" fmla="*/ 3886347 w 8037833"/>
              <a:gd name="connsiteY67" fmla="*/ 3693857 h 3771414"/>
              <a:gd name="connsiteX68" fmla="*/ 3870533 w 8037833"/>
              <a:gd name="connsiteY68" fmla="*/ 3677142 h 3771414"/>
              <a:gd name="connsiteX69" fmla="*/ 3678563 w 8037833"/>
              <a:gd name="connsiteY69" fmla="*/ 3681723 h 3771414"/>
              <a:gd name="connsiteX70" fmla="*/ 3511920 w 8037833"/>
              <a:gd name="connsiteY70" fmla="*/ 3609378 h 3771414"/>
              <a:gd name="connsiteX71" fmla="*/ 3407752 w 8037833"/>
              <a:gd name="connsiteY71" fmla="*/ 3613827 h 3771414"/>
              <a:gd name="connsiteX72" fmla="*/ 3373519 w 8037833"/>
              <a:gd name="connsiteY72" fmla="*/ 3653022 h 3771414"/>
              <a:gd name="connsiteX73" fmla="*/ 3114267 w 8037833"/>
              <a:gd name="connsiteY73" fmla="*/ 3626220 h 3771414"/>
              <a:gd name="connsiteX74" fmla="*/ 3048270 w 8037833"/>
              <a:gd name="connsiteY74" fmla="*/ 3637186 h 3771414"/>
              <a:gd name="connsiteX75" fmla="*/ 2989722 w 8037833"/>
              <a:gd name="connsiteY75" fmla="*/ 3610467 h 3771414"/>
              <a:gd name="connsiteX76" fmla="*/ 2965734 w 8037833"/>
              <a:gd name="connsiteY76" fmla="*/ 3622913 h 3771414"/>
              <a:gd name="connsiteX77" fmla="*/ 2961603 w 8037833"/>
              <a:gd name="connsiteY77" fmla="*/ 3625458 h 3771414"/>
              <a:gd name="connsiteX78" fmla="*/ 2944959 w 8037833"/>
              <a:gd name="connsiteY78" fmla="*/ 3626960 h 3771414"/>
              <a:gd name="connsiteX79" fmla="*/ 2940402 w 8037833"/>
              <a:gd name="connsiteY79" fmla="*/ 3638237 h 3771414"/>
              <a:gd name="connsiteX80" fmla="*/ 2915449 w 8037833"/>
              <a:gd name="connsiteY80" fmla="*/ 3648276 h 3771414"/>
              <a:gd name="connsiteX81" fmla="*/ 2884777 w 8037833"/>
              <a:gd name="connsiteY81" fmla="*/ 3648012 h 3771414"/>
              <a:gd name="connsiteX82" fmla="*/ 2739034 w 8037833"/>
              <a:gd name="connsiteY82" fmla="*/ 3634633 h 3771414"/>
              <a:gd name="connsiteX83" fmla="*/ 2651827 w 8037833"/>
              <a:gd name="connsiteY83" fmla="*/ 3633543 h 3771414"/>
              <a:gd name="connsiteX84" fmla="*/ 2618680 w 8037833"/>
              <a:gd name="connsiteY84" fmla="*/ 3643992 h 3771414"/>
              <a:gd name="connsiteX85" fmla="*/ 2572404 w 8037833"/>
              <a:gd name="connsiteY85" fmla="*/ 3651280 h 3771414"/>
              <a:gd name="connsiteX86" fmla="*/ 2490721 w 8037833"/>
              <a:gd name="connsiteY86" fmla="*/ 3672550 h 3771414"/>
              <a:gd name="connsiteX87" fmla="*/ 2381001 w 8037833"/>
              <a:gd name="connsiteY87" fmla="*/ 3686506 h 3771414"/>
              <a:gd name="connsiteX88" fmla="*/ 2301172 w 8037833"/>
              <a:gd name="connsiteY88" fmla="*/ 3650290 h 3771414"/>
              <a:gd name="connsiteX89" fmla="*/ 2294102 w 8037833"/>
              <a:gd name="connsiteY89" fmla="*/ 3658388 h 3771414"/>
              <a:gd name="connsiteX90" fmla="*/ 2238966 w 8037833"/>
              <a:gd name="connsiteY90" fmla="*/ 3656014 h 3771414"/>
              <a:gd name="connsiteX91" fmla="*/ 2046240 w 8037833"/>
              <a:gd name="connsiteY91" fmla="*/ 3591772 h 3771414"/>
              <a:gd name="connsiteX92" fmla="*/ 1938480 w 8037833"/>
              <a:gd name="connsiteY92" fmla="*/ 3588676 h 3771414"/>
              <a:gd name="connsiteX93" fmla="*/ 1900166 w 8037833"/>
              <a:gd name="connsiteY93" fmla="*/ 3596595 h 3771414"/>
              <a:gd name="connsiteX94" fmla="*/ 1835976 w 8037833"/>
              <a:gd name="connsiteY94" fmla="*/ 3609302 h 3771414"/>
              <a:gd name="connsiteX95" fmla="*/ 1787830 w 8037833"/>
              <a:gd name="connsiteY95" fmla="*/ 3641005 h 3771414"/>
              <a:gd name="connsiteX96" fmla="*/ 1734224 w 8037833"/>
              <a:gd name="connsiteY96" fmla="*/ 3642830 h 3771414"/>
              <a:gd name="connsiteX97" fmla="*/ 1721989 w 8037833"/>
              <a:gd name="connsiteY97" fmla="*/ 3614535 h 3771414"/>
              <a:gd name="connsiteX98" fmla="*/ 1664576 w 8037833"/>
              <a:gd name="connsiteY98" fmla="*/ 3625809 h 3771414"/>
              <a:gd name="connsiteX99" fmla="*/ 1577459 w 8037833"/>
              <a:gd name="connsiteY99" fmla="*/ 3646061 h 3771414"/>
              <a:gd name="connsiteX100" fmla="*/ 1527269 w 8037833"/>
              <a:gd name="connsiteY100" fmla="*/ 3650325 h 3771414"/>
              <a:gd name="connsiteX101" fmla="*/ 1390118 w 8037833"/>
              <a:gd name="connsiteY101" fmla="*/ 3670026 h 3771414"/>
              <a:gd name="connsiteX102" fmla="*/ 1252698 w 8037833"/>
              <a:gd name="connsiteY102" fmla="*/ 3695899 h 3771414"/>
              <a:gd name="connsiteX103" fmla="*/ 1171039 w 8037833"/>
              <a:gd name="connsiteY103" fmla="*/ 3745879 h 3771414"/>
              <a:gd name="connsiteX104" fmla="*/ 1058106 w 8037833"/>
              <a:gd name="connsiteY104" fmla="*/ 3763403 h 3771414"/>
              <a:gd name="connsiteX105" fmla="*/ 1039167 w 8037833"/>
              <a:gd name="connsiteY105" fmla="*/ 3771414 h 3771414"/>
              <a:gd name="connsiteX106" fmla="*/ 1012958 w 8037833"/>
              <a:gd name="connsiteY106" fmla="*/ 3766443 h 3771414"/>
              <a:gd name="connsiteX107" fmla="*/ 907906 w 8037833"/>
              <a:gd name="connsiteY107" fmla="*/ 3744915 h 3771414"/>
              <a:gd name="connsiteX108" fmla="*/ 825226 w 8037833"/>
              <a:gd name="connsiteY108" fmla="*/ 3713606 h 3771414"/>
              <a:gd name="connsiteX109" fmla="*/ 722264 w 8037833"/>
              <a:gd name="connsiteY109" fmla="*/ 3734849 h 3771414"/>
              <a:gd name="connsiteX110" fmla="*/ 659460 w 8037833"/>
              <a:gd name="connsiteY110" fmla="*/ 3727666 h 3771414"/>
              <a:gd name="connsiteX111" fmla="*/ 556552 w 8037833"/>
              <a:gd name="connsiteY111" fmla="*/ 3685171 h 3771414"/>
              <a:gd name="connsiteX112" fmla="*/ 421042 w 8037833"/>
              <a:gd name="connsiteY112" fmla="*/ 3697149 h 3771414"/>
              <a:gd name="connsiteX113" fmla="*/ 393295 w 8037833"/>
              <a:gd name="connsiteY113" fmla="*/ 3740334 h 3771414"/>
              <a:gd name="connsiteX114" fmla="*/ 355918 w 8037833"/>
              <a:gd name="connsiteY114" fmla="*/ 3766409 h 3771414"/>
              <a:gd name="connsiteX115" fmla="*/ 339711 w 8037833"/>
              <a:gd name="connsiteY115" fmla="*/ 3705479 h 3771414"/>
              <a:gd name="connsiteX116" fmla="*/ 222239 w 8037833"/>
              <a:gd name="connsiteY116" fmla="*/ 3659572 h 3771414"/>
              <a:gd name="connsiteX117" fmla="*/ 163578 w 8037833"/>
              <a:gd name="connsiteY117" fmla="*/ 3643529 h 3771414"/>
              <a:gd name="connsiteX118" fmla="*/ 72220 w 8037833"/>
              <a:gd name="connsiteY118" fmla="*/ 3632509 h 3771414"/>
              <a:gd name="connsiteX119" fmla="*/ 44395 w 8037833"/>
              <a:gd name="connsiteY119" fmla="*/ 3626692 h 3771414"/>
              <a:gd name="connsiteX120" fmla="*/ 1962 w 8037833"/>
              <a:gd name="connsiteY120" fmla="*/ 3623185 h 3771414"/>
              <a:gd name="connsiteX121" fmla="*/ 0 w 8037833"/>
              <a:gd name="connsiteY121" fmla="*/ 3622498 h 3771414"/>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807644 w 8037833"/>
              <a:gd name="connsiteY5" fmla="*/ 3098770 h 3784177"/>
              <a:gd name="connsiteX6" fmla="*/ 7607062 w 8037833"/>
              <a:gd name="connsiteY6" fmla="*/ 308767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869803 w 8037833"/>
              <a:gd name="connsiteY14" fmla="*/ 3320289 h 3784177"/>
              <a:gd name="connsiteX15" fmla="*/ 6819463 w 8037833"/>
              <a:gd name="connsiteY15" fmla="*/ 3368624 h 3784177"/>
              <a:gd name="connsiteX16" fmla="*/ 6797198 w 8037833"/>
              <a:gd name="connsiteY16" fmla="*/ 3378256 h 3784177"/>
              <a:gd name="connsiteX17" fmla="*/ 6760989 w 8037833"/>
              <a:gd name="connsiteY17" fmla="*/ 3424187 h 3784177"/>
              <a:gd name="connsiteX18" fmla="*/ 6633643 w 8037833"/>
              <a:gd name="connsiteY18" fmla="*/ 3348176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84923 w 8037833"/>
              <a:gd name="connsiteY22" fmla="*/ 3378131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299224 w 8037833"/>
              <a:gd name="connsiteY32" fmla="*/ 351893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288710 w 8037833"/>
              <a:gd name="connsiteY47" fmla="*/ 3650556 h 3784177"/>
              <a:gd name="connsiteX48" fmla="*/ 4234393 w 8037833"/>
              <a:gd name="connsiteY48" fmla="*/ 3704576 h 3784177"/>
              <a:gd name="connsiteX49" fmla="*/ 4227541 w 8037833"/>
              <a:gd name="connsiteY49" fmla="*/ 3706978 h 3784177"/>
              <a:gd name="connsiteX50" fmla="*/ 4208725 w 8037833"/>
              <a:gd name="connsiteY50" fmla="*/ 3704841 h 3784177"/>
              <a:gd name="connsiteX51" fmla="*/ 4201632 w 8037833"/>
              <a:gd name="connsiteY51" fmla="*/ 3702602 h 3784177"/>
              <a:gd name="connsiteX52" fmla="*/ 4191289 w 8037833"/>
              <a:gd name="connsiteY52" fmla="*/ 3702380 h 3784177"/>
              <a:gd name="connsiteX53" fmla="*/ 4191039 w 8037833"/>
              <a:gd name="connsiteY53" fmla="*/ 3702831 h 3784177"/>
              <a:gd name="connsiteX54" fmla="*/ 4181340 w 8037833"/>
              <a:gd name="connsiteY54" fmla="*/ 3701729 h 3784177"/>
              <a:gd name="connsiteX55" fmla="*/ 4133816 w 8037833"/>
              <a:gd name="connsiteY55" fmla="*/ 3690565 h 3784177"/>
              <a:gd name="connsiteX56" fmla="*/ 4071732 w 8037833"/>
              <a:gd name="connsiteY56" fmla="*/ 3732513 h 3784177"/>
              <a:gd name="connsiteX57" fmla="*/ 4045924 w 8037833"/>
              <a:gd name="connsiteY57" fmla="*/ 3739404 h 3784177"/>
              <a:gd name="connsiteX58" fmla="*/ 4032171 w 8037833"/>
              <a:gd name="connsiteY58" fmla="*/ 3745523 h 3784177"/>
              <a:gd name="connsiteX59" fmla="*/ 4031335 w 8037833"/>
              <a:gd name="connsiteY59" fmla="*/ 3747479 h 3784177"/>
              <a:gd name="connsiteX60" fmla="*/ 3985774 w 8037833"/>
              <a:gd name="connsiteY60" fmla="*/ 3736547 h 3784177"/>
              <a:gd name="connsiteX61" fmla="*/ 3979769 w 8037833"/>
              <a:gd name="connsiteY61" fmla="*/ 3738769 h 3784177"/>
              <a:gd name="connsiteX62" fmla="*/ 3950014 w 8037833"/>
              <a:gd name="connsiteY62" fmla="*/ 3726942 h 3784177"/>
              <a:gd name="connsiteX63" fmla="*/ 3934671 w 8037833"/>
              <a:gd name="connsiteY63" fmla="*/ 3723339 h 3784177"/>
              <a:gd name="connsiteX64" fmla="*/ 3930274 w 8037833"/>
              <a:gd name="connsiteY64" fmla="*/ 3717148 h 3784177"/>
              <a:gd name="connsiteX65" fmla="*/ 3907660 w 8037833"/>
              <a:gd name="connsiteY65" fmla="*/ 3714456 h 3784177"/>
              <a:gd name="connsiteX66" fmla="*/ 3905087 w 8037833"/>
              <a:gd name="connsiteY66" fmla="*/ 3716098 h 3784177"/>
              <a:gd name="connsiteX67" fmla="*/ 3886347 w 8037833"/>
              <a:gd name="connsiteY67" fmla="*/ 3706620 h 3784177"/>
              <a:gd name="connsiteX68" fmla="*/ 3870533 w 8037833"/>
              <a:gd name="connsiteY68" fmla="*/ 3689905 h 3784177"/>
              <a:gd name="connsiteX69" fmla="*/ 3678563 w 8037833"/>
              <a:gd name="connsiteY69" fmla="*/ 3694486 h 3784177"/>
              <a:gd name="connsiteX70" fmla="*/ 3511920 w 8037833"/>
              <a:gd name="connsiteY70" fmla="*/ 3622141 h 3784177"/>
              <a:gd name="connsiteX71" fmla="*/ 3407752 w 8037833"/>
              <a:gd name="connsiteY71" fmla="*/ 3626590 h 3784177"/>
              <a:gd name="connsiteX72" fmla="*/ 3373519 w 8037833"/>
              <a:gd name="connsiteY72" fmla="*/ 3665785 h 3784177"/>
              <a:gd name="connsiteX73" fmla="*/ 3114267 w 8037833"/>
              <a:gd name="connsiteY73" fmla="*/ 3638983 h 3784177"/>
              <a:gd name="connsiteX74" fmla="*/ 3048270 w 8037833"/>
              <a:gd name="connsiteY74" fmla="*/ 3649949 h 3784177"/>
              <a:gd name="connsiteX75" fmla="*/ 2989722 w 8037833"/>
              <a:gd name="connsiteY75" fmla="*/ 3623230 h 3784177"/>
              <a:gd name="connsiteX76" fmla="*/ 2965734 w 8037833"/>
              <a:gd name="connsiteY76" fmla="*/ 3635676 h 3784177"/>
              <a:gd name="connsiteX77" fmla="*/ 2961603 w 8037833"/>
              <a:gd name="connsiteY77" fmla="*/ 3638221 h 3784177"/>
              <a:gd name="connsiteX78" fmla="*/ 2944959 w 8037833"/>
              <a:gd name="connsiteY78" fmla="*/ 3639723 h 3784177"/>
              <a:gd name="connsiteX79" fmla="*/ 2940402 w 8037833"/>
              <a:gd name="connsiteY79" fmla="*/ 3651000 h 3784177"/>
              <a:gd name="connsiteX80" fmla="*/ 2915449 w 8037833"/>
              <a:gd name="connsiteY80" fmla="*/ 3661039 h 3784177"/>
              <a:gd name="connsiteX81" fmla="*/ 2884777 w 8037833"/>
              <a:gd name="connsiteY81" fmla="*/ 3660775 h 3784177"/>
              <a:gd name="connsiteX82" fmla="*/ 2739034 w 8037833"/>
              <a:gd name="connsiteY82" fmla="*/ 3647396 h 3784177"/>
              <a:gd name="connsiteX83" fmla="*/ 2651827 w 8037833"/>
              <a:gd name="connsiteY83" fmla="*/ 3646306 h 3784177"/>
              <a:gd name="connsiteX84" fmla="*/ 2618680 w 8037833"/>
              <a:gd name="connsiteY84" fmla="*/ 3656755 h 3784177"/>
              <a:gd name="connsiteX85" fmla="*/ 2572404 w 8037833"/>
              <a:gd name="connsiteY85" fmla="*/ 3664043 h 3784177"/>
              <a:gd name="connsiteX86" fmla="*/ 2490721 w 8037833"/>
              <a:gd name="connsiteY86" fmla="*/ 3685313 h 3784177"/>
              <a:gd name="connsiteX87" fmla="*/ 2381001 w 8037833"/>
              <a:gd name="connsiteY87" fmla="*/ 3699269 h 3784177"/>
              <a:gd name="connsiteX88" fmla="*/ 2301172 w 8037833"/>
              <a:gd name="connsiteY88" fmla="*/ 3663053 h 3784177"/>
              <a:gd name="connsiteX89" fmla="*/ 2294102 w 8037833"/>
              <a:gd name="connsiteY89" fmla="*/ 3671151 h 3784177"/>
              <a:gd name="connsiteX90" fmla="*/ 2238966 w 8037833"/>
              <a:gd name="connsiteY90" fmla="*/ 3668777 h 3784177"/>
              <a:gd name="connsiteX91" fmla="*/ 2046240 w 8037833"/>
              <a:gd name="connsiteY91" fmla="*/ 3604535 h 3784177"/>
              <a:gd name="connsiteX92" fmla="*/ 1938480 w 8037833"/>
              <a:gd name="connsiteY92" fmla="*/ 3601439 h 3784177"/>
              <a:gd name="connsiteX93" fmla="*/ 1900166 w 8037833"/>
              <a:gd name="connsiteY93" fmla="*/ 3609358 h 3784177"/>
              <a:gd name="connsiteX94" fmla="*/ 1835976 w 8037833"/>
              <a:gd name="connsiteY94" fmla="*/ 3622065 h 3784177"/>
              <a:gd name="connsiteX95" fmla="*/ 1787830 w 8037833"/>
              <a:gd name="connsiteY95" fmla="*/ 3653768 h 3784177"/>
              <a:gd name="connsiteX96" fmla="*/ 1734224 w 8037833"/>
              <a:gd name="connsiteY96" fmla="*/ 3655593 h 3784177"/>
              <a:gd name="connsiteX97" fmla="*/ 1721989 w 8037833"/>
              <a:gd name="connsiteY97" fmla="*/ 3627298 h 3784177"/>
              <a:gd name="connsiteX98" fmla="*/ 1664576 w 8037833"/>
              <a:gd name="connsiteY98" fmla="*/ 3638572 h 3784177"/>
              <a:gd name="connsiteX99" fmla="*/ 1577459 w 8037833"/>
              <a:gd name="connsiteY99" fmla="*/ 3658824 h 3784177"/>
              <a:gd name="connsiteX100" fmla="*/ 1527269 w 8037833"/>
              <a:gd name="connsiteY100" fmla="*/ 3663088 h 3784177"/>
              <a:gd name="connsiteX101" fmla="*/ 1390118 w 8037833"/>
              <a:gd name="connsiteY101" fmla="*/ 3682789 h 3784177"/>
              <a:gd name="connsiteX102" fmla="*/ 1252698 w 8037833"/>
              <a:gd name="connsiteY102" fmla="*/ 3708662 h 3784177"/>
              <a:gd name="connsiteX103" fmla="*/ 1171039 w 8037833"/>
              <a:gd name="connsiteY103" fmla="*/ 3758642 h 3784177"/>
              <a:gd name="connsiteX104" fmla="*/ 1058106 w 8037833"/>
              <a:gd name="connsiteY104" fmla="*/ 3776166 h 3784177"/>
              <a:gd name="connsiteX105" fmla="*/ 1039167 w 8037833"/>
              <a:gd name="connsiteY105" fmla="*/ 3784177 h 3784177"/>
              <a:gd name="connsiteX106" fmla="*/ 1012958 w 8037833"/>
              <a:gd name="connsiteY106" fmla="*/ 3779206 h 3784177"/>
              <a:gd name="connsiteX107" fmla="*/ 907906 w 8037833"/>
              <a:gd name="connsiteY107" fmla="*/ 3757678 h 3784177"/>
              <a:gd name="connsiteX108" fmla="*/ 825226 w 8037833"/>
              <a:gd name="connsiteY108" fmla="*/ 3726369 h 3784177"/>
              <a:gd name="connsiteX109" fmla="*/ 722264 w 8037833"/>
              <a:gd name="connsiteY109" fmla="*/ 3747612 h 3784177"/>
              <a:gd name="connsiteX110" fmla="*/ 659460 w 8037833"/>
              <a:gd name="connsiteY110" fmla="*/ 3740429 h 3784177"/>
              <a:gd name="connsiteX111" fmla="*/ 556552 w 8037833"/>
              <a:gd name="connsiteY111" fmla="*/ 3697934 h 3784177"/>
              <a:gd name="connsiteX112" fmla="*/ 421042 w 8037833"/>
              <a:gd name="connsiteY112" fmla="*/ 3709912 h 3784177"/>
              <a:gd name="connsiteX113" fmla="*/ 393295 w 8037833"/>
              <a:gd name="connsiteY113" fmla="*/ 3753097 h 3784177"/>
              <a:gd name="connsiteX114" fmla="*/ 355918 w 8037833"/>
              <a:gd name="connsiteY114" fmla="*/ 3779172 h 3784177"/>
              <a:gd name="connsiteX115" fmla="*/ 339711 w 8037833"/>
              <a:gd name="connsiteY115" fmla="*/ 3718242 h 3784177"/>
              <a:gd name="connsiteX116" fmla="*/ 222239 w 8037833"/>
              <a:gd name="connsiteY116" fmla="*/ 3672335 h 3784177"/>
              <a:gd name="connsiteX117" fmla="*/ 163578 w 8037833"/>
              <a:gd name="connsiteY117" fmla="*/ 3656292 h 3784177"/>
              <a:gd name="connsiteX118" fmla="*/ 72220 w 8037833"/>
              <a:gd name="connsiteY118" fmla="*/ 3645272 h 3784177"/>
              <a:gd name="connsiteX119" fmla="*/ 44395 w 8037833"/>
              <a:gd name="connsiteY119" fmla="*/ 3639455 h 3784177"/>
              <a:gd name="connsiteX120" fmla="*/ 1962 w 8037833"/>
              <a:gd name="connsiteY120" fmla="*/ 3635948 h 3784177"/>
              <a:gd name="connsiteX121" fmla="*/ 0 w 8037833"/>
              <a:gd name="connsiteY121" fmla="*/ 3635261 h 3784177"/>
              <a:gd name="connsiteX122" fmla="*/ 0 w 8037833"/>
              <a:gd name="connsiteY122"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807644 w 8037833"/>
              <a:gd name="connsiteY5" fmla="*/ 3098770 h 3784177"/>
              <a:gd name="connsiteX6" fmla="*/ 7607062 w 8037833"/>
              <a:gd name="connsiteY6" fmla="*/ 308767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869803 w 8037833"/>
              <a:gd name="connsiteY14" fmla="*/ 3320289 h 3784177"/>
              <a:gd name="connsiteX15" fmla="*/ 6819463 w 8037833"/>
              <a:gd name="connsiteY15" fmla="*/ 3368624 h 3784177"/>
              <a:gd name="connsiteX16" fmla="*/ 6797198 w 8037833"/>
              <a:gd name="connsiteY16" fmla="*/ 3378256 h 3784177"/>
              <a:gd name="connsiteX17" fmla="*/ 6760989 w 8037833"/>
              <a:gd name="connsiteY17" fmla="*/ 3424187 h 3784177"/>
              <a:gd name="connsiteX18" fmla="*/ 6633643 w 8037833"/>
              <a:gd name="connsiteY18" fmla="*/ 3348176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84923 w 8037833"/>
              <a:gd name="connsiteY22" fmla="*/ 3378131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299224 w 8037833"/>
              <a:gd name="connsiteY32" fmla="*/ 351893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288710 w 8037833"/>
              <a:gd name="connsiteY47" fmla="*/ 3650556 h 3784177"/>
              <a:gd name="connsiteX48" fmla="*/ 4234393 w 8037833"/>
              <a:gd name="connsiteY48" fmla="*/ 3704576 h 3784177"/>
              <a:gd name="connsiteX49" fmla="*/ 4227541 w 8037833"/>
              <a:gd name="connsiteY49" fmla="*/ 3706978 h 3784177"/>
              <a:gd name="connsiteX50" fmla="*/ 4208725 w 8037833"/>
              <a:gd name="connsiteY50" fmla="*/ 3704841 h 3784177"/>
              <a:gd name="connsiteX51" fmla="*/ 4201632 w 8037833"/>
              <a:gd name="connsiteY51" fmla="*/ 3702602 h 3784177"/>
              <a:gd name="connsiteX52" fmla="*/ 4191289 w 8037833"/>
              <a:gd name="connsiteY52" fmla="*/ 3702380 h 3784177"/>
              <a:gd name="connsiteX53" fmla="*/ 4191039 w 8037833"/>
              <a:gd name="connsiteY53" fmla="*/ 3702831 h 3784177"/>
              <a:gd name="connsiteX54" fmla="*/ 4181340 w 8037833"/>
              <a:gd name="connsiteY54" fmla="*/ 3701729 h 3784177"/>
              <a:gd name="connsiteX55" fmla="*/ 4133816 w 8037833"/>
              <a:gd name="connsiteY55" fmla="*/ 3690565 h 3784177"/>
              <a:gd name="connsiteX56" fmla="*/ 4071732 w 8037833"/>
              <a:gd name="connsiteY56" fmla="*/ 3732513 h 3784177"/>
              <a:gd name="connsiteX57" fmla="*/ 4045924 w 8037833"/>
              <a:gd name="connsiteY57" fmla="*/ 3739404 h 3784177"/>
              <a:gd name="connsiteX58" fmla="*/ 4032171 w 8037833"/>
              <a:gd name="connsiteY58" fmla="*/ 3745523 h 3784177"/>
              <a:gd name="connsiteX59" fmla="*/ 4031335 w 8037833"/>
              <a:gd name="connsiteY59" fmla="*/ 3747479 h 3784177"/>
              <a:gd name="connsiteX60" fmla="*/ 3985774 w 8037833"/>
              <a:gd name="connsiteY60" fmla="*/ 3736547 h 3784177"/>
              <a:gd name="connsiteX61" fmla="*/ 3979769 w 8037833"/>
              <a:gd name="connsiteY61" fmla="*/ 3738769 h 3784177"/>
              <a:gd name="connsiteX62" fmla="*/ 3950014 w 8037833"/>
              <a:gd name="connsiteY62" fmla="*/ 3726942 h 3784177"/>
              <a:gd name="connsiteX63" fmla="*/ 3934671 w 8037833"/>
              <a:gd name="connsiteY63" fmla="*/ 3723339 h 3784177"/>
              <a:gd name="connsiteX64" fmla="*/ 3930274 w 8037833"/>
              <a:gd name="connsiteY64" fmla="*/ 3717148 h 3784177"/>
              <a:gd name="connsiteX65" fmla="*/ 3907660 w 8037833"/>
              <a:gd name="connsiteY65" fmla="*/ 3714456 h 3784177"/>
              <a:gd name="connsiteX66" fmla="*/ 3905087 w 8037833"/>
              <a:gd name="connsiteY66" fmla="*/ 3716098 h 3784177"/>
              <a:gd name="connsiteX67" fmla="*/ 3886347 w 8037833"/>
              <a:gd name="connsiteY67" fmla="*/ 3706620 h 3784177"/>
              <a:gd name="connsiteX68" fmla="*/ 3870533 w 8037833"/>
              <a:gd name="connsiteY68" fmla="*/ 3689905 h 3784177"/>
              <a:gd name="connsiteX69" fmla="*/ 3678563 w 8037833"/>
              <a:gd name="connsiteY69" fmla="*/ 3694486 h 3784177"/>
              <a:gd name="connsiteX70" fmla="*/ 3524121 w 8037833"/>
              <a:gd name="connsiteY70" fmla="*/ 3642736 h 3784177"/>
              <a:gd name="connsiteX71" fmla="*/ 3407752 w 8037833"/>
              <a:gd name="connsiteY71" fmla="*/ 3626590 h 3784177"/>
              <a:gd name="connsiteX72" fmla="*/ 3373519 w 8037833"/>
              <a:gd name="connsiteY72" fmla="*/ 3665785 h 3784177"/>
              <a:gd name="connsiteX73" fmla="*/ 3114267 w 8037833"/>
              <a:gd name="connsiteY73" fmla="*/ 3638983 h 3784177"/>
              <a:gd name="connsiteX74" fmla="*/ 3048270 w 8037833"/>
              <a:gd name="connsiteY74" fmla="*/ 3649949 h 3784177"/>
              <a:gd name="connsiteX75" fmla="*/ 2989722 w 8037833"/>
              <a:gd name="connsiteY75" fmla="*/ 3623230 h 3784177"/>
              <a:gd name="connsiteX76" fmla="*/ 2965734 w 8037833"/>
              <a:gd name="connsiteY76" fmla="*/ 3635676 h 3784177"/>
              <a:gd name="connsiteX77" fmla="*/ 2961603 w 8037833"/>
              <a:gd name="connsiteY77" fmla="*/ 3638221 h 3784177"/>
              <a:gd name="connsiteX78" fmla="*/ 2944959 w 8037833"/>
              <a:gd name="connsiteY78" fmla="*/ 3639723 h 3784177"/>
              <a:gd name="connsiteX79" fmla="*/ 2940402 w 8037833"/>
              <a:gd name="connsiteY79" fmla="*/ 3651000 h 3784177"/>
              <a:gd name="connsiteX80" fmla="*/ 2915449 w 8037833"/>
              <a:gd name="connsiteY80" fmla="*/ 3661039 h 3784177"/>
              <a:gd name="connsiteX81" fmla="*/ 2884777 w 8037833"/>
              <a:gd name="connsiteY81" fmla="*/ 3660775 h 3784177"/>
              <a:gd name="connsiteX82" fmla="*/ 2739034 w 8037833"/>
              <a:gd name="connsiteY82" fmla="*/ 3647396 h 3784177"/>
              <a:gd name="connsiteX83" fmla="*/ 2651827 w 8037833"/>
              <a:gd name="connsiteY83" fmla="*/ 3646306 h 3784177"/>
              <a:gd name="connsiteX84" fmla="*/ 2618680 w 8037833"/>
              <a:gd name="connsiteY84" fmla="*/ 3656755 h 3784177"/>
              <a:gd name="connsiteX85" fmla="*/ 2572404 w 8037833"/>
              <a:gd name="connsiteY85" fmla="*/ 3664043 h 3784177"/>
              <a:gd name="connsiteX86" fmla="*/ 2490721 w 8037833"/>
              <a:gd name="connsiteY86" fmla="*/ 3685313 h 3784177"/>
              <a:gd name="connsiteX87" fmla="*/ 2381001 w 8037833"/>
              <a:gd name="connsiteY87" fmla="*/ 3699269 h 3784177"/>
              <a:gd name="connsiteX88" fmla="*/ 2301172 w 8037833"/>
              <a:gd name="connsiteY88" fmla="*/ 3663053 h 3784177"/>
              <a:gd name="connsiteX89" fmla="*/ 2294102 w 8037833"/>
              <a:gd name="connsiteY89" fmla="*/ 3671151 h 3784177"/>
              <a:gd name="connsiteX90" fmla="*/ 2238966 w 8037833"/>
              <a:gd name="connsiteY90" fmla="*/ 3668777 h 3784177"/>
              <a:gd name="connsiteX91" fmla="*/ 2046240 w 8037833"/>
              <a:gd name="connsiteY91" fmla="*/ 3604535 h 3784177"/>
              <a:gd name="connsiteX92" fmla="*/ 1938480 w 8037833"/>
              <a:gd name="connsiteY92" fmla="*/ 3601439 h 3784177"/>
              <a:gd name="connsiteX93" fmla="*/ 1900166 w 8037833"/>
              <a:gd name="connsiteY93" fmla="*/ 3609358 h 3784177"/>
              <a:gd name="connsiteX94" fmla="*/ 1835976 w 8037833"/>
              <a:gd name="connsiteY94" fmla="*/ 3622065 h 3784177"/>
              <a:gd name="connsiteX95" fmla="*/ 1787830 w 8037833"/>
              <a:gd name="connsiteY95" fmla="*/ 3653768 h 3784177"/>
              <a:gd name="connsiteX96" fmla="*/ 1734224 w 8037833"/>
              <a:gd name="connsiteY96" fmla="*/ 3655593 h 3784177"/>
              <a:gd name="connsiteX97" fmla="*/ 1721989 w 8037833"/>
              <a:gd name="connsiteY97" fmla="*/ 3627298 h 3784177"/>
              <a:gd name="connsiteX98" fmla="*/ 1664576 w 8037833"/>
              <a:gd name="connsiteY98" fmla="*/ 3638572 h 3784177"/>
              <a:gd name="connsiteX99" fmla="*/ 1577459 w 8037833"/>
              <a:gd name="connsiteY99" fmla="*/ 3658824 h 3784177"/>
              <a:gd name="connsiteX100" fmla="*/ 1527269 w 8037833"/>
              <a:gd name="connsiteY100" fmla="*/ 3663088 h 3784177"/>
              <a:gd name="connsiteX101" fmla="*/ 1390118 w 8037833"/>
              <a:gd name="connsiteY101" fmla="*/ 3682789 h 3784177"/>
              <a:gd name="connsiteX102" fmla="*/ 1252698 w 8037833"/>
              <a:gd name="connsiteY102" fmla="*/ 3708662 h 3784177"/>
              <a:gd name="connsiteX103" fmla="*/ 1171039 w 8037833"/>
              <a:gd name="connsiteY103" fmla="*/ 3758642 h 3784177"/>
              <a:gd name="connsiteX104" fmla="*/ 1058106 w 8037833"/>
              <a:gd name="connsiteY104" fmla="*/ 3776166 h 3784177"/>
              <a:gd name="connsiteX105" fmla="*/ 1039167 w 8037833"/>
              <a:gd name="connsiteY105" fmla="*/ 3784177 h 3784177"/>
              <a:gd name="connsiteX106" fmla="*/ 1012958 w 8037833"/>
              <a:gd name="connsiteY106" fmla="*/ 3779206 h 3784177"/>
              <a:gd name="connsiteX107" fmla="*/ 907906 w 8037833"/>
              <a:gd name="connsiteY107" fmla="*/ 3757678 h 3784177"/>
              <a:gd name="connsiteX108" fmla="*/ 825226 w 8037833"/>
              <a:gd name="connsiteY108" fmla="*/ 3726369 h 3784177"/>
              <a:gd name="connsiteX109" fmla="*/ 722264 w 8037833"/>
              <a:gd name="connsiteY109" fmla="*/ 3747612 h 3784177"/>
              <a:gd name="connsiteX110" fmla="*/ 659460 w 8037833"/>
              <a:gd name="connsiteY110" fmla="*/ 3740429 h 3784177"/>
              <a:gd name="connsiteX111" fmla="*/ 556552 w 8037833"/>
              <a:gd name="connsiteY111" fmla="*/ 3697934 h 3784177"/>
              <a:gd name="connsiteX112" fmla="*/ 421042 w 8037833"/>
              <a:gd name="connsiteY112" fmla="*/ 3709912 h 3784177"/>
              <a:gd name="connsiteX113" fmla="*/ 393295 w 8037833"/>
              <a:gd name="connsiteY113" fmla="*/ 3753097 h 3784177"/>
              <a:gd name="connsiteX114" fmla="*/ 355918 w 8037833"/>
              <a:gd name="connsiteY114" fmla="*/ 3779172 h 3784177"/>
              <a:gd name="connsiteX115" fmla="*/ 339711 w 8037833"/>
              <a:gd name="connsiteY115" fmla="*/ 3718242 h 3784177"/>
              <a:gd name="connsiteX116" fmla="*/ 222239 w 8037833"/>
              <a:gd name="connsiteY116" fmla="*/ 3672335 h 3784177"/>
              <a:gd name="connsiteX117" fmla="*/ 163578 w 8037833"/>
              <a:gd name="connsiteY117" fmla="*/ 3656292 h 3784177"/>
              <a:gd name="connsiteX118" fmla="*/ 72220 w 8037833"/>
              <a:gd name="connsiteY118" fmla="*/ 3645272 h 3784177"/>
              <a:gd name="connsiteX119" fmla="*/ 44395 w 8037833"/>
              <a:gd name="connsiteY119" fmla="*/ 3639455 h 3784177"/>
              <a:gd name="connsiteX120" fmla="*/ 1962 w 8037833"/>
              <a:gd name="connsiteY120" fmla="*/ 3635948 h 3784177"/>
              <a:gd name="connsiteX121" fmla="*/ 0 w 8037833"/>
              <a:gd name="connsiteY121" fmla="*/ 3635261 h 3784177"/>
              <a:gd name="connsiteX122" fmla="*/ 0 w 8037833"/>
              <a:gd name="connsiteY122"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807644 w 8037833"/>
              <a:gd name="connsiteY5" fmla="*/ 3098770 h 3784177"/>
              <a:gd name="connsiteX6" fmla="*/ 7607062 w 8037833"/>
              <a:gd name="connsiteY6" fmla="*/ 308767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869803 w 8037833"/>
              <a:gd name="connsiteY14" fmla="*/ 3320289 h 3784177"/>
              <a:gd name="connsiteX15" fmla="*/ 6819463 w 8037833"/>
              <a:gd name="connsiteY15" fmla="*/ 3368624 h 3784177"/>
              <a:gd name="connsiteX16" fmla="*/ 6797198 w 8037833"/>
              <a:gd name="connsiteY16" fmla="*/ 3378256 h 3784177"/>
              <a:gd name="connsiteX17" fmla="*/ 6760989 w 8037833"/>
              <a:gd name="connsiteY17" fmla="*/ 3424187 h 3784177"/>
              <a:gd name="connsiteX18" fmla="*/ 6633643 w 8037833"/>
              <a:gd name="connsiteY18" fmla="*/ 3348176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84923 w 8037833"/>
              <a:gd name="connsiteY22" fmla="*/ 3378131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299224 w 8037833"/>
              <a:gd name="connsiteY32" fmla="*/ 351893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288710 w 8037833"/>
              <a:gd name="connsiteY47" fmla="*/ 3650556 h 3784177"/>
              <a:gd name="connsiteX48" fmla="*/ 4234393 w 8037833"/>
              <a:gd name="connsiteY48" fmla="*/ 3704576 h 3784177"/>
              <a:gd name="connsiteX49" fmla="*/ 4227541 w 8037833"/>
              <a:gd name="connsiteY49" fmla="*/ 3706978 h 3784177"/>
              <a:gd name="connsiteX50" fmla="*/ 4208725 w 8037833"/>
              <a:gd name="connsiteY50" fmla="*/ 3704841 h 3784177"/>
              <a:gd name="connsiteX51" fmla="*/ 4201632 w 8037833"/>
              <a:gd name="connsiteY51" fmla="*/ 3702602 h 3784177"/>
              <a:gd name="connsiteX52" fmla="*/ 4191289 w 8037833"/>
              <a:gd name="connsiteY52" fmla="*/ 3702380 h 3784177"/>
              <a:gd name="connsiteX53" fmla="*/ 4191039 w 8037833"/>
              <a:gd name="connsiteY53" fmla="*/ 3702831 h 3784177"/>
              <a:gd name="connsiteX54" fmla="*/ 4181340 w 8037833"/>
              <a:gd name="connsiteY54" fmla="*/ 3701729 h 3784177"/>
              <a:gd name="connsiteX55" fmla="*/ 4133816 w 8037833"/>
              <a:gd name="connsiteY55" fmla="*/ 3690565 h 3784177"/>
              <a:gd name="connsiteX56" fmla="*/ 4071732 w 8037833"/>
              <a:gd name="connsiteY56" fmla="*/ 3732513 h 3784177"/>
              <a:gd name="connsiteX57" fmla="*/ 4045924 w 8037833"/>
              <a:gd name="connsiteY57" fmla="*/ 3739404 h 3784177"/>
              <a:gd name="connsiteX58" fmla="*/ 4032171 w 8037833"/>
              <a:gd name="connsiteY58" fmla="*/ 3745523 h 3784177"/>
              <a:gd name="connsiteX59" fmla="*/ 4031335 w 8037833"/>
              <a:gd name="connsiteY59" fmla="*/ 3747479 h 3784177"/>
              <a:gd name="connsiteX60" fmla="*/ 3985774 w 8037833"/>
              <a:gd name="connsiteY60" fmla="*/ 3736547 h 3784177"/>
              <a:gd name="connsiteX61" fmla="*/ 3979769 w 8037833"/>
              <a:gd name="connsiteY61" fmla="*/ 3738769 h 3784177"/>
              <a:gd name="connsiteX62" fmla="*/ 3950014 w 8037833"/>
              <a:gd name="connsiteY62" fmla="*/ 3726942 h 3784177"/>
              <a:gd name="connsiteX63" fmla="*/ 3934671 w 8037833"/>
              <a:gd name="connsiteY63" fmla="*/ 3723339 h 3784177"/>
              <a:gd name="connsiteX64" fmla="*/ 3930274 w 8037833"/>
              <a:gd name="connsiteY64" fmla="*/ 3717148 h 3784177"/>
              <a:gd name="connsiteX65" fmla="*/ 3907660 w 8037833"/>
              <a:gd name="connsiteY65" fmla="*/ 3714456 h 3784177"/>
              <a:gd name="connsiteX66" fmla="*/ 3905087 w 8037833"/>
              <a:gd name="connsiteY66" fmla="*/ 3716098 h 3784177"/>
              <a:gd name="connsiteX67" fmla="*/ 3886347 w 8037833"/>
              <a:gd name="connsiteY67" fmla="*/ 3706620 h 3784177"/>
              <a:gd name="connsiteX68" fmla="*/ 3870533 w 8037833"/>
              <a:gd name="connsiteY68" fmla="*/ 3689905 h 3784177"/>
              <a:gd name="connsiteX69" fmla="*/ 3678563 w 8037833"/>
              <a:gd name="connsiteY69" fmla="*/ 3694486 h 3784177"/>
              <a:gd name="connsiteX70" fmla="*/ 3524121 w 8037833"/>
              <a:gd name="connsiteY70" fmla="*/ 3642736 h 3784177"/>
              <a:gd name="connsiteX71" fmla="*/ 3407752 w 8037833"/>
              <a:gd name="connsiteY71" fmla="*/ 3626590 h 3784177"/>
              <a:gd name="connsiteX72" fmla="*/ 3373519 w 8037833"/>
              <a:gd name="connsiteY72" fmla="*/ 3665785 h 3784177"/>
              <a:gd name="connsiteX73" fmla="*/ 3114267 w 8037833"/>
              <a:gd name="connsiteY73" fmla="*/ 3638983 h 3784177"/>
              <a:gd name="connsiteX74" fmla="*/ 3048270 w 8037833"/>
              <a:gd name="connsiteY74" fmla="*/ 3649949 h 3784177"/>
              <a:gd name="connsiteX75" fmla="*/ 2989722 w 8037833"/>
              <a:gd name="connsiteY75" fmla="*/ 3623230 h 3784177"/>
              <a:gd name="connsiteX76" fmla="*/ 2965734 w 8037833"/>
              <a:gd name="connsiteY76" fmla="*/ 3635676 h 3784177"/>
              <a:gd name="connsiteX77" fmla="*/ 2961603 w 8037833"/>
              <a:gd name="connsiteY77" fmla="*/ 3638221 h 3784177"/>
              <a:gd name="connsiteX78" fmla="*/ 2944959 w 8037833"/>
              <a:gd name="connsiteY78" fmla="*/ 3639723 h 3784177"/>
              <a:gd name="connsiteX79" fmla="*/ 2940402 w 8037833"/>
              <a:gd name="connsiteY79" fmla="*/ 3651000 h 3784177"/>
              <a:gd name="connsiteX80" fmla="*/ 2915449 w 8037833"/>
              <a:gd name="connsiteY80" fmla="*/ 3661039 h 3784177"/>
              <a:gd name="connsiteX81" fmla="*/ 2884777 w 8037833"/>
              <a:gd name="connsiteY81" fmla="*/ 3660775 h 3784177"/>
              <a:gd name="connsiteX82" fmla="*/ 2739034 w 8037833"/>
              <a:gd name="connsiteY82" fmla="*/ 3647396 h 3784177"/>
              <a:gd name="connsiteX83" fmla="*/ 2651827 w 8037833"/>
              <a:gd name="connsiteY83" fmla="*/ 3646306 h 3784177"/>
              <a:gd name="connsiteX84" fmla="*/ 2618680 w 8037833"/>
              <a:gd name="connsiteY84" fmla="*/ 3656755 h 3784177"/>
              <a:gd name="connsiteX85" fmla="*/ 2572404 w 8037833"/>
              <a:gd name="connsiteY85" fmla="*/ 3664043 h 3784177"/>
              <a:gd name="connsiteX86" fmla="*/ 2490721 w 8037833"/>
              <a:gd name="connsiteY86" fmla="*/ 3685313 h 3784177"/>
              <a:gd name="connsiteX87" fmla="*/ 2381001 w 8037833"/>
              <a:gd name="connsiteY87" fmla="*/ 3699269 h 3784177"/>
              <a:gd name="connsiteX88" fmla="*/ 2301172 w 8037833"/>
              <a:gd name="connsiteY88" fmla="*/ 3663053 h 3784177"/>
              <a:gd name="connsiteX89" fmla="*/ 2294102 w 8037833"/>
              <a:gd name="connsiteY89" fmla="*/ 3671151 h 3784177"/>
              <a:gd name="connsiteX90" fmla="*/ 2238966 w 8037833"/>
              <a:gd name="connsiteY90" fmla="*/ 3668777 h 3784177"/>
              <a:gd name="connsiteX91" fmla="*/ 2046240 w 8037833"/>
              <a:gd name="connsiteY91" fmla="*/ 3604535 h 3784177"/>
              <a:gd name="connsiteX92" fmla="*/ 1938480 w 8037833"/>
              <a:gd name="connsiteY92" fmla="*/ 3601439 h 3784177"/>
              <a:gd name="connsiteX93" fmla="*/ 1900166 w 8037833"/>
              <a:gd name="connsiteY93" fmla="*/ 3609358 h 3784177"/>
              <a:gd name="connsiteX94" fmla="*/ 1835976 w 8037833"/>
              <a:gd name="connsiteY94" fmla="*/ 3622065 h 3784177"/>
              <a:gd name="connsiteX95" fmla="*/ 1787830 w 8037833"/>
              <a:gd name="connsiteY95" fmla="*/ 3653768 h 3784177"/>
              <a:gd name="connsiteX96" fmla="*/ 1734224 w 8037833"/>
              <a:gd name="connsiteY96" fmla="*/ 3655593 h 3784177"/>
              <a:gd name="connsiteX97" fmla="*/ 1721989 w 8037833"/>
              <a:gd name="connsiteY97" fmla="*/ 3627298 h 3784177"/>
              <a:gd name="connsiteX98" fmla="*/ 1664576 w 8037833"/>
              <a:gd name="connsiteY98" fmla="*/ 3638572 h 3784177"/>
              <a:gd name="connsiteX99" fmla="*/ 1577459 w 8037833"/>
              <a:gd name="connsiteY99" fmla="*/ 3658824 h 3784177"/>
              <a:gd name="connsiteX100" fmla="*/ 1527269 w 8037833"/>
              <a:gd name="connsiteY100" fmla="*/ 3663088 h 3784177"/>
              <a:gd name="connsiteX101" fmla="*/ 1390118 w 8037833"/>
              <a:gd name="connsiteY101" fmla="*/ 3682789 h 3784177"/>
              <a:gd name="connsiteX102" fmla="*/ 1252698 w 8037833"/>
              <a:gd name="connsiteY102" fmla="*/ 3708662 h 3784177"/>
              <a:gd name="connsiteX103" fmla="*/ 1171039 w 8037833"/>
              <a:gd name="connsiteY103" fmla="*/ 3758642 h 3784177"/>
              <a:gd name="connsiteX104" fmla="*/ 1058106 w 8037833"/>
              <a:gd name="connsiteY104" fmla="*/ 3776166 h 3784177"/>
              <a:gd name="connsiteX105" fmla="*/ 1039167 w 8037833"/>
              <a:gd name="connsiteY105" fmla="*/ 3784177 h 3784177"/>
              <a:gd name="connsiteX106" fmla="*/ 1012958 w 8037833"/>
              <a:gd name="connsiteY106" fmla="*/ 3779206 h 3784177"/>
              <a:gd name="connsiteX107" fmla="*/ 907906 w 8037833"/>
              <a:gd name="connsiteY107" fmla="*/ 3757678 h 3784177"/>
              <a:gd name="connsiteX108" fmla="*/ 825226 w 8037833"/>
              <a:gd name="connsiteY108" fmla="*/ 3726369 h 3784177"/>
              <a:gd name="connsiteX109" fmla="*/ 722264 w 8037833"/>
              <a:gd name="connsiteY109" fmla="*/ 3747612 h 3784177"/>
              <a:gd name="connsiteX110" fmla="*/ 659460 w 8037833"/>
              <a:gd name="connsiteY110" fmla="*/ 3740429 h 3784177"/>
              <a:gd name="connsiteX111" fmla="*/ 556552 w 8037833"/>
              <a:gd name="connsiteY111" fmla="*/ 3697934 h 3784177"/>
              <a:gd name="connsiteX112" fmla="*/ 421042 w 8037833"/>
              <a:gd name="connsiteY112" fmla="*/ 3709912 h 3784177"/>
              <a:gd name="connsiteX113" fmla="*/ 393295 w 8037833"/>
              <a:gd name="connsiteY113" fmla="*/ 3753097 h 3784177"/>
              <a:gd name="connsiteX114" fmla="*/ 355918 w 8037833"/>
              <a:gd name="connsiteY114" fmla="*/ 3779172 h 3784177"/>
              <a:gd name="connsiteX115" fmla="*/ 339711 w 8037833"/>
              <a:gd name="connsiteY115" fmla="*/ 3718242 h 3784177"/>
              <a:gd name="connsiteX116" fmla="*/ 222239 w 8037833"/>
              <a:gd name="connsiteY116" fmla="*/ 3672335 h 3784177"/>
              <a:gd name="connsiteX117" fmla="*/ 163578 w 8037833"/>
              <a:gd name="connsiteY117" fmla="*/ 3656292 h 3784177"/>
              <a:gd name="connsiteX118" fmla="*/ 72220 w 8037833"/>
              <a:gd name="connsiteY118" fmla="*/ 3645272 h 3784177"/>
              <a:gd name="connsiteX119" fmla="*/ 44395 w 8037833"/>
              <a:gd name="connsiteY119" fmla="*/ 3639455 h 3784177"/>
              <a:gd name="connsiteX120" fmla="*/ 1962 w 8037833"/>
              <a:gd name="connsiteY120" fmla="*/ 3635948 h 3784177"/>
              <a:gd name="connsiteX121" fmla="*/ 0 w 8037833"/>
              <a:gd name="connsiteY121" fmla="*/ 3635261 h 3784177"/>
              <a:gd name="connsiteX122" fmla="*/ 0 w 8037833"/>
              <a:gd name="connsiteY122"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807644 w 8037833"/>
              <a:gd name="connsiteY5" fmla="*/ 3098770 h 3784177"/>
              <a:gd name="connsiteX6" fmla="*/ 7607062 w 8037833"/>
              <a:gd name="connsiteY6" fmla="*/ 308767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869803 w 8037833"/>
              <a:gd name="connsiteY14" fmla="*/ 3320289 h 3784177"/>
              <a:gd name="connsiteX15" fmla="*/ 6819463 w 8037833"/>
              <a:gd name="connsiteY15" fmla="*/ 3368624 h 3784177"/>
              <a:gd name="connsiteX16" fmla="*/ 6797198 w 8037833"/>
              <a:gd name="connsiteY16" fmla="*/ 3378256 h 3784177"/>
              <a:gd name="connsiteX17" fmla="*/ 6760989 w 8037833"/>
              <a:gd name="connsiteY17" fmla="*/ 3424187 h 3784177"/>
              <a:gd name="connsiteX18" fmla="*/ 6633643 w 8037833"/>
              <a:gd name="connsiteY18" fmla="*/ 3348176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84923 w 8037833"/>
              <a:gd name="connsiteY22" fmla="*/ 3378131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299224 w 8037833"/>
              <a:gd name="connsiteY32" fmla="*/ 351893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288710 w 8037833"/>
              <a:gd name="connsiteY47" fmla="*/ 3650556 h 3784177"/>
              <a:gd name="connsiteX48" fmla="*/ 4234393 w 8037833"/>
              <a:gd name="connsiteY48" fmla="*/ 3704576 h 3784177"/>
              <a:gd name="connsiteX49" fmla="*/ 4227541 w 8037833"/>
              <a:gd name="connsiteY49" fmla="*/ 3706978 h 3784177"/>
              <a:gd name="connsiteX50" fmla="*/ 4208725 w 8037833"/>
              <a:gd name="connsiteY50" fmla="*/ 3704841 h 3784177"/>
              <a:gd name="connsiteX51" fmla="*/ 4201632 w 8037833"/>
              <a:gd name="connsiteY51" fmla="*/ 3702602 h 3784177"/>
              <a:gd name="connsiteX52" fmla="*/ 4191289 w 8037833"/>
              <a:gd name="connsiteY52" fmla="*/ 3702380 h 3784177"/>
              <a:gd name="connsiteX53" fmla="*/ 4191039 w 8037833"/>
              <a:gd name="connsiteY53" fmla="*/ 3702831 h 3784177"/>
              <a:gd name="connsiteX54" fmla="*/ 4181340 w 8037833"/>
              <a:gd name="connsiteY54" fmla="*/ 3701729 h 3784177"/>
              <a:gd name="connsiteX55" fmla="*/ 4133816 w 8037833"/>
              <a:gd name="connsiteY55" fmla="*/ 3690565 h 3784177"/>
              <a:gd name="connsiteX56" fmla="*/ 4071732 w 8037833"/>
              <a:gd name="connsiteY56" fmla="*/ 3732513 h 3784177"/>
              <a:gd name="connsiteX57" fmla="*/ 4045924 w 8037833"/>
              <a:gd name="connsiteY57" fmla="*/ 3739404 h 3784177"/>
              <a:gd name="connsiteX58" fmla="*/ 4032171 w 8037833"/>
              <a:gd name="connsiteY58" fmla="*/ 3745523 h 3784177"/>
              <a:gd name="connsiteX59" fmla="*/ 4031335 w 8037833"/>
              <a:gd name="connsiteY59" fmla="*/ 3747479 h 3784177"/>
              <a:gd name="connsiteX60" fmla="*/ 3985774 w 8037833"/>
              <a:gd name="connsiteY60" fmla="*/ 3736547 h 3784177"/>
              <a:gd name="connsiteX61" fmla="*/ 3979769 w 8037833"/>
              <a:gd name="connsiteY61" fmla="*/ 3738769 h 3784177"/>
              <a:gd name="connsiteX62" fmla="*/ 3950014 w 8037833"/>
              <a:gd name="connsiteY62" fmla="*/ 3726942 h 3784177"/>
              <a:gd name="connsiteX63" fmla="*/ 3934671 w 8037833"/>
              <a:gd name="connsiteY63" fmla="*/ 3723339 h 3784177"/>
              <a:gd name="connsiteX64" fmla="*/ 3930274 w 8037833"/>
              <a:gd name="connsiteY64" fmla="*/ 3717148 h 3784177"/>
              <a:gd name="connsiteX65" fmla="*/ 3907660 w 8037833"/>
              <a:gd name="connsiteY65" fmla="*/ 3714456 h 3784177"/>
              <a:gd name="connsiteX66" fmla="*/ 3905087 w 8037833"/>
              <a:gd name="connsiteY66" fmla="*/ 3716098 h 3784177"/>
              <a:gd name="connsiteX67" fmla="*/ 3886347 w 8037833"/>
              <a:gd name="connsiteY67" fmla="*/ 3706620 h 3784177"/>
              <a:gd name="connsiteX68" fmla="*/ 3870533 w 8037833"/>
              <a:gd name="connsiteY68" fmla="*/ 3689905 h 3784177"/>
              <a:gd name="connsiteX69" fmla="*/ 3678563 w 8037833"/>
              <a:gd name="connsiteY69" fmla="*/ 3694486 h 3784177"/>
              <a:gd name="connsiteX70" fmla="*/ 3524121 w 8037833"/>
              <a:gd name="connsiteY70" fmla="*/ 3642736 h 3784177"/>
              <a:gd name="connsiteX71" fmla="*/ 3407752 w 8037833"/>
              <a:gd name="connsiteY71" fmla="*/ 3626590 h 3784177"/>
              <a:gd name="connsiteX72" fmla="*/ 3373519 w 8037833"/>
              <a:gd name="connsiteY72" fmla="*/ 3665785 h 3784177"/>
              <a:gd name="connsiteX73" fmla="*/ 3114267 w 8037833"/>
              <a:gd name="connsiteY73" fmla="*/ 3638983 h 3784177"/>
              <a:gd name="connsiteX74" fmla="*/ 3048270 w 8037833"/>
              <a:gd name="connsiteY74" fmla="*/ 3649949 h 3784177"/>
              <a:gd name="connsiteX75" fmla="*/ 2989722 w 8037833"/>
              <a:gd name="connsiteY75" fmla="*/ 3623230 h 3784177"/>
              <a:gd name="connsiteX76" fmla="*/ 2965734 w 8037833"/>
              <a:gd name="connsiteY76" fmla="*/ 3635676 h 3784177"/>
              <a:gd name="connsiteX77" fmla="*/ 2961603 w 8037833"/>
              <a:gd name="connsiteY77" fmla="*/ 3638221 h 3784177"/>
              <a:gd name="connsiteX78" fmla="*/ 2944959 w 8037833"/>
              <a:gd name="connsiteY78" fmla="*/ 3639723 h 3784177"/>
              <a:gd name="connsiteX79" fmla="*/ 2940402 w 8037833"/>
              <a:gd name="connsiteY79" fmla="*/ 3651000 h 3784177"/>
              <a:gd name="connsiteX80" fmla="*/ 2915449 w 8037833"/>
              <a:gd name="connsiteY80" fmla="*/ 3661039 h 3784177"/>
              <a:gd name="connsiteX81" fmla="*/ 2884777 w 8037833"/>
              <a:gd name="connsiteY81" fmla="*/ 3660775 h 3784177"/>
              <a:gd name="connsiteX82" fmla="*/ 2739034 w 8037833"/>
              <a:gd name="connsiteY82" fmla="*/ 3647396 h 3784177"/>
              <a:gd name="connsiteX83" fmla="*/ 2651827 w 8037833"/>
              <a:gd name="connsiteY83" fmla="*/ 3646306 h 3784177"/>
              <a:gd name="connsiteX84" fmla="*/ 2618680 w 8037833"/>
              <a:gd name="connsiteY84" fmla="*/ 3656755 h 3784177"/>
              <a:gd name="connsiteX85" fmla="*/ 2572404 w 8037833"/>
              <a:gd name="connsiteY85" fmla="*/ 3664043 h 3784177"/>
              <a:gd name="connsiteX86" fmla="*/ 2490721 w 8037833"/>
              <a:gd name="connsiteY86" fmla="*/ 3685313 h 3784177"/>
              <a:gd name="connsiteX87" fmla="*/ 2423704 w 8037833"/>
              <a:gd name="connsiteY87" fmla="*/ 3658079 h 3784177"/>
              <a:gd name="connsiteX88" fmla="*/ 2301172 w 8037833"/>
              <a:gd name="connsiteY88" fmla="*/ 3663053 h 3784177"/>
              <a:gd name="connsiteX89" fmla="*/ 2294102 w 8037833"/>
              <a:gd name="connsiteY89" fmla="*/ 3671151 h 3784177"/>
              <a:gd name="connsiteX90" fmla="*/ 2238966 w 8037833"/>
              <a:gd name="connsiteY90" fmla="*/ 3668777 h 3784177"/>
              <a:gd name="connsiteX91" fmla="*/ 2046240 w 8037833"/>
              <a:gd name="connsiteY91" fmla="*/ 3604535 h 3784177"/>
              <a:gd name="connsiteX92" fmla="*/ 1938480 w 8037833"/>
              <a:gd name="connsiteY92" fmla="*/ 3601439 h 3784177"/>
              <a:gd name="connsiteX93" fmla="*/ 1900166 w 8037833"/>
              <a:gd name="connsiteY93" fmla="*/ 3609358 h 3784177"/>
              <a:gd name="connsiteX94" fmla="*/ 1835976 w 8037833"/>
              <a:gd name="connsiteY94" fmla="*/ 3622065 h 3784177"/>
              <a:gd name="connsiteX95" fmla="*/ 1787830 w 8037833"/>
              <a:gd name="connsiteY95" fmla="*/ 3653768 h 3784177"/>
              <a:gd name="connsiteX96" fmla="*/ 1734224 w 8037833"/>
              <a:gd name="connsiteY96" fmla="*/ 3655593 h 3784177"/>
              <a:gd name="connsiteX97" fmla="*/ 1721989 w 8037833"/>
              <a:gd name="connsiteY97" fmla="*/ 3627298 h 3784177"/>
              <a:gd name="connsiteX98" fmla="*/ 1664576 w 8037833"/>
              <a:gd name="connsiteY98" fmla="*/ 3638572 h 3784177"/>
              <a:gd name="connsiteX99" fmla="*/ 1577459 w 8037833"/>
              <a:gd name="connsiteY99" fmla="*/ 3658824 h 3784177"/>
              <a:gd name="connsiteX100" fmla="*/ 1527269 w 8037833"/>
              <a:gd name="connsiteY100" fmla="*/ 3663088 h 3784177"/>
              <a:gd name="connsiteX101" fmla="*/ 1390118 w 8037833"/>
              <a:gd name="connsiteY101" fmla="*/ 3682789 h 3784177"/>
              <a:gd name="connsiteX102" fmla="*/ 1252698 w 8037833"/>
              <a:gd name="connsiteY102" fmla="*/ 3708662 h 3784177"/>
              <a:gd name="connsiteX103" fmla="*/ 1171039 w 8037833"/>
              <a:gd name="connsiteY103" fmla="*/ 3758642 h 3784177"/>
              <a:gd name="connsiteX104" fmla="*/ 1058106 w 8037833"/>
              <a:gd name="connsiteY104" fmla="*/ 3776166 h 3784177"/>
              <a:gd name="connsiteX105" fmla="*/ 1039167 w 8037833"/>
              <a:gd name="connsiteY105" fmla="*/ 3784177 h 3784177"/>
              <a:gd name="connsiteX106" fmla="*/ 1012958 w 8037833"/>
              <a:gd name="connsiteY106" fmla="*/ 3779206 h 3784177"/>
              <a:gd name="connsiteX107" fmla="*/ 907906 w 8037833"/>
              <a:gd name="connsiteY107" fmla="*/ 3757678 h 3784177"/>
              <a:gd name="connsiteX108" fmla="*/ 825226 w 8037833"/>
              <a:gd name="connsiteY108" fmla="*/ 3726369 h 3784177"/>
              <a:gd name="connsiteX109" fmla="*/ 722264 w 8037833"/>
              <a:gd name="connsiteY109" fmla="*/ 3747612 h 3784177"/>
              <a:gd name="connsiteX110" fmla="*/ 659460 w 8037833"/>
              <a:gd name="connsiteY110" fmla="*/ 3740429 h 3784177"/>
              <a:gd name="connsiteX111" fmla="*/ 556552 w 8037833"/>
              <a:gd name="connsiteY111" fmla="*/ 3697934 h 3784177"/>
              <a:gd name="connsiteX112" fmla="*/ 421042 w 8037833"/>
              <a:gd name="connsiteY112" fmla="*/ 3709912 h 3784177"/>
              <a:gd name="connsiteX113" fmla="*/ 393295 w 8037833"/>
              <a:gd name="connsiteY113" fmla="*/ 3753097 h 3784177"/>
              <a:gd name="connsiteX114" fmla="*/ 355918 w 8037833"/>
              <a:gd name="connsiteY114" fmla="*/ 3779172 h 3784177"/>
              <a:gd name="connsiteX115" fmla="*/ 339711 w 8037833"/>
              <a:gd name="connsiteY115" fmla="*/ 3718242 h 3784177"/>
              <a:gd name="connsiteX116" fmla="*/ 222239 w 8037833"/>
              <a:gd name="connsiteY116" fmla="*/ 3672335 h 3784177"/>
              <a:gd name="connsiteX117" fmla="*/ 163578 w 8037833"/>
              <a:gd name="connsiteY117" fmla="*/ 3656292 h 3784177"/>
              <a:gd name="connsiteX118" fmla="*/ 72220 w 8037833"/>
              <a:gd name="connsiteY118" fmla="*/ 3645272 h 3784177"/>
              <a:gd name="connsiteX119" fmla="*/ 44395 w 8037833"/>
              <a:gd name="connsiteY119" fmla="*/ 3639455 h 3784177"/>
              <a:gd name="connsiteX120" fmla="*/ 1962 w 8037833"/>
              <a:gd name="connsiteY120" fmla="*/ 3635948 h 3784177"/>
              <a:gd name="connsiteX121" fmla="*/ 0 w 8037833"/>
              <a:gd name="connsiteY121" fmla="*/ 3635261 h 3784177"/>
              <a:gd name="connsiteX122" fmla="*/ 0 w 8037833"/>
              <a:gd name="connsiteY122"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807644 w 8037833"/>
              <a:gd name="connsiteY5" fmla="*/ 3098770 h 3784177"/>
              <a:gd name="connsiteX6" fmla="*/ 7607062 w 8037833"/>
              <a:gd name="connsiteY6" fmla="*/ 308767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869803 w 8037833"/>
              <a:gd name="connsiteY14" fmla="*/ 3320289 h 3784177"/>
              <a:gd name="connsiteX15" fmla="*/ 6819463 w 8037833"/>
              <a:gd name="connsiteY15" fmla="*/ 3368624 h 3784177"/>
              <a:gd name="connsiteX16" fmla="*/ 6797198 w 8037833"/>
              <a:gd name="connsiteY16" fmla="*/ 3378256 h 3784177"/>
              <a:gd name="connsiteX17" fmla="*/ 6760989 w 8037833"/>
              <a:gd name="connsiteY17" fmla="*/ 3424187 h 3784177"/>
              <a:gd name="connsiteX18" fmla="*/ 6633643 w 8037833"/>
              <a:gd name="connsiteY18" fmla="*/ 3348176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299224 w 8037833"/>
              <a:gd name="connsiteY32" fmla="*/ 351893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288710 w 8037833"/>
              <a:gd name="connsiteY47" fmla="*/ 3650556 h 3784177"/>
              <a:gd name="connsiteX48" fmla="*/ 4234393 w 8037833"/>
              <a:gd name="connsiteY48" fmla="*/ 3704576 h 3784177"/>
              <a:gd name="connsiteX49" fmla="*/ 4227541 w 8037833"/>
              <a:gd name="connsiteY49" fmla="*/ 3706978 h 3784177"/>
              <a:gd name="connsiteX50" fmla="*/ 4208725 w 8037833"/>
              <a:gd name="connsiteY50" fmla="*/ 3704841 h 3784177"/>
              <a:gd name="connsiteX51" fmla="*/ 4201632 w 8037833"/>
              <a:gd name="connsiteY51" fmla="*/ 3702602 h 3784177"/>
              <a:gd name="connsiteX52" fmla="*/ 4191289 w 8037833"/>
              <a:gd name="connsiteY52" fmla="*/ 3702380 h 3784177"/>
              <a:gd name="connsiteX53" fmla="*/ 4191039 w 8037833"/>
              <a:gd name="connsiteY53" fmla="*/ 3702831 h 3784177"/>
              <a:gd name="connsiteX54" fmla="*/ 4181340 w 8037833"/>
              <a:gd name="connsiteY54" fmla="*/ 3701729 h 3784177"/>
              <a:gd name="connsiteX55" fmla="*/ 4133816 w 8037833"/>
              <a:gd name="connsiteY55" fmla="*/ 3690565 h 3784177"/>
              <a:gd name="connsiteX56" fmla="*/ 4071732 w 8037833"/>
              <a:gd name="connsiteY56" fmla="*/ 3732513 h 3784177"/>
              <a:gd name="connsiteX57" fmla="*/ 4045924 w 8037833"/>
              <a:gd name="connsiteY57" fmla="*/ 3739404 h 3784177"/>
              <a:gd name="connsiteX58" fmla="*/ 4032171 w 8037833"/>
              <a:gd name="connsiteY58" fmla="*/ 3745523 h 3784177"/>
              <a:gd name="connsiteX59" fmla="*/ 4031335 w 8037833"/>
              <a:gd name="connsiteY59" fmla="*/ 3747479 h 3784177"/>
              <a:gd name="connsiteX60" fmla="*/ 3985774 w 8037833"/>
              <a:gd name="connsiteY60" fmla="*/ 3736547 h 3784177"/>
              <a:gd name="connsiteX61" fmla="*/ 3979769 w 8037833"/>
              <a:gd name="connsiteY61" fmla="*/ 3738769 h 3784177"/>
              <a:gd name="connsiteX62" fmla="*/ 3950014 w 8037833"/>
              <a:gd name="connsiteY62" fmla="*/ 3726942 h 3784177"/>
              <a:gd name="connsiteX63" fmla="*/ 3934671 w 8037833"/>
              <a:gd name="connsiteY63" fmla="*/ 3723339 h 3784177"/>
              <a:gd name="connsiteX64" fmla="*/ 3930274 w 8037833"/>
              <a:gd name="connsiteY64" fmla="*/ 3717148 h 3784177"/>
              <a:gd name="connsiteX65" fmla="*/ 3907660 w 8037833"/>
              <a:gd name="connsiteY65" fmla="*/ 3714456 h 3784177"/>
              <a:gd name="connsiteX66" fmla="*/ 3905087 w 8037833"/>
              <a:gd name="connsiteY66" fmla="*/ 3716098 h 3784177"/>
              <a:gd name="connsiteX67" fmla="*/ 3886347 w 8037833"/>
              <a:gd name="connsiteY67" fmla="*/ 3706620 h 3784177"/>
              <a:gd name="connsiteX68" fmla="*/ 3870533 w 8037833"/>
              <a:gd name="connsiteY68" fmla="*/ 3689905 h 3784177"/>
              <a:gd name="connsiteX69" fmla="*/ 3678563 w 8037833"/>
              <a:gd name="connsiteY69" fmla="*/ 3694486 h 3784177"/>
              <a:gd name="connsiteX70" fmla="*/ 3524121 w 8037833"/>
              <a:gd name="connsiteY70" fmla="*/ 3642736 h 3784177"/>
              <a:gd name="connsiteX71" fmla="*/ 3407752 w 8037833"/>
              <a:gd name="connsiteY71" fmla="*/ 3626590 h 3784177"/>
              <a:gd name="connsiteX72" fmla="*/ 3373519 w 8037833"/>
              <a:gd name="connsiteY72" fmla="*/ 3665785 h 3784177"/>
              <a:gd name="connsiteX73" fmla="*/ 3114267 w 8037833"/>
              <a:gd name="connsiteY73" fmla="*/ 3638983 h 3784177"/>
              <a:gd name="connsiteX74" fmla="*/ 3048270 w 8037833"/>
              <a:gd name="connsiteY74" fmla="*/ 3649949 h 3784177"/>
              <a:gd name="connsiteX75" fmla="*/ 2989722 w 8037833"/>
              <a:gd name="connsiteY75" fmla="*/ 3623230 h 3784177"/>
              <a:gd name="connsiteX76" fmla="*/ 2965734 w 8037833"/>
              <a:gd name="connsiteY76" fmla="*/ 3635676 h 3784177"/>
              <a:gd name="connsiteX77" fmla="*/ 2961603 w 8037833"/>
              <a:gd name="connsiteY77" fmla="*/ 3638221 h 3784177"/>
              <a:gd name="connsiteX78" fmla="*/ 2944959 w 8037833"/>
              <a:gd name="connsiteY78" fmla="*/ 3639723 h 3784177"/>
              <a:gd name="connsiteX79" fmla="*/ 2940402 w 8037833"/>
              <a:gd name="connsiteY79" fmla="*/ 3651000 h 3784177"/>
              <a:gd name="connsiteX80" fmla="*/ 2915449 w 8037833"/>
              <a:gd name="connsiteY80" fmla="*/ 3661039 h 3784177"/>
              <a:gd name="connsiteX81" fmla="*/ 2884777 w 8037833"/>
              <a:gd name="connsiteY81" fmla="*/ 3660775 h 3784177"/>
              <a:gd name="connsiteX82" fmla="*/ 2739034 w 8037833"/>
              <a:gd name="connsiteY82" fmla="*/ 3647396 h 3784177"/>
              <a:gd name="connsiteX83" fmla="*/ 2651827 w 8037833"/>
              <a:gd name="connsiteY83" fmla="*/ 3646306 h 3784177"/>
              <a:gd name="connsiteX84" fmla="*/ 2618680 w 8037833"/>
              <a:gd name="connsiteY84" fmla="*/ 3656755 h 3784177"/>
              <a:gd name="connsiteX85" fmla="*/ 2572404 w 8037833"/>
              <a:gd name="connsiteY85" fmla="*/ 3664043 h 3784177"/>
              <a:gd name="connsiteX86" fmla="*/ 2490721 w 8037833"/>
              <a:gd name="connsiteY86" fmla="*/ 3685313 h 3784177"/>
              <a:gd name="connsiteX87" fmla="*/ 2423704 w 8037833"/>
              <a:gd name="connsiteY87" fmla="*/ 3658079 h 3784177"/>
              <a:gd name="connsiteX88" fmla="*/ 2301172 w 8037833"/>
              <a:gd name="connsiteY88" fmla="*/ 3663053 h 3784177"/>
              <a:gd name="connsiteX89" fmla="*/ 2294102 w 8037833"/>
              <a:gd name="connsiteY89" fmla="*/ 3671151 h 3784177"/>
              <a:gd name="connsiteX90" fmla="*/ 2238966 w 8037833"/>
              <a:gd name="connsiteY90" fmla="*/ 3668777 h 3784177"/>
              <a:gd name="connsiteX91" fmla="*/ 2046240 w 8037833"/>
              <a:gd name="connsiteY91" fmla="*/ 3604535 h 3784177"/>
              <a:gd name="connsiteX92" fmla="*/ 1938480 w 8037833"/>
              <a:gd name="connsiteY92" fmla="*/ 3601439 h 3784177"/>
              <a:gd name="connsiteX93" fmla="*/ 1900166 w 8037833"/>
              <a:gd name="connsiteY93" fmla="*/ 3609358 h 3784177"/>
              <a:gd name="connsiteX94" fmla="*/ 1835976 w 8037833"/>
              <a:gd name="connsiteY94" fmla="*/ 3622065 h 3784177"/>
              <a:gd name="connsiteX95" fmla="*/ 1787830 w 8037833"/>
              <a:gd name="connsiteY95" fmla="*/ 3653768 h 3784177"/>
              <a:gd name="connsiteX96" fmla="*/ 1734224 w 8037833"/>
              <a:gd name="connsiteY96" fmla="*/ 3655593 h 3784177"/>
              <a:gd name="connsiteX97" fmla="*/ 1721989 w 8037833"/>
              <a:gd name="connsiteY97" fmla="*/ 3627298 h 3784177"/>
              <a:gd name="connsiteX98" fmla="*/ 1664576 w 8037833"/>
              <a:gd name="connsiteY98" fmla="*/ 3638572 h 3784177"/>
              <a:gd name="connsiteX99" fmla="*/ 1577459 w 8037833"/>
              <a:gd name="connsiteY99" fmla="*/ 3658824 h 3784177"/>
              <a:gd name="connsiteX100" fmla="*/ 1527269 w 8037833"/>
              <a:gd name="connsiteY100" fmla="*/ 3663088 h 3784177"/>
              <a:gd name="connsiteX101" fmla="*/ 1390118 w 8037833"/>
              <a:gd name="connsiteY101" fmla="*/ 3682789 h 3784177"/>
              <a:gd name="connsiteX102" fmla="*/ 1252698 w 8037833"/>
              <a:gd name="connsiteY102" fmla="*/ 3708662 h 3784177"/>
              <a:gd name="connsiteX103" fmla="*/ 1171039 w 8037833"/>
              <a:gd name="connsiteY103" fmla="*/ 3758642 h 3784177"/>
              <a:gd name="connsiteX104" fmla="*/ 1058106 w 8037833"/>
              <a:gd name="connsiteY104" fmla="*/ 3776166 h 3784177"/>
              <a:gd name="connsiteX105" fmla="*/ 1039167 w 8037833"/>
              <a:gd name="connsiteY105" fmla="*/ 3784177 h 3784177"/>
              <a:gd name="connsiteX106" fmla="*/ 1012958 w 8037833"/>
              <a:gd name="connsiteY106" fmla="*/ 3779206 h 3784177"/>
              <a:gd name="connsiteX107" fmla="*/ 907906 w 8037833"/>
              <a:gd name="connsiteY107" fmla="*/ 3757678 h 3784177"/>
              <a:gd name="connsiteX108" fmla="*/ 825226 w 8037833"/>
              <a:gd name="connsiteY108" fmla="*/ 3726369 h 3784177"/>
              <a:gd name="connsiteX109" fmla="*/ 722264 w 8037833"/>
              <a:gd name="connsiteY109" fmla="*/ 3747612 h 3784177"/>
              <a:gd name="connsiteX110" fmla="*/ 659460 w 8037833"/>
              <a:gd name="connsiteY110" fmla="*/ 3740429 h 3784177"/>
              <a:gd name="connsiteX111" fmla="*/ 556552 w 8037833"/>
              <a:gd name="connsiteY111" fmla="*/ 3697934 h 3784177"/>
              <a:gd name="connsiteX112" fmla="*/ 421042 w 8037833"/>
              <a:gd name="connsiteY112" fmla="*/ 3709912 h 3784177"/>
              <a:gd name="connsiteX113" fmla="*/ 393295 w 8037833"/>
              <a:gd name="connsiteY113" fmla="*/ 3753097 h 3784177"/>
              <a:gd name="connsiteX114" fmla="*/ 355918 w 8037833"/>
              <a:gd name="connsiteY114" fmla="*/ 3779172 h 3784177"/>
              <a:gd name="connsiteX115" fmla="*/ 339711 w 8037833"/>
              <a:gd name="connsiteY115" fmla="*/ 3718242 h 3784177"/>
              <a:gd name="connsiteX116" fmla="*/ 222239 w 8037833"/>
              <a:gd name="connsiteY116" fmla="*/ 3672335 h 3784177"/>
              <a:gd name="connsiteX117" fmla="*/ 163578 w 8037833"/>
              <a:gd name="connsiteY117" fmla="*/ 3656292 h 3784177"/>
              <a:gd name="connsiteX118" fmla="*/ 72220 w 8037833"/>
              <a:gd name="connsiteY118" fmla="*/ 3645272 h 3784177"/>
              <a:gd name="connsiteX119" fmla="*/ 44395 w 8037833"/>
              <a:gd name="connsiteY119" fmla="*/ 3639455 h 3784177"/>
              <a:gd name="connsiteX120" fmla="*/ 1962 w 8037833"/>
              <a:gd name="connsiteY120" fmla="*/ 3635948 h 3784177"/>
              <a:gd name="connsiteX121" fmla="*/ 0 w 8037833"/>
              <a:gd name="connsiteY121" fmla="*/ 3635261 h 3784177"/>
              <a:gd name="connsiteX122" fmla="*/ 0 w 8037833"/>
              <a:gd name="connsiteY122"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807644 w 8037833"/>
              <a:gd name="connsiteY5" fmla="*/ 3098770 h 3784177"/>
              <a:gd name="connsiteX6" fmla="*/ 7607062 w 8037833"/>
              <a:gd name="connsiteY6" fmla="*/ 308767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869803 w 8037833"/>
              <a:gd name="connsiteY14" fmla="*/ 3320289 h 3784177"/>
              <a:gd name="connsiteX15" fmla="*/ 6819463 w 8037833"/>
              <a:gd name="connsiteY15" fmla="*/ 3368624 h 3784177"/>
              <a:gd name="connsiteX16" fmla="*/ 6797198 w 8037833"/>
              <a:gd name="connsiteY16" fmla="*/ 3378256 h 3784177"/>
              <a:gd name="connsiteX17" fmla="*/ 6760989 w 8037833"/>
              <a:gd name="connsiteY17" fmla="*/ 3424187 h 3784177"/>
              <a:gd name="connsiteX18" fmla="*/ 6633643 w 8037833"/>
              <a:gd name="connsiteY18" fmla="*/ 3348176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299224 w 8037833"/>
              <a:gd name="connsiteY32" fmla="*/ 351893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288710 w 8037833"/>
              <a:gd name="connsiteY47" fmla="*/ 3650556 h 3784177"/>
              <a:gd name="connsiteX48" fmla="*/ 4234393 w 8037833"/>
              <a:gd name="connsiteY48" fmla="*/ 3704576 h 3784177"/>
              <a:gd name="connsiteX49" fmla="*/ 4227541 w 8037833"/>
              <a:gd name="connsiteY49" fmla="*/ 3706978 h 3784177"/>
              <a:gd name="connsiteX50" fmla="*/ 4208725 w 8037833"/>
              <a:gd name="connsiteY50" fmla="*/ 3704841 h 3784177"/>
              <a:gd name="connsiteX51" fmla="*/ 4201632 w 8037833"/>
              <a:gd name="connsiteY51" fmla="*/ 3702602 h 3784177"/>
              <a:gd name="connsiteX52" fmla="*/ 4191289 w 8037833"/>
              <a:gd name="connsiteY52" fmla="*/ 3702380 h 3784177"/>
              <a:gd name="connsiteX53" fmla="*/ 4191039 w 8037833"/>
              <a:gd name="connsiteY53" fmla="*/ 3702831 h 3784177"/>
              <a:gd name="connsiteX54" fmla="*/ 4181340 w 8037833"/>
              <a:gd name="connsiteY54" fmla="*/ 3701729 h 3784177"/>
              <a:gd name="connsiteX55" fmla="*/ 4133816 w 8037833"/>
              <a:gd name="connsiteY55" fmla="*/ 3690565 h 3784177"/>
              <a:gd name="connsiteX56" fmla="*/ 4071732 w 8037833"/>
              <a:gd name="connsiteY56" fmla="*/ 3732513 h 3784177"/>
              <a:gd name="connsiteX57" fmla="*/ 4045924 w 8037833"/>
              <a:gd name="connsiteY57" fmla="*/ 3739404 h 3784177"/>
              <a:gd name="connsiteX58" fmla="*/ 4032171 w 8037833"/>
              <a:gd name="connsiteY58" fmla="*/ 3745523 h 3784177"/>
              <a:gd name="connsiteX59" fmla="*/ 4031335 w 8037833"/>
              <a:gd name="connsiteY59" fmla="*/ 3747479 h 3784177"/>
              <a:gd name="connsiteX60" fmla="*/ 3985774 w 8037833"/>
              <a:gd name="connsiteY60" fmla="*/ 3736547 h 3784177"/>
              <a:gd name="connsiteX61" fmla="*/ 3979769 w 8037833"/>
              <a:gd name="connsiteY61" fmla="*/ 3738769 h 3784177"/>
              <a:gd name="connsiteX62" fmla="*/ 3950014 w 8037833"/>
              <a:gd name="connsiteY62" fmla="*/ 3726942 h 3784177"/>
              <a:gd name="connsiteX63" fmla="*/ 3934671 w 8037833"/>
              <a:gd name="connsiteY63" fmla="*/ 3723339 h 3784177"/>
              <a:gd name="connsiteX64" fmla="*/ 3930274 w 8037833"/>
              <a:gd name="connsiteY64" fmla="*/ 3717148 h 3784177"/>
              <a:gd name="connsiteX65" fmla="*/ 3907660 w 8037833"/>
              <a:gd name="connsiteY65" fmla="*/ 3714456 h 3784177"/>
              <a:gd name="connsiteX66" fmla="*/ 3905087 w 8037833"/>
              <a:gd name="connsiteY66" fmla="*/ 3716098 h 3784177"/>
              <a:gd name="connsiteX67" fmla="*/ 3886347 w 8037833"/>
              <a:gd name="connsiteY67" fmla="*/ 3706620 h 3784177"/>
              <a:gd name="connsiteX68" fmla="*/ 3870533 w 8037833"/>
              <a:gd name="connsiteY68" fmla="*/ 3689905 h 3784177"/>
              <a:gd name="connsiteX69" fmla="*/ 3678563 w 8037833"/>
              <a:gd name="connsiteY69" fmla="*/ 3694486 h 3784177"/>
              <a:gd name="connsiteX70" fmla="*/ 3524121 w 8037833"/>
              <a:gd name="connsiteY70" fmla="*/ 3642736 h 3784177"/>
              <a:gd name="connsiteX71" fmla="*/ 3407752 w 8037833"/>
              <a:gd name="connsiteY71" fmla="*/ 3626590 h 3784177"/>
              <a:gd name="connsiteX72" fmla="*/ 3373519 w 8037833"/>
              <a:gd name="connsiteY72" fmla="*/ 3665785 h 3784177"/>
              <a:gd name="connsiteX73" fmla="*/ 3114267 w 8037833"/>
              <a:gd name="connsiteY73" fmla="*/ 3638983 h 3784177"/>
              <a:gd name="connsiteX74" fmla="*/ 3048270 w 8037833"/>
              <a:gd name="connsiteY74" fmla="*/ 3649949 h 3784177"/>
              <a:gd name="connsiteX75" fmla="*/ 2989722 w 8037833"/>
              <a:gd name="connsiteY75" fmla="*/ 3623230 h 3784177"/>
              <a:gd name="connsiteX76" fmla="*/ 2965734 w 8037833"/>
              <a:gd name="connsiteY76" fmla="*/ 3635676 h 3784177"/>
              <a:gd name="connsiteX77" fmla="*/ 2961603 w 8037833"/>
              <a:gd name="connsiteY77" fmla="*/ 3638221 h 3784177"/>
              <a:gd name="connsiteX78" fmla="*/ 2944959 w 8037833"/>
              <a:gd name="connsiteY78" fmla="*/ 3639723 h 3784177"/>
              <a:gd name="connsiteX79" fmla="*/ 2940402 w 8037833"/>
              <a:gd name="connsiteY79" fmla="*/ 3651000 h 3784177"/>
              <a:gd name="connsiteX80" fmla="*/ 2915449 w 8037833"/>
              <a:gd name="connsiteY80" fmla="*/ 3661039 h 3784177"/>
              <a:gd name="connsiteX81" fmla="*/ 2884777 w 8037833"/>
              <a:gd name="connsiteY81" fmla="*/ 3660775 h 3784177"/>
              <a:gd name="connsiteX82" fmla="*/ 2739034 w 8037833"/>
              <a:gd name="connsiteY82" fmla="*/ 3647396 h 3784177"/>
              <a:gd name="connsiteX83" fmla="*/ 2651827 w 8037833"/>
              <a:gd name="connsiteY83" fmla="*/ 3646306 h 3784177"/>
              <a:gd name="connsiteX84" fmla="*/ 2618680 w 8037833"/>
              <a:gd name="connsiteY84" fmla="*/ 3656755 h 3784177"/>
              <a:gd name="connsiteX85" fmla="*/ 2572404 w 8037833"/>
              <a:gd name="connsiteY85" fmla="*/ 3664043 h 3784177"/>
              <a:gd name="connsiteX86" fmla="*/ 2490721 w 8037833"/>
              <a:gd name="connsiteY86" fmla="*/ 3685313 h 3784177"/>
              <a:gd name="connsiteX87" fmla="*/ 2423704 w 8037833"/>
              <a:gd name="connsiteY87" fmla="*/ 3658079 h 3784177"/>
              <a:gd name="connsiteX88" fmla="*/ 2301172 w 8037833"/>
              <a:gd name="connsiteY88" fmla="*/ 3663053 h 3784177"/>
              <a:gd name="connsiteX89" fmla="*/ 2294102 w 8037833"/>
              <a:gd name="connsiteY89" fmla="*/ 3671151 h 3784177"/>
              <a:gd name="connsiteX90" fmla="*/ 2238966 w 8037833"/>
              <a:gd name="connsiteY90" fmla="*/ 3668777 h 3784177"/>
              <a:gd name="connsiteX91" fmla="*/ 2046240 w 8037833"/>
              <a:gd name="connsiteY91" fmla="*/ 3604535 h 3784177"/>
              <a:gd name="connsiteX92" fmla="*/ 1938480 w 8037833"/>
              <a:gd name="connsiteY92" fmla="*/ 3601439 h 3784177"/>
              <a:gd name="connsiteX93" fmla="*/ 1900166 w 8037833"/>
              <a:gd name="connsiteY93" fmla="*/ 3609358 h 3784177"/>
              <a:gd name="connsiteX94" fmla="*/ 1835976 w 8037833"/>
              <a:gd name="connsiteY94" fmla="*/ 3622065 h 3784177"/>
              <a:gd name="connsiteX95" fmla="*/ 1787830 w 8037833"/>
              <a:gd name="connsiteY95" fmla="*/ 3653768 h 3784177"/>
              <a:gd name="connsiteX96" fmla="*/ 1734224 w 8037833"/>
              <a:gd name="connsiteY96" fmla="*/ 3655593 h 3784177"/>
              <a:gd name="connsiteX97" fmla="*/ 1721989 w 8037833"/>
              <a:gd name="connsiteY97" fmla="*/ 3627298 h 3784177"/>
              <a:gd name="connsiteX98" fmla="*/ 1664576 w 8037833"/>
              <a:gd name="connsiteY98" fmla="*/ 3638572 h 3784177"/>
              <a:gd name="connsiteX99" fmla="*/ 1577459 w 8037833"/>
              <a:gd name="connsiteY99" fmla="*/ 3658824 h 3784177"/>
              <a:gd name="connsiteX100" fmla="*/ 1527269 w 8037833"/>
              <a:gd name="connsiteY100" fmla="*/ 3663088 h 3784177"/>
              <a:gd name="connsiteX101" fmla="*/ 1390118 w 8037833"/>
              <a:gd name="connsiteY101" fmla="*/ 3682789 h 3784177"/>
              <a:gd name="connsiteX102" fmla="*/ 1252698 w 8037833"/>
              <a:gd name="connsiteY102" fmla="*/ 3708662 h 3784177"/>
              <a:gd name="connsiteX103" fmla="*/ 1171039 w 8037833"/>
              <a:gd name="connsiteY103" fmla="*/ 3758642 h 3784177"/>
              <a:gd name="connsiteX104" fmla="*/ 1058106 w 8037833"/>
              <a:gd name="connsiteY104" fmla="*/ 3776166 h 3784177"/>
              <a:gd name="connsiteX105" fmla="*/ 1039167 w 8037833"/>
              <a:gd name="connsiteY105" fmla="*/ 3784177 h 3784177"/>
              <a:gd name="connsiteX106" fmla="*/ 1012958 w 8037833"/>
              <a:gd name="connsiteY106" fmla="*/ 3779206 h 3784177"/>
              <a:gd name="connsiteX107" fmla="*/ 907906 w 8037833"/>
              <a:gd name="connsiteY107" fmla="*/ 3757678 h 3784177"/>
              <a:gd name="connsiteX108" fmla="*/ 825226 w 8037833"/>
              <a:gd name="connsiteY108" fmla="*/ 3726369 h 3784177"/>
              <a:gd name="connsiteX109" fmla="*/ 722264 w 8037833"/>
              <a:gd name="connsiteY109" fmla="*/ 3747612 h 3784177"/>
              <a:gd name="connsiteX110" fmla="*/ 659460 w 8037833"/>
              <a:gd name="connsiteY110" fmla="*/ 3740429 h 3784177"/>
              <a:gd name="connsiteX111" fmla="*/ 556552 w 8037833"/>
              <a:gd name="connsiteY111" fmla="*/ 3697934 h 3784177"/>
              <a:gd name="connsiteX112" fmla="*/ 421042 w 8037833"/>
              <a:gd name="connsiteY112" fmla="*/ 3709912 h 3784177"/>
              <a:gd name="connsiteX113" fmla="*/ 393295 w 8037833"/>
              <a:gd name="connsiteY113" fmla="*/ 3753097 h 3784177"/>
              <a:gd name="connsiteX114" fmla="*/ 355918 w 8037833"/>
              <a:gd name="connsiteY114" fmla="*/ 3779172 h 3784177"/>
              <a:gd name="connsiteX115" fmla="*/ 339711 w 8037833"/>
              <a:gd name="connsiteY115" fmla="*/ 3718242 h 3784177"/>
              <a:gd name="connsiteX116" fmla="*/ 222239 w 8037833"/>
              <a:gd name="connsiteY116" fmla="*/ 3672335 h 3784177"/>
              <a:gd name="connsiteX117" fmla="*/ 163578 w 8037833"/>
              <a:gd name="connsiteY117" fmla="*/ 3656292 h 3784177"/>
              <a:gd name="connsiteX118" fmla="*/ 72220 w 8037833"/>
              <a:gd name="connsiteY118" fmla="*/ 3645272 h 3784177"/>
              <a:gd name="connsiteX119" fmla="*/ 44395 w 8037833"/>
              <a:gd name="connsiteY119" fmla="*/ 3639455 h 3784177"/>
              <a:gd name="connsiteX120" fmla="*/ 1962 w 8037833"/>
              <a:gd name="connsiteY120" fmla="*/ 3635948 h 3784177"/>
              <a:gd name="connsiteX121" fmla="*/ 0 w 8037833"/>
              <a:gd name="connsiteY121" fmla="*/ 3635261 h 3784177"/>
              <a:gd name="connsiteX122" fmla="*/ 0 w 8037833"/>
              <a:gd name="connsiteY122"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807644 w 8037833"/>
              <a:gd name="connsiteY5" fmla="*/ 3098770 h 3784177"/>
              <a:gd name="connsiteX6" fmla="*/ 7607062 w 8037833"/>
              <a:gd name="connsiteY6" fmla="*/ 308767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869803 w 8037833"/>
              <a:gd name="connsiteY14" fmla="*/ 3320289 h 3784177"/>
              <a:gd name="connsiteX15" fmla="*/ 6819463 w 8037833"/>
              <a:gd name="connsiteY15" fmla="*/ 3368624 h 3784177"/>
              <a:gd name="connsiteX16" fmla="*/ 6797198 w 8037833"/>
              <a:gd name="connsiteY16" fmla="*/ 3378256 h 3784177"/>
              <a:gd name="connsiteX17" fmla="*/ 6760989 w 8037833"/>
              <a:gd name="connsiteY17" fmla="*/ 3424187 h 3784177"/>
              <a:gd name="connsiteX18" fmla="*/ 6633643 w 8037833"/>
              <a:gd name="connsiteY18" fmla="*/ 3348176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299224 w 8037833"/>
              <a:gd name="connsiteY32" fmla="*/ 351893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288710 w 8037833"/>
              <a:gd name="connsiteY47" fmla="*/ 3650556 h 3784177"/>
              <a:gd name="connsiteX48" fmla="*/ 4234393 w 8037833"/>
              <a:gd name="connsiteY48" fmla="*/ 3704576 h 3784177"/>
              <a:gd name="connsiteX49" fmla="*/ 4227541 w 8037833"/>
              <a:gd name="connsiteY49" fmla="*/ 3706978 h 3784177"/>
              <a:gd name="connsiteX50" fmla="*/ 4208725 w 8037833"/>
              <a:gd name="connsiteY50" fmla="*/ 3704841 h 3784177"/>
              <a:gd name="connsiteX51" fmla="*/ 4201632 w 8037833"/>
              <a:gd name="connsiteY51" fmla="*/ 3702602 h 3784177"/>
              <a:gd name="connsiteX52" fmla="*/ 4191289 w 8037833"/>
              <a:gd name="connsiteY52" fmla="*/ 3702380 h 3784177"/>
              <a:gd name="connsiteX53" fmla="*/ 4191039 w 8037833"/>
              <a:gd name="connsiteY53" fmla="*/ 3702831 h 3784177"/>
              <a:gd name="connsiteX54" fmla="*/ 4181340 w 8037833"/>
              <a:gd name="connsiteY54" fmla="*/ 3701729 h 3784177"/>
              <a:gd name="connsiteX55" fmla="*/ 4133816 w 8037833"/>
              <a:gd name="connsiteY55" fmla="*/ 3690565 h 3784177"/>
              <a:gd name="connsiteX56" fmla="*/ 4071732 w 8037833"/>
              <a:gd name="connsiteY56" fmla="*/ 3732513 h 3784177"/>
              <a:gd name="connsiteX57" fmla="*/ 4045924 w 8037833"/>
              <a:gd name="connsiteY57" fmla="*/ 3739404 h 3784177"/>
              <a:gd name="connsiteX58" fmla="*/ 4032171 w 8037833"/>
              <a:gd name="connsiteY58" fmla="*/ 3745523 h 3784177"/>
              <a:gd name="connsiteX59" fmla="*/ 4031335 w 8037833"/>
              <a:gd name="connsiteY59" fmla="*/ 3747479 h 3784177"/>
              <a:gd name="connsiteX60" fmla="*/ 3985774 w 8037833"/>
              <a:gd name="connsiteY60" fmla="*/ 3736547 h 3784177"/>
              <a:gd name="connsiteX61" fmla="*/ 3979769 w 8037833"/>
              <a:gd name="connsiteY61" fmla="*/ 3738769 h 3784177"/>
              <a:gd name="connsiteX62" fmla="*/ 3950014 w 8037833"/>
              <a:gd name="connsiteY62" fmla="*/ 3726942 h 3784177"/>
              <a:gd name="connsiteX63" fmla="*/ 3934671 w 8037833"/>
              <a:gd name="connsiteY63" fmla="*/ 3723339 h 3784177"/>
              <a:gd name="connsiteX64" fmla="*/ 3930274 w 8037833"/>
              <a:gd name="connsiteY64" fmla="*/ 3717148 h 3784177"/>
              <a:gd name="connsiteX65" fmla="*/ 3907660 w 8037833"/>
              <a:gd name="connsiteY65" fmla="*/ 3714456 h 3784177"/>
              <a:gd name="connsiteX66" fmla="*/ 3905087 w 8037833"/>
              <a:gd name="connsiteY66" fmla="*/ 3716098 h 3784177"/>
              <a:gd name="connsiteX67" fmla="*/ 3886347 w 8037833"/>
              <a:gd name="connsiteY67" fmla="*/ 3706620 h 3784177"/>
              <a:gd name="connsiteX68" fmla="*/ 3870533 w 8037833"/>
              <a:gd name="connsiteY68" fmla="*/ 3689905 h 3784177"/>
              <a:gd name="connsiteX69" fmla="*/ 3678563 w 8037833"/>
              <a:gd name="connsiteY69" fmla="*/ 3694486 h 3784177"/>
              <a:gd name="connsiteX70" fmla="*/ 3524121 w 8037833"/>
              <a:gd name="connsiteY70" fmla="*/ 3642736 h 3784177"/>
              <a:gd name="connsiteX71" fmla="*/ 3407752 w 8037833"/>
              <a:gd name="connsiteY71" fmla="*/ 3626590 h 3784177"/>
              <a:gd name="connsiteX72" fmla="*/ 3373519 w 8037833"/>
              <a:gd name="connsiteY72" fmla="*/ 3665785 h 3784177"/>
              <a:gd name="connsiteX73" fmla="*/ 3114267 w 8037833"/>
              <a:gd name="connsiteY73" fmla="*/ 3638983 h 3784177"/>
              <a:gd name="connsiteX74" fmla="*/ 3048270 w 8037833"/>
              <a:gd name="connsiteY74" fmla="*/ 3649949 h 3784177"/>
              <a:gd name="connsiteX75" fmla="*/ 2989722 w 8037833"/>
              <a:gd name="connsiteY75" fmla="*/ 3623230 h 3784177"/>
              <a:gd name="connsiteX76" fmla="*/ 2965734 w 8037833"/>
              <a:gd name="connsiteY76" fmla="*/ 3635676 h 3784177"/>
              <a:gd name="connsiteX77" fmla="*/ 2961603 w 8037833"/>
              <a:gd name="connsiteY77" fmla="*/ 3638221 h 3784177"/>
              <a:gd name="connsiteX78" fmla="*/ 2944959 w 8037833"/>
              <a:gd name="connsiteY78" fmla="*/ 3639723 h 3784177"/>
              <a:gd name="connsiteX79" fmla="*/ 2940402 w 8037833"/>
              <a:gd name="connsiteY79" fmla="*/ 3651000 h 3784177"/>
              <a:gd name="connsiteX80" fmla="*/ 2915449 w 8037833"/>
              <a:gd name="connsiteY80" fmla="*/ 3661039 h 3784177"/>
              <a:gd name="connsiteX81" fmla="*/ 2884777 w 8037833"/>
              <a:gd name="connsiteY81" fmla="*/ 3660775 h 3784177"/>
              <a:gd name="connsiteX82" fmla="*/ 2739034 w 8037833"/>
              <a:gd name="connsiteY82" fmla="*/ 3647396 h 3784177"/>
              <a:gd name="connsiteX83" fmla="*/ 2651827 w 8037833"/>
              <a:gd name="connsiteY83" fmla="*/ 3646306 h 3784177"/>
              <a:gd name="connsiteX84" fmla="*/ 2618680 w 8037833"/>
              <a:gd name="connsiteY84" fmla="*/ 3656755 h 3784177"/>
              <a:gd name="connsiteX85" fmla="*/ 2572404 w 8037833"/>
              <a:gd name="connsiteY85" fmla="*/ 3664043 h 3784177"/>
              <a:gd name="connsiteX86" fmla="*/ 2490721 w 8037833"/>
              <a:gd name="connsiteY86" fmla="*/ 3685313 h 3784177"/>
              <a:gd name="connsiteX87" fmla="*/ 2423704 w 8037833"/>
              <a:gd name="connsiteY87" fmla="*/ 3658079 h 3784177"/>
              <a:gd name="connsiteX88" fmla="*/ 2301172 w 8037833"/>
              <a:gd name="connsiteY88" fmla="*/ 3663053 h 3784177"/>
              <a:gd name="connsiteX89" fmla="*/ 2294102 w 8037833"/>
              <a:gd name="connsiteY89" fmla="*/ 3671151 h 3784177"/>
              <a:gd name="connsiteX90" fmla="*/ 2238966 w 8037833"/>
              <a:gd name="connsiteY90" fmla="*/ 3668777 h 3784177"/>
              <a:gd name="connsiteX91" fmla="*/ 2046240 w 8037833"/>
              <a:gd name="connsiteY91" fmla="*/ 3604535 h 3784177"/>
              <a:gd name="connsiteX92" fmla="*/ 1938480 w 8037833"/>
              <a:gd name="connsiteY92" fmla="*/ 3601439 h 3784177"/>
              <a:gd name="connsiteX93" fmla="*/ 1900166 w 8037833"/>
              <a:gd name="connsiteY93" fmla="*/ 3609358 h 3784177"/>
              <a:gd name="connsiteX94" fmla="*/ 1835976 w 8037833"/>
              <a:gd name="connsiteY94" fmla="*/ 3622065 h 3784177"/>
              <a:gd name="connsiteX95" fmla="*/ 1787830 w 8037833"/>
              <a:gd name="connsiteY95" fmla="*/ 3653768 h 3784177"/>
              <a:gd name="connsiteX96" fmla="*/ 1734224 w 8037833"/>
              <a:gd name="connsiteY96" fmla="*/ 3655593 h 3784177"/>
              <a:gd name="connsiteX97" fmla="*/ 1721989 w 8037833"/>
              <a:gd name="connsiteY97" fmla="*/ 3627298 h 3784177"/>
              <a:gd name="connsiteX98" fmla="*/ 1664576 w 8037833"/>
              <a:gd name="connsiteY98" fmla="*/ 3638572 h 3784177"/>
              <a:gd name="connsiteX99" fmla="*/ 1577459 w 8037833"/>
              <a:gd name="connsiteY99" fmla="*/ 3658824 h 3784177"/>
              <a:gd name="connsiteX100" fmla="*/ 1527269 w 8037833"/>
              <a:gd name="connsiteY100" fmla="*/ 3663088 h 3784177"/>
              <a:gd name="connsiteX101" fmla="*/ 1390118 w 8037833"/>
              <a:gd name="connsiteY101" fmla="*/ 3682789 h 3784177"/>
              <a:gd name="connsiteX102" fmla="*/ 1252698 w 8037833"/>
              <a:gd name="connsiteY102" fmla="*/ 3708662 h 3784177"/>
              <a:gd name="connsiteX103" fmla="*/ 1171039 w 8037833"/>
              <a:gd name="connsiteY103" fmla="*/ 3758642 h 3784177"/>
              <a:gd name="connsiteX104" fmla="*/ 1058106 w 8037833"/>
              <a:gd name="connsiteY104" fmla="*/ 3776166 h 3784177"/>
              <a:gd name="connsiteX105" fmla="*/ 1039167 w 8037833"/>
              <a:gd name="connsiteY105" fmla="*/ 3784177 h 3784177"/>
              <a:gd name="connsiteX106" fmla="*/ 1012958 w 8037833"/>
              <a:gd name="connsiteY106" fmla="*/ 3779206 h 3784177"/>
              <a:gd name="connsiteX107" fmla="*/ 907906 w 8037833"/>
              <a:gd name="connsiteY107" fmla="*/ 3757678 h 3784177"/>
              <a:gd name="connsiteX108" fmla="*/ 825226 w 8037833"/>
              <a:gd name="connsiteY108" fmla="*/ 3726369 h 3784177"/>
              <a:gd name="connsiteX109" fmla="*/ 722264 w 8037833"/>
              <a:gd name="connsiteY109" fmla="*/ 3747612 h 3784177"/>
              <a:gd name="connsiteX110" fmla="*/ 659460 w 8037833"/>
              <a:gd name="connsiteY110" fmla="*/ 3740429 h 3784177"/>
              <a:gd name="connsiteX111" fmla="*/ 556552 w 8037833"/>
              <a:gd name="connsiteY111" fmla="*/ 3697934 h 3784177"/>
              <a:gd name="connsiteX112" fmla="*/ 421042 w 8037833"/>
              <a:gd name="connsiteY112" fmla="*/ 3709912 h 3784177"/>
              <a:gd name="connsiteX113" fmla="*/ 393295 w 8037833"/>
              <a:gd name="connsiteY113" fmla="*/ 3753097 h 3784177"/>
              <a:gd name="connsiteX114" fmla="*/ 355918 w 8037833"/>
              <a:gd name="connsiteY114" fmla="*/ 3779172 h 3784177"/>
              <a:gd name="connsiteX115" fmla="*/ 339711 w 8037833"/>
              <a:gd name="connsiteY115" fmla="*/ 3718242 h 3784177"/>
              <a:gd name="connsiteX116" fmla="*/ 222239 w 8037833"/>
              <a:gd name="connsiteY116" fmla="*/ 3672335 h 3784177"/>
              <a:gd name="connsiteX117" fmla="*/ 163578 w 8037833"/>
              <a:gd name="connsiteY117" fmla="*/ 3656292 h 3784177"/>
              <a:gd name="connsiteX118" fmla="*/ 72220 w 8037833"/>
              <a:gd name="connsiteY118" fmla="*/ 3645272 h 3784177"/>
              <a:gd name="connsiteX119" fmla="*/ 44395 w 8037833"/>
              <a:gd name="connsiteY119" fmla="*/ 3639455 h 3784177"/>
              <a:gd name="connsiteX120" fmla="*/ 1962 w 8037833"/>
              <a:gd name="connsiteY120" fmla="*/ 3635948 h 3784177"/>
              <a:gd name="connsiteX121" fmla="*/ 0 w 8037833"/>
              <a:gd name="connsiteY121" fmla="*/ 3635261 h 3784177"/>
              <a:gd name="connsiteX122" fmla="*/ 0 w 8037833"/>
              <a:gd name="connsiteY122"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807644 w 8037833"/>
              <a:gd name="connsiteY5" fmla="*/ 3098770 h 3784177"/>
              <a:gd name="connsiteX6" fmla="*/ 7607062 w 8037833"/>
              <a:gd name="connsiteY6" fmla="*/ 308767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869803 w 8037833"/>
              <a:gd name="connsiteY14" fmla="*/ 3320289 h 3784177"/>
              <a:gd name="connsiteX15" fmla="*/ 6819463 w 8037833"/>
              <a:gd name="connsiteY15" fmla="*/ 3368624 h 3784177"/>
              <a:gd name="connsiteX16" fmla="*/ 6797198 w 8037833"/>
              <a:gd name="connsiteY16" fmla="*/ 3378256 h 3784177"/>
              <a:gd name="connsiteX17" fmla="*/ 6760989 w 8037833"/>
              <a:gd name="connsiteY17" fmla="*/ 3424187 h 3784177"/>
              <a:gd name="connsiteX18" fmla="*/ 6633643 w 8037833"/>
              <a:gd name="connsiteY18" fmla="*/ 3348176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299224 w 8037833"/>
              <a:gd name="connsiteY32" fmla="*/ 351893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288710 w 8037833"/>
              <a:gd name="connsiteY47" fmla="*/ 3650556 h 3784177"/>
              <a:gd name="connsiteX48" fmla="*/ 4234393 w 8037833"/>
              <a:gd name="connsiteY48" fmla="*/ 3704576 h 3784177"/>
              <a:gd name="connsiteX49" fmla="*/ 4227541 w 8037833"/>
              <a:gd name="connsiteY49" fmla="*/ 3706978 h 3784177"/>
              <a:gd name="connsiteX50" fmla="*/ 4208725 w 8037833"/>
              <a:gd name="connsiteY50" fmla="*/ 3704841 h 3784177"/>
              <a:gd name="connsiteX51" fmla="*/ 4201632 w 8037833"/>
              <a:gd name="connsiteY51" fmla="*/ 3702602 h 3784177"/>
              <a:gd name="connsiteX52" fmla="*/ 4191289 w 8037833"/>
              <a:gd name="connsiteY52" fmla="*/ 3702380 h 3784177"/>
              <a:gd name="connsiteX53" fmla="*/ 4191039 w 8037833"/>
              <a:gd name="connsiteY53" fmla="*/ 3702831 h 3784177"/>
              <a:gd name="connsiteX54" fmla="*/ 4181340 w 8037833"/>
              <a:gd name="connsiteY54" fmla="*/ 3701729 h 3784177"/>
              <a:gd name="connsiteX55" fmla="*/ 4133816 w 8037833"/>
              <a:gd name="connsiteY55" fmla="*/ 3690565 h 3784177"/>
              <a:gd name="connsiteX56" fmla="*/ 4071732 w 8037833"/>
              <a:gd name="connsiteY56" fmla="*/ 3732513 h 3784177"/>
              <a:gd name="connsiteX57" fmla="*/ 4045924 w 8037833"/>
              <a:gd name="connsiteY57" fmla="*/ 3739404 h 3784177"/>
              <a:gd name="connsiteX58" fmla="*/ 4032171 w 8037833"/>
              <a:gd name="connsiteY58" fmla="*/ 3745523 h 3784177"/>
              <a:gd name="connsiteX59" fmla="*/ 4031335 w 8037833"/>
              <a:gd name="connsiteY59" fmla="*/ 3747479 h 3784177"/>
              <a:gd name="connsiteX60" fmla="*/ 3985774 w 8037833"/>
              <a:gd name="connsiteY60" fmla="*/ 3736547 h 3784177"/>
              <a:gd name="connsiteX61" fmla="*/ 3979769 w 8037833"/>
              <a:gd name="connsiteY61" fmla="*/ 3738769 h 3784177"/>
              <a:gd name="connsiteX62" fmla="*/ 3950014 w 8037833"/>
              <a:gd name="connsiteY62" fmla="*/ 3726942 h 3784177"/>
              <a:gd name="connsiteX63" fmla="*/ 3934671 w 8037833"/>
              <a:gd name="connsiteY63" fmla="*/ 3723339 h 3784177"/>
              <a:gd name="connsiteX64" fmla="*/ 3930274 w 8037833"/>
              <a:gd name="connsiteY64" fmla="*/ 3717148 h 3784177"/>
              <a:gd name="connsiteX65" fmla="*/ 3907660 w 8037833"/>
              <a:gd name="connsiteY65" fmla="*/ 3714456 h 3784177"/>
              <a:gd name="connsiteX66" fmla="*/ 3905087 w 8037833"/>
              <a:gd name="connsiteY66" fmla="*/ 3716098 h 3784177"/>
              <a:gd name="connsiteX67" fmla="*/ 3886347 w 8037833"/>
              <a:gd name="connsiteY67" fmla="*/ 3706620 h 3784177"/>
              <a:gd name="connsiteX68" fmla="*/ 3870533 w 8037833"/>
              <a:gd name="connsiteY68" fmla="*/ 3689905 h 3784177"/>
              <a:gd name="connsiteX69" fmla="*/ 3678563 w 8037833"/>
              <a:gd name="connsiteY69" fmla="*/ 3694486 h 3784177"/>
              <a:gd name="connsiteX70" fmla="*/ 3524121 w 8037833"/>
              <a:gd name="connsiteY70" fmla="*/ 3642736 h 3784177"/>
              <a:gd name="connsiteX71" fmla="*/ 3407752 w 8037833"/>
              <a:gd name="connsiteY71" fmla="*/ 3626590 h 3784177"/>
              <a:gd name="connsiteX72" fmla="*/ 3373519 w 8037833"/>
              <a:gd name="connsiteY72" fmla="*/ 3665785 h 3784177"/>
              <a:gd name="connsiteX73" fmla="*/ 3114267 w 8037833"/>
              <a:gd name="connsiteY73" fmla="*/ 3638983 h 3784177"/>
              <a:gd name="connsiteX74" fmla="*/ 3048270 w 8037833"/>
              <a:gd name="connsiteY74" fmla="*/ 3649949 h 3784177"/>
              <a:gd name="connsiteX75" fmla="*/ 2989722 w 8037833"/>
              <a:gd name="connsiteY75" fmla="*/ 3623230 h 3784177"/>
              <a:gd name="connsiteX76" fmla="*/ 2965734 w 8037833"/>
              <a:gd name="connsiteY76" fmla="*/ 3635676 h 3784177"/>
              <a:gd name="connsiteX77" fmla="*/ 2961603 w 8037833"/>
              <a:gd name="connsiteY77" fmla="*/ 3638221 h 3784177"/>
              <a:gd name="connsiteX78" fmla="*/ 2944959 w 8037833"/>
              <a:gd name="connsiteY78" fmla="*/ 3639723 h 3784177"/>
              <a:gd name="connsiteX79" fmla="*/ 2940402 w 8037833"/>
              <a:gd name="connsiteY79" fmla="*/ 3651000 h 3784177"/>
              <a:gd name="connsiteX80" fmla="*/ 2915449 w 8037833"/>
              <a:gd name="connsiteY80" fmla="*/ 3661039 h 3784177"/>
              <a:gd name="connsiteX81" fmla="*/ 2884777 w 8037833"/>
              <a:gd name="connsiteY81" fmla="*/ 3660775 h 3784177"/>
              <a:gd name="connsiteX82" fmla="*/ 2739034 w 8037833"/>
              <a:gd name="connsiteY82" fmla="*/ 3647396 h 3784177"/>
              <a:gd name="connsiteX83" fmla="*/ 2651827 w 8037833"/>
              <a:gd name="connsiteY83" fmla="*/ 3646306 h 3784177"/>
              <a:gd name="connsiteX84" fmla="*/ 2618680 w 8037833"/>
              <a:gd name="connsiteY84" fmla="*/ 3656755 h 3784177"/>
              <a:gd name="connsiteX85" fmla="*/ 2572404 w 8037833"/>
              <a:gd name="connsiteY85" fmla="*/ 3664043 h 3784177"/>
              <a:gd name="connsiteX86" fmla="*/ 2490721 w 8037833"/>
              <a:gd name="connsiteY86" fmla="*/ 3685313 h 3784177"/>
              <a:gd name="connsiteX87" fmla="*/ 2423704 w 8037833"/>
              <a:gd name="connsiteY87" fmla="*/ 3658079 h 3784177"/>
              <a:gd name="connsiteX88" fmla="*/ 2301172 w 8037833"/>
              <a:gd name="connsiteY88" fmla="*/ 3663053 h 3784177"/>
              <a:gd name="connsiteX89" fmla="*/ 2294102 w 8037833"/>
              <a:gd name="connsiteY89" fmla="*/ 3671151 h 3784177"/>
              <a:gd name="connsiteX90" fmla="*/ 2238966 w 8037833"/>
              <a:gd name="connsiteY90" fmla="*/ 3668777 h 3784177"/>
              <a:gd name="connsiteX91" fmla="*/ 2046240 w 8037833"/>
              <a:gd name="connsiteY91" fmla="*/ 3604535 h 3784177"/>
              <a:gd name="connsiteX92" fmla="*/ 1938480 w 8037833"/>
              <a:gd name="connsiteY92" fmla="*/ 3601439 h 3784177"/>
              <a:gd name="connsiteX93" fmla="*/ 1900166 w 8037833"/>
              <a:gd name="connsiteY93" fmla="*/ 3609358 h 3784177"/>
              <a:gd name="connsiteX94" fmla="*/ 1835976 w 8037833"/>
              <a:gd name="connsiteY94" fmla="*/ 3622065 h 3784177"/>
              <a:gd name="connsiteX95" fmla="*/ 1787830 w 8037833"/>
              <a:gd name="connsiteY95" fmla="*/ 3653768 h 3784177"/>
              <a:gd name="connsiteX96" fmla="*/ 1734224 w 8037833"/>
              <a:gd name="connsiteY96" fmla="*/ 3655593 h 3784177"/>
              <a:gd name="connsiteX97" fmla="*/ 1721989 w 8037833"/>
              <a:gd name="connsiteY97" fmla="*/ 3627298 h 3784177"/>
              <a:gd name="connsiteX98" fmla="*/ 1664576 w 8037833"/>
              <a:gd name="connsiteY98" fmla="*/ 3638572 h 3784177"/>
              <a:gd name="connsiteX99" fmla="*/ 1577459 w 8037833"/>
              <a:gd name="connsiteY99" fmla="*/ 3658824 h 3784177"/>
              <a:gd name="connsiteX100" fmla="*/ 1527269 w 8037833"/>
              <a:gd name="connsiteY100" fmla="*/ 3663088 h 3784177"/>
              <a:gd name="connsiteX101" fmla="*/ 1390118 w 8037833"/>
              <a:gd name="connsiteY101" fmla="*/ 3682789 h 3784177"/>
              <a:gd name="connsiteX102" fmla="*/ 1252698 w 8037833"/>
              <a:gd name="connsiteY102" fmla="*/ 3708662 h 3784177"/>
              <a:gd name="connsiteX103" fmla="*/ 1171039 w 8037833"/>
              <a:gd name="connsiteY103" fmla="*/ 3758642 h 3784177"/>
              <a:gd name="connsiteX104" fmla="*/ 1058106 w 8037833"/>
              <a:gd name="connsiteY104" fmla="*/ 3776166 h 3784177"/>
              <a:gd name="connsiteX105" fmla="*/ 1039167 w 8037833"/>
              <a:gd name="connsiteY105" fmla="*/ 3784177 h 3784177"/>
              <a:gd name="connsiteX106" fmla="*/ 1012958 w 8037833"/>
              <a:gd name="connsiteY106" fmla="*/ 3779206 h 3784177"/>
              <a:gd name="connsiteX107" fmla="*/ 907906 w 8037833"/>
              <a:gd name="connsiteY107" fmla="*/ 3757678 h 3784177"/>
              <a:gd name="connsiteX108" fmla="*/ 825226 w 8037833"/>
              <a:gd name="connsiteY108" fmla="*/ 3726369 h 3784177"/>
              <a:gd name="connsiteX109" fmla="*/ 722264 w 8037833"/>
              <a:gd name="connsiteY109" fmla="*/ 3747612 h 3784177"/>
              <a:gd name="connsiteX110" fmla="*/ 659460 w 8037833"/>
              <a:gd name="connsiteY110" fmla="*/ 3740429 h 3784177"/>
              <a:gd name="connsiteX111" fmla="*/ 556552 w 8037833"/>
              <a:gd name="connsiteY111" fmla="*/ 3697934 h 3784177"/>
              <a:gd name="connsiteX112" fmla="*/ 421042 w 8037833"/>
              <a:gd name="connsiteY112" fmla="*/ 3709912 h 3784177"/>
              <a:gd name="connsiteX113" fmla="*/ 393295 w 8037833"/>
              <a:gd name="connsiteY113" fmla="*/ 3753097 h 3784177"/>
              <a:gd name="connsiteX114" fmla="*/ 355918 w 8037833"/>
              <a:gd name="connsiteY114" fmla="*/ 3779172 h 3784177"/>
              <a:gd name="connsiteX115" fmla="*/ 339711 w 8037833"/>
              <a:gd name="connsiteY115" fmla="*/ 3718242 h 3784177"/>
              <a:gd name="connsiteX116" fmla="*/ 222239 w 8037833"/>
              <a:gd name="connsiteY116" fmla="*/ 3672335 h 3784177"/>
              <a:gd name="connsiteX117" fmla="*/ 163578 w 8037833"/>
              <a:gd name="connsiteY117" fmla="*/ 3656292 h 3784177"/>
              <a:gd name="connsiteX118" fmla="*/ 72220 w 8037833"/>
              <a:gd name="connsiteY118" fmla="*/ 3645272 h 3784177"/>
              <a:gd name="connsiteX119" fmla="*/ 44395 w 8037833"/>
              <a:gd name="connsiteY119" fmla="*/ 3639455 h 3784177"/>
              <a:gd name="connsiteX120" fmla="*/ 1962 w 8037833"/>
              <a:gd name="connsiteY120" fmla="*/ 3635948 h 3784177"/>
              <a:gd name="connsiteX121" fmla="*/ 0 w 8037833"/>
              <a:gd name="connsiteY121" fmla="*/ 3635261 h 3784177"/>
              <a:gd name="connsiteX122" fmla="*/ 0 w 8037833"/>
              <a:gd name="connsiteY122"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807644 w 8037833"/>
              <a:gd name="connsiteY5" fmla="*/ 3098770 h 3784177"/>
              <a:gd name="connsiteX6" fmla="*/ 7607062 w 8037833"/>
              <a:gd name="connsiteY6" fmla="*/ 308767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869803 w 8037833"/>
              <a:gd name="connsiteY14" fmla="*/ 3320289 h 3784177"/>
              <a:gd name="connsiteX15" fmla="*/ 6819463 w 8037833"/>
              <a:gd name="connsiteY15" fmla="*/ 3368624 h 3784177"/>
              <a:gd name="connsiteX16" fmla="*/ 6797198 w 8037833"/>
              <a:gd name="connsiteY16" fmla="*/ 3378256 h 3784177"/>
              <a:gd name="connsiteX17" fmla="*/ 6760989 w 8037833"/>
              <a:gd name="connsiteY17" fmla="*/ 3424187 h 3784177"/>
              <a:gd name="connsiteX18" fmla="*/ 6609242 w 8037833"/>
              <a:gd name="connsiteY18" fmla="*/ 3355040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299224 w 8037833"/>
              <a:gd name="connsiteY32" fmla="*/ 351893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288710 w 8037833"/>
              <a:gd name="connsiteY47" fmla="*/ 3650556 h 3784177"/>
              <a:gd name="connsiteX48" fmla="*/ 4234393 w 8037833"/>
              <a:gd name="connsiteY48" fmla="*/ 3704576 h 3784177"/>
              <a:gd name="connsiteX49" fmla="*/ 4227541 w 8037833"/>
              <a:gd name="connsiteY49" fmla="*/ 3706978 h 3784177"/>
              <a:gd name="connsiteX50" fmla="*/ 4208725 w 8037833"/>
              <a:gd name="connsiteY50" fmla="*/ 3704841 h 3784177"/>
              <a:gd name="connsiteX51" fmla="*/ 4201632 w 8037833"/>
              <a:gd name="connsiteY51" fmla="*/ 3702602 h 3784177"/>
              <a:gd name="connsiteX52" fmla="*/ 4191289 w 8037833"/>
              <a:gd name="connsiteY52" fmla="*/ 3702380 h 3784177"/>
              <a:gd name="connsiteX53" fmla="*/ 4191039 w 8037833"/>
              <a:gd name="connsiteY53" fmla="*/ 3702831 h 3784177"/>
              <a:gd name="connsiteX54" fmla="*/ 4181340 w 8037833"/>
              <a:gd name="connsiteY54" fmla="*/ 3701729 h 3784177"/>
              <a:gd name="connsiteX55" fmla="*/ 4133816 w 8037833"/>
              <a:gd name="connsiteY55" fmla="*/ 3690565 h 3784177"/>
              <a:gd name="connsiteX56" fmla="*/ 4071732 w 8037833"/>
              <a:gd name="connsiteY56" fmla="*/ 3732513 h 3784177"/>
              <a:gd name="connsiteX57" fmla="*/ 4045924 w 8037833"/>
              <a:gd name="connsiteY57" fmla="*/ 3739404 h 3784177"/>
              <a:gd name="connsiteX58" fmla="*/ 4032171 w 8037833"/>
              <a:gd name="connsiteY58" fmla="*/ 3745523 h 3784177"/>
              <a:gd name="connsiteX59" fmla="*/ 4031335 w 8037833"/>
              <a:gd name="connsiteY59" fmla="*/ 3747479 h 3784177"/>
              <a:gd name="connsiteX60" fmla="*/ 3985774 w 8037833"/>
              <a:gd name="connsiteY60" fmla="*/ 3736547 h 3784177"/>
              <a:gd name="connsiteX61" fmla="*/ 3979769 w 8037833"/>
              <a:gd name="connsiteY61" fmla="*/ 3738769 h 3784177"/>
              <a:gd name="connsiteX62" fmla="*/ 3950014 w 8037833"/>
              <a:gd name="connsiteY62" fmla="*/ 3726942 h 3784177"/>
              <a:gd name="connsiteX63" fmla="*/ 3934671 w 8037833"/>
              <a:gd name="connsiteY63" fmla="*/ 3723339 h 3784177"/>
              <a:gd name="connsiteX64" fmla="*/ 3930274 w 8037833"/>
              <a:gd name="connsiteY64" fmla="*/ 3717148 h 3784177"/>
              <a:gd name="connsiteX65" fmla="*/ 3907660 w 8037833"/>
              <a:gd name="connsiteY65" fmla="*/ 3714456 h 3784177"/>
              <a:gd name="connsiteX66" fmla="*/ 3905087 w 8037833"/>
              <a:gd name="connsiteY66" fmla="*/ 3716098 h 3784177"/>
              <a:gd name="connsiteX67" fmla="*/ 3886347 w 8037833"/>
              <a:gd name="connsiteY67" fmla="*/ 3706620 h 3784177"/>
              <a:gd name="connsiteX68" fmla="*/ 3870533 w 8037833"/>
              <a:gd name="connsiteY68" fmla="*/ 3689905 h 3784177"/>
              <a:gd name="connsiteX69" fmla="*/ 3678563 w 8037833"/>
              <a:gd name="connsiteY69" fmla="*/ 3694486 h 3784177"/>
              <a:gd name="connsiteX70" fmla="*/ 3524121 w 8037833"/>
              <a:gd name="connsiteY70" fmla="*/ 3642736 h 3784177"/>
              <a:gd name="connsiteX71" fmla="*/ 3407752 w 8037833"/>
              <a:gd name="connsiteY71" fmla="*/ 3626590 h 3784177"/>
              <a:gd name="connsiteX72" fmla="*/ 3373519 w 8037833"/>
              <a:gd name="connsiteY72" fmla="*/ 3665785 h 3784177"/>
              <a:gd name="connsiteX73" fmla="*/ 3114267 w 8037833"/>
              <a:gd name="connsiteY73" fmla="*/ 3638983 h 3784177"/>
              <a:gd name="connsiteX74" fmla="*/ 3048270 w 8037833"/>
              <a:gd name="connsiteY74" fmla="*/ 3649949 h 3784177"/>
              <a:gd name="connsiteX75" fmla="*/ 2989722 w 8037833"/>
              <a:gd name="connsiteY75" fmla="*/ 3623230 h 3784177"/>
              <a:gd name="connsiteX76" fmla="*/ 2965734 w 8037833"/>
              <a:gd name="connsiteY76" fmla="*/ 3635676 h 3784177"/>
              <a:gd name="connsiteX77" fmla="*/ 2961603 w 8037833"/>
              <a:gd name="connsiteY77" fmla="*/ 3638221 h 3784177"/>
              <a:gd name="connsiteX78" fmla="*/ 2944959 w 8037833"/>
              <a:gd name="connsiteY78" fmla="*/ 3639723 h 3784177"/>
              <a:gd name="connsiteX79" fmla="*/ 2940402 w 8037833"/>
              <a:gd name="connsiteY79" fmla="*/ 3651000 h 3784177"/>
              <a:gd name="connsiteX80" fmla="*/ 2915449 w 8037833"/>
              <a:gd name="connsiteY80" fmla="*/ 3661039 h 3784177"/>
              <a:gd name="connsiteX81" fmla="*/ 2884777 w 8037833"/>
              <a:gd name="connsiteY81" fmla="*/ 3660775 h 3784177"/>
              <a:gd name="connsiteX82" fmla="*/ 2739034 w 8037833"/>
              <a:gd name="connsiteY82" fmla="*/ 3647396 h 3784177"/>
              <a:gd name="connsiteX83" fmla="*/ 2651827 w 8037833"/>
              <a:gd name="connsiteY83" fmla="*/ 3646306 h 3784177"/>
              <a:gd name="connsiteX84" fmla="*/ 2618680 w 8037833"/>
              <a:gd name="connsiteY84" fmla="*/ 3656755 h 3784177"/>
              <a:gd name="connsiteX85" fmla="*/ 2572404 w 8037833"/>
              <a:gd name="connsiteY85" fmla="*/ 3664043 h 3784177"/>
              <a:gd name="connsiteX86" fmla="*/ 2490721 w 8037833"/>
              <a:gd name="connsiteY86" fmla="*/ 3685313 h 3784177"/>
              <a:gd name="connsiteX87" fmla="*/ 2423704 w 8037833"/>
              <a:gd name="connsiteY87" fmla="*/ 3658079 h 3784177"/>
              <a:gd name="connsiteX88" fmla="*/ 2301172 w 8037833"/>
              <a:gd name="connsiteY88" fmla="*/ 3663053 h 3784177"/>
              <a:gd name="connsiteX89" fmla="*/ 2294102 w 8037833"/>
              <a:gd name="connsiteY89" fmla="*/ 3671151 h 3784177"/>
              <a:gd name="connsiteX90" fmla="*/ 2238966 w 8037833"/>
              <a:gd name="connsiteY90" fmla="*/ 3668777 h 3784177"/>
              <a:gd name="connsiteX91" fmla="*/ 2046240 w 8037833"/>
              <a:gd name="connsiteY91" fmla="*/ 3604535 h 3784177"/>
              <a:gd name="connsiteX92" fmla="*/ 1938480 w 8037833"/>
              <a:gd name="connsiteY92" fmla="*/ 3601439 h 3784177"/>
              <a:gd name="connsiteX93" fmla="*/ 1900166 w 8037833"/>
              <a:gd name="connsiteY93" fmla="*/ 3609358 h 3784177"/>
              <a:gd name="connsiteX94" fmla="*/ 1835976 w 8037833"/>
              <a:gd name="connsiteY94" fmla="*/ 3622065 h 3784177"/>
              <a:gd name="connsiteX95" fmla="*/ 1787830 w 8037833"/>
              <a:gd name="connsiteY95" fmla="*/ 3653768 h 3784177"/>
              <a:gd name="connsiteX96" fmla="*/ 1734224 w 8037833"/>
              <a:gd name="connsiteY96" fmla="*/ 3655593 h 3784177"/>
              <a:gd name="connsiteX97" fmla="*/ 1721989 w 8037833"/>
              <a:gd name="connsiteY97" fmla="*/ 3627298 h 3784177"/>
              <a:gd name="connsiteX98" fmla="*/ 1664576 w 8037833"/>
              <a:gd name="connsiteY98" fmla="*/ 3638572 h 3784177"/>
              <a:gd name="connsiteX99" fmla="*/ 1577459 w 8037833"/>
              <a:gd name="connsiteY99" fmla="*/ 3658824 h 3784177"/>
              <a:gd name="connsiteX100" fmla="*/ 1527269 w 8037833"/>
              <a:gd name="connsiteY100" fmla="*/ 3663088 h 3784177"/>
              <a:gd name="connsiteX101" fmla="*/ 1390118 w 8037833"/>
              <a:gd name="connsiteY101" fmla="*/ 3682789 h 3784177"/>
              <a:gd name="connsiteX102" fmla="*/ 1252698 w 8037833"/>
              <a:gd name="connsiteY102" fmla="*/ 3708662 h 3784177"/>
              <a:gd name="connsiteX103" fmla="*/ 1171039 w 8037833"/>
              <a:gd name="connsiteY103" fmla="*/ 3758642 h 3784177"/>
              <a:gd name="connsiteX104" fmla="*/ 1058106 w 8037833"/>
              <a:gd name="connsiteY104" fmla="*/ 3776166 h 3784177"/>
              <a:gd name="connsiteX105" fmla="*/ 1039167 w 8037833"/>
              <a:gd name="connsiteY105" fmla="*/ 3784177 h 3784177"/>
              <a:gd name="connsiteX106" fmla="*/ 1012958 w 8037833"/>
              <a:gd name="connsiteY106" fmla="*/ 3779206 h 3784177"/>
              <a:gd name="connsiteX107" fmla="*/ 907906 w 8037833"/>
              <a:gd name="connsiteY107" fmla="*/ 3757678 h 3784177"/>
              <a:gd name="connsiteX108" fmla="*/ 825226 w 8037833"/>
              <a:gd name="connsiteY108" fmla="*/ 3726369 h 3784177"/>
              <a:gd name="connsiteX109" fmla="*/ 722264 w 8037833"/>
              <a:gd name="connsiteY109" fmla="*/ 3747612 h 3784177"/>
              <a:gd name="connsiteX110" fmla="*/ 659460 w 8037833"/>
              <a:gd name="connsiteY110" fmla="*/ 3740429 h 3784177"/>
              <a:gd name="connsiteX111" fmla="*/ 556552 w 8037833"/>
              <a:gd name="connsiteY111" fmla="*/ 3697934 h 3784177"/>
              <a:gd name="connsiteX112" fmla="*/ 421042 w 8037833"/>
              <a:gd name="connsiteY112" fmla="*/ 3709912 h 3784177"/>
              <a:gd name="connsiteX113" fmla="*/ 393295 w 8037833"/>
              <a:gd name="connsiteY113" fmla="*/ 3753097 h 3784177"/>
              <a:gd name="connsiteX114" fmla="*/ 355918 w 8037833"/>
              <a:gd name="connsiteY114" fmla="*/ 3779172 h 3784177"/>
              <a:gd name="connsiteX115" fmla="*/ 339711 w 8037833"/>
              <a:gd name="connsiteY115" fmla="*/ 3718242 h 3784177"/>
              <a:gd name="connsiteX116" fmla="*/ 222239 w 8037833"/>
              <a:gd name="connsiteY116" fmla="*/ 3672335 h 3784177"/>
              <a:gd name="connsiteX117" fmla="*/ 163578 w 8037833"/>
              <a:gd name="connsiteY117" fmla="*/ 3656292 h 3784177"/>
              <a:gd name="connsiteX118" fmla="*/ 72220 w 8037833"/>
              <a:gd name="connsiteY118" fmla="*/ 3645272 h 3784177"/>
              <a:gd name="connsiteX119" fmla="*/ 44395 w 8037833"/>
              <a:gd name="connsiteY119" fmla="*/ 3639455 h 3784177"/>
              <a:gd name="connsiteX120" fmla="*/ 1962 w 8037833"/>
              <a:gd name="connsiteY120" fmla="*/ 3635948 h 3784177"/>
              <a:gd name="connsiteX121" fmla="*/ 0 w 8037833"/>
              <a:gd name="connsiteY121" fmla="*/ 3635261 h 3784177"/>
              <a:gd name="connsiteX122" fmla="*/ 0 w 8037833"/>
              <a:gd name="connsiteY122"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807644 w 8037833"/>
              <a:gd name="connsiteY5" fmla="*/ 3098770 h 3784177"/>
              <a:gd name="connsiteX6" fmla="*/ 7607062 w 8037833"/>
              <a:gd name="connsiteY6" fmla="*/ 308767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869803 w 8037833"/>
              <a:gd name="connsiteY14" fmla="*/ 3320289 h 3784177"/>
              <a:gd name="connsiteX15" fmla="*/ 6819463 w 8037833"/>
              <a:gd name="connsiteY15" fmla="*/ 3368624 h 3784177"/>
              <a:gd name="connsiteX16" fmla="*/ 6797198 w 8037833"/>
              <a:gd name="connsiteY16" fmla="*/ 3378256 h 3784177"/>
              <a:gd name="connsiteX17" fmla="*/ 6760989 w 8037833"/>
              <a:gd name="connsiteY17" fmla="*/ 3424187 h 3784177"/>
              <a:gd name="connsiteX18" fmla="*/ 6609242 w 8037833"/>
              <a:gd name="connsiteY18" fmla="*/ 3355040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299224 w 8037833"/>
              <a:gd name="connsiteY32" fmla="*/ 351893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288710 w 8037833"/>
              <a:gd name="connsiteY47" fmla="*/ 3650556 h 3784177"/>
              <a:gd name="connsiteX48" fmla="*/ 4234393 w 8037833"/>
              <a:gd name="connsiteY48" fmla="*/ 3704576 h 3784177"/>
              <a:gd name="connsiteX49" fmla="*/ 4227541 w 8037833"/>
              <a:gd name="connsiteY49" fmla="*/ 3706978 h 3784177"/>
              <a:gd name="connsiteX50" fmla="*/ 4208725 w 8037833"/>
              <a:gd name="connsiteY50" fmla="*/ 3704841 h 3784177"/>
              <a:gd name="connsiteX51" fmla="*/ 4201632 w 8037833"/>
              <a:gd name="connsiteY51" fmla="*/ 3702602 h 3784177"/>
              <a:gd name="connsiteX52" fmla="*/ 4191289 w 8037833"/>
              <a:gd name="connsiteY52" fmla="*/ 3702380 h 3784177"/>
              <a:gd name="connsiteX53" fmla="*/ 4191039 w 8037833"/>
              <a:gd name="connsiteY53" fmla="*/ 3702831 h 3784177"/>
              <a:gd name="connsiteX54" fmla="*/ 4181340 w 8037833"/>
              <a:gd name="connsiteY54" fmla="*/ 3701729 h 3784177"/>
              <a:gd name="connsiteX55" fmla="*/ 4133816 w 8037833"/>
              <a:gd name="connsiteY55" fmla="*/ 3690565 h 3784177"/>
              <a:gd name="connsiteX56" fmla="*/ 4071732 w 8037833"/>
              <a:gd name="connsiteY56" fmla="*/ 3732513 h 3784177"/>
              <a:gd name="connsiteX57" fmla="*/ 4045924 w 8037833"/>
              <a:gd name="connsiteY57" fmla="*/ 3739404 h 3784177"/>
              <a:gd name="connsiteX58" fmla="*/ 4032171 w 8037833"/>
              <a:gd name="connsiteY58" fmla="*/ 3745523 h 3784177"/>
              <a:gd name="connsiteX59" fmla="*/ 4031335 w 8037833"/>
              <a:gd name="connsiteY59" fmla="*/ 3747479 h 3784177"/>
              <a:gd name="connsiteX60" fmla="*/ 3985774 w 8037833"/>
              <a:gd name="connsiteY60" fmla="*/ 3736547 h 3784177"/>
              <a:gd name="connsiteX61" fmla="*/ 3979769 w 8037833"/>
              <a:gd name="connsiteY61" fmla="*/ 3738769 h 3784177"/>
              <a:gd name="connsiteX62" fmla="*/ 3950014 w 8037833"/>
              <a:gd name="connsiteY62" fmla="*/ 3726942 h 3784177"/>
              <a:gd name="connsiteX63" fmla="*/ 3934671 w 8037833"/>
              <a:gd name="connsiteY63" fmla="*/ 3723339 h 3784177"/>
              <a:gd name="connsiteX64" fmla="*/ 3930274 w 8037833"/>
              <a:gd name="connsiteY64" fmla="*/ 3717148 h 3784177"/>
              <a:gd name="connsiteX65" fmla="*/ 3907660 w 8037833"/>
              <a:gd name="connsiteY65" fmla="*/ 3714456 h 3784177"/>
              <a:gd name="connsiteX66" fmla="*/ 3905087 w 8037833"/>
              <a:gd name="connsiteY66" fmla="*/ 3716098 h 3784177"/>
              <a:gd name="connsiteX67" fmla="*/ 3886347 w 8037833"/>
              <a:gd name="connsiteY67" fmla="*/ 3706620 h 3784177"/>
              <a:gd name="connsiteX68" fmla="*/ 3870533 w 8037833"/>
              <a:gd name="connsiteY68" fmla="*/ 3689905 h 3784177"/>
              <a:gd name="connsiteX69" fmla="*/ 3678563 w 8037833"/>
              <a:gd name="connsiteY69" fmla="*/ 3694486 h 3784177"/>
              <a:gd name="connsiteX70" fmla="*/ 3524121 w 8037833"/>
              <a:gd name="connsiteY70" fmla="*/ 3642736 h 3784177"/>
              <a:gd name="connsiteX71" fmla="*/ 3407752 w 8037833"/>
              <a:gd name="connsiteY71" fmla="*/ 3626590 h 3784177"/>
              <a:gd name="connsiteX72" fmla="*/ 3373519 w 8037833"/>
              <a:gd name="connsiteY72" fmla="*/ 3665785 h 3784177"/>
              <a:gd name="connsiteX73" fmla="*/ 3114267 w 8037833"/>
              <a:gd name="connsiteY73" fmla="*/ 3638983 h 3784177"/>
              <a:gd name="connsiteX74" fmla="*/ 3048270 w 8037833"/>
              <a:gd name="connsiteY74" fmla="*/ 3649949 h 3784177"/>
              <a:gd name="connsiteX75" fmla="*/ 2989722 w 8037833"/>
              <a:gd name="connsiteY75" fmla="*/ 3623230 h 3784177"/>
              <a:gd name="connsiteX76" fmla="*/ 2965734 w 8037833"/>
              <a:gd name="connsiteY76" fmla="*/ 3635676 h 3784177"/>
              <a:gd name="connsiteX77" fmla="*/ 2961603 w 8037833"/>
              <a:gd name="connsiteY77" fmla="*/ 3638221 h 3784177"/>
              <a:gd name="connsiteX78" fmla="*/ 2944959 w 8037833"/>
              <a:gd name="connsiteY78" fmla="*/ 3639723 h 3784177"/>
              <a:gd name="connsiteX79" fmla="*/ 2940402 w 8037833"/>
              <a:gd name="connsiteY79" fmla="*/ 3651000 h 3784177"/>
              <a:gd name="connsiteX80" fmla="*/ 2915449 w 8037833"/>
              <a:gd name="connsiteY80" fmla="*/ 3661039 h 3784177"/>
              <a:gd name="connsiteX81" fmla="*/ 2884777 w 8037833"/>
              <a:gd name="connsiteY81" fmla="*/ 3660775 h 3784177"/>
              <a:gd name="connsiteX82" fmla="*/ 2739034 w 8037833"/>
              <a:gd name="connsiteY82" fmla="*/ 3647396 h 3784177"/>
              <a:gd name="connsiteX83" fmla="*/ 2651827 w 8037833"/>
              <a:gd name="connsiteY83" fmla="*/ 3646306 h 3784177"/>
              <a:gd name="connsiteX84" fmla="*/ 2618680 w 8037833"/>
              <a:gd name="connsiteY84" fmla="*/ 3656755 h 3784177"/>
              <a:gd name="connsiteX85" fmla="*/ 2572404 w 8037833"/>
              <a:gd name="connsiteY85" fmla="*/ 3664043 h 3784177"/>
              <a:gd name="connsiteX86" fmla="*/ 2490721 w 8037833"/>
              <a:gd name="connsiteY86" fmla="*/ 3685313 h 3784177"/>
              <a:gd name="connsiteX87" fmla="*/ 2423704 w 8037833"/>
              <a:gd name="connsiteY87" fmla="*/ 3658079 h 3784177"/>
              <a:gd name="connsiteX88" fmla="*/ 2301172 w 8037833"/>
              <a:gd name="connsiteY88" fmla="*/ 3663053 h 3784177"/>
              <a:gd name="connsiteX89" fmla="*/ 2294102 w 8037833"/>
              <a:gd name="connsiteY89" fmla="*/ 3671151 h 3784177"/>
              <a:gd name="connsiteX90" fmla="*/ 2238966 w 8037833"/>
              <a:gd name="connsiteY90" fmla="*/ 3668777 h 3784177"/>
              <a:gd name="connsiteX91" fmla="*/ 2046240 w 8037833"/>
              <a:gd name="connsiteY91" fmla="*/ 3604535 h 3784177"/>
              <a:gd name="connsiteX92" fmla="*/ 1938480 w 8037833"/>
              <a:gd name="connsiteY92" fmla="*/ 3601439 h 3784177"/>
              <a:gd name="connsiteX93" fmla="*/ 1900166 w 8037833"/>
              <a:gd name="connsiteY93" fmla="*/ 3609358 h 3784177"/>
              <a:gd name="connsiteX94" fmla="*/ 1835976 w 8037833"/>
              <a:gd name="connsiteY94" fmla="*/ 3622065 h 3784177"/>
              <a:gd name="connsiteX95" fmla="*/ 1787830 w 8037833"/>
              <a:gd name="connsiteY95" fmla="*/ 3653768 h 3784177"/>
              <a:gd name="connsiteX96" fmla="*/ 1734224 w 8037833"/>
              <a:gd name="connsiteY96" fmla="*/ 3655593 h 3784177"/>
              <a:gd name="connsiteX97" fmla="*/ 1721989 w 8037833"/>
              <a:gd name="connsiteY97" fmla="*/ 3627298 h 3784177"/>
              <a:gd name="connsiteX98" fmla="*/ 1664576 w 8037833"/>
              <a:gd name="connsiteY98" fmla="*/ 3638572 h 3784177"/>
              <a:gd name="connsiteX99" fmla="*/ 1577459 w 8037833"/>
              <a:gd name="connsiteY99" fmla="*/ 3658824 h 3784177"/>
              <a:gd name="connsiteX100" fmla="*/ 1527269 w 8037833"/>
              <a:gd name="connsiteY100" fmla="*/ 3663088 h 3784177"/>
              <a:gd name="connsiteX101" fmla="*/ 1390118 w 8037833"/>
              <a:gd name="connsiteY101" fmla="*/ 3682789 h 3784177"/>
              <a:gd name="connsiteX102" fmla="*/ 1252698 w 8037833"/>
              <a:gd name="connsiteY102" fmla="*/ 3708662 h 3784177"/>
              <a:gd name="connsiteX103" fmla="*/ 1171039 w 8037833"/>
              <a:gd name="connsiteY103" fmla="*/ 3758642 h 3784177"/>
              <a:gd name="connsiteX104" fmla="*/ 1058106 w 8037833"/>
              <a:gd name="connsiteY104" fmla="*/ 3776166 h 3784177"/>
              <a:gd name="connsiteX105" fmla="*/ 1039167 w 8037833"/>
              <a:gd name="connsiteY105" fmla="*/ 3784177 h 3784177"/>
              <a:gd name="connsiteX106" fmla="*/ 1012958 w 8037833"/>
              <a:gd name="connsiteY106" fmla="*/ 3779206 h 3784177"/>
              <a:gd name="connsiteX107" fmla="*/ 907906 w 8037833"/>
              <a:gd name="connsiteY107" fmla="*/ 3757678 h 3784177"/>
              <a:gd name="connsiteX108" fmla="*/ 825226 w 8037833"/>
              <a:gd name="connsiteY108" fmla="*/ 3726369 h 3784177"/>
              <a:gd name="connsiteX109" fmla="*/ 722264 w 8037833"/>
              <a:gd name="connsiteY109" fmla="*/ 3747612 h 3784177"/>
              <a:gd name="connsiteX110" fmla="*/ 659460 w 8037833"/>
              <a:gd name="connsiteY110" fmla="*/ 3740429 h 3784177"/>
              <a:gd name="connsiteX111" fmla="*/ 556552 w 8037833"/>
              <a:gd name="connsiteY111" fmla="*/ 3697934 h 3784177"/>
              <a:gd name="connsiteX112" fmla="*/ 421042 w 8037833"/>
              <a:gd name="connsiteY112" fmla="*/ 3709912 h 3784177"/>
              <a:gd name="connsiteX113" fmla="*/ 393295 w 8037833"/>
              <a:gd name="connsiteY113" fmla="*/ 3753097 h 3784177"/>
              <a:gd name="connsiteX114" fmla="*/ 355918 w 8037833"/>
              <a:gd name="connsiteY114" fmla="*/ 3779172 h 3784177"/>
              <a:gd name="connsiteX115" fmla="*/ 339711 w 8037833"/>
              <a:gd name="connsiteY115" fmla="*/ 3718242 h 3784177"/>
              <a:gd name="connsiteX116" fmla="*/ 222239 w 8037833"/>
              <a:gd name="connsiteY116" fmla="*/ 3672335 h 3784177"/>
              <a:gd name="connsiteX117" fmla="*/ 163578 w 8037833"/>
              <a:gd name="connsiteY117" fmla="*/ 3656292 h 3784177"/>
              <a:gd name="connsiteX118" fmla="*/ 72220 w 8037833"/>
              <a:gd name="connsiteY118" fmla="*/ 3645272 h 3784177"/>
              <a:gd name="connsiteX119" fmla="*/ 44395 w 8037833"/>
              <a:gd name="connsiteY119" fmla="*/ 3639455 h 3784177"/>
              <a:gd name="connsiteX120" fmla="*/ 1962 w 8037833"/>
              <a:gd name="connsiteY120" fmla="*/ 3635948 h 3784177"/>
              <a:gd name="connsiteX121" fmla="*/ 0 w 8037833"/>
              <a:gd name="connsiteY121" fmla="*/ 3635261 h 3784177"/>
              <a:gd name="connsiteX122" fmla="*/ 0 w 8037833"/>
              <a:gd name="connsiteY122"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807644 w 8037833"/>
              <a:gd name="connsiteY5" fmla="*/ 3098770 h 3784177"/>
              <a:gd name="connsiteX6" fmla="*/ 7607062 w 8037833"/>
              <a:gd name="connsiteY6" fmla="*/ 308767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869803 w 8037833"/>
              <a:gd name="connsiteY14" fmla="*/ 3320289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299224 w 8037833"/>
              <a:gd name="connsiteY32" fmla="*/ 351893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288710 w 8037833"/>
              <a:gd name="connsiteY47" fmla="*/ 3650556 h 3784177"/>
              <a:gd name="connsiteX48" fmla="*/ 4234393 w 8037833"/>
              <a:gd name="connsiteY48" fmla="*/ 3704576 h 3784177"/>
              <a:gd name="connsiteX49" fmla="*/ 4227541 w 8037833"/>
              <a:gd name="connsiteY49" fmla="*/ 3706978 h 3784177"/>
              <a:gd name="connsiteX50" fmla="*/ 4208725 w 8037833"/>
              <a:gd name="connsiteY50" fmla="*/ 3704841 h 3784177"/>
              <a:gd name="connsiteX51" fmla="*/ 4201632 w 8037833"/>
              <a:gd name="connsiteY51" fmla="*/ 3702602 h 3784177"/>
              <a:gd name="connsiteX52" fmla="*/ 4191289 w 8037833"/>
              <a:gd name="connsiteY52" fmla="*/ 3702380 h 3784177"/>
              <a:gd name="connsiteX53" fmla="*/ 4191039 w 8037833"/>
              <a:gd name="connsiteY53" fmla="*/ 3702831 h 3784177"/>
              <a:gd name="connsiteX54" fmla="*/ 4181340 w 8037833"/>
              <a:gd name="connsiteY54" fmla="*/ 3701729 h 3784177"/>
              <a:gd name="connsiteX55" fmla="*/ 4133816 w 8037833"/>
              <a:gd name="connsiteY55" fmla="*/ 3690565 h 3784177"/>
              <a:gd name="connsiteX56" fmla="*/ 4071732 w 8037833"/>
              <a:gd name="connsiteY56" fmla="*/ 3732513 h 3784177"/>
              <a:gd name="connsiteX57" fmla="*/ 4045924 w 8037833"/>
              <a:gd name="connsiteY57" fmla="*/ 3739404 h 3784177"/>
              <a:gd name="connsiteX58" fmla="*/ 4032171 w 8037833"/>
              <a:gd name="connsiteY58" fmla="*/ 3745523 h 3784177"/>
              <a:gd name="connsiteX59" fmla="*/ 4031335 w 8037833"/>
              <a:gd name="connsiteY59" fmla="*/ 3747479 h 3784177"/>
              <a:gd name="connsiteX60" fmla="*/ 3985774 w 8037833"/>
              <a:gd name="connsiteY60" fmla="*/ 3736547 h 3784177"/>
              <a:gd name="connsiteX61" fmla="*/ 3979769 w 8037833"/>
              <a:gd name="connsiteY61" fmla="*/ 3738769 h 3784177"/>
              <a:gd name="connsiteX62" fmla="*/ 3950014 w 8037833"/>
              <a:gd name="connsiteY62" fmla="*/ 3726942 h 3784177"/>
              <a:gd name="connsiteX63" fmla="*/ 3934671 w 8037833"/>
              <a:gd name="connsiteY63" fmla="*/ 3723339 h 3784177"/>
              <a:gd name="connsiteX64" fmla="*/ 3930274 w 8037833"/>
              <a:gd name="connsiteY64" fmla="*/ 3717148 h 3784177"/>
              <a:gd name="connsiteX65" fmla="*/ 3907660 w 8037833"/>
              <a:gd name="connsiteY65" fmla="*/ 3714456 h 3784177"/>
              <a:gd name="connsiteX66" fmla="*/ 3905087 w 8037833"/>
              <a:gd name="connsiteY66" fmla="*/ 3716098 h 3784177"/>
              <a:gd name="connsiteX67" fmla="*/ 3886347 w 8037833"/>
              <a:gd name="connsiteY67" fmla="*/ 3706620 h 3784177"/>
              <a:gd name="connsiteX68" fmla="*/ 3870533 w 8037833"/>
              <a:gd name="connsiteY68" fmla="*/ 3689905 h 3784177"/>
              <a:gd name="connsiteX69" fmla="*/ 3678563 w 8037833"/>
              <a:gd name="connsiteY69" fmla="*/ 3694486 h 3784177"/>
              <a:gd name="connsiteX70" fmla="*/ 3524121 w 8037833"/>
              <a:gd name="connsiteY70" fmla="*/ 3642736 h 3784177"/>
              <a:gd name="connsiteX71" fmla="*/ 3407752 w 8037833"/>
              <a:gd name="connsiteY71" fmla="*/ 3626590 h 3784177"/>
              <a:gd name="connsiteX72" fmla="*/ 3373519 w 8037833"/>
              <a:gd name="connsiteY72" fmla="*/ 3665785 h 3784177"/>
              <a:gd name="connsiteX73" fmla="*/ 3114267 w 8037833"/>
              <a:gd name="connsiteY73" fmla="*/ 3638983 h 3784177"/>
              <a:gd name="connsiteX74" fmla="*/ 3048270 w 8037833"/>
              <a:gd name="connsiteY74" fmla="*/ 3649949 h 3784177"/>
              <a:gd name="connsiteX75" fmla="*/ 2989722 w 8037833"/>
              <a:gd name="connsiteY75" fmla="*/ 3623230 h 3784177"/>
              <a:gd name="connsiteX76" fmla="*/ 2965734 w 8037833"/>
              <a:gd name="connsiteY76" fmla="*/ 3635676 h 3784177"/>
              <a:gd name="connsiteX77" fmla="*/ 2961603 w 8037833"/>
              <a:gd name="connsiteY77" fmla="*/ 3638221 h 3784177"/>
              <a:gd name="connsiteX78" fmla="*/ 2944959 w 8037833"/>
              <a:gd name="connsiteY78" fmla="*/ 3639723 h 3784177"/>
              <a:gd name="connsiteX79" fmla="*/ 2940402 w 8037833"/>
              <a:gd name="connsiteY79" fmla="*/ 3651000 h 3784177"/>
              <a:gd name="connsiteX80" fmla="*/ 2915449 w 8037833"/>
              <a:gd name="connsiteY80" fmla="*/ 3661039 h 3784177"/>
              <a:gd name="connsiteX81" fmla="*/ 2884777 w 8037833"/>
              <a:gd name="connsiteY81" fmla="*/ 3660775 h 3784177"/>
              <a:gd name="connsiteX82" fmla="*/ 2739034 w 8037833"/>
              <a:gd name="connsiteY82" fmla="*/ 3647396 h 3784177"/>
              <a:gd name="connsiteX83" fmla="*/ 2651827 w 8037833"/>
              <a:gd name="connsiteY83" fmla="*/ 3646306 h 3784177"/>
              <a:gd name="connsiteX84" fmla="*/ 2618680 w 8037833"/>
              <a:gd name="connsiteY84" fmla="*/ 3656755 h 3784177"/>
              <a:gd name="connsiteX85" fmla="*/ 2572404 w 8037833"/>
              <a:gd name="connsiteY85" fmla="*/ 3664043 h 3784177"/>
              <a:gd name="connsiteX86" fmla="*/ 2490721 w 8037833"/>
              <a:gd name="connsiteY86" fmla="*/ 3685313 h 3784177"/>
              <a:gd name="connsiteX87" fmla="*/ 2423704 w 8037833"/>
              <a:gd name="connsiteY87" fmla="*/ 3658079 h 3784177"/>
              <a:gd name="connsiteX88" fmla="*/ 2301172 w 8037833"/>
              <a:gd name="connsiteY88" fmla="*/ 3663053 h 3784177"/>
              <a:gd name="connsiteX89" fmla="*/ 2294102 w 8037833"/>
              <a:gd name="connsiteY89" fmla="*/ 3671151 h 3784177"/>
              <a:gd name="connsiteX90" fmla="*/ 2238966 w 8037833"/>
              <a:gd name="connsiteY90" fmla="*/ 3668777 h 3784177"/>
              <a:gd name="connsiteX91" fmla="*/ 2046240 w 8037833"/>
              <a:gd name="connsiteY91" fmla="*/ 3604535 h 3784177"/>
              <a:gd name="connsiteX92" fmla="*/ 1938480 w 8037833"/>
              <a:gd name="connsiteY92" fmla="*/ 3601439 h 3784177"/>
              <a:gd name="connsiteX93" fmla="*/ 1900166 w 8037833"/>
              <a:gd name="connsiteY93" fmla="*/ 3609358 h 3784177"/>
              <a:gd name="connsiteX94" fmla="*/ 1835976 w 8037833"/>
              <a:gd name="connsiteY94" fmla="*/ 3622065 h 3784177"/>
              <a:gd name="connsiteX95" fmla="*/ 1787830 w 8037833"/>
              <a:gd name="connsiteY95" fmla="*/ 3653768 h 3784177"/>
              <a:gd name="connsiteX96" fmla="*/ 1734224 w 8037833"/>
              <a:gd name="connsiteY96" fmla="*/ 3655593 h 3784177"/>
              <a:gd name="connsiteX97" fmla="*/ 1721989 w 8037833"/>
              <a:gd name="connsiteY97" fmla="*/ 3627298 h 3784177"/>
              <a:gd name="connsiteX98" fmla="*/ 1664576 w 8037833"/>
              <a:gd name="connsiteY98" fmla="*/ 3638572 h 3784177"/>
              <a:gd name="connsiteX99" fmla="*/ 1577459 w 8037833"/>
              <a:gd name="connsiteY99" fmla="*/ 3658824 h 3784177"/>
              <a:gd name="connsiteX100" fmla="*/ 1527269 w 8037833"/>
              <a:gd name="connsiteY100" fmla="*/ 3663088 h 3784177"/>
              <a:gd name="connsiteX101" fmla="*/ 1390118 w 8037833"/>
              <a:gd name="connsiteY101" fmla="*/ 3682789 h 3784177"/>
              <a:gd name="connsiteX102" fmla="*/ 1252698 w 8037833"/>
              <a:gd name="connsiteY102" fmla="*/ 3708662 h 3784177"/>
              <a:gd name="connsiteX103" fmla="*/ 1171039 w 8037833"/>
              <a:gd name="connsiteY103" fmla="*/ 3758642 h 3784177"/>
              <a:gd name="connsiteX104" fmla="*/ 1058106 w 8037833"/>
              <a:gd name="connsiteY104" fmla="*/ 3776166 h 3784177"/>
              <a:gd name="connsiteX105" fmla="*/ 1039167 w 8037833"/>
              <a:gd name="connsiteY105" fmla="*/ 3784177 h 3784177"/>
              <a:gd name="connsiteX106" fmla="*/ 1012958 w 8037833"/>
              <a:gd name="connsiteY106" fmla="*/ 3779206 h 3784177"/>
              <a:gd name="connsiteX107" fmla="*/ 907906 w 8037833"/>
              <a:gd name="connsiteY107" fmla="*/ 3757678 h 3784177"/>
              <a:gd name="connsiteX108" fmla="*/ 825226 w 8037833"/>
              <a:gd name="connsiteY108" fmla="*/ 3726369 h 3784177"/>
              <a:gd name="connsiteX109" fmla="*/ 722264 w 8037833"/>
              <a:gd name="connsiteY109" fmla="*/ 3747612 h 3784177"/>
              <a:gd name="connsiteX110" fmla="*/ 659460 w 8037833"/>
              <a:gd name="connsiteY110" fmla="*/ 3740429 h 3784177"/>
              <a:gd name="connsiteX111" fmla="*/ 556552 w 8037833"/>
              <a:gd name="connsiteY111" fmla="*/ 3697934 h 3784177"/>
              <a:gd name="connsiteX112" fmla="*/ 421042 w 8037833"/>
              <a:gd name="connsiteY112" fmla="*/ 3709912 h 3784177"/>
              <a:gd name="connsiteX113" fmla="*/ 393295 w 8037833"/>
              <a:gd name="connsiteY113" fmla="*/ 3753097 h 3784177"/>
              <a:gd name="connsiteX114" fmla="*/ 355918 w 8037833"/>
              <a:gd name="connsiteY114" fmla="*/ 3779172 h 3784177"/>
              <a:gd name="connsiteX115" fmla="*/ 339711 w 8037833"/>
              <a:gd name="connsiteY115" fmla="*/ 3718242 h 3784177"/>
              <a:gd name="connsiteX116" fmla="*/ 222239 w 8037833"/>
              <a:gd name="connsiteY116" fmla="*/ 3672335 h 3784177"/>
              <a:gd name="connsiteX117" fmla="*/ 163578 w 8037833"/>
              <a:gd name="connsiteY117" fmla="*/ 3656292 h 3784177"/>
              <a:gd name="connsiteX118" fmla="*/ 72220 w 8037833"/>
              <a:gd name="connsiteY118" fmla="*/ 3645272 h 3784177"/>
              <a:gd name="connsiteX119" fmla="*/ 44395 w 8037833"/>
              <a:gd name="connsiteY119" fmla="*/ 3639455 h 3784177"/>
              <a:gd name="connsiteX120" fmla="*/ 1962 w 8037833"/>
              <a:gd name="connsiteY120" fmla="*/ 3635948 h 3784177"/>
              <a:gd name="connsiteX121" fmla="*/ 0 w 8037833"/>
              <a:gd name="connsiteY121" fmla="*/ 3635261 h 3784177"/>
              <a:gd name="connsiteX122" fmla="*/ 0 w 8037833"/>
              <a:gd name="connsiteY122"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807644 w 8037833"/>
              <a:gd name="connsiteY5" fmla="*/ 3098770 h 3784177"/>
              <a:gd name="connsiteX6" fmla="*/ 7607062 w 8037833"/>
              <a:gd name="connsiteY6" fmla="*/ 308767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299224 w 8037833"/>
              <a:gd name="connsiteY32" fmla="*/ 351893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288710 w 8037833"/>
              <a:gd name="connsiteY47" fmla="*/ 3650556 h 3784177"/>
              <a:gd name="connsiteX48" fmla="*/ 4234393 w 8037833"/>
              <a:gd name="connsiteY48" fmla="*/ 3704576 h 3784177"/>
              <a:gd name="connsiteX49" fmla="*/ 4227541 w 8037833"/>
              <a:gd name="connsiteY49" fmla="*/ 3706978 h 3784177"/>
              <a:gd name="connsiteX50" fmla="*/ 4208725 w 8037833"/>
              <a:gd name="connsiteY50" fmla="*/ 3704841 h 3784177"/>
              <a:gd name="connsiteX51" fmla="*/ 4201632 w 8037833"/>
              <a:gd name="connsiteY51" fmla="*/ 3702602 h 3784177"/>
              <a:gd name="connsiteX52" fmla="*/ 4191289 w 8037833"/>
              <a:gd name="connsiteY52" fmla="*/ 3702380 h 3784177"/>
              <a:gd name="connsiteX53" fmla="*/ 4191039 w 8037833"/>
              <a:gd name="connsiteY53" fmla="*/ 3702831 h 3784177"/>
              <a:gd name="connsiteX54" fmla="*/ 4181340 w 8037833"/>
              <a:gd name="connsiteY54" fmla="*/ 3701729 h 3784177"/>
              <a:gd name="connsiteX55" fmla="*/ 4133816 w 8037833"/>
              <a:gd name="connsiteY55" fmla="*/ 3690565 h 3784177"/>
              <a:gd name="connsiteX56" fmla="*/ 4071732 w 8037833"/>
              <a:gd name="connsiteY56" fmla="*/ 3732513 h 3784177"/>
              <a:gd name="connsiteX57" fmla="*/ 4045924 w 8037833"/>
              <a:gd name="connsiteY57" fmla="*/ 3739404 h 3784177"/>
              <a:gd name="connsiteX58" fmla="*/ 4032171 w 8037833"/>
              <a:gd name="connsiteY58" fmla="*/ 3745523 h 3784177"/>
              <a:gd name="connsiteX59" fmla="*/ 4031335 w 8037833"/>
              <a:gd name="connsiteY59" fmla="*/ 3747479 h 3784177"/>
              <a:gd name="connsiteX60" fmla="*/ 3985774 w 8037833"/>
              <a:gd name="connsiteY60" fmla="*/ 3736547 h 3784177"/>
              <a:gd name="connsiteX61" fmla="*/ 3979769 w 8037833"/>
              <a:gd name="connsiteY61" fmla="*/ 3738769 h 3784177"/>
              <a:gd name="connsiteX62" fmla="*/ 3950014 w 8037833"/>
              <a:gd name="connsiteY62" fmla="*/ 3726942 h 3784177"/>
              <a:gd name="connsiteX63" fmla="*/ 3934671 w 8037833"/>
              <a:gd name="connsiteY63" fmla="*/ 3723339 h 3784177"/>
              <a:gd name="connsiteX64" fmla="*/ 3930274 w 8037833"/>
              <a:gd name="connsiteY64" fmla="*/ 3717148 h 3784177"/>
              <a:gd name="connsiteX65" fmla="*/ 3907660 w 8037833"/>
              <a:gd name="connsiteY65" fmla="*/ 3714456 h 3784177"/>
              <a:gd name="connsiteX66" fmla="*/ 3905087 w 8037833"/>
              <a:gd name="connsiteY66" fmla="*/ 3716098 h 3784177"/>
              <a:gd name="connsiteX67" fmla="*/ 3886347 w 8037833"/>
              <a:gd name="connsiteY67" fmla="*/ 3706620 h 3784177"/>
              <a:gd name="connsiteX68" fmla="*/ 3870533 w 8037833"/>
              <a:gd name="connsiteY68" fmla="*/ 3689905 h 3784177"/>
              <a:gd name="connsiteX69" fmla="*/ 3678563 w 8037833"/>
              <a:gd name="connsiteY69" fmla="*/ 3694486 h 3784177"/>
              <a:gd name="connsiteX70" fmla="*/ 3524121 w 8037833"/>
              <a:gd name="connsiteY70" fmla="*/ 3642736 h 3784177"/>
              <a:gd name="connsiteX71" fmla="*/ 3407752 w 8037833"/>
              <a:gd name="connsiteY71" fmla="*/ 3626590 h 3784177"/>
              <a:gd name="connsiteX72" fmla="*/ 3373519 w 8037833"/>
              <a:gd name="connsiteY72" fmla="*/ 3665785 h 3784177"/>
              <a:gd name="connsiteX73" fmla="*/ 3114267 w 8037833"/>
              <a:gd name="connsiteY73" fmla="*/ 3638983 h 3784177"/>
              <a:gd name="connsiteX74" fmla="*/ 3048270 w 8037833"/>
              <a:gd name="connsiteY74" fmla="*/ 3649949 h 3784177"/>
              <a:gd name="connsiteX75" fmla="*/ 2989722 w 8037833"/>
              <a:gd name="connsiteY75" fmla="*/ 3623230 h 3784177"/>
              <a:gd name="connsiteX76" fmla="*/ 2965734 w 8037833"/>
              <a:gd name="connsiteY76" fmla="*/ 3635676 h 3784177"/>
              <a:gd name="connsiteX77" fmla="*/ 2961603 w 8037833"/>
              <a:gd name="connsiteY77" fmla="*/ 3638221 h 3784177"/>
              <a:gd name="connsiteX78" fmla="*/ 2944959 w 8037833"/>
              <a:gd name="connsiteY78" fmla="*/ 3639723 h 3784177"/>
              <a:gd name="connsiteX79" fmla="*/ 2940402 w 8037833"/>
              <a:gd name="connsiteY79" fmla="*/ 3651000 h 3784177"/>
              <a:gd name="connsiteX80" fmla="*/ 2915449 w 8037833"/>
              <a:gd name="connsiteY80" fmla="*/ 3661039 h 3784177"/>
              <a:gd name="connsiteX81" fmla="*/ 2884777 w 8037833"/>
              <a:gd name="connsiteY81" fmla="*/ 3660775 h 3784177"/>
              <a:gd name="connsiteX82" fmla="*/ 2739034 w 8037833"/>
              <a:gd name="connsiteY82" fmla="*/ 3647396 h 3784177"/>
              <a:gd name="connsiteX83" fmla="*/ 2651827 w 8037833"/>
              <a:gd name="connsiteY83" fmla="*/ 3646306 h 3784177"/>
              <a:gd name="connsiteX84" fmla="*/ 2618680 w 8037833"/>
              <a:gd name="connsiteY84" fmla="*/ 3656755 h 3784177"/>
              <a:gd name="connsiteX85" fmla="*/ 2572404 w 8037833"/>
              <a:gd name="connsiteY85" fmla="*/ 3664043 h 3784177"/>
              <a:gd name="connsiteX86" fmla="*/ 2490721 w 8037833"/>
              <a:gd name="connsiteY86" fmla="*/ 3685313 h 3784177"/>
              <a:gd name="connsiteX87" fmla="*/ 2423704 w 8037833"/>
              <a:gd name="connsiteY87" fmla="*/ 3658079 h 3784177"/>
              <a:gd name="connsiteX88" fmla="*/ 2301172 w 8037833"/>
              <a:gd name="connsiteY88" fmla="*/ 3663053 h 3784177"/>
              <a:gd name="connsiteX89" fmla="*/ 2294102 w 8037833"/>
              <a:gd name="connsiteY89" fmla="*/ 3671151 h 3784177"/>
              <a:gd name="connsiteX90" fmla="*/ 2238966 w 8037833"/>
              <a:gd name="connsiteY90" fmla="*/ 3668777 h 3784177"/>
              <a:gd name="connsiteX91" fmla="*/ 2046240 w 8037833"/>
              <a:gd name="connsiteY91" fmla="*/ 3604535 h 3784177"/>
              <a:gd name="connsiteX92" fmla="*/ 1938480 w 8037833"/>
              <a:gd name="connsiteY92" fmla="*/ 3601439 h 3784177"/>
              <a:gd name="connsiteX93" fmla="*/ 1900166 w 8037833"/>
              <a:gd name="connsiteY93" fmla="*/ 3609358 h 3784177"/>
              <a:gd name="connsiteX94" fmla="*/ 1835976 w 8037833"/>
              <a:gd name="connsiteY94" fmla="*/ 3622065 h 3784177"/>
              <a:gd name="connsiteX95" fmla="*/ 1787830 w 8037833"/>
              <a:gd name="connsiteY95" fmla="*/ 3653768 h 3784177"/>
              <a:gd name="connsiteX96" fmla="*/ 1734224 w 8037833"/>
              <a:gd name="connsiteY96" fmla="*/ 3655593 h 3784177"/>
              <a:gd name="connsiteX97" fmla="*/ 1721989 w 8037833"/>
              <a:gd name="connsiteY97" fmla="*/ 3627298 h 3784177"/>
              <a:gd name="connsiteX98" fmla="*/ 1664576 w 8037833"/>
              <a:gd name="connsiteY98" fmla="*/ 3638572 h 3784177"/>
              <a:gd name="connsiteX99" fmla="*/ 1577459 w 8037833"/>
              <a:gd name="connsiteY99" fmla="*/ 3658824 h 3784177"/>
              <a:gd name="connsiteX100" fmla="*/ 1527269 w 8037833"/>
              <a:gd name="connsiteY100" fmla="*/ 3663088 h 3784177"/>
              <a:gd name="connsiteX101" fmla="*/ 1390118 w 8037833"/>
              <a:gd name="connsiteY101" fmla="*/ 3682789 h 3784177"/>
              <a:gd name="connsiteX102" fmla="*/ 1252698 w 8037833"/>
              <a:gd name="connsiteY102" fmla="*/ 3708662 h 3784177"/>
              <a:gd name="connsiteX103" fmla="*/ 1171039 w 8037833"/>
              <a:gd name="connsiteY103" fmla="*/ 3758642 h 3784177"/>
              <a:gd name="connsiteX104" fmla="*/ 1058106 w 8037833"/>
              <a:gd name="connsiteY104" fmla="*/ 3776166 h 3784177"/>
              <a:gd name="connsiteX105" fmla="*/ 1039167 w 8037833"/>
              <a:gd name="connsiteY105" fmla="*/ 3784177 h 3784177"/>
              <a:gd name="connsiteX106" fmla="*/ 1012958 w 8037833"/>
              <a:gd name="connsiteY106" fmla="*/ 3779206 h 3784177"/>
              <a:gd name="connsiteX107" fmla="*/ 907906 w 8037833"/>
              <a:gd name="connsiteY107" fmla="*/ 3757678 h 3784177"/>
              <a:gd name="connsiteX108" fmla="*/ 825226 w 8037833"/>
              <a:gd name="connsiteY108" fmla="*/ 3726369 h 3784177"/>
              <a:gd name="connsiteX109" fmla="*/ 722264 w 8037833"/>
              <a:gd name="connsiteY109" fmla="*/ 3747612 h 3784177"/>
              <a:gd name="connsiteX110" fmla="*/ 659460 w 8037833"/>
              <a:gd name="connsiteY110" fmla="*/ 3740429 h 3784177"/>
              <a:gd name="connsiteX111" fmla="*/ 556552 w 8037833"/>
              <a:gd name="connsiteY111" fmla="*/ 3697934 h 3784177"/>
              <a:gd name="connsiteX112" fmla="*/ 421042 w 8037833"/>
              <a:gd name="connsiteY112" fmla="*/ 3709912 h 3784177"/>
              <a:gd name="connsiteX113" fmla="*/ 393295 w 8037833"/>
              <a:gd name="connsiteY113" fmla="*/ 3753097 h 3784177"/>
              <a:gd name="connsiteX114" fmla="*/ 355918 w 8037833"/>
              <a:gd name="connsiteY114" fmla="*/ 3779172 h 3784177"/>
              <a:gd name="connsiteX115" fmla="*/ 339711 w 8037833"/>
              <a:gd name="connsiteY115" fmla="*/ 3718242 h 3784177"/>
              <a:gd name="connsiteX116" fmla="*/ 222239 w 8037833"/>
              <a:gd name="connsiteY116" fmla="*/ 3672335 h 3784177"/>
              <a:gd name="connsiteX117" fmla="*/ 163578 w 8037833"/>
              <a:gd name="connsiteY117" fmla="*/ 3656292 h 3784177"/>
              <a:gd name="connsiteX118" fmla="*/ 72220 w 8037833"/>
              <a:gd name="connsiteY118" fmla="*/ 3645272 h 3784177"/>
              <a:gd name="connsiteX119" fmla="*/ 44395 w 8037833"/>
              <a:gd name="connsiteY119" fmla="*/ 3639455 h 3784177"/>
              <a:gd name="connsiteX120" fmla="*/ 1962 w 8037833"/>
              <a:gd name="connsiteY120" fmla="*/ 3635948 h 3784177"/>
              <a:gd name="connsiteX121" fmla="*/ 0 w 8037833"/>
              <a:gd name="connsiteY121" fmla="*/ 3635261 h 3784177"/>
              <a:gd name="connsiteX122" fmla="*/ 0 w 8037833"/>
              <a:gd name="connsiteY122"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807644 w 8037833"/>
              <a:gd name="connsiteY5" fmla="*/ 3098770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299224 w 8037833"/>
              <a:gd name="connsiteY32" fmla="*/ 351893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288710 w 8037833"/>
              <a:gd name="connsiteY47" fmla="*/ 3650556 h 3784177"/>
              <a:gd name="connsiteX48" fmla="*/ 4234393 w 8037833"/>
              <a:gd name="connsiteY48" fmla="*/ 3704576 h 3784177"/>
              <a:gd name="connsiteX49" fmla="*/ 4227541 w 8037833"/>
              <a:gd name="connsiteY49" fmla="*/ 3706978 h 3784177"/>
              <a:gd name="connsiteX50" fmla="*/ 4208725 w 8037833"/>
              <a:gd name="connsiteY50" fmla="*/ 3704841 h 3784177"/>
              <a:gd name="connsiteX51" fmla="*/ 4201632 w 8037833"/>
              <a:gd name="connsiteY51" fmla="*/ 3702602 h 3784177"/>
              <a:gd name="connsiteX52" fmla="*/ 4191289 w 8037833"/>
              <a:gd name="connsiteY52" fmla="*/ 3702380 h 3784177"/>
              <a:gd name="connsiteX53" fmla="*/ 4191039 w 8037833"/>
              <a:gd name="connsiteY53" fmla="*/ 3702831 h 3784177"/>
              <a:gd name="connsiteX54" fmla="*/ 4181340 w 8037833"/>
              <a:gd name="connsiteY54" fmla="*/ 3701729 h 3784177"/>
              <a:gd name="connsiteX55" fmla="*/ 4133816 w 8037833"/>
              <a:gd name="connsiteY55" fmla="*/ 3690565 h 3784177"/>
              <a:gd name="connsiteX56" fmla="*/ 4071732 w 8037833"/>
              <a:gd name="connsiteY56" fmla="*/ 3732513 h 3784177"/>
              <a:gd name="connsiteX57" fmla="*/ 4045924 w 8037833"/>
              <a:gd name="connsiteY57" fmla="*/ 3739404 h 3784177"/>
              <a:gd name="connsiteX58" fmla="*/ 4032171 w 8037833"/>
              <a:gd name="connsiteY58" fmla="*/ 3745523 h 3784177"/>
              <a:gd name="connsiteX59" fmla="*/ 4031335 w 8037833"/>
              <a:gd name="connsiteY59" fmla="*/ 3747479 h 3784177"/>
              <a:gd name="connsiteX60" fmla="*/ 3985774 w 8037833"/>
              <a:gd name="connsiteY60" fmla="*/ 3736547 h 3784177"/>
              <a:gd name="connsiteX61" fmla="*/ 3979769 w 8037833"/>
              <a:gd name="connsiteY61" fmla="*/ 3738769 h 3784177"/>
              <a:gd name="connsiteX62" fmla="*/ 3950014 w 8037833"/>
              <a:gd name="connsiteY62" fmla="*/ 3726942 h 3784177"/>
              <a:gd name="connsiteX63" fmla="*/ 3934671 w 8037833"/>
              <a:gd name="connsiteY63" fmla="*/ 3723339 h 3784177"/>
              <a:gd name="connsiteX64" fmla="*/ 3930274 w 8037833"/>
              <a:gd name="connsiteY64" fmla="*/ 3717148 h 3784177"/>
              <a:gd name="connsiteX65" fmla="*/ 3907660 w 8037833"/>
              <a:gd name="connsiteY65" fmla="*/ 3714456 h 3784177"/>
              <a:gd name="connsiteX66" fmla="*/ 3905087 w 8037833"/>
              <a:gd name="connsiteY66" fmla="*/ 3716098 h 3784177"/>
              <a:gd name="connsiteX67" fmla="*/ 3886347 w 8037833"/>
              <a:gd name="connsiteY67" fmla="*/ 3706620 h 3784177"/>
              <a:gd name="connsiteX68" fmla="*/ 3870533 w 8037833"/>
              <a:gd name="connsiteY68" fmla="*/ 3689905 h 3784177"/>
              <a:gd name="connsiteX69" fmla="*/ 3678563 w 8037833"/>
              <a:gd name="connsiteY69" fmla="*/ 3694486 h 3784177"/>
              <a:gd name="connsiteX70" fmla="*/ 3524121 w 8037833"/>
              <a:gd name="connsiteY70" fmla="*/ 3642736 h 3784177"/>
              <a:gd name="connsiteX71" fmla="*/ 3407752 w 8037833"/>
              <a:gd name="connsiteY71" fmla="*/ 3626590 h 3784177"/>
              <a:gd name="connsiteX72" fmla="*/ 3373519 w 8037833"/>
              <a:gd name="connsiteY72" fmla="*/ 3665785 h 3784177"/>
              <a:gd name="connsiteX73" fmla="*/ 3114267 w 8037833"/>
              <a:gd name="connsiteY73" fmla="*/ 3638983 h 3784177"/>
              <a:gd name="connsiteX74" fmla="*/ 3048270 w 8037833"/>
              <a:gd name="connsiteY74" fmla="*/ 3649949 h 3784177"/>
              <a:gd name="connsiteX75" fmla="*/ 2989722 w 8037833"/>
              <a:gd name="connsiteY75" fmla="*/ 3623230 h 3784177"/>
              <a:gd name="connsiteX76" fmla="*/ 2965734 w 8037833"/>
              <a:gd name="connsiteY76" fmla="*/ 3635676 h 3784177"/>
              <a:gd name="connsiteX77" fmla="*/ 2961603 w 8037833"/>
              <a:gd name="connsiteY77" fmla="*/ 3638221 h 3784177"/>
              <a:gd name="connsiteX78" fmla="*/ 2944959 w 8037833"/>
              <a:gd name="connsiteY78" fmla="*/ 3639723 h 3784177"/>
              <a:gd name="connsiteX79" fmla="*/ 2940402 w 8037833"/>
              <a:gd name="connsiteY79" fmla="*/ 3651000 h 3784177"/>
              <a:gd name="connsiteX80" fmla="*/ 2915449 w 8037833"/>
              <a:gd name="connsiteY80" fmla="*/ 3661039 h 3784177"/>
              <a:gd name="connsiteX81" fmla="*/ 2884777 w 8037833"/>
              <a:gd name="connsiteY81" fmla="*/ 3660775 h 3784177"/>
              <a:gd name="connsiteX82" fmla="*/ 2739034 w 8037833"/>
              <a:gd name="connsiteY82" fmla="*/ 3647396 h 3784177"/>
              <a:gd name="connsiteX83" fmla="*/ 2651827 w 8037833"/>
              <a:gd name="connsiteY83" fmla="*/ 3646306 h 3784177"/>
              <a:gd name="connsiteX84" fmla="*/ 2618680 w 8037833"/>
              <a:gd name="connsiteY84" fmla="*/ 3656755 h 3784177"/>
              <a:gd name="connsiteX85" fmla="*/ 2572404 w 8037833"/>
              <a:gd name="connsiteY85" fmla="*/ 3664043 h 3784177"/>
              <a:gd name="connsiteX86" fmla="*/ 2490721 w 8037833"/>
              <a:gd name="connsiteY86" fmla="*/ 3685313 h 3784177"/>
              <a:gd name="connsiteX87" fmla="*/ 2423704 w 8037833"/>
              <a:gd name="connsiteY87" fmla="*/ 3658079 h 3784177"/>
              <a:gd name="connsiteX88" fmla="*/ 2301172 w 8037833"/>
              <a:gd name="connsiteY88" fmla="*/ 3663053 h 3784177"/>
              <a:gd name="connsiteX89" fmla="*/ 2294102 w 8037833"/>
              <a:gd name="connsiteY89" fmla="*/ 3671151 h 3784177"/>
              <a:gd name="connsiteX90" fmla="*/ 2238966 w 8037833"/>
              <a:gd name="connsiteY90" fmla="*/ 3668777 h 3784177"/>
              <a:gd name="connsiteX91" fmla="*/ 2046240 w 8037833"/>
              <a:gd name="connsiteY91" fmla="*/ 3604535 h 3784177"/>
              <a:gd name="connsiteX92" fmla="*/ 1938480 w 8037833"/>
              <a:gd name="connsiteY92" fmla="*/ 3601439 h 3784177"/>
              <a:gd name="connsiteX93" fmla="*/ 1900166 w 8037833"/>
              <a:gd name="connsiteY93" fmla="*/ 3609358 h 3784177"/>
              <a:gd name="connsiteX94" fmla="*/ 1835976 w 8037833"/>
              <a:gd name="connsiteY94" fmla="*/ 3622065 h 3784177"/>
              <a:gd name="connsiteX95" fmla="*/ 1787830 w 8037833"/>
              <a:gd name="connsiteY95" fmla="*/ 3653768 h 3784177"/>
              <a:gd name="connsiteX96" fmla="*/ 1734224 w 8037833"/>
              <a:gd name="connsiteY96" fmla="*/ 3655593 h 3784177"/>
              <a:gd name="connsiteX97" fmla="*/ 1721989 w 8037833"/>
              <a:gd name="connsiteY97" fmla="*/ 3627298 h 3784177"/>
              <a:gd name="connsiteX98" fmla="*/ 1664576 w 8037833"/>
              <a:gd name="connsiteY98" fmla="*/ 3638572 h 3784177"/>
              <a:gd name="connsiteX99" fmla="*/ 1577459 w 8037833"/>
              <a:gd name="connsiteY99" fmla="*/ 3658824 h 3784177"/>
              <a:gd name="connsiteX100" fmla="*/ 1527269 w 8037833"/>
              <a:gd name="connsiteY100" fmla="*/ 3663088 h 3784177"/>
              <a:gd name="connsiteX101" fmla="*/ 1390118 w 8037833"/>
              <a:gd name="connsiteY101" fmla="*/ 3682789 h 3784177"/>
              <a:gd name="connsiteX102" fmla="*/ 1252698 w 8037833"/>
              <a:gd name="connsiteY102" fmla="*/ 3708662 h 3784177"/>
              <a:gd name="connsiteX103" fmla="*/ 1171039 w 8037833"/>
              <a:gd name="connsiteY103" fmla="*/ 3758642 h 3784177"/>
              <a:gd name="connsiteX104" fmla="*/ 1058106 w 8037833"/>
              <a:gd name="connsiteY104" fmla="*/ 3776166 h 3784177"/>
              <a:gd name="connsiteX105" fmla="*/ 1039167 w 8037833"/>
              <a:gd name="connsiteY105" fmla="*/ 3784177 h 3784177"/>
              <a:gd name="connsiteX106" fmla="*/ 1012958 w 8037833"/>
              <a:gd name="connsiteY106" fmla="*/ 3779206 h 3784177"/>
              <a:gd name="connsiteX107" fmla="*/ 907906 w 8037833"/>
              <a:gd name="connsiteY107" fmla="*/ 3757678 h 3784177"/>
              <a:gd name="connsiteX108" fmla="*/ 825226 w 8037833"/>
              <a:gd name="connsiteY108" fmla="*/ 3726369 h 3784177"/>
              <a:gd name="connsiteX109" fmla="*/ 722264 w 8037833"/>
              <a:gd name="connsiteY109" fmla="*/ 3747612 h 3784177"/>
              <a:gd name="connsiteX110" fmla="*/ 659460 w 8037833"/>
              <a:gd name="connsiteY110" fmla="*/ 3740429 h 3784177"/>
              <a:gd name="connsiteX111" fmla="*/ 556552 w 8037833"/>
              <a:gd name="connsiteY111" fmla="*/ 3697934 h 3784177"/>
              <a:gd name="connsiteX112" fmla="*/ 421042 w 8037833"/>
              <a:gd name="connsiteY112" fmla="*/ 3709912 h 3784177"/>
              <a:gd name="connsiteX113" fmla="*/ 393295 w 8037833"/>
              <a:gd name="connsiteY113" fmla="*/ 3753097 h 3784177"/>
              <a:gd name="connsiteX114" fmla="*/ 355918 w 8037833"/>
              <a:gd name="connsiteY114" fmla="*/ 3779172 h 3784177"/>
              <a:gd name="connsiteX115" fmla="*/ 339711 w 8037833"/>
              <a:gd name="connsiteY115" fmla="*/ 3718242 h 3784177"/>
              <a:gd name="connsiteX116" fmla="*/ 222239 w 8037833"/>
              <a:gd name="connsiteY116" fmla="*/ 3672335 h 3784177"/>
              <a:gd name="connsiteX117" fmla="*/ 163578 w 8037833"/>
              <a:gd name="connsiteY117" fmla="*/ 3656292 h 3784177"/>
              <a:gd name="connsiteX118" fmla="*/ 72220 w 8037833"/>
              <a:gd name="connsiteY118" fmla="*/ 3645272 h 3784177"/>
              <a:gd name="connsiteX119" fmla="*/ 44395 w 8037833"/>
              <a:gd name="connsiteY119" fmla="*/ 3639455 h 3784177"/>
              <a:gd name="connsiteX120" fmla="*/ 1962 w 8037833"/>
              <a:gd name="connsiteY120" fmla="*/ 3635948 h 3784177"/>
              <a:gd name="connsiteX121" fmla="*/ 0 w 8037833"/>
              <a:gd name="connsiteY121" fmla="*/ 3635261 h 3784177"/>
              <a:gd name="connsiteX122" fmla="*/ 0 w 8037833"/>
              <a:gd name="connsiteY122"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807644 w 8037833"/>
              <a:gd name="connsiteY5" fmla="*/ 3098770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299224 w 8037833"/>
              <a:gd name="connsiteY32" fmla="*/ 351893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288710 w 8037833"/>
              <a:gd name="connsiteY47" fmla="*/ 3650556 h 3784177"/>
              <a:gd name="connsiteX48" fmla="*/ 4234393 w 8037833"/>
              <a:gd name="connsiteY48" fmla="*/ 3704576 h 3784177"/>
              <a:gd name="connsiteX49" fmla="*/ 4227541 w 8037833"/>
              <a:gd name="connsiteY49" fmla="*/ 3706978 h 3784177"/>
              <a:gd name="connsiteX50" fmla="*/ 4208725 w 8037833"/>
              <a:gd name="connsiteY50" fmla="*/ 3704841 h 3784177"/>
              <a:gd name="connsiteX51" fmla="*/ 4201632 w 8037833"/>
              <a:gd name="connsiteY51" fmla="*/ 3702602 h 3784177"/>
              <a:gd name="connsiteX52" fmla="*/ 4191289 w 8037833"/>
              <a:gd name="connsiteY52" fmla="*/ 3702380 h 3784177"/>
              <a:gd name="connsiteX53" fmla="*/ 4191039 w 8037833"/>
              <a:gd name="connsiteY53" fmla="*/ 3702831 h 3784177"/>
              <a:gd name="connsiteX54" fmla="*/ 4181340 w 8037833"/>
              <a:gd name="connsiteY54" fmla="*/ 3701729 h 3784177"/>
              <a:gd name="connsiteX55" fmla="*/ 4133816 w 8037833"/>
              <a:gd name="connsiteY55" fmla="*/ 3690565 h 3784177"/>
              <a:gd name="connsiteX56" fmla="*/ 4071732 w 8037833"/>
              <a:gd name="connsiteY56" fmla="*/ 3732513 h 3784177"/>
              <a:gd name="connsiteX57" fmla="*/ 4045924 w 8037833"/>
              <a:gd name="connsiteY57" fmla="*/ 3739404 h 3784177"/>
              <a:gd name="connsiteX58" fmla="*/ 4032171 w 8037833"/>
              <a:gd name="connsiteY58" fmla="*/ 3745523 h 3784177"/>
              <a:gd name="connsiteX59" fmla="*/ 4031335 w 8037833"/>
              <a:gd name="connsiteY59" fmla="*/ 3747479 h 3784177"/>
              <a:gd name="connsiteX60" fmla="*/ 3985774 w 8037833"/>
              <a:gd name="connsiteY60" fmla="*/ 3736547 h 3784177"/>
              <a:gd name="connsiteX61" fmla="*/ 3979769 w 8037833"/>
              <a:gd name="connsiteY61" fmla="*/ 3738769 h 3784177"/>
              <a:gd name="connsiteX62" fmla="*/ 3950014 w 8037833"/>
              <a:gd name="connsiteY62" fmla="*/ 3726942 h 3784177"/>
              <a:gd name="connsiteX63" fmla="*/ 3934671 w 8037833"/>
              <a:gd name="connsiteY63" fmla="*/ 3723339 h 3784177"/>
              <a:gd name="connsiteX64" fmla="*/ 3930274 w 8037833"/>
              <a:gd name="connsiteY64" fmla="*/ 3717148 h 3784177"/>
              <a:gd name="connsiteX65" fmla="*/ 3907660 w 8037833"/>
              <a:gd name="connsiteY65" fmla="*/ 3714456 h 3784177"/>
              <a:gd name="connsiteX66" fmla="*/ 3905087 w 8037833"/>
              <a:gd name="connsiteY66" fmla="*/ 3716098 h 3784177"/>
              <a:gd name="connsiteX67" fmla="*/ 3886347 w 8037833"/>
              <a:gd name="connsiteY67" fmla="*/ 3706620 h 3784177"/>
              <a:gd name="connsiteX68" fmla="*/ 3870533 w 8037833"/>
              <a:gd name="connsiteY68" fmla="*/ 3689905 h 3784177"/>
              <a:gd name="connsiteX69" fmla="*/ 3678563 w 8037833"/>
              <a:gd name="connsiteY69" fmla="*/ 3694486 h 3784177"/>
              <a:gd name="connsiteX70" fmla="*/ 3524121 w 8037833"/>
              <a:gd name="connsiteY70" fmla="*/ 3642736 h 3784177"/>
              <a:gd name="connsiteX71" fmla="*/ 3407752 w 8037833"/>
              <a:gd name="connsiteY71" fmla="*/ 3626590 h 3784177"/>
              <a:gd name="connsiteX72" fmla="*/ 3373519 w 8037833"/>
              <a:gd name="connsiteY72" fmla="*/ 3665785 h 3784177"/>
              <a:gd name="connsiteX73" fmla="*/ 3114267 w 8037833"/>
              <a:gd name="connsiteY73" fmla="*/ 3638983 h 3784177"/>
              <a:gd name="connsiteX74" fmla="*/ 3048270 w 8037833"/>
              <a:gd name="connsiteY74" fmla="*/ 3649949 h 3784177"/>
              <a:gd name="connsiteX75" fmla="*/ 2989722 w 8037833"/>
              <a:gd name="connsiteY75" fmla="*/ 3623230 h 3784177"/>
              <a:gd name="connsiteX76" fmla="*/ 2965734 w 8037833"/>
              <a:gd name="connsiteY76" fmla="*/ 3635676 h 3784177"/>
              <a:gd name="connsiteX77" fmla="*/ 2961603 w 8037833"/>
              <a:gd name="connsiteY77" fmla="*/ 3638221 h 3784177"/>
              <a:gd name="connsiteX78" fmla="*/ 2944959 w 8037833"/>
              <a:gd name="connsiteY78" fmla="*/ 3639723 h 3784177"/>
              <a:gd name="connsiteX79" fmla="*/ 2940402 w 8037833"/>
              <a:gd name="connsiteY79" fmla="*/ 3651000 h 3784177"/>
              <a:gd name="connsiteX80" fmla="*/ 2915449 w 8037833"/>
              <a:gd name="connsiteY80" fmla="*/ 3661039 h 3784177"/>
              <a:gd name="connsiteX81" fmla="*/ 2884777 w 8037833"/>
              <a:gd name="connsiteY81" fmla="*/ 3660775 h 3784177"/>
              <a:gd name="connsiteX82" fmla="*/ 2739034 w 8037833"/>
              <a:gd name="connsiteY82" fmla="*/ 3647396 h 3784177"/>
              <a:gd name="connsiteX83" fmla="*/ 2651827 w 8037833"/>
              <a:gd name="connsiteY83" fmla="*/ 3646306 h 3784177"/>
              <a:gd name="connsiteX84" fmla="*/ 2618680 w 8037833"/>
              <a:gd name="connsiteY84" fmla="*/ 3656755 h 3784177"/>
              <a:gd name="connsiteX85" fmla="*/ 2572404 w 8037833"/>
              <a:gd name="connsiteY85" fmla="*/ 3664043 h 3784177"/>
              <a:gd name="connsiteX86" fmla="*/ 2490721 w 8037833"/>
              <a:gd name="connsiteY86" fmla="*/ 3685313 h 3784177"/>
              <a:gd name="connsiteX87" fmla="*/ 2423704 w 8037833"/>
              <a:gd name="connsiteY87" fmla="*/ 3658079 h 3784177"/>
              <a:gd name="connsiteX88" fmla="*/ 2301172 w 8037833"/>
              <a:gd name="connsiteY88" fmla="*/ 3663053 h 3784177"/>
              <a:gd name="connsiteX89" fmla="*/ 2294102 w 8037833"/>
              <a:gd name="connsiteY89" fmla="*/ 3671151 h 3784177"/>
              <a:gd name="connsiteX90" fmla="*/ 2238966 w 8037833"/>
              <a:gd name="connsiteY90" fmla="*/ 3668777 h 3784177"/>
              <a:gd name="connsiteX91" fmla="*/ 2046240 w 8037833"/>
              <a:gd name="connsiteY91" fmla="*/ 3604535 h 3784177"/>
              <a:gd name="connsiteX92" fmla="*/ 1938480 w 8037833"/>
              <a:gd name="connsiteY92" fmla="*/ 3601439 h 3784177"/>
              <a:gd name="connsiteX93" fmla="*/ 1900166 w 8037833"/>
              <a:gd name="connsiteY93" fmla="*/ 3609358 h 3784177"/>
              <a:gd name="connsiteX94" fmla="*/ 1835976 w 8037833"/>
              <a:gd name="connsiteY94" fmla="*/ 3622065 h 3784177"/>
              <a:gd name="connsiteX95" fmla="*/ 1787830 w 8037833"/>
              <a:gd name="connsiteY95" fmla="*/ 3653768 h 3784177"/>
              <a:gd name="connsiteX96" fmla="*/ 1734224 w 8037833"/>
              <a:gd name="connsiteY96" fmla="*/ 3655593 h 3784177"/>
              <a:gd name="connsiteX97" fmla="*/ 1721989 w 8037833"/>
              <a:gd name="connsiteY97" fmla="*/ 3627298 h 3784177"/>
              <a:gd name="connsiteX98" fmla="*/ 1664576 w 8037833"/>
              <a:gd name="connsiteY98" fmla="*/ 3638572 h 3784177"/>
              <a:gd name="connsiteX99" fmla="*/ 1577459 w 8037833"/>
              <a:gd name="connsiteY99" fmla="*/ 3658824 h 3784177"/>
              <a:gd name="connsiteX100" fmla="*/ 1527269 w 8037833"/>
              <a:gd name="connsiteY100" fmla="*/ 3663088 h 3784177"/>
              <a:gd name="connsiteX101" fmla="*/ 1390118 w 8037833"/>
              <a:gd name="connsiteY101" fmla="*/ 3682789 h 3784177"/>
              <a:gd name="connsiteX102" fmla="*/ 1252698 w 8037833"/>
              <a:gd name="connsiteY102" fmla="*/ 3708662 h 3784177"/>
              <a:gd name="connsiteX103" fmla="*/ 1171039 w 8037833"/>
              <a:gd name="connsiteY103" fmla="*/ 3758642 h 3784177"/>
              <a:gd name="connsiteX104" fmla="*/ 1058106 w 8037833"/>
              <a:gd name="connsiteY104" fmla="*/ 3776166 h 3784177"/>
              <a:gd name="connsiteX105" fmla="*/ 1039167 w 8037833"/>
              <a:gd name="connsiteY105" fmla="*/ 3784177 h 3784177"/>
              <a:gd name="connsiteX106" fmla="*/ 1012958 w 8037833"/>
              <a:gd name="connsiteY106" fmla="*/ 3779206 h 3784177"/>
              <a:gd name="connsiteX107" fmla="*/ 907906 w 8037833"/>
              <a:gd name="connsiteY107" fmla="*/ 3757678 h 3784177"/>
              <a:gd name="connsiteX108" fmla="*/ 825226 w 8037833"/>
              <a:gd name="connsiteY108" fmla="*/ 3726369 h 3784177"/>
              <a:gd name="connsiteX109" fmla="*/ 722264 w 8037833"/>
              <a:gd name="connsiteY109" fmla="*/ 3747612 h 3784177"/>
              <a:gd name="connsiteX110" fmla="*/ 659460 w 8037833"/>
              <a:gd name="connsiteY110" fmla="*/ 3740429 h 3784177"/>
              <a:gd name="connsiteX111" fmla="*/ 556552 w 8037833"/>
              <a:gd name="connsiteY111" fmla="*/ 3697934 h 3784177"/>
              <a:gd name="connsiteX112" fmla="*/ 421042 w 8037833"/>
              <a:gd name="connsiteY112" fmla="*/ 3709912 h 3784177"/>
              <a:gd name="connsiteX113" fmla="*/ 393295 w 8037833"/>
              <a:gd name="connsiteY113" fmla="*/ 3753097 h 3784177"/>
              <a:gd name="connsiteX114" fmla="*/ 355918 w 8037833"/>
              <a:gd name="connsiteY114" fmla="*/ 3779172 h 3784177"/>
              <a:gd name="connsiteX115" fmla="*/ 339711 w 8037833"/>
              <a:gd name="connsiteY115" fmla="*/ 3718242 h 3784177"/>
              <a:gd name="connsiteX116" fmla="*/ 222239 w 8037833"/>
              <a:gd name="connsiteY116" fmla="*/ 3672335 h 3784177"/>
              <a:gd name="connsiteX117" fmla="*/ 163578 w 8037833"/>
              <a:gd name="connsiteY117" fmla="*/ 3656292 h 3784177"/>
              <a:gd name="connsiteX118" fmla="*/ 72220 w 8037833"/>
              <a:gd name="connsiteY118" fmla="*/ 3645272 h 3784177"/>
              <a:gd name="connsiteX119" fmla="*/ 44395 w 8037833"/>
              <a:gd name="connsiteY119" fmla="*/ 3639455 h 3784177"/>
              <a:gd name="connsiteX120" fmla="*/ 1962 w 8037833"/>
              <a:gd name="connsiteY120" fmla="*/ 3635948 h 3784177"/>
              <a:gd name="connsiteX121" fmla="*/ 0 w 8037833"/>
              <a:gd name="connsiteY121" fmla="*/ 3635261 h 3784177"/>
              <a:gd name="connsiteX122" fmla="*/ 0 w 8037833"/>
              <a:gd name="connsiteY122"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299224 w 8037833"/>
              <a:gd name="connsiteY32" fmla="*/ 351893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288710 w 8037833"/>
              <a:gd name="connsiteY47" fmla="*/ 3650556 h 3784177"/>
              <a:gd name="connsiteX48" fmla="*/ 4234393 w 8037833"/>
              <a:gd name="connsiteY48" fmla="*/ 3704576 h 3784177"/>
              <a:gd name="connsiteX49" fmla="*/ 4227541 w 8037833"/>
              <a:gd name="connsiteY49" fmla="*/ 3706978 h 3784177"/>
              <a:gd name="connsiteX50" fmla="*/ 4208725 w 8037833"/>
              <a:gd name="connsiteY50" fmla="*/ 3704841 h 3784177"/>
              <a:gd name="connsiteX51" fmla="*/ 4201632 w 8037833"/>
              <a:gd name="connsiteY51" fmla="*/ 3702602 h 3784177"/>
              <a:gd name="connsiteX52" fmla="*/ 4191289 w 8037833"/>
              <a:gd name="connsiteY52" fmla="*/ 3702380 h 3784177"/>
              <a:gd name="connsiteX53" fmla="*/ 4191039 w 8037833"/>
              <a:gd name="connsiteY53" fmla="*/ 3702831 h 3784177"/>
              <a:gd name="connsiteX54" fmla="*/ 4181340 w 8037833"/>
              <a:gd name="connsiteY54" fmla="*/ 3701729 h 3784177"/>
              <a:gd name="connsiteX55" fmla="*/ 4133816 w 8037833"/>
              <a:gd name="connsiteY55" fmla="*/ 3690565 h 3784177"/>
              <a:gd name="connsiteX56" fmla="*/ 4071732 w 8037833"/>
              <a:gd name="connsiteY56" fmla="*/ 3732513 h 3784177"/>
              <a:gd name="connsiteX57" fmla="*/ 4045924 w 8037833"/>
              <a:gd name="connsiteY57" fmla="*/ 3739404 h 3784177"/>
              <a:gd name="connsiteX58" fmla="*/ 4032171 w 8037833"/>
              <a:gd name="connsiteY58" fmla="*/ 3745523 h 3784177"/>
              <a:gd name="connsiteX59" fmla="*/ 4031335 w 8037833"/>
              <a:gd name="connsiteY59" fmla="*/ 3747479 h 3784177"/>
              <a:gd name="connsiteX60" fmla="*/ 3985774 w 8037833"/>
              <a:gd name="connsiteY60" fmla="*/ 3736547 h 3784177"/>
              <a:gd name="connsiteX61" fmla="*/ 3979769 w 8037833"/>
              <a:gd name="connsiteY61" fmla="*/ 3738769 h 3784177"/>
              <a:gd name="connsiteX62" fmla="*/ 3950014 w 8037833"/>
              <a:gd name="connsiteY62" fmla="*/ 3726942 h 3784177"/>
              <a:gd name="connsiteX63" fmla="*/ 3934671 w 8037833"/>
              <a:gd name="connsiteY63" fmla="*/ 3723339 h 3784177"/>
              <a:gd name="connsiteX64" fmla="*/ 3930274 w 8037833"/>
              <a:gd name="connsiteY64" fmla="*/ 3717148 h 3784177"/>
              <a:gd name="connsiteX65" fmla="*/ 3907660 w 8037833"/>
              <a:gd name="connsiteY65" fmla="*/ 3714456 h 3784177"/>
              <a:gd name="connsiteX66" fmla="*/ 3905087 w 8037833"/>
              <a:gd name="connsiteY66" fmla="*/ 3716098 h 3784177"/>
              <a:gd name="connsiteX67" fmla="*/ 3886347 w 8037833"/>
              <a:gd name="connsiteY67" fmla="*/ 3706620 h 3784177"/>
              <a:gd name="connsiteX68" fmla="*/ 3870533 w 8037833"/>
              <a:gd name="connsiteY68" fmla="*/ 3689905 h 3784177"/>
              <a:gd name="connsiteX69" fmla="*/ 3678563 w 8037833"/>
              <a:gd name="connsiteY69" fmla="*/ 3694486 h 3784177"/>
              <a:gd name="connsiteX70" fmla="*/ 3524121 w 8037833"/>
              <a:gd name="connsiteY70" fmla="*/ 3642736 h 3784177"/>
              <a:gd name="connsiteX71" fmla="*/ 3407752 w 8037833"/>
              <a:gd name="connsiteY71" fmla="*/ 3626590 h 3784177"/>
              <a:gd name="connsiteX72" fmla="*/ 3373519 w 8037833"/>
              <a:gd name="connsiteY72" fmla="*/ 3665785 h 3784177"/>
              <a:gd name="connsiteX73" fmla="*/ 3114267 w 8037833"/>
              <a:gd name="connsiteY73" fmla="*/ 3638983 h 3784177"/>
              <a:gd name="connsiteX74" fmla="*/ 3048270 w 8037833"/>
              <a:gd name="connsiteY74" fmla="*/ 3649949 h 3784177"/>
              <a:gd name="connsiteX75" fmla="*/ 2989722 w 8037833"/>
              <a:gd name="connsiteY75" fmla="*/ 3623230 h 3784177"/>
              <a:gd name="connsiteX76" fmla="*/ 2965734 w 8037833"/>
              <a:gd name="connsiteY76" fmla="*/ 3635676 h 3784177"/>
              <a:gd name="connsiteX77" fmla="*/ 2961603 w 8037833"/>
              <a:gd name="connsiteY77" fmla="*/ 3638221 h 3784177"/>
              <a:gd name="connsiteX78" fmla="*/ 2944959 w 8037833"/>
              <a:gd name="connsiteY78" fmla="*/ 3639723 h 3784177"/>
              <a:gd name="connsiteX79" fmla="*/ 2940402 w 8037833"/>
              <a:gd name="connsiteY79" fmla="*/ 3651000 h 3784177"/>
              <a:gd name="connsiteX80" fmla="*/ 2915449 w 8037833"/>
              <a:gd name="connsiteY80" fmla="*/ 3661039 h 3784177"/>
              <a:gd name="connsiteX81" fmla="*/ 2884777 w 8037833"/>
              <a:gd name="connsiteY81" fmla="*/ 3660775 h 3784177"/>
              <a:gd name="connsiteX82" fmla="*/ 2739034 w 8037833"/>
              <a:gd name="connsiteY82" fmla="*/ 3647396 h 3784177"/>
              <a:gd name="connsiteX83" fmla="*/ 2651827 w 8037833"/>
              <a:gd name="connsiteY83" fmla="*/ 3646306 h 3784177"/>
              <a:gd name="connsiteX84" fmla="*/ 2618680 w 8037833"/>
              <a:gd name="connsiteY84" fmla="*/ 3656755 h 3784177"/>
              <a:gd name="connsiteX85" fmla="*/ 2572404 w 8037833"/>
              <a:gd name="connsiteY85" fmla="*/ 3664043 h 3784177"/>
              <a:gd name="connsiteX86" fmla="*/ 2490721 w 8037833"/>
              <a:gd name="connsiteY86" fmla="*/ 3685313 h 3784177"/>
              <a:gd name="connsiteX87" fmla="*/ 2423704 w 8037833"/>
              <a:gd name="connsiteY87" fmla="*/ 3658079 h 3784177"/>
              <a:gd name="connsiteX88" fmla="*/ 2301172 w 8037833"/>
              <a:gd name="connsiteY88" fmla="*/ 3663053 h 3784177"/>
              <a:gd name="connsiteX89" fmla="*/ 2294102 w 8037833"/>
              <a:gd name="connsiteY89" fmla="*/ 3671151 h 3784177"/>
              <a:gd name="connsiteX90" fmla="*/ 2238966 w 8037833"/>
              <a:gd name="connsiteY90" fmla="*/ 3668777 h 3784177"/>
              <a:gd name="connsiteX91" fmla="*/ 2046240 w 8037833"/>
              <a:gd name="connsiteY91" fmla="*/ 3604535 h 3784177"/>
              <a:gd name="connsiteX92" fmla="*/ 1938480 w 8037833"/>
              <a:gd name="connsiteY92" fmla="*/ 3601439 h 3784177"/>
              <a:gd name="connsiteX93" fmla="*/ 1900166 w 8037833"/>
              <a:gd name="connsiteY93" fmla="*/ 3609358 h 3784177"/>
              <a:gd name="connsiteX94" fmla="*/ 1835976 w 8037833"/>
              <a:gd name="connsiteY94" fmla="*/ 3622065 h 3784177"/>
              <a:gd name="connsiteX95" fmla="*/ 1787830 w 8037833"/>
              <a:gd name="connsiteY95" fmla="*/ 3653768 h 3784177"/>
              <a:gd name="connsiteX96" fmla="*/ 1734224 w 8037833"/>
              <a:gd name="connsiteY96" fmla="*/ 3655593 h 3784177"/>
              <a:gd name="connsiteX97" fmla="*/ 1721989 w 8037833"/>
              <a:gd name="connsiteY97" fmla="*/ 3627298 h 3784177"/>
              <a:gd name="connsiteX98" fmla="*/ 1664576 w 8037833"/>
              <a:gd name="connsiteY98" fmla="*/ 3638572 h 3784177"/>
              <a:gd name="connsiteX99" fmla="*/ 1577459 w 8037833"/>
              <a:gd name="connsiteY99" fmla="*/ 3658824 h 3784177"/>
              <a:gd name="connsiteX100" fmla="*/ 1527269 w 8037833"/>
              <a:gd name="connsiteY100" fmla="*/ 3663088 h 3784177"/>
              <a:gd name="connsiteX101" fmla="*/ 1390118 w 8037833"/>
              <a:gd name="connsiteY101" fmla="*/ 3682789 h 3784177"/>
              <a:gd name="connsiteX102" fmla="*/ 1252698 w 8037833"/>
              <a:gd name="connsiteY102" fmla="*/ 3708662 h 3784177"/>
              <a:gd name="connsiteX103" fmla="*/ 1171039 w 8037833"/>
              <a:gd name="connsiteY103" fmla="*/ 3758642 h 3784177"/>
              <a:gd name="connsiteX104" fmla="*/ 1058106 w 8037833"/>
              <a:gd name="connsiteY104" fmla="*/ 3776166 h 3784177"/>
              <a:gd name="connsiteX105" fmla="*/ 1039167 w 8037833"/>
              <a:gd name="connsiteY105" fmla="*/ 3784177 h 3784177"/>
              <a:gd name="connsiteX106" fmla="*/ 1012958 w 8037833"/>
              <a:gd name="connsiteY106" fmla="*/ 3779206 h 3784177"/>
              <a:gd name="connsiteX107" fmla="*/ 907906 w 8037833"/>
              <a:gd name="connsiteY107" fmla="*/ 3757678 h 3784177"/>
              <a:gd name="connsiteX108" fmla="*/ 825226 w 8037833"/>
              <a:gd name="connsiteY108" fmla="*/ 3726369 h 3784177"/>
              <a:gd name="connsiteX109" fmla="*/ 722264 w 8037833"/>
              <a:gd name="connsiteY109" fmla="*/ 3747612 h 3784177"/>
              <a:gd name="connsiteX110" fmla="*/ 659460 w 8037833"/>
              <a:gd name="connsiteY110" fmla="*/ 3740429 h 3784177"/>
              <a:gd name="connsiteX111" fmla="*/ 556552 w 8037833"/>
              <a:gd name="connsiteY111" fmla="*/ 3697934 h 3784177"/>
              <a:gd name="connsiteX112" fmla="*/ 421042 w 8037833"/>
              <a:gd name="connsiteY112" fmla="*/ 3709912 h 3784177"/>
              <a:gd name="connsiteX113" fmla="*/ 393295 w 8037833"/>
              <a:gd name="connsiteY113" fmla="*/ 3753097 h 3784177"/>
              <a:gd name="connsiteX114" fmla="*/ 355918 w 8037833"/>
              <a:gd name="connsiteY114" fmla="*/ 3779172 h 3784177"/>
              <a:gd name="connsiteX115" fmla="*/ 339711 w 8037833"/>
              <a:gd name="connsiteY115" fmla="*/ 3718242 h 3784177"/>
              <a:gd name="connsiteX116" fmla="*/ 222239 w 8037833"/>
              <a:gd name="connsiteY116" fmla="*/ 3672335 h 3784177"/>
              <a:gd name="connsiteX117" fmla="*/ 163578 w 8037833"/>
              <a:gd name="connsiteY117" fmla="*/ 3656292 h 3784177"/>
              <a:gd name="connsiteX118" fmla="*/ 72220 w 8037833"/>
              <a:gd name="connsiteY118" fmla="*/ 3645272 h 3784177"/>
              <a:gd name="connsiteX119" fmla="*/ 44395 w 8037833"/>
              <a:gd name="connsiteY119" fmla="*/ 3639455 h 3784177"/>
              <a:gd name="connsiteX120" fmla="*/ 1962 w 8037833"/>
              <a:gd name="connsiteY120" fmla="*/ 3635948 h 3784177"/>
              <a:gd name="connsiteX121" fmla="*/ 0 w 8037833"/>
              <a:gd name="connsiteY121" fmla="*/ 3635261 h 3784177"/>
              <a:gd name="connsiteX122" fmla="*/ 0 w 8037833"/>
              <a:gd name="connsiteY122"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299224 w 8037833"/>
              <a:gd name="connsiteY32" fmla="*/ 351893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234393 w 8037833"/>
              <a:gd name="connsiteY47" fmla="*/ 3704576 h 3784177"/>
              <a:gd name="connsiteX48" fmla="*/ 4227541 w 8037833"/>
              <a:gd name="connsiteY48" fmla="*/ 3706978 h 3784177"/>
              <a:gd name="connsiteX49" fmla="*/ 4208725 w 8037833"/>
              <a:gd name="connsiteY49" fmla="*/ 3704841 h 3784177"/>
              <a:gd name="connsiteX50" fmla="*/ 4201632 w 8037833"/>
              <a:gd name="connsiteY50" fmla="*/ 3702602 h 3784177"/>
              <a:gd name="connsiteX51" fmla="*/ 4191289 w 8037833"/>
              <a:gd name="connsiteY51" fmla="*/ 3702380 h 3784177"/>
              <a:gd name="connsiteX52" fmla="*/ 4191039 w 8037833"/>
              <a:gd name="connsiteY52" fmla="*/ 3702831 h 3784177"/>
              <a:gd name="connsiteX53" fmla="*/ 4181340 w 8037833"/>
              <a:gd name="connsiteY53" fmla="*/ 3701729 h 3784177"/>
              <a:gd name="connsiteX54" fmla="*/ 4133816 w 8037833"/>
              <a:gd name="connsiteY54" fmla="*/ 3690565 h 3784177"/>
              <a:gd name="connsiteX55" fmla="*/ 4071732 w 8037833"/>
              <a:gd name="connsiteY55" fmla="*/ 3732513 h 3784177"/>
              <a:gd name="connsiteX56" fmla="*/ 4045924 w 8037833"/>
              <a:gd name="connsiteY56" fmla="*/ 3739404 h 3784177"/>
              <a:gd name="connsiteX57" fmla="*/ 4032171 w 8037833"/>
              <a:gd name="connsiteY57" fmla="*/ 3745523 h 3784177"/>
              <a:gd name="connsiteX58" fmla="*/ 4031335 w 8037833"/>
              <a:gd name="connsiteY58" fmla="*/ 3747479 h 3784177"/>
              <a:gd name="connsiteX59" fmla="*/ 3985774 w 8037833"/>
              <a:gd name="connsiteY59" fmla="*/ 3736547 h 3784177"/>
              <a:gd name="connsiteX60" fmla="*/ 3979769 w 8037833"/>
              <a:gd name="connsiteY60" fmla="*/ 3738769 h 3784177"/>
              <a:gd name="connsiteX61" fmla="*/ 3950014 w 8037833"/>
              <a:gd name="connsiteY61" fmla="*/ 3726942 h 3784177"/>
              <a:gd name="connsiteX62" fmla="*/ 3934671 w 8037833"/>
              <a:gd name="connsiteY62" fmla="*/ 3723339 h 3784177"/>
              <a:gd name="connsiteX63" fmla="*/ 3930274 w 8037833"/>
              <a:gd name="connsiteY63" fmla="*/ 3717148 h 3784177"/>
              <a:gd name="connsiteX64" fmla="*/ 3907660 w 8037833"/>
              <a:gd name="connsiteY64" fmla="*/ 3714456 h 3784177"/>
              <a:gd name="connsiteX65" fmla="*/ 3905087 w 8037833"/>
              <a:gd name="connsiteY65" fmla="*/ 3716098 h 3784177"/>
              <a:gd name="connsiteX66" fmla="*/ 3886347 w 8037833"/>
              <a:gd name="connsiteY66" fmla="*/ 3706620 h 3784177"/>
              <a:gd name="connsiteX67" fmla="*/ 3870533 w 8037833"/>
              <a:gd name="connsiteY67" fmla="*/ 3689905 h 3784177"/>
              <a:gd name="connsiteX68" fmla="*/ 3678563 w 8037833"/>
              <a:gd name="connsiteY68" fmla="*/ 3694486 h 3784177"/>
              <a:gd name="connsiteX69" fmla="*/ 3524121 w 8037833"/>
              <a:gd name="connsiteY69" fmla="*/ 3642736 h 3784177"/>
              <a:gd name="connsiteX70" fmla="*/ 3407752 w 8037833"/>
              <a:gd name="connsiteY70" fmla="*/ 3626590 h 3784177"/>
              <a:gd name="connsiteX71" fmla="*/ 3373519 w 8037833"/>
              <a:gd name="connsiteY71" fmla="*/ 3665785 h 3784177"/>
              <a:gd name="connsiteX72" fmla="*/ 3114267 w 8037833"/>
              <a:gd name="connsiteY72" fmla="*/ 3638983 h 3784177"/>
              <a:gd name="connsiteX73" fmla="*/ 3048270 w 8037833"/>
              <a:gd name="connsiteY73" fmla="*/ 3649949 h 3784177"/>
              <a:gd name="connsiteX74" fmla="*/ 2989722 w 8037833"/>
              <a:gd name="connsiteY74" fmla="*/ 3623230 h 3784177"/>
              <a:gd name="connsiteX75" fmla="*/ 2965734 w 8037833"/>
              <a:gd name="connsiteY75" fmla="*/ 3635676 h 3784177"/>
              <a:gd name="connsiteX76" fmla="*/ 2961603 w 8037833"/>
              <a:gd name="connsiteY76" fmla="*/ 3638221 h 3784177"/>
              <a:gd name="connsiteX77" fmla="*/ 2944959 w 8037833"/>
              <a:gd name="connsiteY77" fmla="*/ 3639723 h 3784177"/>
              <a:gd name="connsiteX78" fmla="*/ 2940402 w 8037833"/>
              <a:gd name="connsiteY78" fmla="*/ 3651000 h 3784177"/>
              <a:gd name="connsiteX79" fmla="*/ 2915449 w 8037833"/>
              <a:gd name="connsiteY79" fmla="*/ 3661039 h 3784177"/>
              <a:gd name="connsiteX80" fmla="*/ 2884777 w 8037833"/>
              <a:gd name="connsiteY80" fmla="*/ 3660775 h 3784177"/>
              <a:gd name="connsiteX81" fmla="*/ 2739034 w 8037833"/>
              <a:gd name="connsiteY81" fmla="*/ 3647396 h 3784177"/>
              <a:gd name="connsiteX82" fmla="*/ 2651827 w 8037833"/>
              <a:gd name="connsiteY82" fmla="*/ 3646306 h 3784177"/>
              <a:gd name="connsiteX83" fmla="*/ 2618680 w 8037833"/>
              <a:gd name="connsiteY83" fmla="*/ 3656755 h 3784177"/>
              <a:gd name="connsiteX84" fmla="*/ 2572404 w 8037833"/>
              <a:gd name="connsiteY84" fmla="*/ 3664043 h 3784177"/>
              <a:gd name="connsiteX85" fmla="*/ 2490721 w 8037833"/>
              <a:gd name="connsiteY85" fmla="*/ 3685313 h 3784177"/>
              <a:gd name="connsiteX86" fmla="*/ 2423704 w 8037833"/>
              <a:gd name="connsiteY86" fmla="*/ 3658079 h 3784177"/>
              <a:gd name="connsiteX87" fmla="*/ 2301172 w 8037833"/>
              <a:gd name="connsiteY87" fmla="*/ 3663053 h 3784177"/>
              <a:gd name="connsiteX88" fmla="*/ 2294102 w 8037833"/>
              <a:gd name="connsiteY88" fmla="*/ 3671151 h 3784177"/>
              <a:gd name="connsiteX89" fmla="*/ 2238966 w 8037833"/>
              <a:gd name="connsiteY89" fmla="*/ 3668777 h 3784177"/>
              <a:gd name="connsiteX90" fmla="*/ 2046240 w 8037833"/>
              <a:gd name="connsiteY90" fmla="*/ 3604535 h 3784177"/>
              <a:gd name="connsiteX91" fmla="*/ 1938480 w 8037833"/>
              <a:gd name="connsiteY91" fmla="*/ 3601439 h 3784177"/>
              <a:gd name="connsiteX92" fmla="*/ 1900166 w 8037833"/>
              <a:gd name="connsiteY92" fmla="*/ 3609358 h 3784177"/>
              <a:gd name="connsiteX93" fmla="*/ 1835976 w 8037833"/>
              <a:gd name="connsiteY93" fmla="*/ 3622065 h 3784177"/>
              <a:gd name="connsiteX94" fmla="*/ 1787830 w 8037833"/>
              <a:gd name="connsiteY94" fmla="*/ 3653768 h 3784177"/>
              <a:gd name="connsiteX95" fmla="*/ 1734224 w 8037833"/>
              <a:gd name="connsiteY95" fmla="*/ 3655593 h 3784177"/>
              <a:gd name="connsiteX96" fmla="*/ 1721989 w 8037833"/>
              <a:gd name="connsiteY96" fmla="*/ 3627298 h 3784177"/>
              <a:gd name="connsiteX97" fmla="*/ 1664576 w 8037833"/>
              <a:gd name="connsiteY97" fmla="*/ 3638572 h 3784177"/>
              <a:gd name="connsiteX98" fmla="*/ 1577459 w 8037833"/>
              <a:gd name="connsiteY98" fmla="*/ 3658824 h 3784177"/>
              <a:gd name="connsiteX99" fmla="*/ 1527269 w 8037833"/>
              <a:gd name="connsiteY99" fmla="*/ 3663088 h 3784177"/>
              <a:gd name="connsiteX100" fmla="*/ 1390118 w 8037833"/>
              <a:gd name="connsiteY100" fmla="*/ 3682789 h 3784177"/>
              <a:gd name="connsiteX101" fmla="*/ 1252698 w 8037833"/>
              <a:gd name="connsiteY101" fmla="*/ 3708662 h 3784177"/>
              <a:gd name="connsiteX102" fmla="*/ 1171039 w 8037833"/>
              <a:gd name="connsiteY102" fmla="*/ 3758642 h 3784177"/>
              <a:gd name="connsiteX103" fmla="*/ 1058106 w 8037833"/>
              <a:gd name="connsiteY103" fmla="*/ 3776166 h 3784177"/>
              <a:gd name="connsiteX104" fmla="*/ 1039167 w 8037833"/>
              <a:gd name="connsiteY104" fmla="*/ 3784177 h 3784177"/>
              <a:gd name="connsiteX105" fmla="*/ 1012958 w 8037833"/>
              <a:gd name="connsiteY105" fmla="*/ 3779206 h 3784177"/>
              <a:gd name="connsiteX106" fmla="*/ 907906 w 8037833"/>
              <a:gd name="connsiteY106" fmla="*/ 3757678 h 3784177"/>
              <a:gd name="connsiteX107" fmla="*/ 825226 w 8037833"/>
              <a:gd name="connsiteY107" fmla="*/ 3726369 h 3784177"/>
              <a:gd name="connsiteX108" fmla="*/ 722264 w 8037833"/>
              <a:gd name="connsiteY108" fmla="*/ 3747612 h 3784177"/>
              <a:gd name="connsiteX109" fmla="*/ 659460 w 8037833"/>
              <a:gd name="connsiteY109" fmla="*/ 3740429 h 3784177"/>
              <a:gd name="connsiteX110" fmla="*/ 556552 w 8037833"/>
              <a:gd name="connsiteY110" fmla="*/ 3697934 h 3784177"/>
              <a:gd name="connsiteX111" fmla="*/ 421042 w 8037833"/>
              <a:gd name="connsiteY111" fmla="*/ 3709912 h 3784177"/>
              <a:gd name="connsiteX112" fmla="*/ 393295 w 8037833"/>
              <a:gd name="connsiteY112" fmla="*/ 3753097 h 3784177"/>
              <a:gd name="connsiteX113" fmla="*/ 355918 w 8037833"/>
              <a:gd name="connsiteY113" fmla="*/ 3779172 h 3784177"/>
              <a:gd name="connsiteX114" fmla="*/ 339711 w 8037833"/>
              <a:gd name="connsiteY114" fmla="*/ 3718242 h 3784177"/>
              <a:gd name="connsiteX115" fmla="*/ 222239 w 8037833"/>
              <a:gd name="connsiteY115" fmla="*/ 3672335 h 3784177"/>
              <a:gd name="connsiteX116" fmla="*/ 163578 w 8037833"/>
              <a:gd name="connsiteY116" fmla="*/ 3656292 h 3784177"/>
              <a:gd name="connsiteX117" fmla="*/ 72220 w 8037833"/>
              <a:gd name="connsiteY117" fmla="*/ 3645272 h 3784177"/>
              <a:gd name="connsiteX118" fmla="*/ 44395 w 8037833"/>
              <a:gd name="connsiteY118" fmla="*/ 3639455 h 3784177"/>
              <a:gd name="connsiteX119" fmla="*/ 1962 w 8037833"/>
              <a:gd name="connsiteY119" fmla="*/ 3635948 h 3784177"/>
              <a:gd name="connsiteX120" fmla="*/ 0 w 8037833"/>
              <a:gd name="connsiteY120" fmla="*/ 3635261 h 3784177"/>
              <a:gd name="connsiteX121" fmla="*/ 0 w 8037833"/>
              <a:gd name="connsiteY121" fmla="*/ 12763 h 3784177"/>
              <a:gd name="connsiteX0" fmla="*/ 0 w 8037833"/>
              <a:gd name="connsiteY0" fmla="*/ 12763 h 3823683"/>
              <a:gd name="connsiteX1" fmla="*/ 8037833 w 8037833"/>
              <a:gd name="connsiteY1" fmla="*/ 0 h 3823683"/>
              <a:gd name="connsiteX2" fmla="*/ 8037833 w 8037833"/>
              <a:gd name="connsiteY2" fmla="*/ 3123098 h 3823683"/>
              <a:gd name="connsiteX3" fmla="*/ 8034343 w 8037833"/>
              <a:gd name="connsiteY3" fmla="*/ 3122573 h 3823683"/>
              <a:gd name="connsiteX4" fmla="*/ 7877229 w 8037833"/>
              <a:gd name="connsiteY4" fmla="*/ 3143819 h 3823683"/>
              <a:gd name="connsiteX5" fmla="*/ 7752740 w 8037833"/>
              <a:gd name="connsiteY5" fmla="*/ 3181149 h 3823683"/>
              <a:gd name="connsiteX6" fmla="*/ 7588760 w 8037833"/>
              <a:gd name="connsiteY6" fmla="*/ 3183782 h 3823683"/>
              <a:gd name="connsiteX7" fmla="*/ 7351256 w 8037833"/>
              <a:gd name="connsiteY7" fmla="*/ 3276296 h 3823683"/>
              <a:gd name="connsiteX8" fmla="*/ 7241630 w 8037833"/>
              <a:gd name="connsiteY8" fmla="*/ 3258619 h 3823683"/>
              <a:gd name="connsiteX9" fmla="*/ 7197338 w 8037833"/>
              <a:gd name="connsiteY9" fmla="*/ 3224751 h 3823683"/>
              <a:gd name="connsiteX10" fmla="*/ 7180777 w 8037833"/>
              <a:gd name="connsiteY10" fmla="*/ 3222826 h 3823683"/>
              <a:gd name="connsiteX11" fmla="*/ 7146896 w 8037833"/>
              <a:gd name="connsiteY11" fmla="*/ 3256975 h 3823683"/>
              <a:gd name="connsiteX12" fmla="*/ 7101771 w 8037833"/>
              <a:gd name="connsiteY12" fmla="*/ 3257015 h 3823683"/>
              <a:gd name="connsiteX13" fmla="*/ 7047844 w 8037833"/>
              <a:gd name="connsiteY13" fmla="*/ 3303791 h 3823683"/>
              <a:gd name="connsiteX14" fmla="*/ 6912506 w 8037833"/>
              <a:gd name="connsiteY14" fmla="*/ 3361478 h 3823683"/>
              <a:gd name="connsiteX15" fmla="*/ 6819463 w 8037833"/>
              <a:gd name="connsiteY15" fmla="*/ 3368624 h 3823683"/>
              <a:gd name="connsiteX16" fmla="*/ 6797198 w 8037833"/>
              <a:gd name="connsiteY16" fmla="*/ 3378256 h 3823683"/>
              <a:gd name="connsiteX17" fmla="*/ 6718286 w 8037833"/>
              <a:gd name="connsiteY17" fmla="*/ 3382997 h 3823683"/>
              <a:gd name="connsiteX18" fmla="*/ 6609242 w 8037833"/>
              <a:gd name="connsiteY18" fmla="*/ 3355040 h 3823683"/>
              <a:gd name="connsiteX19" fmla="*/ 6462092 w 8037833"/>
              <a:gd name="connsiteY19" fmla="*/ 3373529 h 3823683"/>
              <a:gd name="connsiteX20" fmla="*/ 6303479 w 8037833"/>
              <a:gd name="connsiteY20" fmla="*/ 3319842 h 3823683"/>
              <a:gd name="connsiteX21" fmla="*/ 6210639 w 8037833"/>
              <a:gd name="connsiteY21" fmla="*/ 3335546 h 3823683"/>
              <a:gd name="connsiteX22" fmla="*/ 6111718 w 8037833"/>
              <a:gd name="connsiteY22" fmla="*/ 3357536 h 3823683"/>
              <a:gd name="connsiteX23" fmla="*/ 5949057 w 8037833"/>
              <a:gd name="connsiteY23" fmla="*/ 3379652 h 3823683"/>
              <a:gd name="connsiteX24" fmla="*/ 5891274 w 8037833"/>
              <a:gd name="connsiteY24" fmla="*/ 3397681 h 3823683"/>
              <a:gd name="connsiteX25" fmla="*/ 5835383 w 8037833"/>
              <a:gd name="connsiteY25" fmla="*/ 3377529 h 3823683"/>
              <a:gd name="connsiteX26" fmla="*/ 5746050 w 8037833"/>
              <a:gd name="connsiteY26" fmla="*/ 3426142 h 3823683"/>
              <a:gd name="connsiteX27" fmla="*/ 5613670 w 8037833"/>
              <a:gd name="connsiteY27" fmla="*/ 3428671 h 3823683"/>
              <a:gd name="connsiteX28" fmla="*/ 5535334 w 8037833"/>
              <a:gd name="connsiteY28" fmla="*/ 3437044 h 3823683"/>
              <a:gd name="connsiteX29" fmla="*/ 5506940 w 8037833"/>
              <a:gd name="connsiteY29" fmla="*/ 3450999 h 3823683"/>
              <a:gd name="connsiteX30" fmla="*/ 5466372 w 8037833"/>
              <a:gd name="connsiteY30" fmla="*/ 3463245 h 3823683"/>
              <a:gd name="connsiteX31" fmla="*/ 5395833 w 8037833"/>
              <a:gd name="connsiteY31" fmla="*/ 3493194 h 3823683"/>
              <a:gd name="connsiteX32" fmla="*/ 5299224 w 8037833"/>
              <a:gd name="connsiteY32" fmla="*/ 3518930 h 3823683"/>
              <a:gd name="connsiteX33" fmla="*/ 5223043 w 8037833"/>
              <a:gd name="connsiteY33" fmla="*/ 3491664 h 3823683"/>
              <a:gd name="connsiteX34" fmla="*/ 5217733 w 8037833"/>
              <a:gd name="connsiteY34" fmla="*/ 3500463 h 3823683"/>
              <a:gd name="connsiteX35" fmla="*/ 5167992 w 8037833"/>
              <a:gd name="connsiteY35" fmla="*/ 3504085 h 3823683"/>
              <a:gd name="connsiteX36" fmla="*/ 4987020 w 8037833"/>
              <a:gd name="connsiteY36" fmla="*/ 3461263 h 3823683"/>
              <a:gd name="connsiteX37" fmla="*/ 4890003 w 8037833"/>
              <a:gd name="connsiteY37" fmla="*/ 3469874 h 3823683"/>
              <a:gd name="connsiteX38" fmla="*/ 4856654 w 8037833"/>
              <a:gd name="connsiteY38" fmla="*/ 3481880 h 3823683"/>
              <a:gd name="connsiteX39" fmla="*/ 4800711 w 8037833"/>
              <a:gd name="connsiteY39" fmla="*/ 3501441 h 3823683"/>
              <a:gd name="connsiteX40" fmla="*/ 4761569 w 8037833"/>
              <a:gd name="connsiteY40" fmla="*/ 3538103 h 3823683"/>
              <a:gd name="connsiteX41" fmla="*/ 4713734 w 8037833"/>
              <a:gd name="connsiteY41" fmla="*/ 3545724 h 3823683"/>
              <a:gd name="connsiteX42" fmla="*/ 4699169 w 8037833"/>
              <a:gd name="connsiteY42" fmla="*/ 3518988 h 3823683"/>
              <a:gd name="connsiteX43" fmla="*/ 4649120 w 8037833"/>
              <a:gd name="connsiteY43" fmla="*/ 3536392 h 3823683"/>
              <a:gd name="connsiteX44" fmla="*/ 4573578 w 8037833"/>
              <a:gd name="connsiteY44" fmla="*/ 3565923 h 3823683"/>
              <a:gd name="connsiteX45" fmla="*/ 4529117 w 8037833"/>
              <a:gd name="connsiteY45" fmla="*/ 3575592 h 3823683"/>
              <a:gd name="connsiteX46" fmla="*/ 4408641 w 8037833"/>
              <a:gd name="connsiteY46" fmla="*/ 3610000 h 3823683"/>
              <a:gd name="connsiteX47" fmla="*/ 4234393 w 8037833"/>
              <a:gd name="connsiteY47" fmla="*/ 3704576 h 3823683"/>
              <a:gd name="connsiteX48" fmla="*/ 4258044 w 8037833"/>
              <a:gd name="connsiteY48" fmla="*/ 3823683 h 3823683"/>
              <a:gd name="connsiteX49" fmla="*/ 4208725 w 8037833"/>
              <a:gd name="connsiteY49" fmla="*/ 3704841 h 3823683"/>
              <a:gd name="connsiteX50" fmla="*/ 4201632 w 8037833"/>
              <a:gd name="connsiteY50" fmla="*/ 3702602 h 3823683"/>
              <a:gd name="connsiteX51" fmla="*/ 4191289 w 8037833"/>
              <a:gd name="connsiteY51" fmla="*/ 3702380 h 3823683"/>
              <a:gd name="connsiteX52" fmla="*/ 4191039 w 8037833"/>
              <a:gd name="connsiteY52" fmla="*/ 3702831 h 3823683"/>
              <a:gd name="connsiteX53" fmla="*/ 4181340 w 8037833"/>
              <a:gd name="connsiteY53" fmla="*/ 3701729 h 3823683"/>
              <a:gd name="connsiteX54" fmla="*/ 4133816 w 8037833"/>
              <a:gd name="connsiteY54" fmla="*/ 3690565 h 3823683"/>
              <a:gd name="connsiteX55" fmla="*/ 4071732 w 8037833"/>
              <a:gd name="connsiteY55" fmla="*/ 3732513 h 3823683"/>
              <a:gd name="connsiteX56" fmla="*/ 4045924 w 8037833"/>
              <a:gd name="connsiteY56" fmla="*/ 3739404 h 3823683"/>
              <a:gd name="connsiteX57" fmla="*/ 4032171 w 8037833"/>
              <a:gd name="connsiteY57" fmla="*/ 3745523 h 3823683"/>
              <a:gd name="connsiteX58" fmla="*/ 4031335 w 8037833"/>
              <a:gd name="connsiteY58" fmla="*/ 3747479 h 3823683"/>
              <a:gd name="connsiteX59" fmla="*/ 3985774 w 8037833"/>
              <a:gd name="connsiteY59" fmla="*/ 3736547 h 3823683"/>
              <a:gd name="connsiteX60" fmla="*/ 3979769 w 8037833"/>
              <a:gd name="connsiteY60" fmla="*/ 3738769 h 3823683"/>
              <a:gd name="connsiteX61" fmla="*/ 3950014 w 8037833"/>
              <a:gd name="connsiteY61" fmla="*/ 3726942 h 3823683"/>
              <a:gd name="connsiteX62" fmla="*/ 3934671 w 8037833"/>
              <a:gd name="connsiteY62" fmla="*/ 3723339 h 3823683"/>
              <a:gd name="connsiteX63" fmla="*/ 3930274 w 8037833"/>
              <a:gd name="connsiteY63" fmla="*/ 3717148 h 3823683"/>
              <a:gd name="connsiteX64" fmla="*/ 3907660 w 8037833"/>
              <a:gd name="connsiteY64" fmla="*/ 3714456 h 3823683"/>
              <a:gd name="connsiteX65" fmla="*/ 3905087 w 8037833"/>
              <a:gd name="connsiteY65" fmla="*/ 3716098 h 3823683"/>
              <a:gd name="connsiteX66" fmla="*/ 3886347 w 8037833"/>
              <a:gd name="connsiteY66" fmla="*/ 3706620 h 3823683"/>
              <a:gd name="connsiteX67" fmla="*/ 3870533 w 8037833"/>
              <a:gd name="connsiteY67" fmla="*/ 3689905 h 3823683"/>
              <a:gd name="connsiteX68" fmla="*/ 3678563 w 8037833"/>
              <a:gd name="connsiteY68" fmla="*/ 3694486 h 3823683"/>
              <a:gd name="connsiteX69" fmla="*/ 3524121 w 8037833"/>
              <a:gd name="connsiteY69" fmla="*/ 3642736 h 3823683"/>
              <a:gd name="connsiteX70" fmla="*/ 3407752 w 8037833"/>
              <a:gd name="connsiteY70" fmla="*/ 3626590 h 3823683"/>
              <a:gd name="connsiteX71" fmla="*/ 3373519 w 8037833"/>
              <a:gd name="connsiteY71" fmla="*/ 3665785 h 3823683"/>
              <a:gd name="connsiteX72" fmla="*/ 3114267 w 8037833"/>
              <a:gd name="connsiteY72" fmla="*/ 3638983 h 3823683"/>
              <a:gd name="connsiteX73" fmla="*/ 3048270 w 8037833"/>
              <a:gd name="connsiteY73" fmla="*/ 3649949 h 3823683"/>
              <a:gd name="connsiteX74" fmla="*/ 2989722 w 8037833"/>
              <a:gd name="connsiteY74" fmla="*/ 3623230 h 3823683"/>
              <a:gd name="connsiteX75" fmla="*/ 2965734 w 8037833"/>
              <a:gd name="connsiteY75" fmla="*/ 3635676 h 3823683"/>
              <a:gd name="connsiteX76" fmla="*/ 2961603 w 8037833"/>
              <a:gd name="connsiteY76" fmla="*/ 3638221 h 3823683"/>
              <a:gd name="connsiteX77" fmla="*/ 2944959 w 8037833"/>
              <a:gd name="connsiteY77" fmla="*/ 3639723 h 3823683"/>
              <a:gd name="connsiteX78" fmla="*/ 2940402 w 8037833"/>
              <a:gd name="connsiteY78" fmla="*/ 3651000 h 3823683"/>
              <a:gd name="connsiteX79" fmla="*/ 2915449 w 8037833"/>
              <a:gd name="connsiteY79" fmla="*/ 3661039 h 3823683"/>
              <a:gd name="connsiteX80" fmla="*/ 2884777 w 8037833"/>
              <a:gd name="connsiteY80" fmla="*/ 3660775 h 3823683"/>
              <a:gd name="connsiteX81" fmla="*/ 2739034 w 8037833"/>
              <a:gd name="connsiteY81" fmla="*/ 3647396 h 3823683"/>
              <a:gd name="connsiteX82" fmla="*/ 2651827 w 8037833"/>
              <a:gd name="connsiteY82" fmla="*/ 3646306 h 3823683"/>
              <a:gd name="connsiteX83" fmla="*/ 2618680 w 8037833"/>
              <a:gd name="connsiteY83" fmla="*/ 3656755 h 3823683"/>
              <a:gd name="connsiteX84" fmla="*/ 2572404 w 8037833"/>
              <a:gd name="connsiteY84" fmla="*/ 3664043 h 3823683"/>
              <a:gd name="connsiteX85" fmla="*/ 2490721 w 8037833"/>
              <a:gd name="connsiteY85" fmla="*/ 3685313 h 3823683"/>
              <a:gd name="connsiteX86" fmla="*/ 2423704 w 8037833"/>
              <a:gd name="connsiteY86" fmla="*/ 3658079 h 3823683"/>
              <a:gd name="connsiteX87" fmla="*/ 2301172 w 8037833"/>
              <a:gd name="connsiteY87" fmla="*/ 3663053 h 3823683"/>
              <a:gd name="connsiteX88" fmla="*/ 2294102 w 8037833"/>
              <a:gd name="connsiteY88" fmla="*/ 3671151 h 3823683"/>
              <a:gd name="connsiteX89" fmla="*/ 2238966 w 8037833"/>
              <a:gd name="connsiteY89" fmla="*/ 3668777 h 3823683"/>
              <a:gd name="connsiteX90" fmla="*/ 2046240 w 8037833"/>
              <a:gd name="connsiteY90" fmla="*/ 3604535 h 3823683"/>
              <a:gd name="connsiteX91" fmla="*/ 1938480 w 8037833"/>
              <a:gd name="connsiteY91" fmla="*/ 3601439 h 3823683"/>
              <a:gd name="connsiteX92" fmla="*/ 1900166 w 8037833"/>
              <a:gd name="connsiteY92" fmla="*/ 3609358 h 3823683"/>
              <a:gd name="connsiteX93" fmla="*/ 1835976 w 8037833"/>
              <a:gd name="connsiteY93" fmla="*/ 3622065 h 3823683"/>
              <a:gd name="connsiteX94" fmla="*/ 1787830 w 8037833"/>
              <a:gd name="connsiteY94" fmla="*/ 3653768 h 3823683"/>
              <a:gd name="connsiteX95" fmla="*/ 1734224 w 8037833"/>
              <a:gd name="connsiteY95" fmla="*/ 3655593 h 3823683"/>
              <a:gd name="connsiteX96" fmla="*/ 1721989 w 8037833"/>
              <a:gd name="connsiteY96" fmla="*/ 3627298 h 3823683"/>
              <a:gd name="connsiteX97" fmla="*/ 1664576 w 8037833"/>
              <a:gd name="connsiteY97" fmla="*/ 3638572 h 3823683"/>
              <a:gd name="connsiteX98" fmla="*/ 1577459 w 8037833"/>
              <a:gd name="connsiteY98" fmla="*/ 3658824 h 3823683"/>
              <a:gd name="connsiteX99" fmla="*/ 1527269 w 8037833"/>
              <a:gd name="connsiteY99" fmla="*/ 3663088 h 3823683"/>
              <a:gd name="connsiteX100" fmla="*/ 1390118 w 8037833"/>
              <a:gd name="connsiteY100" fmla="*/ 3682789 h 3823683"/>
              <a:gd name="connsiteX101" fmla="*/ 1252698 w 8037833"/>
              <a:gd name="connsiteY101" fmla="*/ 3708662 h 3823683"/>
              <a:gd name="connsiteX102" fmla="*/ 1171039 w 8037833"/>
              <a:gd name="connsiteY102" fmla="*/ 3758642 h 3823683"/>
              <a:gd name="connsiteX103" fmla="*/ 1058106 w 8037833"/>
              <a:gd name="connsiteY103" fmla="*/ 3776166 h 3823683"/>
              <a:gd name="connsiteX104" fmla="*/ 1039167 w 8037833"/>
              <a:gd name="connsiteY104" fmla="*/ 3784177 h 3823683"/>
              <a:gd name="connsiteX105" fmla="*/ 1012958 w 8037833"/>
              <a:gd name="connsiteY105" fmla="*/ 3779206 h 3823683"/>
              <a:gd name="connsiteX106" fmla="*/ 907906 w 8037833"/>
              <a:gd name="connsiteY106" fmla="*/ 3757678 h 3823683"/>
              <a:gd name="connsiteX107" fmla="*/ 825226 w 8037833"/>
              <a:gd name="connsiteY107" fmla="*/ 3726369 h 3823683"/>
              <a:gd name="connsiteX108" fmla="*/ 722264 w 8037833"/>
              <a:gd name="connsiteY108" fmla="*/ 3747612 h 3823683"/>
              <a:gd name="connsiteX109" fmla="*/ 659460 w 8037833"/>
              <a:gd name="connsiteY109" fmla="*/ 3740429 h 3823683"/>
              <a:gd name="connsiteX110" fmla="*/ 556552 w 8037833"/>
              <a:gd name="connsiteY110" fmla="*/ 3697934 h 3823683"/>
              <a:gd name="connsiteX111" fmla="*/ 421042 w 8037833"/>
              <a:gd name="connsiteY111" fmla="*/ 3709912 h 3823683"/>
              <a:gd name="connsiteX112" fmla="*/ 393295 w 8037833"/>
              <a:gd name="connsiteY112" fmla="*/ 3753097 h 3823683"/>
              <a:gd name="connsiteX113" fmla="*/ 355918 w 8037833"/>
              <a:gd name="connsiteY113" fmla="*/ 3779172 h 3823683"/>
              <a:gd name="connsiteX114" fmla="*/ 339711 w 8037833"/>
              <a:gd name="connsiteY114" fmla="*/ 3718242 h 3823683"/>
              <a:gd name="connsiteX115" fmla="*/ 222239 w 8037833"/>
              <a:gd name="connsiteY115" fmla="*/ 3672335 h 3823683"/>
              <a:gd name="connsiteX116" fmla="*/ 163578 w 8037833"/>
              <a:gd name="connsiteY116" fmla="*/ 3656292 h 3823683"/>
              <a:gd name="connsiteX117" fmla="*/ 72220 w 8037833"/>
              <a:gd name="connsiteY117" fmla="*/ 3645272 h 3823683"/>
              <a:gd name="connsiteX118" fmla="*/ 44395 w 8037833"/>
              <a:gd name="connsiteY118" fmla="*/ 3639455 h 3823683"/>
              <a:gd name="connsiteX119" fmla="*/ 1962 w 8037833"/>
              <a:gd name="connsiteY119" fmla="*/ 3635948 h 3823683"/>
              <a:gd name="connsiteX120" fmla="*/ 0 w 8037833"/>
              <a:gd name="connsiteY120" fmla="*/ 3635261 h 3823683"/>
              <a:gd name="connsiteX121" fmla="*/ 0 w 8037833"/>
              <a:gd name="connsiteY121" fmla="*/ 12763 h 3823683"/>
              <a:gd name="connsiteX0" fmla="*/ 0 w 8037833"/>
              <a:gd name="connsiteY0" fmla="*/ 12763 h 3823683"/>
              <a:gd name="connsiteX1" fmla="*/ 8037833 w 8037833"/>
              <a:gd name="connsiteY1" fmla="*/ 0 h 3823683"/>
              <a:gd name="connsiteX2" fmla="*/ 8037833 w 8037833"/>
              <a:gd name="connsiteY2" fmla="*/ 3123098 h 3823683"/>
              <a:gd name="connsiteX3" fmla="*/ 8034343 w 8037833"/>
              <a:gd name="connsiteY3" fmla="*/ 3122573 h 3823683"/>
              <a:gd name="connsiteX4" fmla="*/ 7877229 w 8037833"/>
              <a:gd name="connsiteY4" fmla="*/ 3143819 h 3823683"/>
              <a:gd name="connsiteX5" fmla="*/ 7752740 w 8037833"/>
              <a:gd name="connsiteY5" fmla="*/ 3181149 h 3823683"/>
              <a:gd name="connsiteX6" fmla="*/ 7588760 w 8037833"/>
              <a:gd name="connsiteY6" fmla="*/ 3183782 h 3823683"/>
              <a:gd name="connsiteX7" fmla="*/ 7351256 w 8037833"/>
              <a:gd name="connsiteY7" fmla="*/ 3276296 h 3823683"/>
              <a:gd name="connsiteX8" fmla="*/ 7241630 w 8037833"/>
              <a:gd name="connsiteY8" fmla="*/ 3258619 h 3823683"/>
              <a:gd name="connsiteX9" fmla="*/ 7197338 w 8037833"/>
              <a:gd name="connsiteY9" fmla="*/ 3224751 h 3823683"/>
              <a:gd name="connsiteX10" fmla="*/ 7180777 w 8037833"/>
              <a:gd name="connsiteY10" fmla="*/ 3222826 h 3823683"/>
              <a:gd name="connsiteX11" fmla="*/ 7146896 w 8037833"/>
              <a:gd name="connsiteY11" fmla="*/ 3256975 h 3823683"/>
              <a:gd name="connsiteX12" fmla="*/ 7101771 w 8037833"/>
              <a:gd name="connsiteY12" fmla="*/ 3257015 h 3823683"/>
              <a:gd name="connsiteX13" fmla="*/ 7047844 w 8037833"/>
              <a:gd name="connsiteY13" fmla="*/ 3303791 h 3823683"/>
              <a:gd name="connsiteX14" fmla="*/ 6912506 w 8037833"/>
              <a:gd name="connsiteY14" fmla="*/ 3361478 h 3823683"/>
              <a:gd name="connsiteX15" fmla="*/ 6819463 w 8037833"/>
              <a:gd name="connsiteY15" fmla="*/ 3368624 h 3823683"/>
              <a:gd name="connsiteX16" fmla="*/ 6797198 w 8037833"/>
              <a:gd name="connsiteY16" fmla="*/ 3378256 h 3823683"/>
              <a:gd name="connsiteX17" fmla="*/ 6718286 w 8037833"/>
              <a:gd name="connsiteY17" fmla="*/ 3382997 h 3823683"/>
              <a:gd name="connsiteX18" fmla="*/ 6609242 w 8037833"/>
              <a:gd name="connsiteY18" fmla="*/ 3355040 h 3823683"/>
              <a:gd name="connsiteX19" fmla="*/ 6462092 w 8037833"/>
              <a:gd name="connsiteY19" fmla="*/ 3373529 h 3823683"/>
              <a:gd name="connsiteX20" fmla="*/ 6303479 w 8037833"/>
              <a:gd name="connsiteY20" fmla="*/ 3319842 h 3823683"/>
              <a:gd name="connsiteX21" fmla="*/ 6210639 w 8037833"/>
              <a:gd name="connsiteY21" fmla="*/ 3335546 h 3823683"/>
              <a:gd name="connsiteX22" fmla="*/ 6111718 w 8037833"/>
              <a:gd name="connsiteY22" fmla="*/ 3357536 h 3823683"/>
              <a:gd name="connsiteX23" fmla="*/ 5949057 w 8037833"/>
              <a:gd name="connsiteY23" fmla="*/ 3379652 h 3823683"/>
              <a:gd name="connsiteX24" fmla="*/ 5891274 w 8037833"/>
              <a:gd name="connsiteY24" fmla="*/ 3397681 h 3823683"/>
              <a:gd name="connsiteX25" fmla="*/ 5835383 w 8037833"/>
              <a:gd name="connsiteY25" fmla="*/ 3377529 h 3823683"/>
              <a:gd name="connsiteX26" fmla="*/ 5746050 w 8037833"/>
              <a:gd name="connsiteY26" fmla="*/ 3426142 h 3823683"/>
              <a:gd name="connsiteX27" fmla="*/ 5613670 w 8037833"/>
              <a:gd name="connsiteY27" fmla="*/ 3428671 h 3823683"/>
              <a:gd name="connsiteX28" fmla="*/ 5535334 w 8037833"/>
              <a:gd name="connsiteY28" fmla="*/ 3437044 h 3823683"/>
              <a:gd name="connsiteX29" fmla="*/ 5506940 w 8037833"/>
              <a:gd name="connsiteY29" fmla="*/ 3450999 h 3823683"/>
              <a:gd name="connsiteX30" fmla="*/ 5466372 w 8037833"/>
              <a:gd name="connsiteY30" fmla="*/ 3463245 h 3823683"/>
              <a:gd name="connsiteX31" fmla="*/ 5395833 w 8037833"/>
              <a:gd name="connsiteY31" fmla="*/ 3493194 h 3823683"/>
              <a:gd name="connsiteX32" fmla="*/ 5299224 w 8037833"/>
              <a:gd name="connsiteY32" fmla="*/ 3518930 h 3823683"/>
              <a:gd name="connsiteX33" fmla="*/ 5223043 w 8037833"/>
              <a:gd name="connsiteY33" fmla="*/ 3491664 h 3823683"/>
              <a:gd name="connsiteX34" fmla="*/ 5217733 w 8037833"/>
              <a:gd name="connsiteY34" fmla="*/ 3500463 h 3823683"/>
              <a:gd name="connsiteX35" fmla="*/ 5167992 w 8037833"/>
              <a:gd name="connsiteY35" fmla="*/ 3504085 h 3823683"/>
              <a:gd name="connsiteX36" fmla="*/ 4987020 w 8037833"/>
              <a:gd name="connsiteY36" fmla="*/ 3461263 h 3823683"/>
              <a:gd name="connsiteX37" fmla="*/ 4890003 w 8037833"/>
              <a:gd name="connsiteY37" fmla="*/ 3469874 h 3823683"/>
              <a:gd name="connsiteX38" fmla="*/ 4856654 w 8037833"/>
              <a:gd name="connsiteY38" fmla="*/ 3481880 h 3823683"/>
              <a:gd name="connsiteX39" fmla="*/ 4800711 w 8037833"/>
              <a:gd name="connsiteY39" fmla="*/ 3501441 h 3823683"/>
              <a:gd name="connsiteX40" fmla="*/ 4761569 w 8037833"/>
              <a:gd name="connsiteY40" fmla="*/ 3538103 h 3823683"/>
              <a:gd name="connsiteX41" fmla="*/ 4713734 w 8037833"/>
              <a:gd name="connsiteY41" fmla="*/ 3545724 h 3823683"/>
              <a:gd name="connsiteX42" fmla="*/ 4699169 w 8037833"/>
              <a:gd name="connsiteY42" fmla="*/ 3518988 h 3823683"/>
              <a:gd name="connsiteX43" fmla="*/ 4649120 w 8037833"/>
              <a:gd name="connsiteY43" fmla="*/ 3536392 h 3823683"/>
              <a:gd name="connsiteX44" fmla="*/ 4573578 w 8037833"/>
              <a:gd name="connsiteY44" fmla="*/ 3565923 h 3823683"/>
              <a:gd name="connsiteX45" fmla="*/ 4529117 w 8037833"/>
              <a:gd name="connsiteY45" fmla="*/ 3575592 h 3823683"/>
              <a:gd name="connsiteX46" fmla="*/ 4408641 w 8037833"/>
              <a:gd name="connsiteY46" fmla="*/ 3610000 h 3823683"/>
              <a:gd name="connsiteX47" fmla="*/ 4356402 w 8037833"/>
              <a:gd name="connsiteY47" fmla="*/ 3642792 h 3823683"/>
              <a:gd name="connsiteX48" fmla="*/ 4258044 w 8037833"/>
              <a:gd name="connsiteY48" fmla="*/ 3823683 h 3823683"/>
              <a:gd name="connsiteX49" fmla="*/ 4208725 w 8037833"/>
              <a:gd name="connsiteY49" fmla="*/ 3704841 h 3823683"/>
              <a:gd name="connsiteX50" fmla="*/ 4201632 w 8037833"/>
              <a:gd name="connsiteY50" fmla="*/ 3702602 h 3823683"/>
              <a:gd name="connsiteX51" fmla="*/ 4191289 w 8037833"/>
              <a:gd name="connsiteY51" fmla="*/ 3702380 h 3823683"/>
              <a:gd name="connsiteX52" fmla="*/ 4191039 w 8037833"/>
              <a:gd name="connsiteY52" fmla="*/ 3702831 h 3823683"/>
              <a:gd name="connsiteX53" fmla="*/ 4181340 w 8037833"/>
              <a:gd name="connsiteY53" fmla="*/ 3701729 h 3823683"/>
              <a:gd name="connsiteX54" fmla="*/ 4133816 w 8037833"/>
              <a:gd name="connsiteY54" fmla="*/ 3690565 h 3823683"/>
              <a:gd name="connsiteX55" fmla="*/ 4071732 w 8037833"/>
              <a:gd name="connsiteY55" fmla="*/ 3732513 h 3823683"/>
              <a:gd name="connsiteX56" fmla="*/ 4045924 w 8037833"/>
              <a:gd name="connsiteY56" fmla="*/ 3739404 h 3823683"/>
              <a:gd name="connsiteX57" fmla="*/ 4032171 w 8037833"/>
              <a:gd name="connsiteY57" fmla="*/ 3745523 h 3823683"/>
              <a:gd name="connsiteX58" fmla="*/ 4031335 w 8037833"/>
              <a:gd name="connsiteY58" fmla="*/ 3747479 h 3823683"/>
              <a:gd name="connsiteX59" fmla="*/ 3985774 w 8037833"/>
              <a:gd name="connsiteY59" fmla="*/ 3736547 h 3823683"/>
              <a:gd name="connsiteX60" fmla="*/ 3979769 w 8037833"/>
              <a:gd name="connsiteY60" fmla="*/ 3738769 h 3823683"/>
              <a:gd name="connsiteX61" fmla="*/ 3950014 w 8037833"/>
              <a:gd name="connsiteY61" fmla="*/ 3726942 h 3823683"/>
              <a:gd name="connsiteX62" fmla="*/ 3934671 w 8037833"/>
              <a:gd name="connsiteY62" fmla="*/ 3723339 h 3823683"/>
              <a:gd name="connsiteX63" fmla="*/ 3930274 w 8037833"/>
              <a:gd name="connsiteY63" fmla="*/ 3717148 h 3823683"/>
              <a:gd name="connsiteX64" fmla="*/ 3907660 w 8037833"/>
              <a:gd name="connsiteY64" fmla="*/ 3714456 h 3823683"/>
              <a:gd name="connsiteX65" fmla="*/ 3905087 w 8037833"/>
              <a:gd name="connsiteY65" fmla="*/ 3716098 h 3823683"/>
              <a:gd name="connsiteX66" fmla="*/ 3886347 w 8037833"/>
              <a:gd name="connsiteY66" fmla="*/ 3706620 h 3823683"/>
              <a:gd name="connsiteX67" fmla="*/ 3870533 w 8037833"/>
              <a:gd name="connsiteY67" fmla="*/ 3689905 h 3823683"/>
              <a:gd name="connsiteX68" fmla="*/ 3678563 w 8037833"/>
              <a:gd name="connsiteY68" fmla="*/ 3694486 h 3823683"/>
              <a:gd name="connsiteX69" fmla="*/ 3524121 w 8037833"/>
              <a:gd name="connsiteY69" fmla="*/ 3642736 h 3823683"/>
              <a:gd name="connsiteX70" fmla="*/ 3407752 w 8037833"/>
              <a:gd name="connsiteY70" fmla="*/ 3626590 h 3823683"/>
              <a:gd name="connsiteX71" fmla="*/ 3373519 w 8037833"/>
              <a:gd name="connsiteY71" fmla="*/ 3665785 h 3823683"/>
              <a:gd name="connsiteX72" fmla="*/ 3114267 w 8037833"/>
              <a:gd name="connsiteY72" fmla="*/ 3638983 h 3823683"/>
              <a:gd name="connsiteX73" fmla="*/ 3048270 w 8037833"/>
              <a:gd name="connsiteY73" fmla="*/ 3649949 h 3823683"/>
              <a:gd name="connsiteX74" fmla="*/ 2989722 w 8037833"/>
              <a:gd name="connsiteY74" fmla="*/ 3623230 h 3823683"/>
              <a:gd name="connsiteX75" fmla="*/ 2965734 w 8037833"/>
              <a:gd name="connsiteY75" fmla="*/ 3635676 h 3823683"/>
              <a:gd name="connsiteX76" fmla="*/ 2961603 w 8037833"/>
              <a:gd name="connsiteY76" fmla="*/ 3638221 h 3823683"/>
              <a:gd name="connsiteX77" fmla="*/ 2944959 w 8037833"/>
              <a:gd name="connsiteY77" fmla="*/ 3639723 h 3823683"/>
              <a:gd name="connsiteX78" fmla="*/ 2940402 w 8037833"/>
              <a:gd name="connsiteY78" fmla="*/ 3651000 h 3823683"/>
              <a:gd name="connsiteX79" fmla="*/ 2915449 w 8037833"/>
              <a:gd name="connsiteY79" fmla="*/ 3661039 h 3823683"/>
              <a:gd name="connsiteX80" fmla="*/ 2884777 w 8037833"/>
              <a:gd name="connsiteY80" fmla="*/ 3660775 h 3823683"/>
              <a:gd name="connsiteX81" fmla="*/ 2739034 w 8037833"/>
              <a:gd name="connsiteY81" fmla="*/ 3647396 h 3823683"/>
              <a:gd name="connsiteX82" fmla="*/ 2651827 w 8037833"/>
              <a:gd name="connsiteY82" fmla="*/ 3646306 h 3823683"/>
              <a:gd name="connsiteX83" fmla="*/ 2618680 w 8037833"/>
              <a:gd name="connsiteY83" fmla="*/ 3656755 h 3823683"/>
              <a:gd name="connsiteX84" fmla="*/ 2572404 w 8037833"/>
              <a:gd name="connsiteY84" fmla="*/ 3664043 h 3823683"/>
              <a:gd name="connsiteX85" fmla="*/ 2490721 w 8037833"/>
              <a:gd name="connsiteY85" fmla="*/ 3685313 h 3823683"/>
              <a:gd name="connsiteX86" fmla="*/ 2423704 w 8037833"/>
              <a:gd name="connsiteY86" fmla="*/ 3658079 h 3823683"/>
              <a:gd name="connsiteX87" fmla="*/ 2301172 w 8037833"/>
              <a:gd name="connsiteY87" fmla="*/ 3663053 h 3823683"/>
              <a:gd name="connsiteX88" fmla="*/ 2294102 w 8037833"/>
              <a:gd name="connsiteY88" fmla="*/ 3671151 h 3823683"/>
              <a:gd name="connsiteX89" fmla="*/ 2238966 w 8037833"/>
              <a:gd name="connsiteY89" fmla="*/ 3668777 h 3823683"/>
              <a:gd name="connsiteX90" fmla="*/ 2046240 w 8037833"/>
              <a:gd name="connsiteY90" fmla="*/ 3604535 h 3823683"/>
              <a:gd name="connsiteX91" fmla="*/ 1938480 w 8037833"/>
              <a:gd name="connsiteY91" fmla="*/ 3601439 h 3823683"/>
              <a:gd name="connsiteX92" fmla="*/ 1900166 w 8037833"/>
              <a:gd name="connsiteY92" fmla="*/ 3609358 h 3823683"/>
              <a:gd name="connsiteX93" fmla="*/ 1835976 w 8037833"/>
              <a:gd name="connsiteY93" fmla="*/ 3622065 h 3823683"/>
              <a:gd name="connsiteX94" fmla="*/ 1787830 w 8037833"/>
              <a:gd name="connsiteY94" fmla="*/ 3653768 h 3823683"/>
              <a:gd name="connsiteX95" fmla="*/ 1734224 w 8037833"/>
              <a:gd name="connsiteY95" fmla="*/ 3655593 h 3823683"/>
              <a:gd name="connsiteX96" fmla="*/ 1721989 w 8037833"/>
              <a:gd name="connsiteY96" fmla="*/ 3627298 h 3823683"/>
              <a:gd name="connsiteX97" fmla="*/ 1664576 w 8037833"/>
              <a:gd name="connsiteY97" fmla="*/ 3638572 h 3823683"/>
              <a:gd name="connsiteX98" fmla="*/ 1577459 w 8037833"/>
              <a:gd name="connsiteY98" fmla="*/ 3658824 h 3823683"/>
              <a:gd name="connsiteX99" fmla="*/ 1527269 w 8037833"/>
              <a:gd name="connsiteY99" fmla="*/ 3663088 h 3823683"/>
              <a:gd name="connsiteX100" fmla="*/ 1390118 w 8037833"/>
              <a:gd name="connsiteY100" fmla="*/ 3682789 h 3823683"/>
              <a:gd name="connsiteX101" fmla="*/ 1252698 w 8037833"/>
              <a:gd name="connsiteY101" fmla="*/ 3708662 h 3823683"/>
              <a:gd name="connsiteX102" fmla="*/ 1171039 w 8037833"/>
              <a:gd name="connsiteY102" fmla="*/ 3758642 h 3823683"/>
              <a:gd name="connsiteX103" fmla="*/ 1058106 w 8037833"/>
              <a:gd name="connsiteY103" fmla="*/ 3776166 h 3823683"/>
              <a:gd name="connsiteX104" fmla="*/ 1039167 w 8037833"/>
              <a:gd name="connsiteY104" fmla="*/ 3784177 h 3823683"/>
              <a:gd name="connsiteX105" fmla="*/ 1012958 w 8037833"/>
              <a:gd name="connsiteY105" fmla="*/ 3779206 h 3823683"/>
              <a:gd name="connsiteX106" fmla="*/ 907906 w 8037833"/>
              <a:gd name="connsiteY106" fmla="*/ 3757678 h 3823683"/>
              <a:gd name="connsiteX107" fmla="*/ 825226 w 8037833"/>
              <a:gd name="connsiteY107" fmla="*/ 3726369 h 3823683"/>
              <a:gd name="connsiteX108" fmla="*/ 722264 w 8037833"/>
              <a:gd name="connsiteY108" fmla="*/ 3747612 h 3823683"/>
              <a:gd name="connsiteX109" fmla="*/ 659460 w 8037833"/>
              <a:gd name="connsiteY109" fmla="*/ 3740429 h 3823683"/>
              <a:gd name="connsiteX110" fmla="*/ 556552 w 8037833"/>
              <a:gd name="connsiteY110" fmla="*/ 3697934 h 3823683"/>
              <a:gd name="connsiteX111" fmla="*/ 421042 w 8037833"/>
              <a:gd name="connsiteY111" fmla="*/ 3709912 h 3823683"/>
              <a:gd name="connsiteX112" fmla="*/ 393295 w 8037833"/>
              <a:gd name="connsiteY112" fmla="*/ 3753097 h 3823683"/>
              <a:gd name="connsiteX113" fmla="*/ 355918 w 8037833"/>
              <a:gd name="connsiteY113" fmla="*/ 3779172 h 3823683"/>
              <a:gd name="connsiteX114" fmla="*/ 339711 w 8037833"/>
              <a:gd name="connsiteY114" fmla="*/ 3718242 h 3823683"/>
              <a:gd name="connsiteX115" fmla="*/ 222239 w 8037833"/>
              <a:gd name="connsiteY115" fmla="*/ 3672335 h 3823683"/>
              <a:gd name="connsiteX116" fmla="*/ 163578 w 8037833"/>
              <a:gd name="connsiteY116" fmla="*/ 3656292 h 3823683"/>
              <a:gd name="connsiteX117" fmla="*/ 72220 w 8037833"/>
              <a:gd name="connsiteY117" fmla="*/ 3645272 h 3823683"/>
              <a:gd name="connsiteX118" fmla="*/ 44395 w 8037833"/>
              <a:gd name="connsiteY118" fmla="*/ 3639455 h 3823683"/>
              <a:gd name="connsiteX119" fmla="*/ 1962 w 8037833"/>
              <a:gd name="connsiteY119" fmla="*/ 3635948 h 3823683"/>
              <a:gd name="connsiteX120" fmla="*/ 0 w 8037833"/>
              <a:gd name="connsiteY120" fmla="*/ 3635261 h 3823683"/>
              <a:gd name="connsiteX121" fmla="*/ 0 w 8037833"/>
              <a:gd name="connsiteY121" fmla="*/ 12763 h 3823683"/>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299224 w 8037833"/>
              <a:gd name="connsiteY32" fmla="*/ 351893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356402 w 8037833"/>
              <a:gd name="connsiteY47" fmla="*/ 3642792 h 3784177"/>
              <a:gd name="connsiteX48" fmla="*/ 4270245 w 8037833"/>
              <a:gd name="connsiteY48" fmla="*/ 3665789 h 3784177"/>
              <a:gd name="connsiteX49" fmla="*/ 4208725 w 8037833"/>
              <a:gd name="connsiteY49" fmla="*/ 3704841 h 3784177"/>
              <a:gd name="connsiteX50" fmla="*/ 4201632 w 8037833"/>
              <a:gd name="connsiteY50" fmla="*/ 3702602 h 3784177"/>
              <a:gd name="connsiteX51" fmla="*/ 4191289 w 8037833"/>
              <a:gd name="connsiteY51" fmla="*/ 3702380 h 3784177"/>
              <a:gd name="connsiteX52" fmla="*/ 4191039 w 8037833"/>
              <a:gd name="connsiteY52" fmla="*/ 3702831 h 3784177"/>
              <a:gd name="connsiteX53" fmla="*/ 4181340 w 8037833"/>
              <a:gd name="connsiteY53" fmla="*/ 3701729 h 3784177"/>
              <a:gd name="connsiteX54" fmla="*/ 4133816 w 8037833"/>
              <a:gd name="connsiteY54" fmla="*/ 3690565 h 3784177"/>
              <a:gd name="connsiteX55" fmla="*/ 4071732 w 8037833"/>
              <a:gd name="connsiteY55" fmla="*/ 3732513 h 3784177"/>
              <a:gd name="connsiteX56" fmla="*/ 4045924 w 8037833"/>
              <a:gd name="connsiteY56" fmla="*/ 3739404 h 3784177"/>
              <a:gd name="connsiteX57" fmla="*/ 4032171 w 8037833"/>
              <a:gd name="connsiteY57" fmla="*/ 3745523 h 3784177"/>
              <a:gd name="connsiteX58" fmla="*/ 4031335 w 8037833"/>
              <a:gd name="connsiteY58" fmla="*/ 3747479 h 3784177"/>
              <a:gd name="connsiteX59" fmla="*/ 3985774 w 8037833"/>
              <a:gd name="connsiteY59" fmla="*/ 3736547 h 3784177"/>
              <a:gd name="connsiteX60" fmla="*/ 3979769 w 8037833"/>
              <a:gd name="connsiteY60" fmla="*/ 3738769 h 3784177"/>
              <a:gd name="connsiteX61" fmla="*/ 3950014 w 8037833"/>
              <a:gd name="connsiteY61" fmla="*/ 3726942 h 3784177"/>
              <a:gd name="connsiteX62" fmla="*/ 3934671 w 8037833"/>
              <a:gd name="connsiteY62" fmla="*/ 3723339 h 3784177"/>
              <a:gd name="connsiteX63" fmla="*/ 3930274 w 8037833"/>
              <a:gd name="connsiteY63" fmla="*/ 3717148 h 3784177"/>
              <a:gd name="connsiteX64" fmla="*/ 3907660 w 8037833"/>
              <a:gd name="connsiteY64" fmla="*/ 3714456 h 3784177"/>
              <a:gd name="connsiteX65" fmla="*/ 3905087 w 8037833"/>
              <a:gd name="connsiteY65" fmla="*/ 3716098 h 3784177"/>
              <a:gd name="connsiteX66" fmla="*/ 3886347 w 8037833"/>
              <a:gd name="connsiteY66" fmla="*/ 3706620 h 3784177"/>
              <a:gd name="connsiteX67" fmla="*/ 3870533 w 8037833"/>
              <a:gd name="connsiteY67" fmla="*/ 3689905 h 3784177"/>
              <a:gd name="connsiteX68" fmla="*/ 3678563 w 8037833"/>
              <a:gd name="connsiteY68" fmla="*/ 3694486 h 3784177"/>
              <a:gd name="connsiteX69" fmla="*/ 3524121 w 8037833"/>
              <a:gd name="connsiteY69" fmla="*/ 3642736 h 3784177"/>
              <a:gd name="connsiteX70" fmla="*/ 3407752 w 8037833"/>
              <a:gd name="connsiteY70" fmla="*/ 3626590 h 3784177"/>
              <a:gd name="connsiteX71" fmla="*/ 3373519 w 8037833"/>
              <a:gd name="connsiteY71" fmla="*/ 3665785 h 3784177"/>
              <a:gd name="connsiteX72" fmla="*/ 3114267 w 8037833"/>
              <a:gd name="connsiteY72" fmla="*/ 3638983 h 3784177"/>
              <a:gd name="connsiteX73" fmla="*/ 3048270 w 8037833"/>
              <a:gd name="connsiteY73" fmla="*/ 3649949 h 3784177"/>
              <a:gd name="connsiteX74" fmla="*/ 2989722 w 8037833"/>
              <a:gd name="connsiteY74" fmla="*/ 3623230 h 3784177"/>
              <a:gd name="connsiteX75" fmla="*/ 2965734 w 8037833"/>
              <a:gd name="connsiteY75" fmla="*/ 3635676 h 3784177"/>
              <a:gd name="connsiteX76" fmla="*/ 2961603 w 8037833"/>
              <a:gd name="connsiteY76" fmla="*/ 3638221 h 3784177"/>
              <a:gd name="connsiteX77" fmla="*/ 2944959 w 8037833"/>
              <a:gd name="connsiteY77" fmla="*/ 3639723 h 3784177"/>
              <a:gd name="connsiteX78" fmla="*/ 2940402 w 8037833"/>
              <a:gd name="connsiteY78" fmla="*/ 3651000 h 3784177"/>
              <a:gd name="connsiteX79" fmla="*/ 2915449 w 8037833"/>
              <a:gd name="connsiteY79" fmla="*/ 3661039 h 3784177"/>
              <a:gd name="connsiteX80" fmla="*/ 2884777 w 8037833"/>
              <a:gd name="connsiteY80" fmla="*/ 3660775 h 3784177"/>
              <a:gd name="connsiteX81" fmla="*/ 2739034 w 8037833"/>
              <a:gd name="connsiteY81" fmla="*/ 3647396 h 3784177"/>
              <a:gd name="connsiteX82" fmla="*/ 2651827 w 8037833"/>
              <a:gd name="connsiteY82" fmla="*/ 3646306 h 3784177"/>
              <a:gd name="connsiteX83" fmla="*/ 2618680 w 8037833"/>
              <a:gd name="connsiteY83" fmla="*/ 3656755 h 3784177"/>
              <a:gd name="connsiteX84" fmla="*/ 2572404 w 8037833"/>
              <a:gd name="connsiteY84" fmla="*/ 3664043 h 3784177"/>
              <a:gd name="connsiteX85" fmla="*/ 2490721 w 8037833"/>
              <a:gd name="connsiteY85" fmla="*/ 3685313 h 3784177"/>
              <a:gd name="connsiteX86" fmla="*/ 2423704 w 8037833"/>
              <a:gd name="connsiteY86" fmla="*/ 3658079 h 3784177"/>
              <a:gd name="connsiteX87" fmla="*/ 2301172 w 8037833"/>
              <a:gd name="connsiteY87" fmla="*/ 3663053 h 3784177"/>
              <a:gd name="connsiteX88" fmla="*/ 2294102 w 8037833"/>
              <a:gd name="connsiteY88" fmla="*/ 3671151 h 3784177"/>
              <a:gd name="connsiteX89" fmla="*/ 2238966 w 8037833"/>
              <a:gd name="connsiteY89" fmla="*/ 3668777 h 3784177"/>
              <a:gd name="connsiteX90" fmla="*/ 2046240 w 8037833"/>
              <a:gd name="connsiteY90" fmla="*/ 3604535 h 3784177"/>
              <a:gd name="connsiteX91" fmla="*/ 1938480 w 8037833"/>
              <a:gd name="connsiteY91" fmla="*/ 3601439 h 3784177"/>
              <a:gd name="connsiteX92" fmla="*/ 1900166 w 8037833"/>
              <a:gd name="connsiteY92" fmla="*/ 3609358 h 3784177"/>
              <a:gd name="connsiteX93" fmla="*/ 1835976 w 8037833"/>
              <a:gd name="connsiteY93" fmla="*/ 3622065 h 3784177"/>
              <a:gd name="connsiteX94" fmla="*/ 1787830 w 8037833"/>
              <a:gd name="connsiteY94" fmla="*/ 3653768 h 3784177"/>
              <a:gd name="connsiteX95" fmla="*/ 1734224 w 8037833"/>
              <a:gd name="connsiteY95" fmla="*/ 3655593 h 3784177"/>
              <a:gd name="connsiteX96" fmla="*/ 1721989 w 8037833"/>
              <a:gd name="connsiteY96" fmla="*/ 3627298 h 3784177"/>
              <a:gd name="connsiteX97" fmla="*/ 1664576 w 8037833"/>
              <a:gd name="connsiteY97" fmla="*/ 3638572 h 3784177"/>
              <a:gd name="connsiteX98" fmla="*/ 1577459 w 8037833"/>
              <a:gd name="connsiteY98" fmla="*/ 3658824 h 3784177"/>
              <a:gd name="connsiteX99" fmla="*/ 1527269 w 8037833"/>
              <a:gd name="connsiteY99" fmla="*/ 3663088 h 3784177"/>
              <a:gd name="connsiteX100" fmla="*/ 1390118 w 8037833"/>
              <a:gd name="connsiteY100" fmla="*/ 3682789 h 3784177"/>
              <a:gd name="connsiteX101" fmla="*/ 1252698 w 8037833"/>
              <a:gd name="connsiteY101" fmla="*/ 3708662 h 3784177"/>
              <a:gd name="connsiteX102" fmla="*/ 1171039 w 8037833"/>
              <a:gd name="connsiteY102" fmla="*/ 3758642 h 3784177"/>
              <a:gd name="connsiteX103" fmla="*/ 1058106 w 8037833"/>
              <a:gd name="connsiteY103" fmla="*/ 3776166 h 3784177"/>
              <a:gd name="connsiteX104" fmla="*/ 1039167 w 8037833"/>
              <a:gd name="connsiteY104" fmla="*/ 3784177 h 3784177"/>
              <a:gd name="connsiteX105" fmla="*/ 1012958 w 8037833"/>
              <a:gd name="connsiteY105" fmla="*/ 3779206 h 3784177"/>
              <a:gd name="connsiteX106" fmla="*/ 907906 w 8037833"/>
              <a:gd name="connsiteY106" fmla="*/ 3757678 h 3784177"/>
              <a:gd name="connsiteX107" fmla="*/ 825226 w 8037833"/>
              <a:gd name="connsiteY107" fmla="*/ 3726369 h 3784177"/>
              <a:gd name="connsiteX108" fmla="*/ 722264 w 8037833"/>
              <a:gd name="connsiteY108" fmla="*/ 3747612 h 3784177"/>
              <a:gd name="connsiteX109" fmla="*/ 659460 w 8037833"/>
              <a:gd name="connsiteY109" fmla="*/ 3740429 h 3784177"/>
              <a:gd name="connsiteX110" fmla="*/ 556552 w 8037833"/>
              <a:gd name="connsiteY110" fmla="*/ 3697934 h 3784177"/>
              <a:gd name="connsiteX111" fmla="*/ 421042 w 8037833"/>
              <a:gd name="connsiteY111" fmla="*/ 3709912 h 3784177"/>
              <a:gd name="connsiteX112" fmla="*/ 393295 w 8037833"/>
              <a:gd name="connsiteY112" fmla="*/ 3753097 h 3784177"/>
              <a:gd name="connsiteX113" fmla="*/ 355918 w 8037833"/>
              <a:gd name="connsiteY113" fmla="*/ 3779172 h 3784177"/>
              <a:gd name="connsiteX114" fmla="*/ 339711 w 8037833"/>
              <a:gd name="connsiteY114" fmla="*/ 3718242 h 3784177"/>
              <a:gd name="connsiteX115" fmla="*/ 222239 w 8037833"/>
              <a:gd name="connsiteY115" fmla="*/ 3672335 h 3784177"/>
              <a:gd name="connsiteX116" fmla="*/ 163578 w 8037833"/>
              <a:gd name="connsiteY116" fmla="*/ 3656292 h 3784177"/>
              <a:gd name="connsiteX117" fmla="*/ 72220 w 8037833"/>
              <a:gd name="connsiteY117" fmla="*/ 3645272 h 3784177"/>
              <a:gd name="connsiteX118" fmla="*/ 44395 w 8037833"/>
              <a:gd name="connsiteY118" fmla="*/ 3639455 h 3784177"/>
              <a:gd name="connsiteX119" fmla="*/ 1962 w 8037833"/>
              <a:gd name="connsiteY119" fmla="*/ 3635948 h 3784177"/>
              <a:gd name="connsiteX120" fmla="*/ 0 w 8037833"/>
              <a:gd name="connsiteY120" fmla="*/ 3635261 h 3784177"/>
              <a:gd name="connsiteX121" fmla="*/ 0 w 8037833"/>
              <a:gd name="connsiteY121"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305325 w 8037833"/>
              <a:gd name="connsiteY32" fmla="*/ 350520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356402 w 8037833"/>
              <a:gd name="connsiteY47" fmla="*/ 3642792 h 3784177"/>
              <a:gd name="connsiteX48" fmla="*/ 4270245 w 8037833"/>
              <a:gd name="connsiteY48" fmla="*/ 3665789 h 3784177"/>
              <a:gd name="connsiteX49" fmla="*/ 4208725 w 8037833"/>
              <a:gd name="connsiteY49" fmla="*/ 3704841 h 3784177"/>
              <a:gd name="connsiteX50" fmla="*/ 4201632 w 8037833"/>
              <a:gd name="connsiteY50" fmla="*/ 3702602 h 3784177"/>
              <a:gd name="connsiteX51" fmla="*/ 4191289 w 8037833"/>
              <a:gd name="connsiteY51" fmla="*/ 3702380 h 3784177"/>
              <a:gd name="connsiteX52" fmla="*/ 4191039 w 8037833"/>
              <a:gd name="connsiteY52" fmla="*/ 3702831 h 3784177"/>
              <a:gd name="connsiteX53" fmla="*/ 4181340 w 8037833"/>
              <a:gd name="connsiteY53" fmla="*/ 3701729 h 3784177"/>
              <a:gd name="connsiteX54" fmla="*/ 4133816 w 8037833"/>
              <a:gd name="connsiteY54" fmla="*/ 3690565 h 3784177"/>
              <a:gd name="connsiteX55" fmla="*/ 4071732 w 8037833"/>
              <a:gd name="connsiteY55" fmla="*/ 3732513 h 3784177"/>
              <a:gd name="connsiteX56" fmla="*/ 4045924 w 8037833"/>
              <a:gd name="connsiteY56" fmla="*/ 3739404 h 3784177"/>
              <a:gd name="connsiteX57" fmla="*/ 4032171 w 8037833"/>
              <a:gd name="connsiteY57" fmla="*/ 3745523 h 3784177"/>
              <a:gd name="connsiteX58" fmla="*/ 4031335 w 8037833"/>
              <a:gd name="connsiteY58" fmla="*/ 3747479 h 3784177"/>
              <a:gd name="connsiteX59" fmla="*/ 3985774 w 8037833"/>
              <a:gd name="connsiteY59" fmla="*/ 3736547 h 3784177"/>
              <a:gd name="connsiteX60" fmla="*/ 3979769 w 8037833"/>
              <a:gd name="connsiteY60" fmla="*/ 3738769 h 3784177"/>
              <a:gd name="connsiteX61" fmla="*/ 3950014 w 8037833"/>
              <a:gd name="connsiteY61" fmla="*/ 3726942 h 3784177"/>
              <a:gd name="connsiteX62" fmla="*/ 3934671 w 8037833"/>
              <a:gd name="connsiteY62" fmla="*/ 3723339 h 3784177"/>
              <a:gd name="connsiteX63" fmla="*/ 3930274 w 8037833"/>
              <a:gd name="connsiteY63" fmla="*/ 3717148 h 3784177"/>
              <a:gd name="connsiteX64" fmla="*/ 3907660 w 8037833"/>
              <a:gd name="connsiteY64" fmla="*/ 3714456 h 3784177"/>
              <a:gd name="connsiteX65" fmla="*/ 3905087 w 8037833"/>
              <a:gd name="connsiteY65" fmla="*/ 3716098 h 3784177"/>
              <a:gd name="connsiteX66" fmla="*/ 3886347 w 8037833"/>
              <a:gd name="connsiteY66" fmla="*/ 3706620 h 3784177"/>
              <a:gd name="connsiteX67" fmla="*/ 3870533 w 8037833"/>
              <a:gd name="connsiteY67" fmla="*/ 3689905 h 3784177"/>
              <a:gd name="connsiteX68" fmla="*/ 3678563 w 8037833"/>
              <a:gd name="connsiteY68" fmla="*/ 3694486 h 3784177"/>
              <a:gd name="connsiteX69" fmla="*/ 3524121 w 8037833"/>
              <a:gd name="connsiteY69" fmla="*/ 3642736 h 3784177"/>
              <a:gd name="connsiteX70" fmla="*/ 3407752 w 8037833"/>
              <a:gd name="connsiteY70" fmla="*/ 3626590 h 3784177"/>
              <a:gd name="connsiteX71" fmla="*/ 3373519 w 8037833"/>
              <a:gd name="connsiteY71" fmla="*/ 3665785 h 3784177"/>
              <a:gd name="connsiteX72" fmla="*/ 3114267 w 8037833"/>
              <a:gd name="connsiteY72" fmla="*/ 3638983 h 3784177"/>
              <a:gd name="connsiteX73" fmla="*/ 3048270 w 8037833"/>
              <a:gd name="connsiteY73" fmla="*/ 3649949 h 3784177"/>
              <a:gd name="connsiteX74" fmla="*/ 2989722 w 8037833"/>
              <a:gd name="connsiteY74" fmla="*/ 3623230 h 3784177"/>
              <a:gd name="connsiteX75" fmla="*/ 2965734 w 8037833"/>
              <a:gd name="connsiteY75" fmla="*/ 3635676 h 3784177"/>
              <a:gd name="connsiteX76" fmla="*/ 2961603 w 8037833"/>
              <a:gd name="connsiteY76" fmla="*/ 3638221 h 3784177"/>
              <a:gd name="connsiteX77" fmla="*/ 2944959 w 8037833"/>
              <a:gd name="connsiteY77" fmla="*/ 3639723 h 3784177"/>
              <a:gd name="connsiteX78" fmla="*/ 2940402 w 8037833"/>
              <a:gd name="connsiteY78" fmla="*/ 3651000 h 3784177"/>
              <a:gd name="connsiteX79" fmla="*/ 2915449 w 8037833"/>
              <a:gd name="connsiteY79" fmla="*/ 3661039 h 3784177"/>
              <a:gd name="connsiteX80" fmla="*/ 2884777 w 8037833"/>
              <a:gd name="connsiteY80" fmla="*/ 3660775 h 3784177"/>
              <a:gd name="connsiteX81" fmla="*/ 2739034 w 8037833"/>
              <a:gd name="connsiteY81" fmla="*/ 3647396 h 3784177"/>
              <a:gd name="connsiteX82" fmla="*/ 2651827 w 8037833"/>
              <a:gd name="connsiteY82" fmla="*/ 3646306 h 3784177"/>
              <a:gd name="connsiteX83" fmla="*/ 2618680 w 8037833"/>
              <a:gd name="connsiteY83" fmla="*/ 3656755 h 3784177"/>
              <a:gd name="connsiteX84" fmla="*/ 2572404 w 8037833"/>
              <a:gd name="connsiteY84" fmla="*/ 3664043 h 3784177"/>
              <a:gd name="connsiteX85" fmla="*/ 2490721 w 8037833"/>
              <a:gd name="connsiteY85" fmla="*/ 3685313 h 3784177"/>
              <a:gd name="connsiteX86" fmla="*/ 2423704 w 8037833"/>
              <a:gd name="connsiteY86" fmla="*/ 3658079 h 3784177"/>
              <a:gd name="connsiteX87" fmla="*/ 2301172 w 8037833"/>
              <a:gd name="connsiteY87" fmla="*/ 3663053 h 3784177"/>
              <a:gd name="connsiteX88" fmla="*/ 2294102 w 8037833"/>
              <a:gd name="connsiteY88" fmla="*/ 3671151 h 3784177"/>
              <a:gd name="connsiteX89" fmla="*/ 2238966 w 8037833"/>
              <a:gd name="connsiteY89" fmla="*/ 3668777 h 3784177"/>
              <a:gd name="connsiteX90" fmla="*/ 2046240 w 8037833"/>
              <a:gd name="connsiteY90" fmla="*/ 3604535 h 3784177"/>
              <a:gd name="connsiteX91" fmla="*/ 1938480 w 8037833"/>
              <a:gd name="connsiteY91" fmla="*/ 3601439 h 3784177"/>
              <a:gd name="connsiteX92" fmla="*/ 1900166 w 8037833"/>
              <a:gd name="connsiteY92" fmla="*/ 3609358 h 3784177"/>
              <a:gd name="connsiteX93" fmla="*/ 1835976 w 8037833"/>
              <a:gd name="connsiteY93" fmla="*/ 3622065 h 3784177"/>
              <a:gd name="connsiteX94" fmla="*/ 1787830 w 8037833"/>
              <a:gd name="connsiteY94" fmla="*/ 3653768 h 3784177"/>
              <a:gd name="connsiteX95" fmla="*/ 1734224 w 8037833"/>
              <a:gd name="connsiteY95" fmla="*/ 3655593 h 3784177"/>
              <a:gd name="connsiteX96" fmla="*/ 1721989 w 8037833"/>
              <a:gd name="connsiteY96" fmla="*/ 3627298 h 3784177"/>
              <a:gd name="connsiteX97" fmla="*/ 1664576 w 8037833"/>
              <a:gd name="connsiteY97" fmla="*/ 3638572 h 3784177"/>
              <a:gd name="connsiteX98" fmla="*/ 1577459 w 8037833"/>
              <a:gd name="connsiteY98" fmla="*/ 3658824 h 3784177"/>
              <a:gd name="connsiteX99" fmla="*/ 1527269 w 8037833"/>
              <a:gd name="connsiteY99" fmla="*/ 3663088 h 3784177"/>
              <a:gd name="connsiteX100" fmla="*/ 1390118 w 8037833"/>
              <a:gd name="connsiteY100" fmla="*/ 3682789 h 3784177"/>
              <a:gd name="connsiteX101" fmla="*/ 1252698 w 8037833"/>
              <a:gd name="connsiteY101" fmla="*/ 3708662 h 3784177"/>
              <a:gd name="connsiteX102" fmla="*/ 1171039 w 8037833"/>
              <a:gd name="connsiteY102" fmla="*/ 3758642 h 3784177"/>
              <a:gd name="connsiteX103" fmla="*/ 1058106 w 8037833"/>
              <a:gd name="connsiteY103" fmla="*/ 3776166 h 3784177"/>
              <a:gd name="connsiteX104" fmla="*/ 1039167 w 8037833"/>
              <a:gd name="connsiteY104" fmla="*/ 3784177 h 3784177"/>
              <a:gd name="connsiteX105" fmla="*/ 1012958 w 8037833"/>
              <a:gd name="connsiteY105" fmla="*/ 3779206 h 3784177"/>
              <a:gd name="connsiteX106" fmla="*/ 907906 w 8037833"/>
              <a:gd name="connsiteY106" fmla="*/ 3757678 h 3784177"/>
              <a:gd name="connsiteX107" fmla="*/ 825226 w 8037833"/>
              <a:gd name="connsiteY107" fmla="*/ 3726369 h 3784177"/>
              <a:gd name="connsiteX108" fmla="*/ 722264 w 8037833"/>
              <a:gd name="connsiteY108" fmla="*/ 3747612 h 3784177"/>
              <a:gd name="connsiteX109" fmla="*/ 659460 w 8037833"/>
              <a:gd name="connsiteY109" fmla="*/ 3740429 h 3784177"/>
              <a:gd name="connsiteX110" fmla="*/ 556552 w 8037833"/>
              <a:gd name="connsiteY110" fmla="*/ 3697934 h 3784177"/>
              <a:gd name="connsiteX111" fmla="*/ 421042 w 8037833"/>
              <a:gd name="connsiteY111" fmla="*/ 3709912 h 3784177"/>
              <a:gd name="connsiteX112" fmla="*/ 393295 w 8037833"/>
              <a:gd name="connsiteY112" fmla="*/ 3753097 h 3784177"/>
              <a:gd name="connsiteX113" fmla="*/ 355918 w 8037833"/>
              <a:gd name="connsiteY113" fmla="*/ 3779172 h 3784177"/>
              <a:gd name="connsiteX114" fmla="*/ 339711 w 8037833"/>
              <a:gd name="connsiteY114" fmla="*/ 3718242 h 3784177"/>
              <a:gd name="connsiteX115" fmla="*/ 222239 w 8037833"/>
              <a:gd name="connsiteY115" fmla="*/ 3672335 h 3784177"/>
              <a:gd name="connsiteX116" fmla="*/ 163578 w 8037833"/>
              <a:gd name="connsiteY116" fmla="*/ 3656292 h 3784177"/>
              <a:gd name="connsiteX117" fmla="*/ 72220 w 8037833"/>
              <a:gd name="connsiteY117" fmla="*/ 3645272 h 3784177"/>
              <a:gd name="connsiteX118" fmla="*/ 44395 w 8037833"/>
              <a:gd name="connsiteY118" fmla="*/ 3639455 h 3784177"/>
              <a:gd name="connsiteX119" fmla="*/ 1962 w 8037833"/>
              <a:gd name="connsiteY119" fmla="*/ 3635948 h 3784177"/>
              <a:gd name="connsiteX120" fmla="*/ 0 w 8037833"/>
              <a:gd name="connsiteY120" fmla="*/ 3635261 h 3784177"/>
              <a:gd name="connsiteX121" fmla="*/ 0 w 8037833"/>
              <a:gd name="connsiteY121"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305325 w 8037833"/>
              <a:gd name="connsiteY32" fmla="*/ 350520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356402 w 8037833"/>
              <a:gd name="connsiteY47" fmla="*/ 3642792 h 3784177"/>
              <a:gd name="connsiteX48" fmla="*/ 4270245 w 8037833"/>
              <a:gd name="connsiteY48" fmla="*/ 3665789 h 3784177"/>
              <a:gd name="connsiteX49" fmla="*/ 4208725 w 8037833"/>
              <a:gd name="connsiteY49" fmla="*/ 3704841 h 3784177"/>
              <a:gd name="connsiteX50" fmla="*/ 4201632 w 8037833"/>
              <a:gd name="connsiteY50" fmla="*/ 3702602 h 3784177"/>
              <a:gd name="connsiteX51" fmla="*/ 4191289 w 8037833"/>
              <a:gd name="connsiteY51" fmla="*/ 3702380 h 3784177"/>
              <a:gd name="connsiteX52" fmla="*/ 4191039 w 8037833"/>
              <a:gd name="connsiteY52" fmla="*/ 3702831 h 3784177"/>
              <a:gd name="connsiteX53" fmla="*/ 4181340 w 8037833"/>
              <a:gd name="connsiteY53" fmla="*/ 3701729 h 3784177"/>
              <a:gd name="connsiteX54" fmla="*/ 4133816 w 8037833"/>
              <a:gd name="connsiteY54" fmla="*/ 3690565 h 3784177"/>
              <a:gd name="connsiteX55" fmla="*/ 4071732 w 8037833"/>
              <a:gd name="connsiteY55" fmla="*/ 3732513 h 3784177"/>
              <a:gd name="connsiteX56" fmla="*/ 4045924 w 8037833"/>
              <a:gd name="connsiteY56" fmla="*/ 3739404 h 3784177"/>
              <a:gd name="connsiteX57" fmla="*/ 4032171 w 8037833"/>
              <a:gd name="connsiteY57" fmla="*/ 3745523 h 3784177"/>
              <a:gd name="connsiteX58" fmla="*/ 4031335 w 8037833"/>
              <a:gd name="connsiteY58" fmla="*/ 3747479 h 3784177"/>
              <a:gd name="connsiteX59" fmla="*/ 3985774 w 8037833"/>
              <a:gd name="connsiteY59" fmla="*/ 3736547 h 3784177"/>
              <a:gd name="connsiteX60" fmla="*/ 3979769 w 8037833"/>
              <a:gd name="connsiteY60" fmla="*/ 3738769 h 3784177"/>
              <a:gd name="connsiteX61" fmla="*/ 3950014 w 8037833"/>
              <a:gd name="connsiteY61" fmla="*/ 3726942 h 3784177"/>
              <a:gd name="connsiteX62" fmla="*/ 3934671 w 8037833"/>
              <a:gd name="connsiteY62" fmla="*/ 3723339 h 3784177"/>
              <a:gd name="connsiteX63" fmla="*/ 3930274 w 8037833"/>
              <a:gd name="connsiteY63" fmla="*/ 3717148 h 3784177"/>
              <a:gd name="connsiteX64" fmla="*/ 3907660 w 8037833"/>
              <a:gd name="connsiteY64" fmla="*/ 3714456 h 3784177"/>
              <a:gd name="connsiteX65" fmla="*/ 3905087 w 8037833"/>
              <a:gd name="connsiteY65" fmla="*/ 3716098 h 3784177"/>
              <a:gd name="connsiteX66" fmla="*/ 3886347 w 8037833"/>
              <a:gd name="connsiteY66" fmla="*/ 3706620 h 3784177"/>
              <a:gd name="connsiteX67" fmla="*/ 3870533 w 8037833"/>
              <a:gd name="connsiteY67" fmla="*/ 3689905 h 3784177"/>
              <a:gd name="connsiteX68" fmla="*/ 3678563 w 8037833"/>
              <a:gd name="connsiteY68" fmla="*/ 3694486 h 3784177"/>
              <a:gd name="connsiteX69" fmla="*/ 3524121 w 8037833"/>
              <a:gd name="connsiteY69" fmla="*/ 3642736 h 3784177"/>
              <a:gd name="connsiteX70" fmla="*/ 3407752 w 8037833"/>
              <a:gd name="connsiteY70" fmla="*/ 3626590 h 3784177"/>
              <a:gd name="connsiteX71" fmla="*/ 3373519 w 8037833"/>
              <a:gd name="connsiteY71" fmla="*/ 3665785 h 3784177"/>
              <a:gd name="connsiteX72" fmla="*/ 3114267 w 8037833"/>
              <a:gd name="connsiteY72" fmla="*/ 3638983 h 3784177"/>
              <a:gd name="connsiteX73" fmla="*/ 3048270 w 8037833"/>
              <a:gd name="connsiteY73" fmla="*/ 3649949 h 3784177"/>
              <a:gd name="connsiteX74" fmla="*/ 2989722 w 8037833"/>
              <a:gd name="connsiteY74" fmla="*/ 3623230 h 3784177"/>
              <a:gd name="connsiteX75" fmla="*/ 2965734 w 8037833"/>
              <a:gd name="connsiteY75" fmla="*/ 3635676 h 3784177"/>
              <a:gd name="connsiteX76" fmla="*/ 2961603 w 8037833"/>
              <a:gd name="connsiteY76" fmla="*/ 3638221 h 3784177"/>
              <a:gd name="connsiteX77" fmla="*/ 2944959 w 8037833"/>
              <a:gd name="connsiteY77" fmla="*/ 3639723 h 3784177"/>
              <a:gd name="connsiteX78" fmla="*/ 2940402 w 8037833"/>
              <a:gd name="connsiteY78" fmla="*/ 3651000 h 3784177"/>
              <a:gd name="connsiteX79" fmla="*/ 2915449 w 8037833"/>
              <a:gd name="connsiteY79" fmla="*/ 3661039 h 3784177"/>
              <a:gd name="connsiteX80" fmla="*/ 2884777 w 8037833"/>
              <a:gd name="connsiteY80" fmla="*/ 3660775 h 3784177"/>
              <a:gd name="connsiteX81" fmla="*/ 2739034 w 8037833"/>
              <a:gd name="connsiteY81" fmla="*/ 3647396 h 3784177"/>
              <a:gd name="connsiteX82" fmla="*/ 2651827 w 8037833"/>
              <a:gd name="connsiteY82" fmla="*/ 3646306 h 3784177"/>
              <a:gd name="connsiteX83" fmla="*/ 2618680 w 8037833"/>
              <a:gd name="connsiteY83" fmla="*/ 3656755 h 3784177"/>
              <a:gd name="connsiteX84" fmla="*/ 2572404 w 8037833"/>
              <a:gd name="connsiteY84" fmla="*/ 3664043 h 3784177"/>
              <a:gd name="connsiteX85" fmla="*/ 2490721 w 8037833"/>
              <a:gd name="connsiteY85" fmla="*/ 3685313 h 3784177"/>
              <a:gd name="connsiteX86" fmla="*/ 2423704 w 8037833"/>
              <a:gd name="connsiteY86" fmla="*/ 3658079 h 3784177"/>
              <a:gd name="connsiteX87" fmla="*/ 2301172 w 8037833"/>
              <a:gd name="connsiteY87" fmla="*/ 3663053 h 3784177"/>
              <a:gd name="connsiteX88" fmla="*/ 2294102 w 8037833"/>
              <a:gd name="connsiteY88" fmla="*/ 3671151 h 3784177"/>
              <a:gd name="connsiteX89" fmla="*/ 2238966 w 8037833"/>
              <a:gd name="connsiteY89" fmla="*/ 3668777 h 3784177"/>
              <a:gd name="connsiteX90" fmla="*/ 2046240 w 8037833"/>
              <a:gd name="connsiteY90" fmla="*/ 3604535 h 3784177"/>
              <a:gd name="connsiteX91" fmla="*/ 1938480 w 8037833"/>
              <a:gd name="connsiteY91" fmla="*/ 3601439 h 3784177"/>
              <a:gd name="connsiteX92" fmla="*/ 1900166 w 8037833"/>
              <a:gd name="connsiteY92" fmla="*/ 3609358 h 3784177"/>
              <a:gd name="connsiteX93" fmla="*/ 1835976 w 8037833"/>
              <a:gd name="connsiteY93" fmla="*/ 3622065 h 3784177"/>
              <a:gd name="connsiteX94" fmla="*/ 1787830 w 8037833"/>
              <a:gd name="connsiteY94" fmla="*/ 3653768 h 3784177"/>
              <a:gd name="connsiteX95" fmla="*/ 1734224 w 8037833"/>
              <a:gd name="connsiteY95" fmla="*/ 3655593 h 3784177"/>
              <a:gd name="connsiteX96" fmla="*/ 1721989 w 8037833"/>
              <a:gd name="connsiteY96" fmla="*/ 3627298 h 3784177"/>
              <a:gd name="connsiteX97" fmla="*/ 1664576 w 8037833"/>
              <a:gd name="connsiteY97" fmla="*/ 3638572 h 3784177"/>
              <a:gd name="connsiteX98" fmla="*/ 1577459 w 8037833"/>
              <a:gd name="connsiteY98" fmla="*/ 3658824 h 3784177"/>
              <a:gd name="connsiteX99" fmla="*/ 1527269 w 8037833"/>
              <a:gd name="connsiteY99" fmla="*/ 3663088 h 3784177"/>
              <a:gd name="connsiteX100" fmla="*/ 1390118 w 8037833"/>
              <a:gd name="connsiteY100" fmla="*/ 3682789 h 3784177"/>
              <a:gd name="connsiteX101" fmla="*/ 1252698 w 8037833"/>
              <a:gd name="connsiteY101" fmla="*/ 3708662 h 3784177"/>
              <a:gd name="connsiteX102" fmla="*/ 1171039 w 8037833"/>
              <a:gd name="connsiteY102" fmla="*/ 3758642 h 3784177"/>
              <a:gd name="connsiteX103" fmla="*/ 1058106 w 8037833"/>
              <a:gd name="connsiteY103" fmla="*/ 3776166 h 3784177"/>
              <a:gd name="connsiteX104" fmla="*/ 1039167 w 8037833"/>
              <a:gd name="connsiteY104" fmla="*/ 3784177 h 3784177"/>
              <a:gd name="connsiteX105" fmla="*/ 1012958 w 8037833"/>
              <a:gd name="connsiteY105" fmla="*/ 3779206 h 3784177"/>
              <a:gd name="connsiteX106" fmla="*/ 907906 w 8037833"/>
              <a:gd name="connsiteY106" fmla="*/ 3757678 h 3784177"/>
              <a:gd name="connsiteX107" fmla="*/ 825226 w 8037833"/>
              <a:gd name="connsiteY107" fmla="*/ 3726369 h 3784177"/>
              <a:gd name="connsiteX108" fmla="*/ 722264 w 8037833"/>
              <a:gd name="connsiteY108" fmla="*/ 3747612 h 3784177"/>
              <a:gd name="connsiteX109" fmla="*/ 659460 w 8037833"/>
              <a:gd name="connsiteY109" fmla="*/ 3740429 h 3784177"/>
              <a:gd name="connsiteX110" fmla="*/ 556552 w 8037833"/>
              <a:gd name="connsiteY110" fmla="*/ 3697934 h 3784177"/>
              <a:gd name="connsiteX111" fmla="*/ 421042 w 8037833"/>
              <a:gd name="connsiteY111" fmla="*/ 3709912 h 3784177"/>
              <a:gd name="connsiteX112" fmla="*/ 393295 w 8037833"/>
              <a:gd name="connsiteY112" fmla="*/ 3753097 h 3784177"/>
              <a:gd name="connsiteX113" fmla="*/ 339711 w 8037833"/>
              <a:gd name="connsiteY113" fmla="*/ 3718242 h 3784177"/>
              <a:gd name="connsiteX114" fmla="*/ 222239 w 8037833"/>
              <a:gd name="connsiteY114" fmla="*/ 3672335 h 3784177"/>
              <a:gd name="connsiteX115" fmla="*/ 163578 w 8037833"/>
              <a:gd name="connsiteY115" fmla="*/ 3656292 h 3784177"/>
              <a:gd name="connsiteX116" fmla="*/ 72220 w 8037833"/>
              <a:gd name="connsiteY116" fmla="*/ 3645272 h 3784177"/>
              <a:gd name="connsiteX117" fmla="*/ 44395 w 8037833"/>
              <a:gd name="connsiteY117" fmla="*/ 3639455 h 3784177"/>
              <a:gd name="connsiteX118" fmla="*/ 1962 w 8037833"/>
              <a:gd name="connsiteY118" fmla="*/ 3635948 h 3784177"/>
              <a:gd name="connsiteX119" fmla="*/ 0 w 8037833"/>
              <a:gd name="connsiteY119" fmla="*/ 3635261 h 3784177"/>
              <a:gd name="connsiteX120" fmla="*/ 0 w 8037833"/>
              <a:gd name="connsiteY120"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305325 w 8037833"/>
              <a:gd name="connsiteY32" fmla="*/ 350520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356402 w 8037833"/>
              <a:gd name="connsiteY47" fmla="*/ 3642792 h 3784177"/>
              <a:gd name="connsiteX48" fmla="*/ 4270245 w 8037833"/>
              <a:gd name="connsiteY48" fmla="*/ 3665789 h 3784177"/>
              <a:gd name="connsiteX49" fmla="*/ 4208725 w 8037833"/>
              <a:gd name="connsiteY49" fmla="*/ 3704841 h 3784177"/>
              <a:gd name="connsiteX50" fmla="*/ 4201632 w 8037833"/>
              <a:gd name="connsiteY50" fmla="*/ 3702602 h 3784177"/>
              <a:gd name="connsiteX51" fmla="*/ 4191289 w 8037833"/>
              <a:gd name="connsiteY51" fmla="*/ 3702380 h 3784177"/>
              <a:gd name="connsiteX52" fmla="*/ 4191039 w 8037833"/>
              <a:gd name="connsiteY52" fmla="*/ 3702831 h 3784177"/>
              <a:gd name="connsiteX53" fmla="*/ 4181340 w 8037833"/>
              <a:gd name="connsiteY53" fmla="*/ 3701729 h 3784177"/>
              <a:gd name="connsiteX54" fmla="*/ 4133816 w 8037833"/>
              <a:gd name="connsiteY54" fmla="*/ 3690565 h 3784177"/>
              <a:gd name="connsiteX55" fmla="*/ 4071732 w 8037833"/>
              <a:gd name="connsiteY55" fmla="*/ 3732513 h 3784177"/>
              <a:gd name="connsiteX56" fmla="*/ 4045924 w 8037833"/>
              <a:gd name="connsiteY56" fmla="*/ 3739404 h 3784177"/>
              <a:gd name="connsiteX57" fmla="*/ 4032171 w 8037833"/>
              <a:gd name="connsiteY57" fmla="*/ 3745523 h 3784177"/>
              <a:gd name="connsiteX58" fmla="*/ 4031335 w 8037833"/>
              <a:gd name="connsiteY58" fmla="*/ 3747479 h 3784177"/>
              <a:gd name="connsiteX59" fmla="*/ 3985774 w 8037833"/>
              <a:gd name="connsiteY59" fmla="*/ 3736547 h 3784177"/>
              <a:gd name="connsiteX60" fmla="*/ 3979769 w 8037833"/>
              <a:gd name="connsiteY60" fmla="*/ 3738769 h 3784177"/>
              <a:gd name="connsiteX61" fmla="*/ 3950014 w 8037833"/>
              <a:gd name="connsiteY61" fmla="*/ 3726942 h 3784177"/>
              <a:gd name="connsiteX62" fmla="*/ 3934671 w 8037833"/>
              <a:gd name="connsiteY62" fmla="*/ 3723339 h 3784177"/>
              <a:gd name="connsiteX63" fmla="*/ 3930274 w 8037833"/>
              <a:gd name="connsiteY63" fmla="*/ 3717148 h 3784177"/>
              <a:gd name="connsiteX64" fmla="*/ 3907660 w 8037833"/>
              <a:gd name="connsiteY64" fmla="*/ 3714456 h 3784177"/>
              <a:gd name="connsiteX65" fmla="*/ 3905087 w 8037833"/>
              <a:gd name="connsiteY65" fmla="*/ 3716098 h 3784177"/>
              <a:gd name="connsiteX66" fmla="*/ 3886347 w 8037833"/>
              <a:gd name="connsiteY66" fmla="*/ 3706620 h 3784177"/>
              <a:gd name="connsiteX67" fmla="*/ 3870533 w 8037833"/>
              <a:gd name="connsiteY67" fmla="*/ 3689905 h 3784177"/>
              <a:gd name="connsiteX68" fmla="*/ 3678563 w 8037833"/>
              <a:gd name="connsiteY68" fmla="*/ 3694486 h 3784177"/>
              <a:gd name="connsiteX69" fmla="*/ 3524121 w 8037833"/>
              <a:gd name="connsiteY69" fmla="*/ 3642736 h 3784177"/>
              <a:gd name="connsiteX70" fmla="*/ 3407752 w 8037833"/>
              <a:gd name="connsiteY70" fmla="*/ 3626590 h 3784177"/>
              <a:gd name="connsiteX71" fmla="*/ 3373519 w 8037833"/>
              <a:gd name="connsiteY71" fmla="*/ 3665785 h 3784177"/>
              <a:gd name="connsiteX72" fmla="*/ 3114267 w 8037833"/>
              <a:gd name="connsiteY72" fmla="*/ 3638983 h 3784177"/>
              <a:gd name="connsiteX73" fmla="*/ 3048270 w 8037833"/>
              <a:gd name="connsiteY73" fmla="*/ 3649949 h 3784177"/>
              <a:gd name="connsiteX74" fmla="*/ 2989722 w 8037833"/>
              <a:gd name="connsiteY74" fmla="*/ 3623230 h 3784177"/>
              <a:gd name="connsiteX75" fmla="*/ 2965734 w 8037833"/>
              <a:gd name="connsiteY75" fmla="*/ 3635676 h 3784177"/>
              <a:gd name="connsiteX76" fmla="*/ 2961603 w 8037833"/>
              <a:gd name="connsiteY76" fmla="*/ 3638221 h 3784177"/>
              <a:gd name="connsiteX77" fmla="*/ 2944959 w 8037833"/>
              <a:gd name="connsiteY77" fmla="*/ 3639723 h 3784177"/>
              <a:gd name="connsiteX78" fmla="*/ 2940402 w 8037833"/>
              <a:gd name="connsiteY78" fmla="*/ 3651000 h 3784177"/>
              <a:gd name="connsiteX79" fmla="*/ 2915449 w 8037833"/>
              <a:gd name="connsiteY79" fmla="*/ 3661039 h 3784177"/>
              <a:gd name="connsiteX80" fmla="*/ 2884777 w 8037833"/>
              <a:gd name="connsiteY80" fmla="*/ 3660775 h 3784177"/>
              <a:gd name="connsiteX81" fmla="*/ 2739034 w 8037833"/>
              <a:gd name="connsiteY81" fmla="*/ 3647396 h 3784177"/>
              <a:gd name="connsiteX82" fmla="*/ 2651827 w 8037833"/>
              <a:gd name="connsiteY82" fmla="*/ 3646306 h 3784177"/>
              <a:gd name="connsiteX83" fmla="*/ 2618680 w 8037833"/>
              <a:gd name="connsiteY83" fmla="*/ 3656755 h 3784177"/>
              <a:gd name="connsiteX84" fmla="*/ 2572404 w 8037833"/>
              <a:gd name="connsiteY84" fmla="*/ 3664043 h 3784177"/>
              <a:gd name="connsiteX85" fmla="*/ 2490721 w 8037833"/>
              <a:gd name="connsiteY85" fmla="*/ 3685313 h 3784177"/>
              <a:gd name="connsiteX86" fmla="*/ 2423704 w 8037833"/>
              <a:gd name="connsiteY86" fmla="*/ 3658079 h 3784177"/>
              <a:gd name="connsiteX87" fmla="*/ 2301172 w 8037833"/>
              <a:gd name="connsiteY87" fmla="*/ 3663053 h 3784177"/>
              <a:gd name="connsiteX88" fmla="*/ 2294102 w 8037833"/>
              <a:gd name="connsiteY88" fmla="*/ 3671151 h 3784177"/>
              <a:gd name="connsiteX89" fmla="*/ 2238966 w 8037833"/>
              <a:gd name="connsiteY89" fmla="*/ 3668777 h 3784177"/>
              <a:gd name="connsiteX90" fmla="*/ 2046240 w 8037833"/>
              <a:gd name="connsiteY90" fmla="*/ 3604535 h 3784177"/>
              <a:gd name="connsiteX91" fmla="*/ 1938480 w 8037833"/>
              <a:gd name="connsiteY91" fmla="*/ 3601439 h 3784177"/>
              <a:gd name="connsiteX92" fmla="*/ 1900166 w 8037833"/>
              <a:gd name="connsiteY92" fmla="*/ 3609358 h 3784177"/>
              <a:gd name="connsiteX93" fmla="*/ 1835976 w 8037833"/>
              <a:gd name="connsiteY93" fmla="*/ 3622065 h 3784177"/>
              <a:gd name="connsiteX94" fmla="*/ 1787830 w 8037833"/>
              <a:gd name="connsiteY94" fmla="*/ 3653768 h 3784177"/>
              <a:gd name="connsiteX95" fmla="*/ 1734224 w 8037833"/>
              <a:gd name="connsiteY95" fmla="*/ 3655593 h 3784177"/>
              <a:gd name="connsiteX96" fmla="*/ 1721989 w 8037833"/>
              <a:gd name="connsiteY96" fmla="*/ 3627298 h 3784177"/>
              <a:gd name="connsiteX97" fmla="*/ 1664576 w 8037833"/>
              <a:gd name="connsiteY97" fmla="*/ 3638572 h 3784177"/>
              <a:gd name="connsiteX98" fmla="*/ 1577459 w 8037833"/>
              <a:gd name="connsiteY98" fmla="*/ 3658824 h 3784177"/>
              <a:gd name="connsiteX99" fmla="*/ 1527269 w 8037833"/>
              <a:gd name="connsiteY99" fmla="*/ 3663088 h 3784177"/>
              <a:gd name="connsiteX100" fmla="*/ 1390118 w 8037833"/>
              <a:gd name="connsiteY100" fmla="*/ 3682789 h 3784177"/>
              <a:gd name="connsiteX101" fmla="*/ 1252698 w 8037833"/>
              <a:gd name="connsiteY101" fmla="*/ 3708662 h 3784177"/>
              <a:gd name="connsiteX102" fmla="*/ 1171039 w 8037833"/>
              <a:gd name="connsiteY102" fmla="*/ 3758642 h 3784177"/>
              <a:gd name="connsiteX103" fmla="*/ 1058106 w 8037833"/>
              <a:gd name="connsiteY103" fmla="*/ 3776166 h 3784177"/>
              <a:gd name="connsiteX104" fmla="*/ 1039167 w 8037833"/>
              <a:gd name="connsiteY104" fmla="*/ 3784177 h 3784177"/>
              <a:gd name="connsiteX105" fmla="*/ 1012958 w 8037833"/>
              <a:gd name="connsiteY105" fmla="*/ 3779206 h 3784177"/>
              <a:gd name="connsiteX106" fmla="*/ 907906 w 8037833"/>
              <a:gd name="connsiteY106" fmla="*/ 3757678 h 3784177"/>
              <a:gd name="connsiteX107" fmla="*/ 825226 w 8037833"/>
              <a:gd name="connsiteY107" fmla="*/ 3726369 h 3784177"/>
              <a:gd name="connsiteX108" fmla="*/ 722264 w 8037833"/>
              <a:gd name="connsiteY108" fmla="*/ 3747612 h 3784177"/>
              <a:gd name="connsiteX109" fmla="*/ 659460 w 8037833"/>
              <a:gd name="connsiteY109" fmla="*/ 3740429 h 3784177"/>
              <a:gd name="connsiteX110" fmla="*/ 556552 w 8037833"/>
              <a:gd name="connsiteY110" fmla="*/ 3739124 h 3784177"/>
              <a:gd name="connsiteX111" fmla="*/ 421042 w 8037833"/>
              <a:gd name="connsiteY111" fmla="*/ 3709912 h 3784177"/>
              <a:gd name="connsiteX112" fmla="*/ 393295 w 8037833"/>
              <a:gd name="connsiteY112" fmla="*/ 3753097 h 3784177"/>
              <a:gd name="connsiteX113" fmla="*/ 339711 w 8037833"/>
              <a:gd name="connsiteY113" fmla="*/ 3718242 h 3784177"/>
              <a:gd name="connsiteX114" fmla="*/ 222239 w 8037833"/>
              <a:gd name="connsiteY114" fmla="*/ 3672335 h 3784177"/>
              <a:gd name="connsiteX115" fmla="*/ 163578 w 8037833"/>
              <a:gd name="connsiteY115" fmla="*/ 3656292 h 3784177"/>
              <a:gd name="connsiteX116" fmla="*/ 72220 w 8037833"/>
              <a:gd name="connsiteY116" fmla="*/ 3645272 h 3784177"/>
              <a:gd name="connsiteX117" fmla="*/ 44395 w 8037833"/>
              <a:gd name="connsiteY117" fmla="*/ 3639455 h 3784177"/>
              <a:gd name="connsiteX118" fmla="*/ 1962 w 8037833"/>
              <a:gd name="connsiteY118" fmla="*/ 3635948 h 3784177"/>
              <a:gd name="connsiteX119" fmla="*/ 0 w 8037833"/>
              <a:gd name="connsiteY119" fmla="*/ 3635261 h 3784177"/>
              <a:gd name="connsiteX120" fmla="*/ 0 w 8037833"/>
              <a:gd name="connsiteY120"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305325 w 8037833"/>
              <a:gd name="connsiteY32" fmla="*/ 350520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356402 w 8037833"/>
              <a:gd name="connsiteY47" fmla="*/ 3642792 h 3784177"/>
              <a:gd name="connsiteX48" fmla="*/ 4270245 w 8037833"/>
              <a:gd name="connsiteY48" fmla="*/ 3665789 h 3784177"/>
              <a:gd name="connsiteX49" fmla="*/ 4208725 w 8037833"/>
              <a:gd name="connsiteY49" fmla="*/ 3704841 h 3784177"/>
              <a:gd name="connsiteX50" fmla="*/ 4201632 w 8037833"/>
              <a:gd name="connsiteY50" fmla="*/ 3702602 h 3784177"/>
              <a:gd name="connsiteX51" fmla="*/ 4191289 w 8037833"/>
              <a:gd name="connsiteY51" fmla="*/ 3702380 h 3784177"/>
              <a:gd name="connsiteX52" fmla="*/ 4191039 w 8037833"/>
              <a:gd name="connsiteY52" fmla="*/ 3702831 h 3784177"/>
              <a:gd name="connsiteX53" fmla="*/ 4181340 w 8037833"/>
              <a:gd name="connsiteY53" fmla="*/ 3701729 h 3784177"/>
              <a:gd name="connsiteX54" fmla="*/ 4133816 w 8037833"/>
              <a:gd name="connsiteY54" fmla="*/ 3690565 h 3784177"/>
              <a:gd name="connsiteX55" fmla="*/ 4071732 w 8037833"/>
              <a:gd name="connsiteY55" fmla="*/ 3732513 h 3784177"/>
              <a:gd name="connsiteX56" fmla="*/ 4045924 w 8037833"/>
              <a:gd name="connsiteY56" fmla="*/ 3739404 h 3784177"/>
              <a:gd name="connsiteX57" fmla="*/ 4032171 w 8037833"/>
              <a:gd name="connsiteY57" fmla="*/ 3745523 h 3784177"/>
              <a:gd name="connsiteX58" fmla="*/ 4031335 w 8037833"/>
              <a:gd name="connsiteY58" fmla="*/ 3747479 h 3784177"/>
              <a:gd name="connsiteX59" fmla="*/ 3985774 w 8037833"/>
              <a:gd name="connsiteY59" fmla="*/ 3736547 h 3784177"/>
              <a:gd name="connsiteX60" fmla="*/ 3979769 w 8037833"/>
              <a:gd name="connsiteY60" fmla="*/ 3738769 h 3784177"/>
              <a:gd name="connsiteX61" fmla="*/ 3950014 w 8037833"/>
              <a:gd name="connsiteY61" fmla="*/ 3726942 h 3784177"/>
              <a:gd name="connsiteX62" fmla="*/ 3934671 w 8037833"/>
              <a:gd name="connsiteY62" fmla="*/ 3723339 h 3784177"/>
              <a:gd name="connsiteX63" fmla="*/ 3930274 w 8037833"/>
              <a:gd name="connsiteY63" fmla="*/ 3717148 h 3784177"/>
              <a:gd name="connsiteX64" fmla="*/ 3907660 w 8037833"/>
              <a:gd name="connsiteY64" fmla="*/ 3714456 h 3784177"/>
              <a:gd name="connsiteX65" fmla="*/ 3905087 w 8037833"/>
              <a:gd name="connsiteY65" fmla="*/ 3716098 h 3784177"/>
              <a:gd name="connsiteX66" fmla="*/ 3886347 w 8037833"/>
              <a:gd name="connsiteY66" fmla="*/ 3706620 h 3784177"/>
              <a:gd name="connsiteX67" fmla="*/ 3870533 w 8037833"/>
              <a:gd name="connsiteY67" fmla="*/ 3689905 h 3784177"/>
              <a:gd name="connsiteX68" fmla="*/ 3678563 w 8037833"/>
              <a:gd name="connsiteY68" fmla="*/ 3694486 h 3784177"/>
              <a:gd name="connsiteX69" fmla="*/ 3524121 w 8037833"/>
              <a:gd name="connsiteY69" fmla="*/ 3642736 h 3784177"/>
              <a:gd name="connsiteX70" fmla="*/ 3407752 w 8037833"/>
              <a:gd name="connsiteY70" fmla="*/ 3626590 h 3784177"/>
              <a:gd name="connsiteX71" fmla="*/ 3373519 w 8037833"/>
              <a:gd name="connsiteY71" fmla="*/ 3665785 h 3784177"/>
              <a:gd name="connsiteX72" fmla="*/ 3114267 w 8037833"/>
              <a:gd name="connsiteY72" fmla="*/ 3638983 h 3784177"/>
              <a:gd name="connsiteX73" fmla="*/ 3048270 w 8037833"/>
              <a:gd name="connsiteY73" fmla="*/ 3649949 h 3784177"/>
              <a:gd name="connsiteX74" fmla="*/ 2989722 w 8037833"/>
              <a:gd name="connsiteY74" fmla="*/ 3623230 h 3784177"/>
              <a:gd name="connsiteX75" fmla="*/ 2965734 w 8037833"/>
              <a:gd name="connsiteY75" fmla="*/ 3635676 h 3784177"/>
              <a:gd name="connsiteX76" fmla="*/ 2961603 w 8037833"/>
              <a:gd name="connsiteY76" fmla="*/ 3638221 h 3784177"/>
              <a:gd name="connsiteX77" fmla="*/ 2944959 w 8037833"/>
              <a:gd name="connsiteY77" fmla="*/ 3639723 h 3784177"/>
              <a:gd name="connsiteX78" fmla="*/ 2940402 w 8037833"/>
              <a:gd name="connsiteY78" fmla="*/ 3651000 h 3784177"/>
              <a:gd name="connsiteX79" fmla="*/ 2915449 w 8037833"/>
              <a:gd name="connsiteY79" fmla="*/ 3661039 h 3784177"/>
              <a:gd name="connsiteX80" fmla="*/ 2884777 w 8037833"/>
              <a:gd name="connsiteY80" fmla="*/ 3660775 h 3784177"/>
              <a:gd name="connsiteX81" fmla="*/ 2739034 w 8037833"/>
              <a:gd name="connsiteY81" fmla="*/ 3647396 h 3784177"/>
              <a:gd name="connsiteX82" fmla="*/ 2651827 w 8037833"/>
              <a:gd name="connsiteY82" fmla="*/ 3646306 h 3784177"/>
              <a:gd name="connsiteX83" fmla="*/ 2618680 w 8037833"/>
              <a:gd name="connsiteY83" fmla="*/ 3656755 h 3784177"/>
              <a:gd name="connsiteX84" fmla="*/ 2572404 w 8037833"/>
              <a:gd name="connsiteY84" fmla="*/ 3664043 h 3784177"/>
              <a:gd name="connsiteX85" fmla="*/ 2490721 w 8037833"/>
              <a:gd name="connsiteY85" fmla="*/ 3685313 h 3784177"/>
              <a:gd name="connsiteX86" fmla="*/ 2423704 w 8037833"/>
              <a:gd name="connsiteY86" fmla="*/ 3658079 h 3784177"/>
              <a:gd name="connsiteX87" fmla="*/ 2301172 w 8037833"/>
              <a:gd name="connsiteY87" fmla="*/ 3663053 h 3784177"/>
              <a:gd name="connsiteX88" fmla="*/ 2294102 w 8037833"/>
              <a:gd name="connsiteY88" fmla="*/ 3671151 h 3784177"/>
              <a:gd name="connsiteX89" fmla="*/ 2238966 w 8037833"/>
              <a:gd name="connsiteY89" fmla="*/ 3668777 h 3784177"/>
              <a:gd name="connsiteX90" fmla="*/ 2046240 w 8037833"/>
              <a:gd name="connsiteY90" fmla="*/ 3604535 h 3784177"/>
              <a:gd name="connsiteX91" fmla="*/ 1938480 w 8037833"/>
              <a:gd name="connsiteY91" fmla="*/ 3601439 h 3784177"/>
              <a:gd name="connsiteX92" fmla="*/ 1900166 w 8037833"/>
              <a:gd name="connsiteY92" fmla="*/ 3609358 h 3784177"/>
              <a:gd name="connsiteX93" fmla="*/ 1835976 w 8037833"/>
              <a:gd name="connsiteY93" fmla="*/ 3622065 h 3784177"/>
              <a:gd name="connsiteX94" fmla="*/ 1787830 w 8037833"/>
              <a:gd name="connsiteY94" fmla="*/ 3653768 h 3784177"/>
              <a:gd name="connsiteX95" fmla="*/ 1734224 w 8037833"/>
              <a:gd name="connsiteY95" fmla="*/ 3655593 h 3784177"/>
              <a:gd name="connsiteX96" fmla="*/ 1721989 w 8037833"/>
              <a:gd name="connsiteY96" fmla="*/ 3627298 h 3784177"/>
              <a:gd name="connsiteX97" fmla="*/ 1664576 w 8037833"/>
              <a:gd name="connsiteY97" fmla="*/ 3638572 h 3784177"/>
              <a:gd name="connsiteX98" fmla="*/ 1577459 w 8037833"/>
              <a:gd name="connsiteY98" fmla="*/ 3658824 h 3784177"/>
              <a:gd name="connsiteX99" fmla="*/ 1527269 w 8037833"/>
              <a:gd name="connsiteY99" fmla="*/ 3663088 h 3784177"/>
              <a:gd name="connsiteX100" fmla="*/ 1390118 w 8037833"/>
              <a:gd name="connsiteY100" fmla="*/ 3682789 h 3784177"/>
              <a:gd name="connsiteX101" fmla="*/ 1252698 w 8037833"/>
              <a:gd name="connsiteY101" fmla="*/ 3708662 h 3784177"/>
              <a:gd name="connsiteX102" fmla="*/ 1171039 w 8037833"/>
              <a:gd name="connsiteY102" fmla="*/ 3758642 h 3784177"/>
              <a:gd name="connsiteX103" fmla="*/ 1058106 w 8037833"/>
              <a:gd name="connsiteY103" fmla="*/ 3776166 h 3784177"/>
              <a:gd name="connsiteX104" fmla="*/ 1039167 w 8037833"/>
              <a:gd name="connsiteY104" fmla="*/ 3784177 h 3784177"/>
              <a:gd name="connsiteX105" fmla="*/ 1012958 w 8037833"/>
              <a:gd name="connsiteY105" fmla="*/ 3779206 h 3784177"/>
              <a:gd name="connsiteX106" fmla="*/ 907906 w 8037833"/>
              <a:gd name="connsiteY106" fmla="*/ 3757678 h 3784177"/>
              <a:gd name="connsiteX107" fmla="*/ 825226 w 8037833"/>
              <a:gd name="connsiteY107" fmla="*/ 3726369 h 3784177"/>
              <a:gd name="connsiteX108" fmla="*/ 722264 w 8037833"/>
              <a:gd name="connsiteY108" fmla="*/ 3747612 h 3784177"/>
              <a:gd name="connsiteX109" fmla="*/ 659460 w 8037833"/>
              <a:gd name="connsiteY109" fmla="*/ 3740429 h 3784177"/>
              <a:gd name="connsiteX110" fmla="*/ 556552 w 8037833"/>
              <a:gd name="connsiteY110" fmla="*/ 3739124 h 3784177"/>
              <a:gd name="connsiteX111" fmla="*/ 445444 w 8037833"/>
              <a:gd name="connsiteY111" fmla="*/ 3764831 h 3784177"/>
              <a:gd name="connsiteX112" fmla="*/ 393295 w 8037833"/>
              <a:gd name="connsiteY112" fmla="*/ 3753097 h 3784177"/>
              <a:gd name="connsiteX113" fmla="*/ 339711 w 8037833"/>
              <a:gd name="connsiteY113" fmla="*/ 3718242 h 3784177"/>
              <a:gd name="connsiteX114" fmla="*/ 222239 w 8037833"/>
              <a:gd name="connsiteY114" fmla="*/ 3672335 h 3784177"/>
              <a:gd name="connsiteX115" fmla="*/ 163578 w 8037833"/>
              <a:gd name="connsiteY115" fmla="*/ 3656292 h 3784177"/>
              <a:gd name="connsiteX116" fmla="*/ 72220 w 8037833"/>
              <a:gd name="connsiteY116" fmla="*/ 3645272 h 3784177"/>
              <a:gd name="connsiteX117" fmla="*/ 44395 w 8037833"/>
              <a:gd name="connsiteY117" fmla="*/ 3639455 h 3784177"/>
              <a:gd name="connsiteX118" fmla="*/ 1962 w 8037833"/>
              <a:gd name="connsiteY118" fmla="*/ 3635948 h 3784177"/>
              <a:gd name="connsiteX119" fmla="*/ 0 w 8037833"/>
              <a:gd name="connsiteY119" fmla="*/ 3635261 h 3784177"/>
              <a:gd name="connsiteX120" fmla="*/ 0 w 8037833"/>
              <a:gd name="connsiteY120"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305325 w 8037833"/>
              <a:gd name="connsiteY32" fmla="*/ 350520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356402 w 8037833"/>
              <a:gd name="connsiteY47" fmla="*/ 3642792 h 3784177"/>
              <a:gd name="connsiteX48" fmla="*/ 4270245 w 8037833"/>
              <a:gd name="connsiteY48" fmla="*/ 3665789 h 3784177"/>
              <a:gd name="connsiteX49" fmla="*/ 4208725 w 8037833"/>
              <a:gd name="connsiteY49" fmla="*/ 3704841 h 3784177"/>
              <a:gd name="connsiteX50" fmla="*/ 4201632 w 8037833"/>
              <a:gd name="connsiteY50" fmla="*/ 3702602 h 3784177"/>
              <a:gd name="connsiteX51" fmla="*/ 4191289 w 8037833"/>
              <a:gd name="connsiteY51" fmla="*/ 3702380 h 3784177"/>
              <a:gd name="connsiteX52" fmla="*/ 4191039 w 8037833"/>
              <a:gd name="connsiteY52" fmla="*/ 3702831 h 3784177"/>
              <a:gd name="connsiteX53" fmla="*/ 4181340 w 8037833"/>
              <a:gd name="connsiteY53" fmla="*/ 3701729 h 3784177"/>
              <a:gd name="connsiteX54" fmla="*/ 4133816 w 8037833"/>
              <a:gd name="connsiteY54" fmla="*/ 3690565 h 3784177"/>
              <a:gd name="connsiteX55" fmla="*/ 4071732 w 8037833"/>
              <a:gd name="connsiteY55" fmla="*/ 3732513 h 3784177"/>
              <a:gd name="connsiteX56" fmla="*/ 4045924 w 8037833"/>
              <a:gd name="connsiteY56" fmla="*/ 3739404 h 3784177"/>
              <a:gd name="connsiteX57" fmla="*/ 4032171 w 8037833"/>
              <a:gd name="connsiteY57" fmla="*/ 3745523 h 3784177"/>
              <a:gd name="connsiteX58" fmla="*/ 4031335 w 8037833"/>
              <a:gd name="connsiteY58" fmla="*/ 3747479 h 3784177"/>
              <a:gd name="connsiteX59" fmla="*/ 3985774 w 8037833"/>
              <a:gd name="connsiteY59" fmla="*/ 3736547 h 3784177"/>
              <a:gd name="connsiteX60" fmla="*/ 3979769 w 8037833"/>
              <a:gd name="connsiteY60" fmla="*/ 3738769 h 3784177"/>
              <a:gd name="connsiteX61" fmla="*/ 3950014 w 8037833"/>
              <a:gd name="connsiteY61" fmla="*/ 3726942 h 3784177"/>
              <a:gd name="connsiteX62" fmla="*/ 3934671 w 8037833"/>
              <a:gd name="connsiteY62" fmla="*/ 3723339 h 3784177"/>
              <a:gd name="connsiteX63" fmla="*/ 3930274 w 8037833"/>
              <a:gd name="connsiteY63" fmla="*/ 3717148 h 3784177"/>
              <a:gd name="connsiteX64" fmla="*/ 3907660 w 8037833"/>
              <a:gd name="connsiteY64" fmla="*/ 3714456 h 3784177"/>
              <a:gd name="connsiteX65" fmla="*/ 3905087 w 8037833"/>
              <a:gd name="connsiteY65" fmla="*/ 3716098 h 3784177"/>
              <a:gd name="connsiteX66" fmla="*/ 3886347 w 8037833"/>
              <a:gd name="connsiteY66" fmla="*/ 3706620 h 3784177"/>
              <a:gd name="connsiteX67" fmla="*/ 3870533 w 8037833"/>
              <a:gd name="connsiteY67" fmla="*/ 3689905 h 3784177"/>
              <a:gd name="connsiteX68" fmla="*/ 3678563 w 8037833"/>
              <a:gd name="connsiteY68" fmla="*/ 3694486 h 3784177"/>
              <a:gd name="connsiteX69" fmla="*/ 3524121 w 8037833"/>
              <a:gd name="connsiteY69" fmla="*/ 3642736 h 3784177"/>
              <a:gd name="connsiteX70" fmla="*/ 3407752 w 8037833"/>
              <a:gd name="connsiteY70" fmla="*/ 3626590 h 3784177"/>
              <a:gd name="connsiteX71" fmla="*/ 3373519 w 8037833"/>
              <a:gd name="connsiteY71" fmla="*/ 3665785 h 3784177"/>
              <a:gd name="connsiteX72" fmla="*/ 3114267 w 8037833"/>
              <a:gd name="connsiteY72" fmla="*/ 3638983 h 3784177"/>
              <a:gd name="connsiteX73" fmla="*/ 3048270 w 8037833"/>
              <a:gd name="connsiteY73" fmla="*/ 3649949 h 3784177"/>
              <a:gd name="connsiteX74" fmla="*/ 2989722 w 8037833"/>
              <a:gd name="connsiteY74" fmla="*/ 3623230 h 3784177"/>
              <a:gd name="connsiteX75" fmla="*/ 2965734 w 8037833"/>
              <a:gd name="connsiteY75" fmla="*/ 3635676 h 3784177"/>
              <a:gd name="connsiteX76" fmla="*/ 2961603 w 8037833"/>
              <a:gd name="connsiteY76" fmla="*/ 3638221 h 3784177"/>
              <a:gd name="connsiteX77" fmla="*/ 2944959 w 8037833"/>
              <a:gd name="connsiteY77" fmla="*/ 3639723 h 3784177"/>
              <a:gd name="connsiteX78" fmla="*/ 2940402 w 8037833"/>
              <a:gd name="connsiteY78" fmla="*/ 3651000 h 3784177"/>
              <a:gd name="connsiteX79" fmla="*/ 2915449 w 8037833"/>
              <a:gd name="connsiteY79" fmla="*/ 3661039 h 3784177"/>
              <a:gd name="connsiteX80" fmla="*/ 2884777 w 8037833"/>
              <a:gd name="connsiteY80" fmla="*/ 3660775 h 3784177"/>
              <a:gd name="connsiteX81" fmla="*/ 2739034 w 8037833"/>
              <a:gd name="connsiteY81" fmla="*/ 3647396 h 3784177"/>
              <a:gd name="connsiteX82" fmla="*/ 2651827 w 8037833"/>
              <a:gd name="connsiteY82" fmla="*/ 3646306 h 3784177"/>
              <a:gd name="connsiteX83" fmla="*/ 2618680 w 8037833"/>
              <a:gd name="connsiteY83" fmla="*/ 3656755 h 3784177"/>
              <a:gd name="connsiteX84" fmla="*/ 2572404 w 8037833"/>
              <a:gd name="connsiteY84" fmla="*/ 3664043 h 3784177"/>
              <a:gd name="connsiteX85" fmla="*/ 2490721 w 8037833"/>
              <a:gd name="connsiteY85" fmla="*/ 3685313 h 3784177"/>
              <a:gd name="connsiteX86" fmla="*/ 2423704 w 8037833"/>
              <a:gd name="connsiteY86" fmla="*/ 3658079 h 3784177"/>
              <a:gd name="connsiteX87" fmla="*/ 2301172 w 8037833"/>
              <a:gd name="connsiteY87" fmla="*/ 3663053 h 3784177"/>
              <a:gd name="connsiteX88" fmla="*/ 2294102 w 8037833"/>
              <a:gd name="connsiteY88" fmla="*/ 3671151 h 3784177"/>
              <a:gd name="connsiteX89" fmla="*/ 2238966 w 8037833"/>
              <a:gd name="connsiteY89" fmla="*/ 3668777 h 3784177"/>
              <a:gd name="connsiteX90" fmla="*/ 2046240 w 8037833"/>
              <a:gd name="connsiteY90" fmla="*/ 3604535 h 3784177"/>
              <a:gd name="connsiteX91" fmla="*/ 1938480 w 8037833"/>
              <a:gd name="connsiteY91" fmla="*/ 3601439 h 3784177"/>
              <a:gd name="connsiteX92" fmla="*/ 1900166 w 8037833"/>
              <a:gd name="connsiteY92" fmla="*/ 3609358 h 3784177"/>
              <a:gd name="connsiteX93" fmla="*/ 1835976 w 8037833"/>
              <a:gd name="connsiteY93" fmla="*/ 3622065 h 3784177"/>
              <a:gd name="connsiteX94" fmla="*/ 1787830 w 8037833"/>
              <a:gd name="connsiteY94" fmla="*/ 3653768 h 3784177"/>
              <a:gd name="connsiteX95" fmla="*/ 1734224 w 8037833"/>
              <a:gd name="connsiteY95" fmla="*/ 3655593 h 3784177"/>
              <a:gd name="connsiteX96" fmla="*/ 1721989 w 8037833"/>
              <a:gd name="connsiteY96" fmla="*/ 3627298 h 3784177"/>
              <a:gd name="connsiteX97" fmla="*/ 1664576 w 8037833"/>
              <a:gd name="connsiteY97" fmla="*/ 3638572 h 3784177"/>
              <a:gd name="connsiteX98" fmla="*/ 1577459 w 8037833"/>
              <a:gd name="connsiteY98" fmla="*/ 3658824 h 3784177"/>
              <a:gd name="connsiteX99" fmla="*/ 1527269 w 8037833"/>
              <a:gd name="connsiteY99" fmla="*/ 3663088 h 3784177"/>
              <a:gd name="connsiteX100" fmla="*/ 1390118 w 8037833"/>
              <a:gd name="connsiteY100" fmla="*/ 3682789 h 3784177"/>
              <a:gd name="connsiteX101" fmla="*/ 1252698 w 8037833"/>
              <a:gd name="connsiteY101" fmla="*/ 3708662 h 3784177"/>
              <a:gd name="connsiteX102" fmla="*/ 1171039 w 8037833"/>
              <a:gd name="connsiteY102" fmla="*/ 3758642 h 3784177"/>
              <a:gd name="connsiteX103" fmla="*/ 1058106 w 8037833"/>
              <a:gd name="connsiteY103" fmla="*/ 3776166 h 3784177"/>
              <a:gd name="connsiteX104" fmla="*/ 1039167 w 8037833"/>
              <a:gd name="connsiteY104" fmla="*/ 3784177 h 3784177"/>
              <a:gd name="connsiteX105" fmla="*/ 1012958 w 8037833"/>
              <a:gd name="connsiteY105" fmla="*/ 3779206 h 3784177"/>
              <a:gd name="connsiteX106" fmla="*/ 907906 w 8037833"/>
              <a:gd name="connsiteY106" fmla="*/ 3757678 h 3784177"/>
              <a:gd name="connsiteX107" fmla="*/ 825226 w 8037833"/>
              <a:gd name="connsiteY107" fmla="*/ 3726369 h 3784177"/>
              <a:gd name="connsiteX108" fmla="*/ 722264 w 8037833"/>
              <a:gd name="connsiteY108" fmla="*/ 3747612 h 3784177"/>
              <a:gd name="connsiteX109" fmla="*/ 659460 w 8037833"/>
              <a:gd name="connsiteY109" fmla="*/ 3740429 h 3784177"/>
              <a:gd name="connsiteX110" fmla="*/ 556552 w 8037833"/>
              <a:gd name="connsiteY110" fmla="*/ 3739124 h 3784177"/>
              <a:gd name="connsiteX111" fmla="*/ 445444 w 8037833"/>
              <a:gd name="connsiteY111" fmla="*/ 3764831 h 3784177"/>
              <a:gd name="connsiteX112" fmla="*/ 393295 w 8037833"/>
              <a:gd name="connsiteY112" fmla="*/ 3753097 h 3784177"/>
              <a:gd name="connsiteX113" fmla="*/ 339711 w 8037833"/>
              <a:gd name="connsiteY113" fmla="*/ 3718242 h 3784177"/>
              <a:gd name="connsiteX114" fmla="*/ 222239 w 8037833"/>
              <a:gd name="connsiteY114" fmla="*/ 3672335 h 3784177"/>
              <a:gd name="connsiteX115" fmla="*/ 163578 w 8037833"/>
              <a:gd name="connsiteY115" fmla="*/ 3656292 h 3784177"/>
              <a:gd name="connsiteX116" fmla="*/ 72220 w 8037833"/>
              <a:gd name="connsiteY116" fmla="*/ 3645272 h 3784177"/>
              <a:gd name="connsiteX117" fmla="*/ 44395 w 8037833"/>
              <a:gd name="connsiteY117" fmla="*/ 3639455 h 3784177"/>
              <a:gd name="connsiteX118" fmla="*/ 1962 w 8037833"/>
              <a:gd name="connsiteY118" fmla="*/ 3635948 h 3784177"/>
              <a:gd name="connsiteX119" fmla="*/ 0 w 8037833"/>
              <a:gd name="connsiteY119" fmla="*/ 3635261 h 3784177"/>
              <a:gd name="connsiteX120" fmla="*/ 0 w 8037833"/>
              <a:gd name="connsiteY120"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305325 w 8037833"/>
              <a:gd name="connsiteY32" fmla="*/ 350520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356402 w 8037833"/>
              <a:gd name="connsiteY47" fmla="*/ 3642792 h 3784177"/>
              <a:gd name="connsiteX48" fmla="*/ 4270245 w 8037833"/>
              <a:gd name="connsiteY48" fmla="*/ 3665789 h 3784177"/>
              <a:gd name="connsiteX49" fmla="*/ 4208725 w 8037833"/>
              <a:gd name="connsiteY49" fmla="*/ 3704841 h 3784177"/>
              <a:gd name="connsiteX50" fmla="*/ 4201632 w 8037833"/>
              <a:gd name="connsiteY50" fmla="*/ 3702602 h 3784177"/>
              <a:gd name="connsiteX51" fmla="*/ 4191289 w 8037833"/>
              <a:gd name="connsiteY51" fmla="*/ 3702380 h 3784177"/>
              <a:gd name="connsiteX52" fmla="*/ 4191039 w 8037833"/>
              <a:gd name="connsiteY52" fmla="*/ 3702831 h 3784177"/>
              <a:gd name="connsiteX53" fmla="*/ 4181340 w 8037833"/>
              <a:gd name="connsiteY53" fmla="*/ 3701729 h 3784177"/>
              <a:gd name="connsiteX54" fmla="*/ 4133816 w 8037833"/>
              <a:gd name="connsiteY54" fmla="*/ 3690565 h 3784177"/>
              <a:gd name="connsiteX55" fmla="*/ 4071732 w 8037833"/>
              <a:gd name="connsiteY55" fmla="*/ 3732513 h 3784177"/>
              <a:gd name="connsiteX56" fmla="*/ 4045924 w 8037833"/>
              <a:gd name="connsiteY56" fmla="*/ 3739404 h 3784177"/>
              <a:gd name="connsiteX57" fmla="*/ 4032171 w 8037833"/>
              <a:gd name="connsiteY57" fmla="*/ 3745523 h 3784177"/>
              <a:gd name="connsiteX58" fmla="*/ 4031335 w 8037833"/>
              <a:gd name="connsiteY58" fmla="*/ 3747479 h 3784177"/>
              <a:gd name="connsiteX59" fmla="*/ 3985774 w 8037833"/>
              <a:gd name="connsiteY59" fmla="*/ 3736547 h 3784177"/>
              <a:gd name="connsiteX60" fmla="*/ 3979769 w 8037833"/>
              <a:gd name="connsiteY60" fmla="*/ 3738769 h 3784177"/>
              <a:gd name="connsiteX61" fmla="*/ 3950014 w 8037833"/>
              <a:gd name="connsiteY61" fmla="*/ 3726942 h 3784177"/>
              <a:gd name="connsiteX62" fmla="*/ 3934671 w 8037833"/>
              <a:gd name="connsiteY62" fmla="*/ 3723339 h 3784177"/>
              <a:gd name="connsiteX63" fmla="*/ 3930274 w 8037833"/>
              <a:gd name="connsiteY63" fmla="*/ 3717148 h 3784177"/>
              <a:gd name="connsiteX64" fmla="*/ 3907660 w 8037833"/>
              <a:gd name="connsiteY64" fmla="*/ 3714456 h 3784177"/>
              <a:gd name="connsiteX65" fmla="*/ 3905087 w 8037833"/>
              <a:gd name="connsiteY65" fmla="*/ 3716098 h 3784177"/>
              <a:gd name="connsiteX66" fmla="*/ 3886347 w 8037833"/>
              <a:gd name="connsiteY66" fmla="*/ 3706620 h 3784177"/>
              <a:gd name="connsiteX67" fmla="*/ 3870533 w 8037833"/>
              <a:gd name="connsiteY67" fmla="*/ 3689905 h 3784177"/>
              <a:gd name="connsiteX68" fmla="*/ 3678563 w 8037833"/>
              <a:gd name="connsiteY68" fmla="*/ 3694486 h 3784177"/>
              <a:gd name="connsiteX69" fmla="*/ 3524121 w 8037833"/>
              <a:gd name="connsiteY69" fmla="*/ 3642736 h 3784177"/>
              <a:gd name="connsiteX70" fmla="*/ 3407752 w 8037833"/>
              <a:gd name="connsiteY70" fmla="*/ 3626590 h 3784177"/>
              <a:gd name="connsiteX71" fmla="*/ 3373519 w 8037833"/>
              <a:gd name="connsiteY71" fmla="*/ 3665785 h 3784177"/>
              <a:gd name="connsiteX72" fmla="*/ 3114267 w 8037833"/>
              <a:gd name="connsiteY72" fmla="*/ 3638983 h 3784177"/>
              <a:gd name="connsiteX73" fmla="*/ 3048270 w 8037833"/>
              <a:gd name="connsiteY73" fmla="*/ 3649949 h 3784177"/>
              <a:gd name="connsiteX74" fmla="*/ 2989722 w 8037833"/>
              <a:gd name="connsiteY74" fmla="*/ 3623230 h 3784177"/>
              <a:gd name="connsiteX75" fmla="*/ 2965734 w 8037833"/>
              <a:gd name="connsiteY75" fmla="*/ 3635676 h 3784177"/>
              <a:gd name="connsiteX76" fmla="*/ 2961603 w 8037833"/>
              <a:gd name="connsiteY76" fmla="*/ 3638221 h 3784177"/>
              <a:gd name="connsiteX77" fmla="*/ 2944959 w 8037833"/>
              <a:gd name="connsiteY77" fmla="*/ 3639723 h 3784177"/>
              <a:gd name="connsiteX78" fmla="*/ 2940402 w 8037833"/>
              <a:gd name="connsiteY78" fmla="*/ 3651000 h 3784177"/>
              <a:gd name="connsiteX79" fmla="*/ 2915449 w 8037833"/>
              <a:gd name="connsiteY79" fmla="*/ 3661039 h 3784177"/>
              <a:gd name="connsiteX80" fmla="*/ 2884777 w 8037833"/>
              <a:gd name="connsiteY80" fmla="*/ 3660775 h 3784177"/>
              <a:gd name="connsiteX81" fmla="*/ 2739034 w 8037833"/>
              <a:gd name="connsiteY81" fmla="*/ 3647396 h 3784177"/>
              <a:gd name="connsiteX82" fmla="*/ 2651827 w 8037833"/>
              <a:gd name="connsiteY82" fmla="*/ 3646306 h 3784177"/>
              <a:gd name="connsiteX83" fmla="*/ 2618680 w 8037833"/>
              <a:gd name="connsiteY83" fmla="*/ 3656755 h 3784177"/>
              <a:gd name="connsiteX84" fmla="*/ 2572404 w 8037833"/>
              <a:gd name="connsiteY84" fmla="*/ 3664043 h 3784177"/>
              <a:gd name="connsiteX85" fmla="*/ 2490721 w 8037833"/>
              <a:gd name="connsiteY85" fmla="*/ 3685313 h 3784177"/>
              <a:gd name="connsiteX86" fmla="*/ 2423704 w 8037833"/>
              <a:gd name="connsiteY86" fmla="*/ 3658079 h 3784177"/>
              <a:gd name="connsiteX87" fmla="*/ 2301172 w 8037833"/>
              <a:gd name="connsiteY87" fmla="*/ 3663053 h 3784177"/>
              <a:gd name="connsiteX88" fmla="*/ 2294102 w 8037833"/>
              <a:gd name="connsiteY88" fmla="*/ 3671151 h 3784177"/>
              <a:gd name="connsiteX89" fmla="*/ 2238966 w 8037833"/>
              <a:gd name="connsiteY89" fmla="*/ 3668777 h 3784177"/>
              <a:gd name="connsiteX90" fmla="*/ 2082844 w 8037833"/>
              <a:gd name="connsiteY90" fmla="*/ 3631994 h 3784177"/>
              <a:gd name="connsiteX91" fmla="*/ 1938480 w 8037833"/>
              <a:gd name="connsiteY91" fmla="*/ 3601439 h 3784177"/>
              <a:gd name="connsiteX92" fmla="*/ 1900166 w 8037833"/>
              <a:gd name="connsiteY92" fmla="*/ 3609358 h 3784177"/>
              <a:gd name="connsiteX93" fmla="*/ 1835976 w 8037833"/>
              <a:gd name="connsiteY93" fmla="*/ 3622065 h 3784177"/>
              <a:gd name="connsiteX94" fmla="*/ 1787830 w 8037833"/>
              <a:gd name="connsiteY94" fmla="*/ 3653768 h 3784177"/>
              <a:gd name="connsiteX95" fmla="*/ 1734224 w 8037833"/>
              <a:gd name="connsiteY95" fmla="*/ 3655593 h 3784177"/>
              <a:gd name="connsiteX96" fmla="*/ 1721989 w 8037833"/>
              <a:gd name="connsiteY96" fmla="*/ 3627298 h 3784177"/>
              <a:gd name="connsiteX97" fmla="*/ 1664576 w 8037833"/>
              <a:gd name="connsiteY97" fmla="*/ 3638572 h 3784177"/>
              <a:gd name="connsiteX98" fmla="*/ 1577459 w 8037833"/>
              <a:gd name="connsiteY98" fmla="*/ 3658824 h 3784177"/>
              <a:gd name="connsiteX99" fmla="*/ 1527269 w 8037833"/>
              <a:gd name="connsiteY99" fmla="*/ 3663088 h 3784177"/>
              <a:gd name="connsiteX100" fmla="*/ 1390118 w 8037833"/>
              <a:gd name="connsiteY100" fmla="*/ 3682789 h 3784177"/>
              <a:gd name="connsiteX101" fmla="*/ 1252698 w 8037833"/>
              <a:gd name="connsiteY101" fmla="*/ 3708662 h 3784177"/>
              <a:gd name="connsiteX102" fmla="*/ 1171039 w 8037833"/>
              <a:gd name="connsiteY102" fmla="*/ 3758642 h 3784177"/>
              <a:gd name="connsiteX103" fmla="*/ 1058106 w 8037833"/>
              <a:gd name="connsiteY103" fmla="*/ 3776166 h 3784177"/>
              <a:gd name="connsiteX104" fmla="*/ 1039167 w 8037833"/>
              <a:gd name="connsiteY104" fmla="*/ 3784177 h 3784177"/>
              <a:gd name="connsiteX105" fmla="*/ 1012958 w 8037833"/>
              <a:gd name="connsiteY105" fmla="*/ 3779206 h 3784177"/>
              <a:gd name="connsiteX106" fmla="*/ 907906 w 8037833"/>
              <a:gd name="connsiteY106" fmla="*/ 3757678 h 3784177"/>
              <a:gd name="connsiteX107" fmla="*/ 825226 w 8037833"/>
              <a:gd name="connsiteY107" fmla="*/ 3726369 h 3784177"/>
              <a:gd name="connsiteX108" fmla="*/ 722264 w 8037833"/>
              <a:gd name="connsiteY108" fmla="*/ 3747612 h 3784177"/>
              <a:gd name="connsiteX109" fmla="*/ 659460 w 8037833"/>
              <a:gd name="connsiteY109" fmla="*/ 3740429 h 3784177"/>
              <a:gd name="connsiteX110" fmla="*/ 556552 w 8037833"/>
              <a:gd name="connsiteY110" fmla="*/ 3739124 h 3784177"/>
              <a:gd name="connsiteX111" fmla="*/ 445444 w 8037833"/>
              <a:gd name="connsiteY111" fmla="*/ 3764831 h 3784177"/>
              <a:gd name="connsiteX112" fmla="*/ 393295 w 8037833"/>
              <a:gd name="connsiteY112" fmla="*/ 3753097 h 3784177"/>
              <a:gd name="connsiteX113" fmla="*/ 339711 w 8037833"/>
              <a:gd name="connsiteY113" fmla="*/ 3718242 h 3784177"/>
              <a:gd name="connsiteX114" fmla="*/ 222239 w 8037833"/>
              <a:gd name="connsiteY114" fmla="*/ 3672335 h 3784177"/>
              <a:gd name="connsiteX115" fmla="*/ 163578 w 8037833"/>
              <a:gd name="connsiteY115" fmla="*/ 3656292 h 3784177"/>
              <a:gd name="connsiteX116" fmla="*/ 72220 w 8037833"/>
              <a:gd name="connsiteY116" fmla="*/ 3645272 h 3784177"/>
              <a:gd name="connsiteX117" fmla="*/ 44395 w 8037833"/>
              <a:gd name="connsiteY117" fmla="*/ 3639455 h 3784177"/>
              <a:gd name="connsiteX118" fmla="*/ 1962 w 8037833"/>
              <a:gd name="connsiteY118" fmla="*/ 3635948 h 3784177"/>
              <a:gd name="connsiteX119" fmla="*/ 0 w 8037833"/>
              <a:gd name="connsiteY119" fmla="*/ 3635261 h 3784177"/>
              <a:gd name="connsiteX120" fmla="*/ 0 w 8037833"/>
              <a:gd name="connsiteY120"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305325 w 8037833"/>
              <a:gd name="connsiteY32" fmla="*/ 350520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356402 w 8037833"/>
              <a:gd name="connsiteY47" fmla="*/ 3642792 h 3784177"/>
              <a:gd name="connsiteX48" fmla="*/ 4270245 w 8037833"/>
              <a:gd name="connsiteY48" fmla="*/ 3665789 h 3784177"/>
              <a:gd name="connsiteX49" fmla="*/ 4208725 w 8037833"/>
              <a:gd name="connsiteY49" fmla="*/ 3704841 h 3784177"/>
              <a:gd name="connsiteX50" fmla="*/ 4201632 w 8037833"/>
              <a:gd name="connsiteY50" fmla="*/ 3702602 h 3784177"/>
              <a:gd name="connsiteX51" fmla="*/ 4191289 w 8037833"/>
              <a:gd name="connsiteY51" fmla="*/ 3702380 h 3784177"/>
              <a:gd name="connsiteX52" fmla="*/ 4191039 w 8037833"/>
              <a:gd name="connsiteY52" fmla="*/ 3702831 h 3784177"/>
              <a:gd name="connsiteX53" fmla="*/ 4181340 w 8037833"/>
              <a:gd name="connsiteY53" fmla="*/ 3701729 h 3784177"/>
              <a:gd name="connsiteX54" fmla="*/ 4133816 w 8037833"/>
              <a:gd name="connsiteY54" fmla="*/ 3690565 h 3784177"/>
              <a:gd name="connsiteX55" fmla="*/ 4071732 w 8037833"/>
              <a:gd name="connsiteY55" fmla="*/ 3732513 h 3784177"/>
              <a:gd name="connsiteX56" fmla="*/ 4045924 w 8037833"/>
              <a:gd name="connsiteY56" fmla="*/ 3739404 h 3784177"/>
              <a:gd name="connsiteX57" fmla="*/ 4032171 w 8037833"/>
              <a:gd name="connsiteY57" fmla="*/ 3745523 h 3784177"/>
              <a:gd name="connsiteX58" fmla="*/ 4031335 w 8037833"/>
              <a:gd name="connsiteY58" fmla="*/ 3747479 h 3784177"/>
              <a:gd name="connsiteX59" fmla="*/ 3985774 w 8037833"/>
              <a:gd name="connsiteY59" fmla="*/ 3736547 h 3784177"/>
              <a:gd name="connsiteX60" fmla="*/ 3979769 w 8037833"/>
              <a:gd name="connsiteY60" fmla="*/ 3738769 h 3784177"/>
              <a:gd name="connsiteX61" fmla="*/ 3950014 w 8037833"/>
              <a:gd name="connsiteY61" fmla="*/ 3726942 h 3784177"/>
              <a:gd name="connsiteX62" fmla="*/ 3934671 w 8037833"/>
              <a:gd name="connsiteY62" fmla="*/ 3723339 h 3784177"/>
              <a:gd name="connsiteX63" fmla="*/ 3930274 w 8037833"/>
              <a:gd name="connsiteY63" fmla="*/ 3717148 h 3784177"/>
              <a:gd name="connsiteX64" fmla="*/ 3907660 w 8037833"/>
              <a:gd name="connsiteY64" fmla="*/ 3714456 h 3784177"/>
              <a:gd name="connsiteX65" fmla="*/ 3905087 w 8037833"/>
              <a:gd name="connsiteY65" fmla="*/ 3716098 h 3784177"/>
              <a:gd name="connsiteX66" fmla="*/ 3886347 w 8037833"/>
              <a:gd name="connsiteY66" fmla="*/ 3706620 h 3784177"/>
              <a:gd name="connsiteX67" fmla="*/ 3870533 w 8037833"/>
              <a:gd name="connsiteY67" fmla="*/ 3689905 h 3784177"/>
              <a:gd name="connsiteX68" fmla="*/ 3678563 w 8037833"/>
              <a:gd name="connsiteY68" fmla="*/ 3694486 h 3784177"/>
              <a:gd name="connsiteX69" fmla="*/ 3524121 w 8037833"/>
              <a:gd name="connsiteY69" fmla="*/ 3642736 h 3784177"/>
              <a:gd name="connsiteX70" fmla="*/ 3407752 w 8037833"/>
              <a:gd name="connsiteY70" fmla="*/ 3626590 h 3784177"/>
              <a:gd name="connsiteX71" fmla="*/ 3373519 w 8037833"/>
              <a:gd name="connsiteY71" fmla="*/ 3665785 h 3784177"/>
              <a:gd name="connsiteX72" fmla="*/ 3114267 w 8037833"/>
              <a:gd name="connsiteY72" fmla="*/ 3638983 h 3784177"/>
              <a:gd name="connsiteX73" fmla="*/ 3048270 w 8037833"/>
              <a:gd name="connsiteY73" fmla="*/ 3649949 h 3784177"/>
              <a:gd name="connsiteX74" fmla="*/ 2989722 w 8037833"/>
              <a:gd name="connsiteY74" fmla="*/ 3623230 h 3784177"/>
              <a:gd name="connsiteX75" fmla="*/ 2965734 w 8037833"/>
              <a:gd name="connsiteY75" fmla="*/ 3635676 h 3784177"/>
              <a:gd name="connsiteX76" fmla="*/ 2961603 w 8037833"/>
              <a:gd name="connsiteY76" fmla="*/ 3638221 h 3784177"/>
              <a:gd name="connsiteX77" fmla="*/ 2944959 w 8037833"/>
              <a:gd name="connsiteY77" fmla="*/ 3639723 h 3784177"/>
              <a:gd name="connsiteX78" fmla="*/ 2940402 w 8037833"/>
              <a:gd name="connsiteY78" fmla="*/ 3651000 h 3784177"/>
              <a:gd name="connsiteX79" fmla="*/ 2915449 w 8037833"/>
              <a:gd name="connsiteY79" fmla="*/ 3661039 h 3784177"/>
              <a:gd name="connsiteX80" fmla="*/ 2884777 w 8037833"/>
              <a:gd name="connsiteY80" fmla="*/ 3660775 h 3784177"/>
              <a:gd name="connsiteX81" fmla="*/ 2739034 w 8037833"/>
              <a:gd name="connsiteY81" fmla="*/ 3647396 h 3784177"/>
              <a:gd name="connsiteX82" fmla="*/ 2651827 w 8037833"/>
              <a:gd name="connsiteY82" fmla="*/ 3646306 h 3784177"/>
              <a:gd name="connsiteX83" fmla="*/ 2618680 w 8037833"/>
              <a:gd name="connsiteY83" fmla="*/ 3656755 h 3784177"/>
              <a:gd name="connsiteX84" fmla="*/ 2572404 w 8037833"/>
              <a:gd name="connsiteY84" fmla="*/ 3664043 h 3784177"/>
              <a:gd name="connsiteX85" fmla="*/ 2490721 w 8037833"/>
              <a:gd name="connsiteY85" fmla="*/ 3685313 h 3784177"/>
              <a:gd name="connsiteX86" fmla="*/ 2423704 w 8037833"/>
              <a:gd name="connsiteY86" fmla="*/ 3658079 h 3784177"/>
              <a:gd name="connsiteX87" fmla="*/ 2301172 w 8037833"/>
              <a:gd name="connsiteY87" fmla="*/ 3663053 h 3784177"/>
              <a:gd name="connsiteX88" fmla="*/ 2294102 w 8037833"/>
              <a:gd name="connsiteY88" fmla="*/ 3671151 h 3784177"/>
              <a:gd name="connsiteX89" fmla="*/ 2238966 w 8037833"/>
              <a:gd name="connsiteY89" fmla="*/ 3668777 h 3784177"/>
              <a:gd name="connsiteX90" fmla="*/ 2082844 w 8037833"/>
              <a:gd name="connsiteY90" fmla="*/ 3631994 h 3784177"/>
              <a:gd name="connsiteX91" fmla="*/ 1938480 w 8037833"/>
              <a:gd name="connsiteY91" fmla="*/ 3601439 h 3784177"/>
              <a:gd name="connsiteX92" fmla="*/ 1900166 w 8037833"/>
              <a:gd name="connsiteY92" fmla="*/ 3609358 h 3784177"/>
              <a:gd name="connsiteX93" fmla="*/ 1835976 w 8037833"/>
              <a:gd name="connsiteY93" fmla="*/ 3622065 h 3784177"/>
              <a:gd name="connsiteX94" fmla="*/ 1787830 w 8037833"/>
              <a:gd name="connsiteY94" fmla="*/ 3633173 h 3784177"/>
              <a:gd name="connsiteX95" fmla="*/ 1734224 w 8037833"/>
              <a:gd name="connsiteY95" fmla="*/ 3655593 h 3784177"/>
              <a:gd name="connsiteX96" fmla="*/ 1721989 w 8037833"/>
              <a:gd name="connsiteY96" fmla="*/ 3627298 h 3784177"/>
              <a:gd name="connsiteX97" fmla="*/ 1664576 w 8037833"/>
              <a:gd name="connsiteY97" fmla="*/ 3638572 h 3784177"/>
              <a:gd name="connsiteX98" fmla="*/ 1577459 w 8037833"/>
              <a:gd name="connsiteY98" fmla="*/ 3658824 h 3784177"/>
              <a:gd name="connsiteX99" fmla="*/ 1527269 w 8037833"/>
              <a:gd name="connsiteY99" fmla="*/ 3663088 h 3784177"/>
              <a:gd name="connsiteX100" fmla="*/ 1390118 w 8037833"/>
              <a:gd name="connsiteY100" fmla="*/ 3682789 h 3784177"/>
              <a:gd name="connsiteX101" fmla="*/ 1252698 w 8037833"/>
              <a:gd name="connsiteY101" fmla="*/ 3708662 h 3784177"/>
              <a:gd name="connsiteX102" fmla="*/ 1171039 w 8037833"/>
              <a:gd name="connsiteY102" fmla="*/ 3758642 h 3784177"/>
              <a:gd name="connsiteX103" fmla="*/ 1058106 w 8037833"/>
              <a:gd name="connsiteY103" fmla="*/ 3776166 h 3784177"/>
              <a:gd name="connsiteX104" fmla="*/ 1039167 w 8037833"/>
              <a:gd name="connsiteY104" fmla="*/ 3784177 h 3784177"/>
              <a:gd name="connsiteX105" fmla="*/ 1012958 w 8037833"/>
              <a:gd name="connsiteY105" fmla="*/ 3779206 h 3784177"/>
              <a:gd name="connsiteX106" fmla="*/ 907906 w 8037833"/>
              <a:gd name="connsiteY106" fmla="*/ 3757678 h 3784177"/>
              <a:gd name="connsiteX107" fmla="*/ 825226 w 8037833"/>
              <a:gd name="connsiteY107" fmla="*/ 3726369 h 3784177"/>
              <a:gd name="connsiteX108" fmla="*/ 722264 w 8037833"/>
              <a:gd name="connsiteY108" fmla="*/ 3747612 h 3784177"/>
              <a:gd name="connsiteX109" fmla="*/ 659460 w 8037833"/>
              <a:gd name="connsiteY109" fmla="*/ 3740429 h 3784177"/>
              <a:gd name="connsiteX110" fmla="*/ 556552 w 8037833"/>
              <a:gd name="connsiteY110" fmla="*/ 3739124 h 3784177"/>
              <a:gd name="connsiteX111" fmla="*/ 445444 w 8037833"/>
              <a:gd name="connsiteY111" fmla="*/ 3764831 h 3784177"/>
              <a:gd name="connsiteX112" fmla="*/ 393295 w 8037833"/>
              <a:gd name="connsiteY112" fmla="*/ 3753097 h 3784177"/>
              <a:gd name="connsiteX113" fmla="*/ 339711 w 8037833"/>
              <a:gd name="connsiteY113" fmla="*/ 3718242 h 3784177"/>
              <a:gd name="connsiteX114" fmla="*/ 222239 w 8037833"/>
              <a:gd name="connsiteY114" fmla="*/ 3672335 h 3784177"/>
              <a:gd name="connsiteX115" fmla="*/ 163578 w 8037833"/>
              <a:gd name="connsiteY115" fmla="*/ 3656292 h 3784177"/>
              <a:gd name="connsiteX116" fmla="*/ 72220 w 8037833"/>
              <a:gd name="connsiteY116" fmla="*/ 3645272 h 3784177"/>
              <a:gd name="connsiteX117" fmla="*/ 44395 w 8037833"/>
              <a:gd name="connsiteY117" fmla="*/ 3639455 h 3784177"/>
              <a:gd name="connsiteX118" fmla="*/ 1962 w 8037833"/>
              <a:gd name="connsiteY118" fmla="*/ 3635948 h 3784177"/>
              <a:gd name="connsiteX119" fmla="*/ 0 w 8037833"/>
              <a:gd name="connsiteY119" fmla="*/ 3635261 h 3784177"/>
              <a:gd name="connsiteX120" fmla="*/ 0 w 8037833"/>
              <a:gd name="connsiteY120"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305325 w 8037833"/>
              <a:gd name="connsiteY32" fmla="*/ 350520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356402 w 8037833"/>
              <a:gd name="connsiteY47" fmla="*/ 3642792 h 3784177"/>
              <a:gd name="connsiteX48" fmla="*/ 4270245 w 8037833"/>
              <a:gd name="connsiteY48" fmla="*/ 3665789 h 3784177"/>
              <a:gd name="connsiteX49" fmla="*/ 4208725 w 8037833"/>
              <a:gd name="connsiteY49" fmla="*/ 3704841 h 3784177"/>
              <a:gd name="connsiteX50" fmla="*/ 4201632 w 8037833"/>
              <a:gd name="connsiteY50" fmla="*/ 3702602 h 3784177"/>
              <a:gd name="connsiteX51" fmla="*/ 4191289 w 8037833"/>
              <a:gd name="connsiteY51" fmla="*/ 3702380 h 3784177"/>
              <a:gd name="connsiteX52" fmla="*/ 4191039 w 8037833"/>
              <a:gd name="connsiteY52" fmla="*/ 3702831 h 3784177"/>
              <a:gd name="connsiteX53" fmla="*/ 4181340 w 8037833"/>
              <a:gd name="connsiteY53" fmla="*/ 3701729 h 3784177"/>
              <a:gd name="connsiteX54" fmla="*/ 4133816 w 8037833"/>
              <a:gd name="connsiteY54" fmla="*/ 3690565 h 3784177"/>
              <a:gd name="connsiteX55" fmla="*/ 4071732 w 8037833"/>
              <a:gd name="connsiteY55" fmla="*/ 3732513 h 3784177"/>
              <a:gd name="connsiteX56" fmla="*/ 4045924 w 8037833"/>
              <a:gd name="connsiteY56" fmla="*/ 3739404 h 3784177"/>
              <a:gd name="connsiteX57" fmla="*/ 4032171 w 8037833"/>
              <a:gd name="connsiteY57" fmla="*/ 3745523 h 3784177"/>
              <a:gd name="connsiteX58" fmla="*/ 4031335 w 8037833"/>
              <a:gd name="connsiteY58" fmla="*/ 3747479 h 3784177"/>
              <a:gd name="connsiteX59" fmla="*/ 3985774 w 8037833"/>
              <a:gd name="connsiteY59" fmla="*/ 3736547 h 3784177"/>
              <a:gd name="connsiteX60" fmla="*/ 3979769 w 8037833"/>
              <a:gd name="connsiteY60" fmla="*/ 3738769 h 3784177"/>
              <a:gd name="connsiteX61" fmla="*/ 3950014 w 8037833"/>
              <a:gd name="connsiteY61" fmla="*/ 3726942 h 3784177"/>
              <a:gd name="connsiteX62" fmla="*/ 3934671 w 8037833"/>
              <a:gd name="connsiteY62" fmla="*/ 3723339 h 3784177"/>
              <a:gd name="connsiteX63" fmla="*/ 3930274 w 8037833"/>
              <a:gd name="connsiteY63" fmla="*/ 3717148 h 3784177"/>
              <a:gd name="connsiteX64" fmla="*/ 3907660 w 8037833"/>
              <a:gd name="connsiteY64" fmla="*/ 3714456 h 3784177"/>
              <a:gd name="connsiteX65" fmla="*/ 3905087 w 8037833"/>
              <a:gd name="connsiteY65" fmla="*/ 3716098 h 3784177"/>
              <a:gd name="connsiteX66" fmla="*/ 3886347 w 8037833"/>
              <a:gd name="connsiteY66" fmla="*/ 3706620 h 3784177"/>
              <a:gd name="connsiteX67" fmla="*/ 3870533 w 8037833"/>
              <a:gd name="connsiteY67" fmla="*/ 3689905 h 3784177"/>
              <a:gd name="connsiteX68" fmla="*/ 3678563 w 8037833"/>
              <a:gd name="connsiteY68" fmla="*/ 3694486 h 3784177"/>
              <a:gd name="connsiteX69" fmla="*/ 3524121 w 8037833"/>
              <a:gd name="connsiteY69" fmla="*/ 3642736 h 3784177"/>
              <a:gd name="connsiteX70" fmla="*/ 3432153 w 8037833"/>
              <a:gd name="connsiteY70" fmla="*/ 3667780 h 3784177"/>
              <a:gd name="connsiteX71" fmla="*/ 3373519 w 8037833"/>
              <a:gd name="connsiteY71" fmla="*/ 3665785 h 3784177"/>
              <a:gd name="connsiteX72" fmla="*/ 3114267 w 8037833"/>
              <a:gd name="connsiteY72" fmla="*/ 3638983 h 3784177"/>
              <a:gd name="connsiteX73" fmla="*/ 3048270 w 8037833"/>
              <a:gd name="connsiteY73" fmla="*/ 3649949 h 3784177"/>
              <a:gd name="connsiteX74" fmla="*/ 2989722 w 8037833"/>
              <a:gd name="connsiteY74" fmla="*/ 3623230 h 3784177"/>
              <a:gd name="connsiteX75" fmla="*/ 2965734 w 8037833"/>
              <a:gd name="connsiteY75" fmla="*/ 3635676 h 3784177"/>
              <a:gd name="connsiteX76" fmla="*/ 2961603 w 8037833"/>
              <a:gd name="connsiteY76" fmla="*/ 3638221 h 3784177"/>
              <a:gd name="connsiteX77" fmla="*/ 2944959 w 8037833"/>
              <a:gd name="connsiteY77" fmla="*/ 3639723 h 3784177"/>
              <a:gd name="connsiteX78" fmla="*/ 2940402 w 8037833"/>
              <a:gd name="connsiteY78" fmla="*/ 3651000 h 3784177"/>
              <a:gd name="connsiteX79" fmla="*/ 2915449 w 8037833"/>
              <a:gd name="connsiteY79" fmla="*/ 3661039 h 3784177"/>
              <a:gd name="connsiteX80" fmla="*/ 2884777 w 8037833"/>
              <a:gd name="connsiteY80" fmla="*/ 3660775 h 3784177"/>
              <a:gd name="connsiteX81" fmla="*/ 2739034 w 8037833"/>
              <a:gd name="connsiteY81" fmla="*/ 3647396 h 3784177"/>
              <a:gd name="connsiteX82" fmla="*/ 2651827 w 8037833"/>
              <a:gd name="connsiteY82" fmla="*/ 3646306 h 3784177"/>
              <a:gd name="connsiteX83" fmla="*/ 2618680 w 8037833"/>
              <a:gd name="connsiteY83" fmla="*/ 3656755 h 3784177"/>
              <a:gd name="connsiteX84" fmla="*/ 2572404 w 8037833"/>
              <a:gd name="connsiteY84" fmla="*/ 3664043 h 3784177"/>
              <a:gd name="connsiteX85" fmla="*/ 2490721 w 8037833"/>
              <a:gd name="connsiteY85" fmla="*/ 3685313 h 3784177"/>
              <a:gd name="connsiteX86" fmla="*/ 2423704 w 8037833"/>
              <a:gd name="connsiteY86" fmla="*/ 3658079 h 3784177"/>
              <a:gd name="connsiteX87" fmla="*/ 2301172 w 8037833"/>
              <a:gd name="connsiteY87" fmla="*/ 3663053 h 3784177"/>
              <a:gd name="connsiteX88" fmla="*/ 2294102 w 8037833"/>
              <a:gd name="connsiteY88" fmla="*/ 3671151 h 3784177"/>
              <a:gd name="connsiteX89" fmla="*/ 2238966 w 8037833"/>
              <a:gd name="connsiteY89" fmla="*/ 3668777 h 3784177"/>
              <a:gd name="connsiteX90" fmla="*/ 2082844 w 8037833"/>
              <a:gd name="connsiteY90" fmla="*/ 3631994 h 3784177"/>
              <a:gd name="connsiteX91" fmla="*/ 1938480 w 8037833"/>
              <a:gd name="connsiteY91" fmla="*/ 3601439 h 3784177"/>
              <a:gd name="connsiteX92" fmla="*/ 1900166 w 8037833"/>
              <a:gd name="connsiteY92" fmla="*/ 3609358 h 3784177"/>
              <a:gd name="connsiteX93" fmla="*/ 1835976 w 8037833"/>
              <a:gd name="connsiteY93" fmla="*/ 3622065 h 3784177"/>
              <a:gd name="connsiteX94" fmla="*/ 1787830 w 8037833"/>
              <a:gd name="connsiteY94" fmla="*/ 3633173 h 3784177"/>
              <a:gd name="connsiteX95" fmla="*/ 1734224 w 8037833"/>
              <a:gd name="connsiteY95" fmla="*/ 3655593 h 3784177"/>
              <a:gd name="connsiteX96" fmla="*/ 1721989 w 8037833"/>
              <a:gd name="connsiteY96" fmla="*/ 3627298 h 3784177"/>
              <a:gd name="connsiteX97" fmla="*/ 1664576 w 8037833"/>
              <a:gd name="connsiteY97" fmla="*/ 3638572 h 3784177"/>
              <a:gd name="connsiteX98" fmla="*/ 1577459 w 8037833"/>
              <a:gd name="connsiteY98" fmla="*/ 3658824 h 3784177"/>
              <a:gd name="connsiteX99" fmla="*/ 1527269 w 8037833"/>
              <a:gd name="connsiteY99" fmla="*/ 3663088 h 3784177"/>
              <a:gd name="connsiteX100" fmla="*/ 1390118 w 8037833"/>
              <a:gd name="connsiteY100" fmla="*/ 3682789 h 3784177"/>
              <a:gd name="connsiteX101" fmla="*/ 1252698 w 8037833"/>
              <a:gd name="connsiteY101" fmla="*/ 3708662 h 3784177"/>
              <a:gd name="connsiteX102" fmla="*/ 1171039 w 8037833"/>
              <a:gd name="connsiteY102" fmla="*/ 3758642 h 3784177"/>
              <a:gd name="connsiteX103" fmla="*/ 1058106 w 8037833"/>
              <a:gd name="connsiteY103" fmla="*/ 3776166 h 3784177"/>
              <a:gd name="connsiteX104" fmla="*/ 1039167 w 8037833"/>
              <a:gd name="connsiteY104" fmla="*/ 3784177 h 3784177"/>
              <a:gd name="connsiteX105" fmla="*/ 1012958 w 8037833"/>
              <a:gd name="connsiteY105" fmla="*/ 3779206 h 3784177"/>
              <a:gd name="connsiteX106" fmla="*/ 907906 w 8037833"/>
              <a:gd name="connsiteY106" fmla="*/ 3757678 h 3784177"/>
              <a:gd name="connsiteX107" fmla="*/ 825226 w 8037833"/>
              <a:gd name="connsiteY107" fmla="*/ 3726369 h 3784177"/>
              <a:gd name="connsiteX108" fmla="*/ 722264 w 8037833"/>
              <a:gd name="connsiteY108" fmla="*/ 3747612 h 3784177"/>
              <a:gd name="connsiteX109" fmla="*/ 659460 w 8037833"/>
              <a:gd name="connsiteY109" fmla="*/ 3740429 h 3784177"/>
              <a:gd name="connsiteX110" fmla="*/ 556552 w 8037833"/>
              <a:gd name="connsiteY110" fmla="*/ 3739124 h 3784177"/>
              <a:gd name="connsiteX111" fmla="*/ 445444 w 8037833"/>
              <a:gd name="connsiteY111" fmla="*/ 3764831 h 3784177"/>
              <a:gd name="connsiteX112" fmla="*/ 393295 w 8037833"/>
              <a:gd name="connsiteY112" fmla="*/ 3753097 h 3784177"/>
              <a:gd name="connsiteX113" fmla="*/ 339711 w 8037833"/>
              <a:gd name="connsiteY113" fmla="*/ 3718242 h 3784177"/>
              <a:gd name="connsiteX114" fmla="*/ 222239 w 8037833"/>
              <a:gd name="connsiteY114" fmla="*/ 3672335 h 3784177"/>
              <a:gd name="connsiteX115" fmla="*/ 163578 w 8037833"/>
              <a:gd name="connsiteY115" fmla="*/ 3656292 h 3784177"/>
              <a:gd name="connsiteX116" fmla="*/ 72220 w 8037833"/>
              <a:gd name="connsiteY116" fmla="*/ 3645272 h 3784177"/>
              <a:gd name="connsiteX117" fmla="*/ 44395 w 8037833"/>
              <a:gd name="connsiteY117" fmla="*/ 3639455 h 3784177"/>
              <a:gd name="connsiteX118" fmla="*/ 1962 w 8037833"/>
              <a:gd name="connsiteY118" fmla="*/ 3635948 h 3784177"/>
              <a:gd name="connsiteX119" fmla="*/ 0 w 8037833"/>
              <a:gd name="connsiteY119" fmla="*/ 3635261 h 3784177"/>
              <a:gd name="connsiteX120" fmla="*/ 0 w 8037833"/>
              <a:gd name="connsiteY120"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462092 w 8037833"/>
              <a:gd name="connsiteY19" fmla="*/ 3373529 h 3784177"/>
              <a:gd name="connsiteX20" fmla="*/ 6303479 w 8037833"/>
              <a:gd name="connsiteY20" fmla="*/ 3319842 h 3784177"/>
              <a:gd name="connsiteX21" fmla="*/ 6210639 w 8037833"/>
              <a:gd name="connsiteY21" fmla="*/ 3335546 h 3784177"/>
              <a:gd name="connsiteX22" fmla="*/ 6111718 w 8037833"/>
              <a:gd name="connsiteY22" fmla="*/ 3357536 h 3784177"/>
              <a:gd name="connsiteX23" fmla="*/ 5949057 w 8037833"/>
              <a:gd name="connsiteY23" fmla="*/ 3379652 h 3784177"/>
              <a:gd name="connsiteX24" fmla="*/ 5891274 w 8037833"/>
              <a:gd name="connsiteY24" fmla="*/ 3397681 h 3784177"/>
              <a:gd name="connsiteX25" fmla="*/ 5835383 w 8037833"/>
              <a:gd name="connsiteY25" fmla="*/ 3377529 h 3784177"/>
              <a:gd name="connsiteX26" fmla="*/ 5746050 w 8037833"/>
              <a:gd name="connsiteY26" fmla="*/ 3426142 h 3784177"/>
              <a:gd name="connsiteX27" fmla="*/ 5613670 w 8037833"/>
              <a:gd name="connsiteY27" fmla="*/ 3428671 h 3784177"/>
              <a:gd name="connsiteX28" fmla="*/ 5535334 w 8037833"/>
              <a:gd name="connsiteY28" fmla="*/ 3437044 h 3784177"/>
              <a:gd name="connsiteX29" fmla="*/ 5506940 w 8037833"/>
              <a:gd name="connsiteY29" fmla="*/ 3450999 h 3784177"/>
              <a:gd name="connsiteX30" fmla="*/ 5466372 w 8037833"/>
              <a:gd name="connsiteY30" fmla="*/ 3463245 h 3784177"/>
              <a:gd name="connsiteX31" fmla="*/ 5395833 w 8037833"/>
              <a:gd name="connsiteY31" fmla="*/ 3493194 h 3784177"/>
              <a:gd name="connsiteX32" fmla="*/ 5305325 w 8037833"/>
              <a:gd name="connsiteY32" fmla="*/ 3505200 h 3784177"/>
              <a:gd name="connsiteX33" fmla="*/ 5223043 w 8037833"/>
              <a:gd name="connsiteY33" fmla="*/ 3491664 h 3784177"/>
              <a:gd name="connsiteX34" fmla="*/ 5217733 w 8037833"/>
              <a:gd name="connsiteY34" fmla="*/ 3500463 h 3784177"/>
              <a:gd name="connsiteX35" fmla="*/ 5167992 w 8037833"/>
              <a:gd name="connsiteY35" fmla="*/ 3504085 h 3784177"/>
              <a:gd name="connsiteX36" fmla="*/ 4987020 w 8037833"/>
              <a:gd name="connsiteY36" fmla="*/ 3461263 h 3784177"/>
              <a:gd name="connsiteX37" fmla="*/ 4890003 w 8037833"/>
              <a:gd name="connsiteY37" fmla="*/ 3469874 h 3784177"/>
              <a:gd name="connsiteX38" fmla="*/ 4856654 w 8037833"/>
              <a:gd name="connsiteY38" fmla="*/ 3481880 h 3784177"/>
              <a:gd name="connsiteX39" fmla="*/ 4800711 w 8037833"/>
              <a:gd name="connsiteY39" fmla="*/ 3501441 h 3784177"/>
              <a:gd name="connsiteX40" fmla="*/ 4761569 w 8037833"/>
              <a:gd name="connsiteY40" fmla="*/ 3538103 h 3784177"/>
              <a:gd name="connsiteX41" fmla="*/ 4713734 w 8037833"/>
              <a:gd name="connsiteY41" fmla="*/ 3545724 h 3784177"/>
              <a:gd name="connsiteX42" fmla="*/ 4699169 w 8037833"/>
              <a:gd name="connsiteY42" fmla="*/ 3518988 h 3784177"/>
              <a:gd name="connsiteX43" fmla="*/ 4649120 w 8037833"/>
              <a:gd name="connsiteY43" fmla="*/ 3536392 h 3784177"/>
              <a:gd name="connsiteX44" fmla="*/ 4573578 w 8037833"/>
              <a:gd name="connsiteY44" fmla="*/ 3565923 h 3784177"/>
              <a:gd name="connsiteX45" fmla="*/ 4529117 w 8037833"/>
              <a:gd name="connsiteY45" fmla="*/ 3575592 h 3784177"/>
              <a:gd name="connsiteX46" fmla="*/ 4408641 w 8037833"/>
              <a:gd name="connsiteY46" fmla="*/ 3610000 h 3784177"/>
              <a:gd name="connsiteX47" fmla="*/ 4356402 w 8037833"/>
              <a:gd name="connsiteY47" fmla="*/ 3642792 h 3784177"/>
              <a:gd name="connsiteX48" fmla="*/ 4270245 w 8037833"/>
              <a:gd name="connsiteY48" fmla="*/ 3665789 h 3784177"/>
              <a:gd name="connsiteX49" fmla="*/ 4208725 w 8037833"/>
              <a:gd name="connsiteY49" fmla="*/ 3704841 h 3784177"/>
              <a:gd name="connsiteX50" fmla="*/ 4201632 w 8037833"/>
              <a:gd name="connsiteY50" fmla="*/ 3702602 h 3784177"/>
              <a:gd name="connsiteX51" fmla="*/ 4191289 w 8037833"/>
              <a:gd name="connsiteY51" fmla="*/ 3702380 h 3784177"/>
              <a:gd name="connsiteX52" fmla="*/ 4191039 w 8037833"/>
              <a:gd name="connsiteY52" fmla="*/ 3702831 h 3784177"/>
              <a:gd name="connsiteX53" fmla="*/ 4181340 w 8037833"/>
              <a:gd name="connsiteY53" fmla="*/ 3701729 h 3784177"/>
              <a:gd name="connsiteX54" fmla="*/ 4133816 w 8037833"/>
              <a:gd name="connsiteY54" fmla="*/ 3690565 h 3784177"/>
              <a:gd name="connsiteX55" fmla="*/ 4071732 w 8037833"/>
              <a:gd name="connsiteY55" fmla="*/ 3732513 h 3784177"/>
              <a:gd name="connsiteX56" fmla="*/ 4045924 w 8037833"/>
              <a:gd name="connsiteY56" fmla="*/ 3739404 h 3784177"/>
              <a:gd name="connsiteX57" fmla="*/ 4032171 w 8037833"/>
              <a:gd name="connsiteY57" fmla="*/ 3745523 h 3784177"/>
              <a:gd name="connsiteX58" fmla="*/ 4031335 w 8037833"/>
              <a:gd name="connsiteY58" fmla="*/ 3747479 h 3784177"/>
              <a:gd name="connsiteX59" fmla="*/ 3985774 w 8037833"/>
              <a:gd name="connsiteY59" fmla="*/ 3736547 h 3784177"/>
              <a:gd name="connsiteX60" fmla="*/ 3979769 w 8037833"/>
              <a:gd name="connsiteY60" fmla="*/ 3738769 h 3784177"/>
              <a:gd name="connsiteX61" fmla="*/ 3950014 w 8037833"/>
              <a:gd name="connsiteY61" fmla="*/ 3726942 h 3784177"/>
              <a:gd name="connsiteX62" fmla="*/ 3934671 w 8037833"/>
              <a:gd name="connsiteY62" fmla="*/ 3723339 h 3784177"/>
              <a:gd name="connsiteX63" fmla="*/ 3930274 w 8037833"/>
              <a:gd name="connsiteY63" fmla="*/ 3717148 h 3784177"/>
              <a:gd name="connsiteX64" fmla="*/ 3907660 w 8037833"/>
              <a:gd name="connsiteY64" fmla="*/ 3714456 h 3784177"/>
              <a:gd name="connsiteX65" fmla="*/ 3905087 w 8037833"/>
              <a:gd name="connsiteY65" fmla="*/ 3716098 h 3784177"/>
              <a:gd name="connsiteX66" fmla="*/ 3886347 w 8037833"/>
              <a:gd name="connsiteY66" fmla="*/ 3706620 h 3784177"/>
              <a:gd name="connsiteX67" fmla="*/ 3870533 w 8037833"/>
              <a:gd name="connsiteY67" fmla="*/ 3689905 h 3784177"/>
              <a:gd name="connsiteX68" fmla="*/ 3678563 w 8037833"/>
              <a:gd name="connsiteY68" fmla="*/ 3694486 h 3784177"/>
              <a:gd name="connsiteX69" fmla="*/ 3524121 w 8037833"/>
              <a:gd name="connsiteY69" fmla="*/ 3642736 h 3784177"/>
              <a:gd name="connsiteX70" fmla="*/ 3432153 w 8037833"/>
              <a:gd name="connsiteY70" fmla="*/ 3667780 h 3784177"/>
              <a:gd name="connsiteX71" fmla="*/ 3373519 w 8037833"/>
              <a:gd name="connsiteY71" fmla="*/ 3665785 h 3784177"/>
              <a:gd name="connsiteX72" fmla="*/ 3114267 w 8037833"/>
              <a:gd name="connsiteY72" fmla="*/ 3638983 h 3784177"/>
              <a:gd name="connsiteX73" fmla="*/ 3048270 w 8037833"/>
              <a:gd name="connsiteY73" fmla="*/ 3649949 h 3784177"/>
              <a:gd name="connsiteX74" fmla="*/ 2989722 w 8037833"/>
              <a:gd name="connsiteY74" fmla="*/ 3623230 h 3784177"/>
              <a:gd name="connsiteX75" fmla="*/ 2965734 w 8037833"/>
              <a:gd name="connsiteY75" fmla="*/ 3635676 h 3784177"/>
              <a:gd name="connsiteX76" fmla="*/ 2961603 w 8037833"/>
              <a:gd name="connsiteY76" fmla="*/ 3638221 h 3784177"/>
              <a:gd name="connsiteX77" fmla="*/ 2944959 w 8037833"/>
              <a:gd name="connsiteY77" fmla="*/ 3639723 h 3784177"/>
              <a:gd name="connsiteX78" fmla="*/ 2940402 w 8037833"/>
              <a:gd name="connsiteY78" fmla="*/ 3651000 h 3784177"/>
              <a:gd name="connsiteX79" fmla="*/ 2915449 w 8037833"/>
              <a:gd name="connsiteY79" fmla="*/ 3661039 h 3784177"/>
              <a:gd name="connsiteX80" fmla="*/ 2884777 w 8037833"/>
              <a:gd name="connsiteY80" fmla="*/ 3660775 h 3784177"/>
              <a:gd name="connsiteX81" fmla="*/ 2739034 w 8037833"/>
              <a:gd name="connsiteY81" fmla="*/ 3647396 h 3784177"/>
              <a:gd name="connsiteX82" fmla="*/ 2651827 w 8037833"/>
              <a:gd name="connsiteY82" fmla="*/ 3646306 h 3784177"/>
              <a:gd name="connsiteX83" fmla="*/ 2618680 w 8037833"/>
              <a:gd name="connsiteY83" fmla="*/ 3656755 h 3784177"/>
              <a:gd name="connsiteX84" fmla="*/ 2572404 w 8037833"/>
              <a:gd name="connsiteY84" fmla="*/ 3664043 h 3784177"/>
              <a:gd name="connsiteX85" fmla="*/ 2490721 w 8037833"/>
              <a:gd name="connsiteY85" fmla="*/ 3685313 h 3784177"/>
              <a:gd name="connsiteX86" fmla="*/ 2423704 w 8037833"/>
              <a:gd name="connsiteY86" fmla="*/ 3658079 h 3784177"/>
              <a:gd name="connsiteX87" fmla="*/ 2301172 w 8037833"/>
              <a:gd name="connsiteY87" fmla="*/ 3663053 h 3784177"/>
              <a:gd name="connsiteX88" fmla="*/ 2294102 w 8037833"/>
              <a:gd name="connsiteY88" fmla="*/ 3671151 h 3784177"/>
              <a:gd name="connsiteX89" fmla="*/ 2238966 w 8037833"/>
              <a:gd name="connsiteY89" fmla="*/ 3668777 h 3784177"/>
              <a:gd name="connsiteX90" fmla="*/ 2082844 w 8037833"/>
              <a:gd name="connsiteY90" fmla="*/ 3631994 h 3784177"/>
              <a:gd name="connsiteX91" fmla="*/ 1938480 w 8037833"/>
              <a:gd name="connsiteY91" fmla="*/ 3601439 h 3784177"/>
              <a:gd name="connsiteX92" fmla="*/ 1900166 w 8037833"/>
              <a:gd name="connsiteY92" fmla="*/ 3609358 h 3784177"/>
              <a:gd name="connsiteX93" fmla="*/ 1835976 w 8037833"/>
              <a:gd name="connsiteY93" fmla="*/ 3622065 h 3784177"/>
              <a:gd name="connsiteX94" fmla="*/ 1787830 w 8037833"/>
              <a:gd name="connsiteY94" fmla="*/ 3633173 h 3784177"/>
              <a:gd name="connsiteX95" fmla="*/ 1734224 w 8037833"/>
              <a:gd name="connsiteY95" fmla="*/ 3655593 h 3784177"/>
              <a:gd name="connsiteX96" fmla="*/ 1721989 w 8037833"/>
              <a:gd name="connsiteY96" fmla="*/ 3627298 h 3784177"/>
              <a:gd name="connsiteX97" fmla="*/ 1664576 w 8037833"/>
              <a:gd name="connsiteY97" fmla="*/ 3638572 h 3784177"/>
              <a:gd name="connsiteX98" fmla="*/ 1577459 w 8037833"/>
              <a:gd name="connsiteY98" fmla="*/ 3658824 h 3784177"/>
              <a:gd name="connsiteX99" fmla="*/ 1527269 w 8037833"/>
              <a:gd name="connsiteY99" fmla="*/ 3663088 h 3784177"/>
              <a:gd name="connsiteX100" fmla="*/ 1390118 w 8037833"/>
              <a:gd name="connsiteY100" fmla="*/ 3682789 h 3784177"/>
              <a:gd name="connsiteX101" fmla="*/ 1252698 w 8037833"/>
              <a:gd name="connsiteY101" fmla="*/ 3708662 h 3784177"/>
              <a:gd name="connsiteX102" fmla="*/ 1171039 w 8037833"/>
              <a:gd name="connsiteY102" fmla="*/ 3758642 h 3784177"/>
              <a:gd name="connsiteX103" fmla="*/ 1058106 w 8037833"/>
              <a:gd name="connsiteY103" fmla="*/ 3776166 h 3784177"/>
              <a:gd name="connsiteX104" fmla="*/ 1039167 w 8037833"/>
              <a:gd name="connsiteY104" fmla="*/ 3784177 h 3784177"/>
              <a:gd name="connsiteX105" fmla="*/ 1012958 w 8037833"/>
              <a:gd name="connsiteY105" fmla="*/ 3779206 h 3784177"/>
              <a:gd name="connsiteX106" fmla="*/ 907906 w 8037833"/>
              <a:gd name="connsiteY106" fmla="*/ 3757678 h 3784177"/>
              <a:gd name="connsiteX107" fmla="*/ 825226 w 8037833"/>
              <a:gd name="connsiteY107" fmla="*/ 3726369 h 3784177"/>
              <a:gd name="connsiteX108" fmla="*/ 722264 w 8037833"/>
              <a:gd name="connsiteY108" fmla="*/ 3747612 h 3784177"/>
              <a:gd name="connsiteX109" fmla="*/ 659460 w 8037833"/>
              <a:gd name="connsiteY109" fmla="*/ 3740429 h 3784177"/>
              <a:gd name="connsiteX110" fmla="*/ 556552 w 8037833"/>
              <a:gd name="connsiteY110" fmla="*/ 3739124 h 3784177"/>
              <a:gd name="connsiteX111" fmla="*/ 445444 w 8037833"/>
              <a:gd name="connsiteY111" fmla="*/ 3764831 h 3784177"/>
              <a:gd name="connsiteX112" fmla="*/ 393295 w 8037833"/>
              <a:gd name="connsiteY112" fmla="*/ 3753097 h 3784177"/>
              <a:gd name="connsiteX113" fmla="*/ 339711 w 8037833"/>
              <a:gd name="connsiteY113" fmla="*/ 3718242 h 3784177"/>
              <a:gd name="connsiteX114" fmla="*/ 222239 w 8037833"/>
              <a:gd name="connsiteY114" fmla="*/ 3672335 h 3784177"/>
              <a:gd name="connsiteX115" fmla="*/ 163578 w 8037833"/>
              <a:gd name="connsiteY115" fmla="*/ 3656292 h 3784177"/>
              <a:gd name="connsiteX116" fmla="*/ 72220 w 8037833"/>
              <a:gd name="connsiteY116" fmla="*/ 3645272 h 3784177"/>
              <a:gd name="connsiteX117" fmla="*/ 44395 w 8037833"/>
              <a:gd name="connsiteY117" fmla="*/ 3639455 h 3784177"/>
              <a:gd name="connsiteX118" fmla="*/ 1962 w 8037833"/>
              <a:gd name="connsiteY118" fmla="*/ 3635948 h 3784177"/>
              <a:gd name="connsiteX119" fmla="*/ 0 w 8037833"/>
              <a:gd name="connsiteY119" fmla="*/ 3635261 h 3784177"/>
              <a:gd name="connsiteX120" fmla="*/ 0 w 8037833"/>
              <a:gd name="connsiteY120"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462092 w 8037833"/>
              <a:gd name="connsiteY19" fmla="*/ 3373529 h 3784177"/>
              <a:gd name="connsiteX20" fmla="*/ 6303479 w 8037833"/>
              <a:gd name="connsiteY20" fmla="*/ 3319842 h 3784177"/>
              <a:gd name="connsiteX21" fmla="*/ 6111718 w 8037833"/>
              <a:gd name="connsiteY21" fmla="*/ 3357536 h 3784177"/>
              <a:gd name="connsiteX22" fmla="*/ 5949057 w 8037833"/>
              <a:gd name="connsiteY22" fmla="*/ 3379652 h 3784177"/>
              <a:gd name="connsiteX23" fmla="*/ 5891274 w 8037833"/>
              <a:gd name="connsiteY23" fmla="*/ 3397681 h 3784177"/>
              <a:gd name="connsiteX24" fmla="*/ 5835383 w 8037833"/>
              <a:gd name="connsiteY24" fmla="*/ 3377529 h 3784177"/>
              <a:gd name="connsiteX25" fmla="*/ 5746050 w 8037833"/>
              <a:gd name="connsiteY25" fmla="*/ 3426142 h 3784177"/>
              <a:gd name="connsiteX26" fmla="*/ 5613670 w 8037833"/>
              <a:gd name="connsiteY26" fmla="*/ 3428671 h 3784177"/>
              <a:gd name="connsiteX27" fmla="*/ 5535334 w 8037833"/>
              <a:gd name="connsiteY27" fmla="*/ 3437044 h 3784177"/>
              <a:gd name="connsiteX28" fmla="*/ 5506940 w 8037833"/>
              <a:gd name="connsiteY28" fmla="*/ 3450999 h 3784177"/>
              <a:gd name="connsiteX29" fmla="*/ 5466372 w 8037833"/>
              <a:gd name="connsiteY29" fmla="*/ 3463245 h 3784177"/>
              <a:gd name="connsiteX30" fmla="*/ 5395833 w 8037833"/>
              <a:gd name="connsiteY30" fmla="*/ 3493194 h 3784177"/>
              <a:gd name="connsiteX31" fmla="*/ 5305325 w 8037833"/>
              <a:gd name="connsiteY31" fmla="*/ 3505200 h 3784177"/>
              <a:gd name="connsiteX32" fmla="*/ 5223043 w 8037833"/>
              <a:gd name="connsiteY32" fmla="*/ 3491664 h 3784177"/>
              <a:gd name="connsiteX33" fmla="*/ 5217733 w 8037833"/>
              <a:gd name="connsiteY33" fmla="*/ 3500463 h 3784177"/>
              <a:gd name="connsiteX34" fmla="*/ 5167992 w 8037833"/>
              <a:gd name="connsiteY34" fmla="*/ 3504085 h 3784177"/>
              <a:gd name="connsiteX35" fmla="*/ 4987020 w 8037833"/>
              <a:gd name="connsiteY35" fmla="*/ 3461263 h 3784177"/>
              <a:gd name="connsiteX36" fmla="*/ 4890003 w 8037833"/>
              <a:gd name="connsiteY36" fmla="*/ 3469874 h 3784177"/>
              <a:gd name="connsiteX37" fmla="*/ 4856654 w 8037833"/>
              <a:gd name="connsiteY37" fmla="*/ 3481880 h 3784177"/>
              <a:gd name="connsiteX38" fmla="*/ 4800711 w 8037833"/>
              <a:gd name="connsiteY38" fmla="*/ 3501441 h 3784177"/>
              <a:gd name="connsiteX39" fmla="*/ 4761569 w 8037833"/>
              <a:gd name="connsiteY39" fmla="*/ 3538103 h 3784177"/>
              <a:gd name="connsiteX40" fmla="*/ 4713734 w 8037833"/>
              <a:gd name="connsiteY40" fmla="*/ 3545724 h 3784177"/>
              <a:gd name="connsiteX41" fmla="*/ 4699169 w 8037833"/>
              <a:gd name="connsiteY41" fmla="*/ 3518988 h 3784177"/>
              <a:gd name="connsiteX42" fmla="*/ 4649120 w 8037833"/>
              <a:gd name="connsiteY42" fmla="*/ 3536392 h 3784177"/>
              <a:gd name="connsiteX43" fmla="*/ 4573578 w 8037833"/>
              <a:gd name="connsiteY43" fmla="*/ 3565923 h 3784177"/>
              <a:gd name="connsiteX44" fmla="*/ 4529117 w 8037833"/>
              <a:gd name="connsiteY44" fmla="*/ 3575592 h 3784177"/>
              <a:gd name="connsiteX45" fmla="*/ 4408641 w 8037833"/>
              <a:gd name="connsiteY45" fmla="*/ 3610000 h 3784177"/>
              <a:gd name="connsiteX46" fmla="*/ 4356402 w 8037833"/>
              <a:gd name="connsiteY46" fmla="*/ 3642792 h 3784177"/>
              <a:gd name="connsiteX47" fmla="*/ 4270245 w 8037833"/>
              <a:gd name="connsiteY47" fmla="*/ 3665789 h 3784177"/>
              <a:gd name="connsiteX48" fmla="*/ 4208725 w 8037833"/>
              <a:gd name="connsiteY48" fmla="*/ 3704841 h 3784177"/>
              <a:gd name="connsiteX49" fmla="*/ 4201632 w 8037833"/>
              <a:gd name="connsiteY49" fmla="*/ 3702602 h 3784177"/>
              <a:gd name="connsiteX50" fmla="*/ 4191289 w 8037833"/>
              <a:gd name="connsiteY50" fmla="*/ 3702380 h 3784177"/>
              <a:gd name="connsiteX51" fmla="*/ 4191039 w 8037833"/>
              <a:gd name="connsiteY51" fmla="*/ 3702831 h 3784177"/>
              <a:gd name="connsiteX52" fmla="*/ 4181340 w 8037833"/>
              <a:gd name="connsiteY52" fmla="*/ 3701729 h 3784177"/>
              <a:gd name="connsiteX53" fmla="*/ 4133816 w 8037833"/>
              <a:gd name="connsiteY53" fmla="*/ 3690565 h 3784177"/>
              <a:gd name="connsiteX54" fmla="*/ 4071732 w 8037833"/>
              <a:gd name="connsiteY54" fmla="*/ 3732513 h 3784177"/>
              <a:gd name="connsiteX55" fmla="*/ 4045924 w 8037833"/>
              <a:gd name="connsiteY55" fmla="*/ 3739404 h 3784177"/>
              <a:gd name="connsiteX56" fmla="*/ 4032171 w 8037833"/>
              <a:gd name="connsiteY56" fmla="*/ 3745523 h 3784177"/>
              <a:gd name="connsiteX57" fmla="*/ 4031335 w 8037833"/>
              <a:gd name="connsiteY57" fmla="*/ 3747479 h 3784177"/>
              <a:gd name="connsiteX58" fmla="*/ 3985774 w 8037833"/>
              <a:gd name="connsiteY58" fmla="*/ 3736547 h 3784177"/>
              <a:gd name="connsiteX59" fmla="*/ 3979769 w 8037833"/>
              <a:gd name="connsiteY59" fmla="*/ 3738769 h 3784177"/>
              <a:gd name="connsiteX60" fmla="*/ 3950014 w 8037833"/>
              <a:gd name="connsiteY60" fmla="*/ 3726942 h 3784177"/>
              <a:gd name="connsiteX61" fmla="*/ 3934671 w 8037833"/>
              <a:gd name="connsiteY61" fmla="*/ 3723339 h 3784177"/>
              <a:gd name="connsiteX62" fmla="*/ 3930274 w 8037833"/>
              <a:gd name="connsiteY62" fmla="*/ 3717148 h 3784177"/>
              <a:gd name="connsiteX63" fmla="*/ 3907660 w 8037833"/>
              <a:gd name="connsiteY63" fmla="*/ 3714456 h 3784177"/>
              <a:gd name="connsiteX64" fmla="*/ 3905087 w 8037833"/>
              <a:gd name="connsiteY64" fmla="*/ 3716098 h 3784177"/>
              <a:gd name="connsiteX65" fmla="*/ 3886347 w 8037833"/>
              <a:gd name="connsiteY65" fmla="*/ 3706620 h 3784177"/>
              <a:gd name="connsiteX66" fmla="*/ 3870533 w 8037833"/>
              <a:gd name="connsiteY66" fmla="*/ 3689905 h 3784177"/>
              <a:gd name="connsiteX67" fmla="*/ 3678563 w 8037833"/>
              <a:gd name="connsiteY67" fmla="*/ 3694486 h 3784177"/>
              <a:gd name="connsiteX68" fmla="*/ 3524121 w 8037833"/>
              <a:gd name="connsiteY68" fmla="*/ 3642736 h 3784177"/>
              <a:gd name="connsiteX69" fmla="*/ 3432153 w 8037833"/>
              <a:gd name="connsiteY69" fmla="*/ 3667780 h 3784177"/>
              <a:gd name="connsiteX70" fmla="*/ 3373519 w 8037833"/>
              <a:gd name="connsiteY70" fmla="*/ 3665785 h 3784177"/>
              <a:gd name="connsiteX71" fmla="*/ 3114267 w 8037833"/>
              <a:gd name="connsiteY71" fmla="*/ 3638983 h 3784177"/>
              <a:gd name="connsiteX72" fmla="*/ 3048270 w 8037833"/>
              <a:gd name="connsiteY72" fmla="*/ 3649949 h 3784177"/>
              <a:gd name="connsiteX73" fmla="*/ 2989722 w 8037833"/>
              <a:gd name="connsiteY73" fmla="*/ 3623230 h 3784177"/>
              <a:gd name="connsiteX74" fmla="*/ 2965734 w 8037833"/>
              <a:gd name="connsiteY74" fmla="*/ 3635676 h 3784177"/>
              <a:gd name="connsiteX75" fmla="*/ 2961603 w 8037833"/>
              <a:gd name="connsiteY75" fmla="*/ 3638221 h 3784177"/>
              <a:gd name="connsiteX76" fmla="*/ 2944959 w 8037833"/>
              <a:gd name="connsiteY76" fmla="*/ 3639723 h 3784177"/>
              <a:gd name="connsiteX77" fmla="*/ 2940402 w 8037833"/>
              <a:gd name="connsiteY77" fmla="*/ 3651000 h 3784177"/>
              <a:gd name="connsiteX78" fmla="*/ 2915449 w 8037833"/>
              <a:gd name="connsiteY78" fmla="*/ 3661039 h 3784177"/>
              <a:gd name="connsiteX79" fmla="*/ 2884777 w 8037833"/>
              <a:gd name="connsiteY79" fmla="*/ 3660775 h 3784177"/>
              <a:gd name="connsiteX80" fmla="*/ 2739034 w 8037833"/>
              <a:gd name="connsiteY80" fmla="*/ 3647396 h 3784177"/>
              <a:gd name="connsiteX81" fmla="*/ 2651827 w 8037833"/>
              <a:gd name="connsiteY81" fmla="*/ 3646306 h 3784177"/>
              <a:gd name="connsiteX82" fmla="*/ 2618680 w 8037833"/>
              <a:gd name="connsiteY82" fmla="*/ 3656755 h 3784177"/>
              <a:gd name="connsiteX83" fmla="*/ 2572404 w 8037833"/>
              <a:gd name="connsiteY83" fmla="*/ 3664043 h 3784177"/>
              <a:gd name="connsiteX84" fmla="*/ 2490721 w 8037833"/>
              <a:gd name="connsiteY84" fmla="*/ 3685313 h 3784177"/>
              <a:gd name="connsiteX85" fmla="*/ 2423704 w 8037833"/>
              <a:gd name="connsiteY85" fmla="*/ 3658079 h 3784177"/>
              <a:gd name="connsiteX86" fmla="*/ 2301172 w 8037833"/>
              <a:gd name="connsiteY86" fmla="*/ 3663053 h 3784177"/>
              <a:gd name="connsiteX87" fmla="*/ 2294102 w 8037833"/>
              <a:gd name="connsiteY87" fmla="*/ 3671151 h 3784177"/>
              <a:gd name="connsiteX88" fmla="*/ 2238966 w 8037833"/>
              <a:gd name="connsiteY88" fmla="*/ 3668777 h 3784177"/>
              <a:gd name="connsiteX89" fmla="*/ 2082844 w 8037833"/>
              <a:gd name="connsiteY89" fmla="*/ 3631994 h 3784177"/>
              <a:gd name="connsiteX90" fmla="*/ 1938480 w 8037833"/>
              <a:gd name="connsiteY90" fmla="*/ 3601439 h 3784177"/>
              <a:gd name="connsiteX91" fmla="*/ 1900166 w 8037833"/>
              <a:gd name="connsiteY91" fmla="*/ 3609358 h 3784177"/>
              <a:gd name="connsiteX92" fmla="*/ 1835976 w 8037833"/>
              <a:gd name="connsiteY92" fmla="*/ 3622065 h 3784177"/>
              <a:gd name="connsiteX93" fmla="*/ 1787830 w 8037833"/>
              <a:gd name="connsiteY93" fmla="*/ 3633173 h 3784177"/>
              <a:gd name="connsiteX94" fmla="*/ 1734224 w 8037833"/>
              <a:gd name="connsiteY94" fmla="*/ 3655593 h 3784177"/>
              <a:gd name="connsiteX95" fmla="*/ 1721989 w 8037833"/>
              <a:gd name="connsiteY95" fmla="*/ 3627298 h 3784177"/>
              <a:gd name="connsiteX96" fmla="*/ 1664576 w 8037833"/>
              <a:gd name="connsiteY96" fmla="*/ 3638572 h 3784177"/>
              <a:gd name="connsiteX97" fmla="*/ 1577459 w 8037833"/>
              <a:gd name="connsiteY97" fmla="*/ 3658824 h 3784177"/>
              <a:gd name="connsiteX98" fmla="*/ 1527269 w 8037833"/>
              <a:gd name="connsiteY98" fmla="*/ 3663088 h 3784177"/>
              <a:gd name="connsiteX99" fmla="*/ 1390118 w 8037833"/>
              <a:gd name="connsiteY99" fmla="*/ 3682789 h 3784177"/>
              <a:gd name="connsiteX100" fmla="*/ 1252698 w 8037833"/>
              <a:gd name="connsiteY100" fmla="*/ 3708662 h 3784177"/>
              <a:gd name="connsiteX101" fmla="*/ 1171039 w 8037833"/>
              <a:gd name="connsiteY101" fmla="*/ 3758642 h 3784177"/>
              <a:gd name="connsiteX102" fmla="*/ 1058106 w 8037833"/>
              <a:gd name="connsiteY102" fmla="*/ 3776166 h 3784177"/>
              <a:gd name="connsiteX103" fmla="*/ 1039167 w 8037833"/>
              <a:gd name="connsiteY103" fmla="*/ 3784177 h 3784177"/>
              <a:gd name="connsiteX104" fmla="*/ 1012958 w 8037833"/>
              <a:gd name="connsiteY104" fmla="*/ 3779206 h 3784177"/>
              <a:gd name="connsiteX105" fmla="*/ 907906 w 8037833"/>
              <a:gd name="connsiteY105" fmla="*/ 3757678 h 3784177"/>
              <a:gd name="connsiteX106" fmla="*/ 825226 w 8037833"/>
              <a:gd name="connsiteY106" fmla="*/ 3726369 h 3784177"/>
              <a:gd name="connsiteX107" fmla="*/ 722264 w 8037833"/>
              <a:gd name="connsiteY107" fmla="*/ 3747612 h 3784177"/>
              <a:gd name="connsiteX108" fmla="*/ 659460 w 8037833"/>
              <a:gd name="connsiteY108" fmla="*/ 3740429 h 3784177"/>
              <a:gd name="connsiteX109" fmla="*/ 556552 w 8037833"/>
              <a:gd name="connsiteY109" fmla="*/ 3739124 h 3784177"/>
              <a:gd name="connsiteX110" fmla="*/ 445444 w 8037833"/>
              <a:gd name="connsiteY110" fmla="*/ 3764831 h 3784177"/>
              <a:gd name="connsiteX111" fmla="*/ 393295 w 8037833"/>
              <a:gd name="connsiteY111" fmla="*/ 3753097 h 3784177"/>
              <a:gd name="connsiteX112" fmla="*/ 339711 w 8037833"/>
              <a:gd name="connsiteY112" fmla="*/ 3718242 h 3784177"/>
              <a:gd name="connsiteX113" fmla="*/ 222239 w 8037833"/>
              <a:gd name="connsiteY113" fmla="*/ 3672335 h 3784177"/>
              <a:gd name="connsiteX114" fmla="*/ 163578 w 8037833"/>
              <a:gd name="connsiteY114" fmla="*/ 3656292 h 3784177"/>
              <a:gd name="connsiteX115" fmla="*/ 72220 w 8037833"/>
              <a:gd name="connsiteY115" fmla="*/ 3645272 h 3784177"/>
              <a:gd name="connsiteX116" fmla="*/ 44395 w 8037833"/>
              <a:gd name="connsiteY116" fmla="*/ 3639455 h 3784177"/>
              <a:gd name="connsiteX117" fmla="*/ 1962 w 8037833"/>
              <a:gd name="connsiteY117" fmla="*/ 3635948 h 3784177"/>
              <a:gd name="connsiteX118" fmla="*/ 0 w 8037833"/>
              <a:gd name="connsiteY118" fmla="*/ 3635261 h 3784177"/>
              <a:gd name="connsiteX119" fmla="*/ 0 w 8037833"/>
              <a:gd name="connsiteY119"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462092 w 8037833"/>
              <a:gd name="connsiteY19" fmla="*/ 3373529 h 3784177"/>
              <a:gd name="connsiteX20" fmla="*/ 6352283 w 8037833"/>
              <a:gd name="connsiteY20" fmla="*/ 3374762 h 3784177"/>
              <a:gd name="connsiteX21" fmla="*/ 6111718 w 8037833"/>
              <a:gd name="connsiteY21" fmla="*/ 3357536 h 3784177"/>
              <a:gd name="connsiteX22" fmla="*/ 5949057 w 8037833"/>
              <a:gd name="connsiteY22" fmla="*/ 3379652 h 3784177"/>
              <a:gd name="connsiteX23" fmla="*/ 5891274 w 8037833"/>
              <a:gd name="connsiteY23" fmla="*/ 3397681 h 3784177"/>
              <a:gd name="connsiteX24" fmla="*/ 5835383 w 8037833"/>
              <a:gd name="connsiteY24" fmla="*/ 3377529 h 3784177"/>
              <a:gd name="connsiteX25" fmla="*/ 5746050 w 8037833"/>
              <a:gd name="connsiteY25" fmla="*/ 3426142 h 3784177"/>
              <a:gd name="connsiteX26" fmla="*/ 5613670 w 8037833"/>
              <a:gd name="connsiteY26" fmla="*/ 3428671 h 3784177"/>
              <a:gd name="connsiteX27" fmla="*/ 5535334 w 8037833"/>
              <a:gd name="connsiteY27" fmla="*/ 3437044 h 3784177"/>
              <a:gd name="connsiteX28" fmla="*/ 5506940 w 8037833"/>
              <a:gd name="connsiteY28" fmla="*/ 3450999 h 3784177"/>
              <a:gd name="connsiteX29" fmla="*/ 5466372 w 8037833"/>
              <a:gd name="connsiteY29" fmla="*/ 3463245 h 3784177"/>
              <a:gd name="connsiteX30" fmla="*/ 5395833 w 8037833"/>
              <a:gd name="connsiteY30" fmla="*/ 3493194 h 3784177"/>
              <a:gd name="connsiteX31" fmla="*/ 5305325 w 8037833"/>
              <a:gd name="connsiteY31" fmla="*/ 3505200 h 3784177"/>
              <a:gd name="connsiteX32" fmla="*/ 5223043 w 8037833"/>
              <a:gd name="connsiteY32" fmla="*/ 3491664 h 3784177"/>
              <a:gd name="connsiteX33" fmla="*/ 5217733 w 8037833"/>
              <a:gd name="connsiteY33" fmla="*/ 3500463 h 3784177"/>
              <a:gd name="connsiteX34" fmla="*/ 5167992 w 8037833"/>
              <a:gd name="connsiteY34" fmla="*/ 3504085 h 3784177"/>
              <a:gd name="connsiteX35" fmla="*/ 4987020 w 8037833"/>
              <a:gd name="connsiteY35" fmla="*/ 3461263 h 3784177"/>
              <a:gd name="connsiteX36" fmla="*/ 4890003 w 8037833"/>
              <a:gd name="connsiteY36" fmla="*/ 3469874 h 3784177"/>
              <a:gd name="connsiteX37" fmla="*/ 4856654 w 8037833"/>
              <a:gd name="connsiteY37" fmla="*/ 3481880 h 3784177"/>
              <a:gd name="connsiteX38" fmla="*/ 4800711 w 8037833"/>
              <a:gd name="connsiteY38" fmla="*/ 3501441 h 3784177"/>
              <a:gd name="connsiteX39" fmla="*/ 4761569 w 8037833"/>
              <a:gd name="connsiteY39" fmla="*/ 3538103 h 3784177"/>
              <a:gd name="connsiteX40" fmla="*/ 4713734 w 8037833"/>
              <a:gd name="connsiteY40" fmla="*/ 3545724 h 3784177"/>
              <a:gd name="connsiteX41" fmla="*/ 4699169 w 8037833"/>
              <a:gd name="connsiteY41" fmla="*/ 3518988 h 3784177"/>
              <a:gd name="connsiteX42" fmla="*/ 4649120 w 8037833"/>
              <a:gd name="connsiteY42" fmla="*/ 3536392 h 3784177"/>
              <a:gd name="connsiteX43" fmla="*/ 4573578 w 8037833"/>
              <a:gd name="connsiteY43" fmla="*/ 3565923 h 3784177"/>
              <a:gd name="connsiteX44" fmla="*/ 4529117 w 8037833"/>
              <a:gd name="connsiteY44" fmla="*/ 3575592 h 3784177"/>
              <a:gd name="connsiteX45" fmla="*/ 4408641 w 8037833"/>
              <a:gd name="connsiteY45" fmla="*/ 3610000 h 3784177"/>
              <a:gd name="connsiteX46" fmla="*/ 4356402 w 8037833"/>
              <a:gd name="connsiteY46" fmla="*/ 3642792 h 3784177"/>
              <a:gd name="connsiteX47" fmla="*/ 4270245 w 8037833"/>
              <a:gd name="connsiteY47" fmla="*/ 3665789 h 3784177"/>
              <a:gd name="connsiteX48" fmla="*/ 4208725 w 8037833"/>
              <a:gd name="connsiteY48" fmla="*/ 3704841 h 3784177"/>
              <a:gd name="connsiteX49" fmla="*/ 4201632 w 8037833"/>
              <a:gd name="connsiteY49" fmla="*/ 3702602 h 3784177"/>
              <a:gd name="connsiteX50" fmla="*/ 4191289 w 8037833"/>
              <a:gd name="connsiteY50" fmla="*/ 3702380 h 3784177"/>
              <a:gd name="connsiteX51" fmla="*/ 4191039 w 8037833"/>
              <a:gd name="connsiteY51" fmla="*/ 3702831 h 3784177"/>
              <a:gd name="connsiteX52" fmla="*/ 4181340 w 8037833"/>
              <a:gd name="connsiteY52" fmla="*/ 3701729 h 3784177"/>
              <a:gd name="connsiteX53" fmla="*/ 4133816 w 8037833"/>
              <a:gd name="connsiteY53" fmla="*/ 3690565 h 3784177"/>
              <a:gd name="connsiteX54" fmla="*/ 4071732 w 8037833"/>
              <a:gd name="connsiteY54" fmla="*/ 3732513 h 3784177"/>
              <a:gd name="connsiteX55" fmla="*/ 4045924 w 8037833"/>
              <a:gd name="connsiteY55" fmla="*/ 3739404 h 3784177"/>
              <a:gd name="connsiteX56" fmla="*/ 4032171 w 8037833"/>
              <a:gd name="connsiteY56" fmla="*/ 3745523 h 3784177"/>
              <a:gd name="connsiteX57" fmla="*/ 4031335 w 8037833"/>
              <a:gd name="connsiteY57" fmla="*/ 3747479 h 3784177"/>
              <a:gd name="connsiteX58" fmla="*/ 3985774 w 8037833"/>
              <a:gd name="connsiteY58" fmla="*/ 3736547 h 3784177"/>
              <a:gd name="connsiteX59" fmla="*/ 3979769 w 8037833"/>
              <a:gd name="connsiteY59" fmla="*/ 3738769 h 3784177"/>
              <a:gd name="connsiteX60" fmla="*/ 3950014 w 8037833"/>
              <a:gd name="connsiteY60" fmla="*/ 3726942 h 3784177"/>
              <a:gd name="connsiteX61" fmla="*/ 3934671 w 8037833"/>
              <a:gd name="connsiteY61" fmla="*/ 3723339 h 3784177"/>
              <a:gd name="connsiteX62" fmla="*/ 3930274 w 8037833"/>
              <a:gd name="connsiteY62" fmla="*/ 3717148 h 3784177"/>
              <a:gd name="connsiteX63" fmla="*/ 3907660 w 8037833"/>
              <a:gd name="connsiteY63" fmla="*/ 3714456 h 3784177"/>
              <a:gd name="connsiteX64" fmla="*/ 3905087 w 8037833"/>
              <a:gd name="connsiteY64" fmla="*/ 3716098 h 3784177"/>
              <a:gd name="connsiteX65" fmla="*/ 3886347 w 8037833"/>
              <a:gd name="connsiteY65" fmla="*/ 3706620 h 3784177"/>
              <a:gd name="connsiteX66" fmla="*/ 3870533 w 8037833"/>
              <a:gd name="connsiteY66" fmla="*/ 3689905 h 3784177"/>
              <a:gd name="connsiteX67" fmla="*/ 3678563 w 8037833"/>
              <a:gd name="connsiteY67" fmla="*/ 3694486 h 3784177"/>
              <a:gd name="connsiteX68" fmla="*/ 3524121 w 8037833"/>
              <a:gd name="connsiteY68" fmla="*/ 3642736 h 3784177"/>
              <a:gd name="connsiteX69" fmla="*/ 3432153 w 8037833"/>
              <a:gd name="connsiteY69" fmla="*/ 3667780 h 3784177"/>
              <a:gd name="connsiteX70" fmla="*/ 3373519 w 8037833"/>
              <a:gd name="connsiteY70" fmla="*/ 3665785 h 3784177"/>
              <a:gd name="connsiteX71" fmla="*/ 3114267 w 8037833"/>
              <a:gd name="connsiteY71" fmla="*/ 3638983 h 3784177"/>
              <a:gd name="connsiteX72" fmla="*/ 3048270 w 8037833"/>
              <a:gd name="connsiteY72" fmla="*/ 3649949 h 3784177"/>
              <a:gd name="connsiteX73" fmla="*/ 2989722 w 8037833"/>
              <a:gd name="connsiteY73" fmla="*/ 3623230 h 3784177"/>
              <a:gd name="connsiteX74" fmla="*/ 2965734 w 8037833"/>
              <a:gd name="connsiteY74" fmla="*/ 3635676 h 3784177"/>
              <a:gd name="connsiteX75" fmla="*/ 2961603 w 8037833"/>
              <a:gd name="connsiteY75" fmla="*/ 3638221 h 3784177"/>
              <a:gd name="connsiteX76" fmla="*/ 2944959 w 8037833"/>
              <a:gd name="connsiteY76" fmla="*/ 3639723 h 3784177"/>
              <a:gd name="connsiteX77" fmla="*/ 2940402 w 8037833"/>
              <a:gd name="connsiteY77" fmla="*/ 3651000 h 3784177"/>
              <a:gd name="connsiteX78" fmla="*/ 2915449 w 8037833"/>
              <a:gd name="connsiteY78" fmla="*/ 3661039 h 3784177"/>
              <a:gd name="connsiteX79" fmla="*/ 2884777 w 8037833"/>
              <a:gd name="connsiteY79" fmla="*/ 3660775 h 3784177"/>
              <a:gd name="connsiteX80" fmla="*/ 2739034 w 8037833"/>
              <a:gd name="connsiteY80" fmla="*/ 3647396 h 3784177"/>
              <a:gd name="connsiteX81" fmla="*/ 2651827 w 8037833"/>
              <a:gd name="connsiteY81" fmla="*/ 3646306 h 3784177"/>
              <a:gd name="connsiteX82" fmla="*/ 2618680 w 8037833"/>
              <a:gd name="connsiteY82" fmla="*/ 3656755 h 3784177"/>
              <a:gd name="connsiteX83" fmla="*/ 2572404 w 8037833"/>
              <a:gd name="connsiteY83" fmla="*/ 3664043 h 3784177"/>
              <a:gd name="connsiteX84" fmla="*/ 2490721 w 8037833"/>
              <a:gd name="connsiteY84" fmla="*/ 3685313 h 3784177"/>
              <a:gd name="connsiteX85" fmla="*/ 2423704 w 8037833"/>
              <a:gd name="connsiteY85" fmla="*/ 3658079 h 3784177"/>
              <a:gd name="connsiteX86" fmla="*/ 2301172 w 8037833"/>
              <a:gd name="connsiteY86" fmla="*/ 3663053 h 3784177"/>
              <a:gd name="connsiteX87" fmla="*/ 2294102 w 8037833"/>
              <a:gd name="connsiteY87" fmla="*/ 3671151 h 3784177"/>
              <a:gd name="connsiteX88" fmla="*/ 2238966 w 8037833"/>
              <a:gd name="connsiteY88" fmla="*/ 3668777 h 3784177"/>
              <a:gd name="connsiteX89" fmla="*/ 2082844 w 8037833"/>
              <a:gd name="connsiteY89" fmla="*/ 3631994 h 3784177"/>
              <a:gd name="connsiteX90" fmla="*/ 1938480 w 8037833"/>
              <a:gd name="connsiteY90" fmla="*/ 3601439 h 3784177"/>
              <a:gd name="connsiteX91" fmla="*/ 1900166 w 8037833"/>
              <a:gd name="connsiteY91" fmla="*/ 3609358 h 3784177"/>
              <a:gd name="connsiteX92" fmla="*/ 1835976 w 8037833"/>
              <a:gd name="connsiteY92" fmla="*/ 3622065 h 3784177"/>
              <a:gd name="connsiteX93" fmla="*/ 1787830 w 8037833"/>
              <a:gd name="connsiteY93" fmla="*/ 3633173 h 3784177"/>
              <a:gd name="connsiteX94" fmla="*/ 1734224 w 8037833"/>
              <a:gd name="connsiteY94" fmla="*/ 3655593 h 3784177"/>
              <a:gd name="connsiteX95" fmla="*/ 1721989 w 8037833"/>
              <a:gd name="connsiteY95" fmla="*/ 3627298 h 3784177"/>
              <a:gd name="connsiteX96" fmla="*/ 1664576 w 8037833"/>
              <a:gd name="connsiteY96" fmla="*/ 3638572 h 3784177"/>
              <a:gd name="connsiteX97" fmla="*/ 1577459 w 8037833"/>
              <a:gd name="connsiteY97" fmla="*/ 3658824 h 3784177"/>
              <a:gd name="connsiteX98" fmla="*/ 1527269 w 8037833"/>
              <a:gd name="connsiteY98" fmla="*/ 3663088 h 3784177"/>
              <a:gd name="connsiteX99" fmla="*/ 1390118 w 8037833"/>
              <a:gd name="connsiteY99" fmla="*/ 3682789 h 3784177"/>
              <a:gd name="connsiteX100" fmla="*/ 1252698 w 8037833"/>
              <a:gd name="connsiteY100" fmla="*/ 3708662 h 3784177"/>
              <a:gd name="connsiteX101" fmla="*/ 1171039 w 8037833"/>
              <a:gd name="connsiteY101" fmla="*/ 3758642 h 3784177"/>
              <a:gd name="connsiteX102" fmla="*/ 1058106 w 8037833"/>
              <a:gd name="connsiteY102" fmla="*/ 3776166 h 3784177"/>
              <a:gd name="connsiteX103" fmla="*/ 1039167 w 8037833"/>
              <a:gd name="connsiteY103" fmla="*/ 3784177 h 3784177"/>
              <a:gd name="connsiteX104" fmla="*/ 1012958 w 8037833"/>
              <a:gd name="connsiteY104" fmla="*/ 3779206 h 3784177"/>
              <a:gd name="connsiteX105" fmla="*/ 907906 w 8037833"/>
              <a:gd name="connsiteY105" fmla="*/ 3757678 h 3784177"/>
              <a:gd name="connsiteX106" fmla="*/ 825226 w 8037833"/>
              <a:gd name="connsiteY106" fmla="*/ 3726369 h 3784177"/>
              <a:gd name="connsiteX107" fmla="*/ 722264 w 8037833"/>
              <a:gd name="connsiteY107" fmla="*/ 3747612 h 3784177"/>
              <a:gd name="connsiteX108" fmla="*/ 659460 w 8037833"/>
              <a:gd name="connsiteY108" fmla="*/ 3740429 h 3784177"/>
              <a:gd name="connsiteX109" fmla="*/ 556552 w 8037833"/>
              <a:gd name="connsiteY109" fmla="*/ 3739124 h 3784177"/>
              <a:gd name="connsiteX110" fmla="*/ 445444 w 8037833"/>
              <a:gd name="connsiteY110" fmla="*/ 3764831 h 3784177"/>
              <a:gd name="connsiteX111" fmla="*/ 393295 w 8037833"/>
              <a:gd name="connsiteY111" fmla="*/ 3753097 h 3784177"/>
              <a:gd name="connsiteX112" fmla="*/ 339711 w 8037833"/>
              <a:gd name="connsiteY112" fmla="*/ 3718242 h 3784177"/>
              <a:gd name="connsiteX113" fmla="*/ 222239 w 8037833"/>
              <a:gd name="connsiteY113" fmla="*/ 3672335 h 3784177"/>
              <a:gd name="connsiteX114" fmla="*/ 163578 w 8037833"/>
              <a:gd name="connsiteY114" fmla="*/ 3656292 h 3784177"/>
              <a:gd name="connsiteX115" fmla="*/ 72220 w 8037833"/>
              <a:gd name="connsiteY115" fmla="*/ 3645272 h 3784177"/>
              <a:gd name="connsiteX116" fmla="*/ 44395 w 8037833"/>
              <a:gd name="connsiteY116" fmla="*/ 3639455 h 3784177"/>
              <a:gd name="connsiteX117" fmla="*/ 1962 w 8037833"/>
              <a:gd name="connsiteY117" fmla="*/ 3635948 h 3784177"/>
              <a:gd name="connsiteX118" fmla="*/ 0 w 8037833"/>
              <a:gd name="connsiteY118" fmla="*/ 3635261 h 3784177"/>
              <a:gd name="connsiteX119" fmla="*/ 0 w 8037833"/>
              <a:gd name="connsiteY119"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462092 w 8037833"/>
              <a:gd name="connsiteY19" fmla="*/ 3373529 h 3784177"/>
              <a:gd name="connsiteX20" fmla="*/ 6352283 w 8037833"/>
              <a:gd name="connsiteY20" fmla="*/ 3374762 h 3784177"/>
              <a:gd name="connsiteX21" fmla="*/ 6111718 w 8037833"/>
              <a:gd name="connsiteY21" fmla="*/ 3357536 h 3784177"/>
              <a:gd name="connsiteX22" fmla="*/ 6022263 w 8037833"/>
              <a:gd name="connsiteY22" fmla="*/ 3359057 h 3784177"/>
              <a:gd name="connsiteX23" fmla="*/ 5891274 w 8037833"/>
              <a:gd name="connsiteY23" fmla="*/ 3397681 h 3784177"/>
              <a:gd name="connsiteX24" fmla="*/ 5835383 w 8037833"/>
              <a:gd name="connsiteY24" fmla="*/ 3377529 h 3784177"/>
              <a:gd name="connsiteX25" fmla="*/ 5746050 w 8037833"/>
              <a:gd name="connsiteY25" fmla="*/ 3426142 h 3784177"/>
              <a:gd name="connsiteX26" fmla="*/ 5613670 w 8037833"/>
              <a:gd name="connsiteY26" fmla="*/ 3428671 h 3784177"/>
              <a:gd name="connsiteX27" fmla="*/ 5535334 w 8037833"/>
              <a:gd name="connsiteY27" fmla="*/ 3437044 h 3784177"/>
              <a:gd name="connsiteX28" fmla="*/ 5506940 w 8037833"/>
              <a:gd name="connsiteY28" fmla="*/ 3450999 h 3784177"/>
              <a:gd name="connsiteX29" fmla="*/ 5466372 w 8037833"/>
              <a:gd name="connsiteY29" fmla="*/ 3463245 h 3784177"/>
              <a:gd name="connsiteX30" fmla="*/ 5395833 w 8037833"/>
              <a:gd name="connsiteY30" fmla="*/ 3493194 h 3784177"/>
              <a:gd name="connsiteX31" fmla="*/ 5305325 w 8037833"/>
              <a:gd name="connsiteY31" fmla="*/ 3505200 h 3784177"/>
              <a:gd name="connsiteX32" fmla="*/ 5223043 w 8037833"/>
              <a:gd name="connsiteY32" fmla="*/ 3491664 h 3784177"/>
              <a:gd name="connsiteX33" fmla="*/ 5217733 w 8037833"/>
              <a:gd name="connsiteY33" fmla="*/ 3500463 h 3784177"/>
              <a:gd name="connsiteX34" fmla="*/ 5167992 w 8037833"/>
              <a:gd name="connsiteY34" fmla="*/ 3504085 h 3784177"/>
              <a:gd name="connsiteX35" fmla="*/ 4987020 w 8037833"/>
              <a:gd name="connsiteY35" fmla="*/ 3461263 h 3784177"/>
              <a:gd name="connsiteX36" fmla="*/ 4890003 w 8037833"/>
              <a:gd name="connsiteY36" fmla="*/ 3469874 h 3784177"/>
              <a:gd name="connsiteX37" fmla="*/ 4856654 w 8037833"/>
              <a:gd name="connsiteY37" fmla="*/ 3481880 h 3784177"/>
              <a:gd name="connsiteX38" fmla="*/ 4800711 w 8037833"/>
              <a:gd name="connsiteY38" fmla="*/ 3501441 h 3784177"/>
              <a:gd name="connsiteX39" fmla="*/ 4761569 w 8037833"/>
              <a:gd name="connsiteY39" fmla="*/ 3538103 h 3784177"/>
              <a:gd name="connsiteX40" fmla="*/ 4713734 w 8037833"/>
              <a:gd name="connsiteY40" fmla="*/ 3545724 h 3784177"/>
              <a:gd name="connsiteX41" fmla="*/ 4699169 w 8037833"/>
              <a:gd name="connsiteY41" fmla="*/ 3518988 h 3784177"/>
              <a:gd name="connsiteX42" fmla="*/ 4649120 w 8037833"/>
              <a:gd name="connsiteY42" fmla="*/ 3536392 h 3784177"/>
              <a:gd name="connsiteX43" fmla="*/ 4573578 w 8037833"/>
              <a:gd name="connsiteY43" fmla="*/ 3565923 h 3784177"/>
              <a:gd name="connsiteX44" fmla="*/ 4529117 w 8037833"/>
              <a:gd name="connsiteY44" fmla="*/ 3575592 h 3784177"/>
              <a:gd name="connsiteX45" fmla="*/ 4408641 w 8037833"/>
              <a:gd name="connsiteY45" fmla="*/ 3610000 h 3784177"/>
              <a:gd name="connsiteX46" fmla="*/ 4356402 w 8037833"/>
              <a:gd name="connsiteY46" fmla="*/ 3642792 h 3784177"/>
              <a:gd name="connsiteX47" fmla="*/ 4270245 w 8037833"/>
              <a:gd name="connsiteY47" fmla="*/ 3665789 h 3784177"/>
              <a:gd name="connsiteX48" fmla="*/ 4208725 w 8037833"/>
              <a:gd name="connsiteY48" fmla="*/ 3704841 h 3784177"/>
              <a:gd name="connsiteX49" fmla="*/ 4201632 w 8037833"/>
              <a:gd name="connsiteY49" fmla="*/ 3702602 h 3784177"/>
              <a:gd name="connsiteX50" fmla="*/ 4191289 w 8037833"/>
              <a:gd name="connsiteY50" fmla="*/ 3702380 h 3784177"/>
              <a:gd name="connsiteX51" fmla="*/ 4191039 w 8037833"/>
              <a:gd name="connsiteY51" fmla="*/ 3702831 h 3784177"/>
              <a:gd name="connsiteX52" fmla="*/ 4181340 w 8037833"/>
              <a:gd name="connsiteY52" fmla="*/ 3701729 h 3784177"/>
              <a:gd name="connsiteX53" fmla="*/ 4133816 w 8037833"/>
              <a:gd name="connsiteY53" fmla="*/ 3690565 h 3784177"/>
              <a:gd name="connsiteX54" fmla="*/ 4071732 w 8037833"/>
              <a:gd name="connsiteY54" fmla="*/ 3732513 h 3784177"/>
              <a:gd name="connsiteX55" fmla="*/ 4045924 w 8037833"/>
              <a:gd name="connsiteY55" fmla="*/ 3739404 h 3784177"/>
              <a:gd name="connsiteX56" fmla="*/ 4032171 w 8037833"/>
              <a:gd name="connsiteY56" fmla="*/ 3745523 h 3784177"/>
              <a:gd name="connsiteX57" fmla="*/ 4031335 w 8037833"/>
              <a:gd name="connsiteY57" fmla="*/ 3747479 h 3784177"/>
              <a:gd name="connsiteX58" fmla="*/ 3985774 w 8037833"/>
              <a:gd name="connsiteY58" fmla="*/ 3736547 h 3784177"/>
              <a:gd name="connsiteX59" fmla="*/ 3979769 w 8037833"/>
              <a:gd name="connsiteY59" fmla="*/ 3738769 h 3784177"/>
              <a:gd name="connsiteX60" fmla="*/ 3950014 w 8037833"/>
              <a:gd name="connsiteY60" fmla="*/ 3726942 h 3784177"/>
              <a:gd name="connsiteX61" fmla="*/ 3934671 w 8037833"/>
              <a:gd name="connsiteY61" fmla="*/ 3723339 h 3784177"/>
              <a:gd name="connsiteX62" fmla="*/ 3930274 w 8037833"/>
              <a:gd name="connsiteY62" fmla="*/ 3717148 h 3784177"/>
              <a:gd name="connsiteX63" fmla="*/ 3907660 w 8037833"/>
              <a:gd name="connsiteY63" fmla="*/ 3714456 h 3784177"/>
              <a:gd name="connsiteX64" fmla="*/ 3905087 w 8037833"/>
              <a:gd name="connsiteY64" fmla="*/ 3716098 h 3784177"/>
              <a:gd name="connsiteX65" fmla="*/ 3886347 w 8037833"/>
              <a:gd name="connsiteY65" fmla="*/ 3706620 h 3784177"/>
              <a:gd name="connsiteX66" fmla="*/ 3870533 w 8037833"/>
              <a:gd name="connsiteY66" fmla="*/ 3689905 h 3784177"/>
              <a:gd name="connsiteX67" fmla="*/ 3678563 w 8037833"/>
              <a:gd name="connsiteY67" fmla="*/ 3694486 h 3784177"/>
              <a:gd name="connsiteX68" fmla="*/ 3524121 w 8037833"/>
              <a:gd name="connsiteY68" fmla="*/ 3642736 h 3784177"/>
              <a:gd name="connsiteX69" fmla="*/ 3432153 w 8037833"/>
              <a:gd name="connsiteY69" fmla="*/ 3667780 h 3784177"/>
              <a:gd name="connsiteX70" fmla="*/ 3373519 w 8037833"/>
              <a:gd name="connsiteY70" fmla="*/ 3665785 h 3784177"/>
              <a:gd name="connsiteX71" fmla="*/ 3114267 w 8037833"/>
              <a:gd name="connsiteY71" fmla="*/ 3638983 h 3784177"/>
              <a:gd name="connsiteX72" fmla="*/ 3048270 w 8037833"/>
              <a:gd name="connsiteY72" fmla="*/ 3649949 h 3784177"/>
              <a:gd name="connsiteX73" fmla="*/ 2989722 w 8037833"/>
              <a:gd name="connsiteY73" fmla="*/ 3623230 h 3784177"/>
              <a:gd name="connsiteX74" fmla="*/ 2965734 w 8037833"/>
              <a:gd name="connsiteY74" fmla="*/ 3635676 h 3784177"/>
              <a:gd name="connsiteX75" fmla="*/ 2961603 w 8037833"/>
              <a:gd name="connsiteY75" fmla="*/ 3638221 h 3784177"/>
              <a:gd name="connsiteX76" fmla="*/ 2944959 w 8037833"/>
              <a:gd name="connsiteY76" fmla="*/ 3639723 h 3784177"/>
              <a:gd name="connsiteX77" fmla="*/ 2940402 w 8037833"/>
              <a:gd name="connsiteY77" fmla="*/ 3651000 h 3784177"/>
              <a:gd name="connsiteX78" fmla="*/ 2915449 w 8037833"/>
              <a:gd name="connsiteY78" fmla="*/ 3661039 h 3784177"/>
              <a:gd name="connsiteX79" fmla="*/ 2884777 w 8037833"/>
              <a:gd name="connsiteY79" fmla="*/ 3660775 h 3784177"/>
              <a:gd name="connsiteX80" fmla="*/ 2739034 w 8037833"/>
              <a:gd name="connsiteY80" fmla="*/ 3647396 h 3784177"/>
              <a:gd name="connsiteX81" fmla="*/ 2651827 w 8037833"/>
              <a:gd name="connsiteY81" fmla="*/ 3646306 h 3784177"/>
              <a:gd name="connsiteX82" fmla="*/ 2618680 w 8037833"/>
              <a:gd name="connsiteY82" fmla="*/ 3656755 h 3784177"/>
              <a:gd name="connsiteX83" fmla="*/ 2572404 w 8037833"/>
              <a:gd name="connsiteY83" fmla="*/ 3664043 h 3784177"/>
              <a:gd name="connsiteX84" fmla="*/ 2490721 w 8037833"/>
              <a:gd name="connsiteY84" fmla="*/ 3685313 h 3784177"/>
              <a:gd name="connsiteX85" fmla="*/ 2423704 w 8037833"/>
              <a:gd name="connsiteY85" fmla="*/ 3658079 h 3784177"/>
              <a:gd name="connsiteX86" fmla="*/ 2301172 w 8037833"/>
              <a:gd name="connsiteY86" fmla="*/ 3663053 h 3784177"/>
              <a:gd name="connsiteX87" fmla="*/ 2294102 w 8037833"/>
              <a:gd name="connsiteY87" fmla="*/ 3671151 h 3784177"/>
              <a:gd name="connsiteX88" fmla="*/ 2238966 w 8037833"/>
              <a:gd name="connsiteY88" fmla="*/ 3668777 h 3784177"/>
              <a:gd name="connsiteX89" fmla="*/ 2082844 w 8037833"/>
              <a:gd name="connsiteY89" fmla="*/ 3631994 h 3784177"/>
              <a:gd name="connsiteX90" fmla="*/ 1938480 w 8037833"/>
              <a:gd name="connsiteY90" fmla="*/ 3601439 h 3784177"/>
              <a:gd name="connsiteX91" fmla="*/ 1900166 w 8037833"/>
              <a:gd name="connsiteY91" fmla="*/ 3609358 h 3784177"/>
              <a:gd name="connsiteX92" fmla="*/ 1835976 w 8037833"/>
              <a:gd name="connsiteY92" fmla="*/ 3622065 h 3784177"/>
              <a:gd name="connsiteX93" fmla="*/ 1787830 w 8037833"/>
              <a:gd name="connsiteY93" fmla="*/ 3633173 h 3784177"/>
              <a:gd name="connsiteX94" fmla="*/ 1734224 w 8037833"/>
              <a:gd name="connsiteY94" fmla="*/ 3655593 h 3784177"/>
              <a:gd name="connsiteX95" fmla="*/ 1721989 w 8037833"/>
              <a:gd name="connsiteY95" fmla="*/ 3627298 h 3784177"/>
              <a:gd name="connsiteX96" fmla="*/ 1664576 w 8037833"/>
              <a:gd name="connsiteY96" fmla="*/ 3638572 h 3784177"/>
              <a:gd name="connsiteX97" fmla="*/ 1577459 w 8037833"/>
              <a:gd name="connsiteY97" fmla="*/ 3658824 h 3784177"/>
              <a:gd name="connsiteX98" fmla="*/ 1527269 w 8037833"/>
              <a:gd name="connsiteY98" fmla="*/ 3663088 h 3784177"/>
              <a:gd name="connsiteX99" fmla="*/ 1390118 w 8037833"/>
              <a:gd name="connsiteY99" fmla="*/ 3682789 h 3784177"/>
              <a:gd name="connsiteX100" fmla="*/ 1252698 w 8037833"/>
              <a:gd name="connsiteY100" fmla="*/ 3708662 h 3784177"/>
              <a:gd name="connsiteX101" fmla="*/ 1171039 w 8037833"/>
              <a:gd name="connsiteY101" fmla="*/ 3758642 h 3784177"/>
              <a:gd name="connsiteX102" fmla="*/ 1058106 w 8037833"/>
              <a:gd name="connsiteY102" fmla="*/ 3776166 h 3784177"/>
              <a:gd name="connsiteX103" fmla="*/ 1039167 w 8037833"/>
              <a:gd name="connsiteY103" fmla="*/ 3784177 h 3784177"/>
              <a:gd name="connsiteX104" fmla="*/ 1012958 w 8037833"/>
              <a:gd name="connsiteY104" fmla="*/ 3779206 h 3784177"/>
              <a:gd name="connsiteX105" fmla="*/ 907906 w 8037833"/>
              <a:gd name="connsiteY105" fmla="*/ 3757678 h 3784177"/>
              <a:gd name="connsiteX106" fmla="*/ 825226 w 8037833"/>
              <a:gd name="connsiteY106" fmla="*/ 3726369 h 3784177"/>
              <a:gd name="connsiteX107" fmla="*/ 722264 w 8037833"/>
              <a:gd name="connsiteY107" fmla="*/ 3747612 h 3784177"/>
              <a:gd name="connsiteX108" fmla="*/ 659460 w 8037833"/>
              <a:gd name="connsiteY108" fmla="*/ 3740429 h 3784177"/>
              <a:gd name="connsiteX109" fmla="*/ 556552 w 8037833"/>
              <a:gd name="connsiteY109" fmla="*/ 3739124 h 3784177"/>
              <a:gd name="connsiteX110" fmla="*/ 445444 w 8037833"/>
              <a:gd name="connsiteY110" fmla="*/ 3764831 h 3784177"/>
              <a:gd name="connsiteX111" fmla="*/ 393295 w 8037833"/>
              <a:gd name="connsiteY111" fmla="*/ 3753097 h 3784177"/>
              <a:gd name="connsiteX112" fmla="*/ 339711 w 8037833"/>
              <a:gd name="connsiteY112" fmla="*/ 3718242 h 3784177"/>
              <a:gd name="connsiteX113" fmla="*/ 222239 w 8037833"/>
              <a:gd name="connsiteY113" fmla="*/ 3672335 h 3784177"/>
              <a:gd name="connsiteX114" fmla="*/ 163578 w 8037833"/>
              <a:gd name="connsiteY114" fmla="*/ 3656292 h 3784177"/>
              <a:gd name="connsiteX115" fmla="*/ 72220 w 8037833"/>
              <a:gd name="connsiteY115" fmla="*/ 3645272 h 3784177"/>
              <a:gd name="connsiteX116" fmla="*/ 44395 w 8037833"/>
              <a:gd name="connsiteY116" fmla="*/ 3639455 h 3784177"/>
              <a:gd name="connsiteX117" fmla="*/ 1962 w 8037833"/>
              <a:gd name="connsiteY117" fmla="*/ 3635948 h 3784177"/>
              <a:gd name="connsiteX118" fmla="*/ 0 w 8037833"/>
              <a:gd name="connsiteY118" fmla="*/ 3635261 h 3784177"/>
              <a:gd name="connsiteX119" fmla="*/ 0 w 8037833"/>
              <a:gd name="connsiteY119"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835383 w 8037833"/>
              <a:gd name="connsiteY23" fmla="*/ 3377529 h 3784177"/>
              <a:gd name="connsiteX24" fmla="*/ 5746050 w 8037833"/>
              <a:gd name="connsiteY24" fmla="*/ 3426142 h 3784177"/>
              <a:gd name="connsiteX25" fmla="*/ 5613670 w 8037833"/>
              <a:gd name="connsiteY25" fmla="*/ 3428671 h 3784177"/>
              <a:gd name="connsiteX26" fmla="*/ 5535334 w 8037833"/>
              <a:gd name="connsiteY26" fmla="*/ 3437044 h 3784177"/>
              <a:gd name="connsiteX27" fmla="*/ 5506940 w 8037833"/>
              <a:gd name="connsiteY27" fmla="*/ 3450999 h 3784177"/>
              <a:gd name="connsiteX28" fmla="*/ 5466372 w 8037833"/>
              <a:gd name="connsiteY28" fmla="*/ 3463245 h 3784177"/>
              <a:gd name="connsiteX29" fmla="*/ 5395833 w 8037833"/>
              <a:gd name="connsiteY29" fmla="*/ 3493194 h 3784177"/>
              <a:gd name="connsiteX30" fmla="*/ 5305325 w 8037833"/>
              <a:gd name="connsiteY30" fmla="*/ 3505200 h 3784177"/>
              <a:gd name="connsiteX31" fmla="*/ 5223043 w 8037833"/>
              <a:gd name="connsiteY31" fmla="*/ 3491664 h 3784177"/>
              <a:gd name="connsiteX32" fmla="*/ 5217733 w 8037833"/>
              <a:gd name="connsiteY32" fmla="*/ 3500463 h 3784177"/>
              <a:gd name="connsiteX33" fmla="*/ 5167992 w 8037833"/>
              <a:gd name="connsiteY33" fmla="*/ 3504085 h 3784177"/>
              <a:gd name="connsiteX34" fmla="*/ 4987020 w 8037833"/>
              <a:gd name="connsiteY34" fmla="*/ 3461263 h 3784177"/>
              <a:gd name="connsiteX35" fmla="*/ 4890003 w 8037833"/>
              <a:gd name="connsiteY35" fmla="*/ 3469874 h 3784177"/>
              <a:gd name="connsiteX36" fmla="*/ 4856654 w 8037833"/>
              <a:gd name="connsiteY36" fmla="*/ 3481880 h 3784177"/>
              <a:gd name="connsiteX37" fmla="*/ 4800711 w 8037833"/>
              <a:gd name="connsiteY37" fmla="*/ 3501441 h 3784177"/>
              <a:gd name="connsiteX38" fmla="*/ 4761569 w 8037833"/>
              <a:gd name="connsiteY38" fmla="*/ 3538103 h 3784177"/>
              <a:gd name="connsiteX39" fmla="*/ 4713734 w 8037833"/>
              <a:gd name="connsiteY39" fmla="*/ 3545724 h 3784177"/>
              <a:gd name="connsiteX40" fmla="*/ 4699169 w 8037833"/>
              <a:gd name="connsiteY40" fmla="*/ 3518988 h 3784177"/>
              <a:gd name="connsiteX41" fmla="*/ 4649120 w 8037833"/>
              <a:gd name="connsiteY41" fmla="*/ 3536392 h 3784177"/>
              <a:gd name="connsiteX42" fmla="*/ 4573578 w 8037833"/>
              <a:gd name="connsiteY42" fmla="*/ 3565923 h 3784177"/>
              <a:gd name="connsiteX43" fmla="*/ 4529117 w 8037833"/>
              <a:gd name="connsiteY43" fmla="*/ 3575592 h 3784177"/>
              <a:gd name="connsiteX44" fmla="*/ 4408641 w 8037833"/>
              <a:gd name="connsiteY44" fmla="*/ 3610000 h 3784177"/>
              <a:gd name="connsiteX45" fmla="*/ 4356402 w 8037833"/>
              <a:gd name="connsiteY45" fmla="*/ 3642792 h 3784177"/>
              <a:gd name="connsiteX46" fmla="*/ 4270245 w 8037833"/>
              <a:gd name="connsiteY46" fmla="*/ 3665789 h 3784177"/>
              <a:gd name="connsiteX47" fmla="*/ 4208725 w 8037833"/>
              <a:gd name="connsiteY47" fmla="*/ 3704841 h 3784177"/>
              <a:gd name="connsiteX48" fmla="*/ 4201632 w 8037833"/>
              <a:gd name="connsiteY48" fmla="*/ 3702602 h 3784177"/>
              <a:gd name="connsiteX49" fmla="*/ 4191289 w 8037833"/>
              <a:gd name="connsiteY49" fmla="*/ 3702380 h 3784177"/>
              <a:gd name="connsiteX50" fmla="*/ 4191039 w 8037833"/>
              <a:gd name="connsiteY50" fmla="*/ 3702831 h 3784177"/>
              <a:gd name="connsiteX51" fmla="*/ 4181340 w 8037833"/>
              <a:gd name="connsiteY51" fmla="*/ 3701729 h 3784177"/>
              <a:gd name="connsiteX52" fmla="*/ 4133816 w 8037833"/>
              <a:gd name="connsiteY52" fmla="*/ 3690565 h 3784177"/>
              <a:gd name="connsiteX53" fmla="*/ 4071732 w 8037833"/>
              <a:gd name="connsiteY53" fmla="*/ 3732513 h 3784177"/>
              <a:gd name="connsiteX54" fmla="*/ 4045924 w 8037833"/>
              <a:gd name="connsiteY54" fmla="*/ 3739404 h 3784177"/>
              <a:gd name="connsiteX55" fmla="*/ 4032171 w 8037833"/>
              <a:gd name="connsiteY55" fmla="*/ 3745523 h 3784177"/>
              <a:gd name="connsiteX56" fmla="*/ 4031335 w 8037833"/>
              <a:gd name="connsiteY56" fmla="*/ 3747479 h 3784177"/>
              <a:gd name="connsiteX57" fmla="*/ 3985774 w 8037833"/>
              <a:gd name="connsiteY57" fmla="*/ 3736547 h 3784177"/>
              <a:gd name="connsiteX58" fmla="*/ 3979769 w 8037833"/>
              <a:gd name="connsiteY58" fmla="*/ 3738769 h 3784177"/>
              <a:gd name="connsiteX59" fmla="*/ 3950014 w 8037833"/>
              <a:gd name="connsiteY59" fmla="*/ 3726942 h 3784177"/>
              <a:gd name="connsiteX60" fmla="*/ 3934671 w 8037833"/>
              <a:gd name="connsiteY60" fmla="*/ 3723339 h 3784177"/>
              <a:gd name="connsiteX61" fmla="*/ 3930274 w 8037833"/>
              <a:gd name="connsiteY61" fmla="*/ 3717148 h 3784177"/>
              <a:gd name="connsiteX62" fmla="*/ 3907660 w 8037833"/>
              <a:gd name="connsiteY62" fmla="*/ 3714456 h 3784177"/>
              <a:gd name="connsiteX63" fmla="*/ 3905087 w 8037833"/>
              <a:gd name="connsiteY63" fmla="*/ 3716098 h 3784177"/>
              <a:gd name="connsiteX64" fmla="*/ 3886347 w 8037833"/>
              <a:gd name="connsiteY64" fmla="*/ 3706620 h 3784177"/>
              <a:gd name="connsiteX65" fmla="*/ 3870533 w 8037833"/>
              <a:gd name="connsiteY65" fmla="*/ 3689905 h 3784177"/>
              <a:gd name="connsiteX66" fmla="*/ 3678563 w 8037833"/>
              <a:gd name="connsiteY66" fmla="*/ 3694486 h 3784177"/>
              <a:gd name="connsiteX67" fmla="*/ 3524121 w 8037833"/>
              <a:gd name="connsiteY67" fmla="*/ 3642736 h 3784177"/>
              <a:gd name="connsiteX68" fmla="*/ 3432153 w 8037833"/>
              <a:gd name="connsiteY68" fmla="*/ 3667780 h 3784177"/>
              <a:gd name="connsiteX69" fmla="*/ 3373519 w 8037833"/>
              <a:gd name="connsiteY69" fmla="*/ 3665785 h 3784177"/>
              <a:gd name="connsiteX70" fmla="*/ 3114267 w 8037833"/>
              <a:gd name="connsiteY70" fmla="*/ 3638983 h 3784177"/>
              <a:gd name="connsiteX71" fmla="*/ 3048270 w 8037833"/>
              <a:gd name="connsiteY71" fmla="*/ 3649949 h 3784177"/>
              <a:gd name="connsiteX72" fmla="*/ 2989722 w 8037833"/>
              <a:gd name="connsiteY72" fmla="*/ 3623230 h 3784177"/>
              <a:gd name="connsiteX73" fmla="*/ 2965734 w 8037833"/>
              <a:gd name="connsiteY73" fmla="*/ 3635676 h 3784177"/>
              <a:gd name="connsiteX74" fmla="*/ 2961603 w 8037833"/>
              <a:gd name="connsiteY74" fmla="*/ 3638221 h 3784177"/>
              <a:gd name="connsiteX75" fmla="*/ 2944959 w 8037833"/>
              <a:gd name="connsiteY75" fmla="*/ 3639723 h 3784177"/>
              <a:gd name="connsiteX76" fmla="*/ 2940402 w 8037833"/>
              <a:gd name="connsiteY76" fmla="*/ 3651000 h 3784177"/>
              <a:gd name="connsiteX77" fmla="*/ 2915449 w 8037833"/>
              <a:gd name="connsiteY77" fmla="*/ 3661039 h 3784177"/>
              <a:gd name="connsiteX78" fmla="*/ 2884777 w 8037833"/>
              <a:gd name="connsiteY78" fmla="*/ 3660775 h 3784177"/>
              <a:gd name="connsiteX79" fmla="*/ 2739034 w 8037833"/>
              <a:gd name="connsiteY79" fmla="*/ 3647396 h 3784177"/>
              <a:gd name="connsiteX80" fmla="*/ 2651827 w 8037833"/>
              <a:gd name="connsiteY80" fmla="*/ 3646306 h 3784177"/>
              <a:gd name="connsiteX81" fmla="*/ 2618680 w 8037833"/>
              <a:gd name="connsiteY81" fmla="*/ 3656755 h 3784177"/>
              <a:gd name="connsiteX82" fmla="*/ 2572404 w 8037833"/>
              <a:gd name="connsiteY82" fmla="*/ 3664043 h 3784177"/>
              <a:gd name="connsiteX83" fmla="*/ 2490721 w 8037833"/>
              <a:gd name="connsiteY83" fmla="*/ 3685313 h 3784177"/>
              <a:gd name="connsiteX84" fmla="*/ 2423704 w 8037833"/>
              <a:gd name="connsiteY84" fmla="*/ 3658079 h 3784177"/>
              <a:gd name="connsiteX85" fmla="*/ 2301172 w 8037833"/>
              <a:gd name="connsiteY85" fmla="*/ 3663053 h 3784177"/>
              <a:gd name="connsiteX86" fmla="*/ 2294102 w 8037833"/>
              <a:gd name="connsiteY86" fmla="*/ 3671151 h 3784177"/>
              <a:gd name="connsiteX87" fmla="*/ 2238966 w 8037833"/>
              <a:gd name="connsiteY87" fmla="*/ 3668777 h 3784177"/>
              <a:gd name="connsiteX88" fmla="*/ 2082844 w 8037833"/>
              <a:gd name="connsiteY88" fmla="*/ 3631994 h 3784177"/>
              <a:gd name="connsiteX89" fmla="*/ 1938480 w 8037833"/>
              <a:gd name="connsiteY89" fmla="*/ 3601439 h 3784177"/>
              <a:gd name="connsiteX90" fmla="*/ 1900166 w 8037833"/>
              <a:gd name="connsiteY90" fmla="*/ 3609358 h 3784177"/>
              <a:gd name="connsiteX91" fmla="*/ 1835976 w 8037833"/>
              <a:gd name="connsiteY91" fmla="*/ 3622065 h 3784177"/>
              <a:gd name="connsiteX92" fmla="*/ 1787830 w 8037833"/>
              <a:gd name="connsiteY92" fmla="*/ 3633173 h 3784177"/>
              <a:gd name="connsiteX93" fmla="*/ 1734224 w 8037833"/>
              <a:gd name="connsiteY93" fmla="*/ 3655593 h 3784177"/>
              <a:gd name="connsiteX94" fmla="*/ 1721989 w 8037833"/>
              <a:gd name="connsiteY94" fmla="*/ 3627298 h 3784177"/>
              <a:gd name="connsiteX95" fmla="*/ 1664576 w 8037833"/>
              <a:gd name="connsiteY95" fmla="*/ 3638572 h 3784177"/>
              <a:gd name="connsiteX96" fmla="*/ 1577459 w 8037833"/>
              <a:gd name="connsiteY96" fmla="*/ 3658824 h 3784177"/>
              <a:gd name="connsiteX97" fmla="*/ 1527269 w 8037833"/>
              <a:gd name="connsiteY97" fmla="*/ 3663088 h 3784177"/>
              <a:gd name="connsiteX98" fmla="*/ 1390118 w 8037833"/>
              <a:gd name="connsiteY98" fmla="*/ 3682789 h 3784177"/>
              <a:gd name="connsiteX99" fmla="*/ 1252698 w 8037833"/>
              <a:gd name="connsiteY99" fmla="*/ 3708662 h 3784177"/>
              <a:gd name="connsiteX100" fmla="*/ 1171039 w 8037833"/>
              <a:gd name="connsiteY100" fmla="*/ 3758642 h 3784177"/>
              <a:gd name="connsiteX101" fmla="*/ 1058106 w 8037833"/>
              <a:gd name="connsiteY101" fmla="*/ 3776166 h 3784177"/>
              <a:gd name="connsiteX102" fmla="*/ 1039167 w 8037833"/>
              <a:gd name="connsiteY102" fmla="*/ 3784177 h 3784177"/>
              <a:gd name="connsiteX103" fmla="*/ 1012958 w 8037833"/>
              <a:gd name="connsiteY103" fmla="*/ 3779206 h 3784177"/>
              <a:gd name="connsiteX104" fmla="*/ 907906 w 8037833"/>
              <a:gd name="connsiteY104" fmla="*/ 3757678 h 3784177"/>
              <a:gd name="connsiteX105" fmla="*/ 825226 w 8037833"/>
              <a:gd name="connsiteY105" fmla="*/ 3726369 h 3784177"/>
              <a:gd name="connsiteX106" fmla="*/ 722264 w 8037833"/>
              <a:gd name="connsiteY106" fmla="*/ 3747612 h 3784177"/>
              <a:gd name="connsiteX107" fmla="*/ 659460 w 8037833"/>
              <a:gd name="connsiteY107" fmla="*/ 3740429 h 3784177"/>
              <a:gd name="connsiteX108" fmla="*/ 556552 w 8037833"/>
              <a:gd name="connsiteY108" fmla="*/ 3739124 h 3784177"/>
              <a:gd name="connsiteX109" fmla="*/ 445444 w 8037833"/>
              <a:gd name="connsiteY109" fmla="*/ 3764831 h 3784177"/>
              <a:gd name="connsiteX110" fmla="*/ 393295 w 8037833"/>
              <a:gd name="connsiteY110" fmla="*/ 3753097 h 3784177"/>
              <a:gd name="connsiteX111" fmla="*/ 339711 w 8037833"/>
              <a:gd name="connsiteY111" fmla="*/ 3718242 h 3784177"/>
              <a:gd name="connsiteX112" fmla="*/ 222239 w 8037833"/>
              <a:gd name="connsiteY112" fmla="*/ 3672335 h 3784177"/>
              <a:gd name="connsiteX113" fmla="*/ 163578 w 8037833"/>
              <a:gd name="connsiteY113" fmla="*/ 3656292 h 3784177"/>
              <a:gd name="connsiteX114" fmla="*/ 72220 w 8037833"/>
              <a:gd name="connsiteY114" fmla="*/ 3645272 h 3784177"/>
              <a:gd name="connsiteX115" fmla="*/ 44395 w 8037833"/>
              <a:gd name="connsiteY115" fmla="*/ 3639455 h 3784177"/>
              <a:gd name="connsiteX116" fmla="*/ 1962 w 8037833"/>
              <a:gd name="connsiteY116" fmla="*/ 3635948 h 3784177"/>
              <a:gd name="connsiteX117" fmla="*/ 0 w 8037833"/>
              <a:gd name="connsiteY117" fmla="*/ 3635261 h 3784177"/>
              <a:gd name="connsiteX118" fmla="*/ 0 w 8037833"/>
              <a:gd name="connsiteY118"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609242 w 8037833"/>
              <a:gd name="connsiteY18" fmla="*/ 335504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835383 w 8037833"/>
              <a:gd name="connsiteY23" fmla="*/ 3377529 h 3784177"/>
              <a:gd name="connsiteX24" fmla="*/ 5746050 w 8037833"/>
              <a:gd name="connsiteY24" fmla="*/ 3426142 h 3784177"/>
              <a:gd name="connsiteX25" fmla="*/ 5613670 w 8037833"/>
              <a:gd name="connsiteY25" fmla="*/ 3428671 h 3784177"/>
              <a:gd name="connsiteX26" fmla="*/ 5535334 w 8037833"/>
              <a:gd name="connsiteY26" fmla="*/ 3437044 h 3784177"/>
              <a:gd name="connsiteX27" fmla="*/ 5506940 w 8037833"/>
              <a:gd name="connsiteY27" fmla="*/ 3450999 h 3784177"/>
              <a:gd name="connsiteX28" fmla="*/ 5466372 w 8037833"/>
              <a:gd name="connsiteY28" fmla="*/ 3463245 h 3784177"/>
              <a:gd name="connsiteX29" fmla="*/ 5395833 w 8037833"/>
              <a:gd name="connsiteY29" fmla="*/ 3493194 h 3784177"/>
              <a:gd name="connsiteX30" fmla="*/ 5305325 w 8037833"/>
              <a:gd name="connsiteY30" fmla="*/ 3505200 h 3784177"/>
              <a:gd name="connsiteX31" fmla="*/ 5223043 w 8037833"/>
              <a:gd name="connsiteY31" fmla="*/ 3491664 h 3784177"/>
              <a:gd name="connsiteX32" fmla="*/ 5217733 w 8037833"/>
              <a:gd name="connsiteY32" fmla="*/ 3500463 h 3784177"/>
              <a:gd name="connsiteX33" fmla="*/ 5167992 w 8037833"/>
              <a:gd name="connsiteY33" fmla="*/ 3504085 h 3784177"/>
              <a:gd name="connsiteX34" fmla="*/ 4987020 w 8037833"/>
              <a:gd name="connsiteY34" fmla="*/ 3461263 h 3784177"/>
              <a:gd name="connsiteX35" fmla="*/ 4890003 w 8037833"/>
              <a:gd name="connsiteY35" fmla="*/ 3469874 h 3784177"/>
              <a:gd name="connsiteX36" fmla="*/ 4856654 w 8037833"/>
              <a:gd name="connsiteY36" fmla="*/ 3481880 h 3784177"/>
              <a:gd name="connsiteX37" fmla="*/ 4800711 w 8037833"/>
              <a:gd name="connsiteY37" fmla="*/ 3501441 h 3784177"/>
              <a:gd name="connsiteX38" fmla="*/ 4761569 w 8037833"/>
              <a:gd name="connsiteY38" fmla="*/ 3538103 h 3784177"/>
              <a:gd name="connsiteX39" fmla="*/ 4713734 w 8037833"/>
              <a:gd name="connsiteY39" fmla="*/ 3545724 h 3784177"/>
              <a:gd name="connsiteX40" fmla="*/ 4699169 w 8037833"/>
              <a:gd name="connsiteY40" fmla="*/ 3518988 h 3784177"/>
              <a:gd name="connsiteX41" fmla="*/ 4649120 w 8037833"/>
              <a:gd name="connsiteY41" fmla="*/ 3536392 h 3784177"/>
              <a:gd name="connsiteX42" fmla="*/ 4573578 w 8037833"/>
              <a:gd name="connsiteY42" fmla="*/ 3565923 h 3784177"/>
              <a:gd name="connsiteX43" fmla="*/ 4529117 w 8037833"/>
              <a:gd name="connsiteY43" fmla="*/ 3575592 h 3784177"/>
              <a:gd name="connsiteX44" fmla="*/ 4408641 w 8037833"/>
              <a:gd name="connsiteY44" fmla="*/ 3610000 h 3784177"/>
              <a:gd name="connsiteX45" fmla="*/ 4356402 w 8037833"/>
              <a:gd name="connsiteY45" fmla="*/ 3642792 h 3784177"/>
              <a:gd name="connsiteX46" fmla="*/ 4270245 w 8037833"/>
              <a:gd name="connsiteY46" fmla="*/ 3665789 h 3784177"/>
              <a:gd name="connsiteX47" fmla="*/ 4208725 w 8037833"/>
              <a:gd name="connsiteY47" fmla="*/ 3704841 h 3784177"/>
              <a:gd name="connsiteX48" fmla="*/ 4201632 w 8037833"/>
              <a:gd name="connsiteY48" fmla="*/ 3702602 h 3784177"/>
              <a:gd name="connsiteX49" fmla="*/ 4191289 w 8037833"/>
              <a:gd name="connsiteY49" fmla="*/ 3702380 h 3784177"/>
              <a:gd name="connsiteX50" fmla="*/ 4191039 w 8037833"/>
              <a:gd name="connsiteY50" fmla="*/ 3702831 h 3784177"/>
              <a:gd name="connsiteX51" fmla="*/ 4181340 w 8037833"/>
              <a:gd name="connsiteY51" fmla="*/ 3701729 h 3784177"/>
              <a:gd name="connsiteX52" fmla="*/ 4133816 w 8037833"/>
              <a:gd name="connsiteY52" fmla="*/ 3690565 h 3784177"/>
              <a:gd name="connsiteX53" fmla="*/ 4071732 w 8037833"/>
              <a:gd name="connsiteY53" fmla="*/ 3732513 h 3784177"/>
              <a:gd name="connsiteX54" fmla="*/ 4045924 w 8037833"/>
              <a:gd name="connsiteY54" fmla="*/ 3739404 h 3784177"/>
              <a:gd name="connsiteX55" fmla="*/ 4032171 w 8037833"/>
              <a:gd name="connsiteY55" fmla="*/ 3745523 h 3784177"/>
              <a:gd name="connsiteX56" fmla="*/ 4031335 w 8037833"/>
              <a:gd name="connsiteY56" fmla="*/ 3747479 h 3784177"/>
              <a:gd name="connsiteX57" fmla="*/ 3985774 w 8037833"/>
              <a:gd name="connsiteY57" fmla="*/ 3736547 h 3784177"/>
              <a:gd name="connsiteX58" fmla="*/ 3979769 w 8037833"/>
              <a:gd name="connsiteY58" fmla="*/ 3738769 h 3784177"/>
              <a:gd name="connsiteX59" fmla="*/ 3950014 w 8037833"/>
              <a:gd name="connsiteY59" fmla="*/ 3726942 h 3784177"/>
              <a:gd name="connsiteX60" fmla="*/ 3934671 w 8037833"/>
              <a:gd name="connsiteY60" fmla="*/ 3723339 h 3784177"/>
              <a:gd name="connsiteX61" fmla="*/ 3930274 w 8037833"/>
              <a:gd name="connsiteY61" fmla="*/ 3717148 h 3784177"/>
              <a:gd name="connsiteX62" fmla="*/ 3907660 w 8037833"/>
              <a:gd name="connsiteY62" fmla="*/ 3714456 h 3784177"/>
              <a:gd name="connsiteX63" fmla="*/ 3905087 w 8037833"/>
              <a:gd name="connsiteY63" fmla="*/ 3716098 h 3784177"/>
              <a:gd name="connsiteX64" fmla="*/ 3886347 w 8037833"/>
              <a:gd name="connsiteY64" fmla="*/ 3706620 h 3784177"/>
              <a:gd name="connsiteX65" fmla="*/ 3870533 w 8037833"/>
              <a:gd name="connsiteY65" fmla="*/ 3689905 h 3784177"/>
              <a:gd name="connsiteX66" fmla="*/ 3678563 w 8037833"/>
              <a:gd name="connsiteY66" fmla="*/ 3694486 h 3784177"/>
              <a:gd name="connsiteX67" fmla="*/ 3524121 w 8037833"/>
              <a:gd name="connsiteY67" fmla="*/ 3642736 h 3784177"/>
              <a:gd name="connsiteX68" fmla="*/ 3432153 w 8037833"/>
              <a:gd name="connsiteY68" fmla="*/ 3667780 h 3784177"/>
              <a:gd name="connsiteX69" fmla="*/ 3373519 w 8037833"/>
              <a:gd name="connsiteY69" fmla="*/ 3665785 h 3784177"/>
              <a:gd name="connsiteX70" fmla="*/ 3114267 w 8037833"/>
              <a:gd name="connsiteY70" fmla="*/ 3638983 h 3784177"/>
              <a:gd name="connsiteX71" fmla="*/ 3048270 w 8037833"/>
              <a:gd name="connsiteY71" fmla="*/ 3649949 h 3784177"/>
              <a:gd name="connsiteX72" fmla="*/ 2989722 w 8037833"/>
              <a:gd name="connsiteY72" fmla="*/ 3623230 h 3784177"/>
              <a:gd name="connsiteX73" fmla="*/ 2965734 w 8037833"/>
              <a:gd name="connsiteY73" fmla="*/ 3635676 h 3784177"/>
              <a:gd name="connsiteX74" fmla="*/ 2961603 w 8037833"/>
              <a:gd name="connsiteY74" fmla="*/ 3638221 h 3784177"/>
              <a:gd name="connsiteX75" fmla="*/ 2944959 w 8037833"/>
              <a:gd name="connsiteY75" fmla="*/ 3639723 h 3784177"/>
              <a:gd name="connsiteX76" fmla="*/ 2940402 w 8037833"/>
              <a:gd name="connsiteY76" fmla="*/ 3651000 h 3784177"/>
              <a:gd name="connsiteX77" fmla="*/ 2915449 w 8037833"/>
              <a:gd name="connsiteY77" fmla="*/ 3661039 h 3784177"/>
              <a:gd name="connsiteX78" fmla="*/ 2884777 w 8037833"/>
              <a:gd name="connsiteY78" fmla="*/ 3660775 h 3784177"/>
              <a:gd name="connsiteX79" fmla="*/ 2739034 w 8037833"/>
              <a:gd name="connsiteY79" fmla="*/ 3647396 h 3784177"/>
              <a:gd name="connsiteX80" fmla="*/ 2651827 w 8037833"/>
              <a:gd name="connsiteY80" fmla="*/ 3646306 h 3784177"/>
              <a:gd name="connsiteX81" fmla="*/ 2618680 w 8037833"/>
              <a:gd name="connsiteY81" fmla="*/ 3656755 h 3784177"/>
              <a:gd name="connsiteX82" fmla="*/ 2572404 w 8037833"/>
              <a:gd name="connsiteY82" fmla="*/ 3664043 h 3784177"/>
              <a:gd name="connsiteX83" fmla="*/ 2490721 w 8037833"/>
              <a:gd name="connsiteY83" fmla="*/ 3685313 h 3784177"/>
              <a:gd name="connsiteX84" fmla="*/ 2423704 w 8037833"/>
              <a:gd name="connsiteY84" fmla="*/ 3658079 h 3784177"/>
              <a:gd name="connsiteX85" fmla="*/ 2301172 w 8037833"/>
              <a:gd name="connsiteY85" fmla="*/ 3663053 h 3784177"/>
              <a:gd name="connsiteX86" fmla="*/ 2294102 w 8037833"/>
              <a:gd name="connsiteY86" fmla="*/ 3671151 h 3784177"/>
              <a:gd name="connsiteX87" fmla="*/ 2238966 w 8037833"/>
              <a:gd name="connsiteY87" fmla="*/ 3668777 h 3784177"/>
              <a:gd name="connsiteX88" fmla="*/ 2082844 w 8037833"/>
              <a:gd name="connsiteY88" fmla="*/ 3631994 h 3784177"/>
              <a:gd name="connsiteX89" fmla="*/ 1938480 w 8037833"/>
              <a:gd name="connsiteY89" fmla="*/ 3601439 h 3784177"/>
              <a:gd name="connsiteX90" fmla="*/ 1900166 w 8037833"/>
              <a:gd name="connsiteY90" fmla="*/ 3609358 h 3784177"/>
              <a:gd name="connsiteX91" fmla="*/ 1835976 w 8037833"/>
              <a:gd name="connsiteY91" fmla="*/ 3622065 h 3784177"/>
              <a:gd name="connsiteX92" fmla="*/ 1787830 w 8037833"/>
              <a:gd name="connsiteY92" fmla="*/ 3633173 h 3784177"/>
              <a:gd name="connsiteX93" fmla="*/ 1734224 w 8037833"/>
              <a:gd name="connsiteY93" fmla="*/ 3655593 h 3784177"/>
              <a:gd name="connsiteX94" fmla="*/ 1721989 w 8037833"/>
              <a:gd name="connsiteY94" fmla="*/ 3627298 h 3784177"/>
              <a:gd name="connsiteX95" fmla="*/ 1664576 w 8037833"/>
              <a:gd name="connsiteY95" fmla="*/ 3638572 h 3784177"/>
              <a:gd name="connsiteX96" fmla="*/ 1577459 w 8037833"/>
              <a:gd name="connsiteY96" fmla="*/ 3658824 h 3784177"/>
              <a:gd name="connsiteX97" fmla="*/ 1527269 w 8037833"/>
              <a:gd name="connsiteY97" fmla="*/ 3663088 h 3784177"/>
              <a:gd name="connsiteX98" fmla="*/ 1390118 w 8037833"/>
              <a:gd name="connsiteY98" fmla="*/ 3682789 h 3784177"/>
              <a:gd name="connsiteX99" fmla="*/ 1252698 w 8037833"/>
              <a:gd name="connsiteY99" fmla="*/ 3708662 h 3784177"/>
              <a:gd name="connsiteX100" fmla="*/ 1171039 w 8037833"/>
              <a:gd name="connsiteY100" fmla="*/ 3758642 h 3784177"/>
              <a:gd name="connsiteX101" fmla="*/ 1058106 w 8037833"/>
              <a:gd name="connsiteY101" fmla="*/ 3776166 h 3784177"/>
              <a:gd name="connsiteX102" fmla="*/ 1039167 w 8037833"/>
              <a:gd name="connsiteY102" fmla="*/ 3784177 h 3784177"/>
              <a:gd name="connsiteX103" fmla="*/ 1012958 w 8037833"/>
              <a:gd name="connsiteY103" fmla="*/ 3779206 h 3784177"/>
              <a:gd name="connsiteX104" fmla="*/ 907906 w 8037833"/>
              <a:gd name="connsiteY104" fmla="*/ 3757678 h 3784177"/>
              <a:gd name="connsiteX105" fmla="*/ 825226 w 8037833"/>
              <a:gd name="connsiteY105" fmla="*/ 3726369 h 3784177"/>
              <a:gd name="connsiteX106" fmla="*/ 722264 w 8037833"/>
              <a:gd name="connsiteY106" fmla="*/ 3747612 h 3784177"/>
              <a:gd name="connsiteX107" fmla="*/ 659460 w 8037833"/>
              <a:gd name="connsiteY107" fmla="*/ 3740429 h 3784177"/>
              <a:gd name="connsiteX108" fmla="*/ 556552 w 8037833"/>
              <a:gd name="connsiteY108" fmla="*/ 3739124 h 3784177"/>
              <a:gd name="connsiteX109" fmla="*/ 445444 w 8037833"/>
              <a:gd name="connsiteY109" fmla="*/ 3764831 h 3784177"/>
              <a:gd name="connsiteX110" fmla="*/ 393295 w 8037833"/>
              <a:gd name="connsiteY110" fmla="*/ 3753097 h 3784177"/>
              <a:gd name="connsiteX111" fmla="*/ 339711 w 8037833"/>
              <a:gd name="connsiteY111" fmla="*/ 3718242 h 3784177"/>
              <a:gd name="connsiteX112" fmla="*/ 222239 w 8037833"/>
              <a:gd name="connsiteY112" fmla="*/ 3672335 h 3784177"/>
              <a:gd name="connsiteX113" fmla="*/ 163578 w 8037833"/>
              <a:gd name="connsiteY113" fmla="*/ 3656292 h 3784177"/>
              <a:gd name="connsiteX114" fmla="*/ 72220 w 8037833"/>
              <a:gd name="connsiteY114" fmla="*/ 3645272 h 3784177"/>
              <a:gd name="connsiteX115" fmla="*/ 44395 w 8037833"/>
              <a:gd name="connsiteY115" fmla="*/ 3639455 h 3784177"/>
              <a:gd name="connsiteX116" fmla="*/ 1962 w 8037833"/>
              <a:gd name="connsiteY116" fmla="*/ 3635948 h 3784177"/>
              <a:gd name="connsiteX117" fmla="*/ 0 w 8037833"/>
              <a:gd name="connsiteY117" fmla="*/ 3635261 h 3784177"/>
              <a:gd name="connsiteX118" fmla="*/ 0 w 8037833"/>
              <a:gd name="connsiteY118"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718286 w 8037833"/>
              <a:gd name="connsiteY17" fmla="*/ 3382997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835383 w 8037833"/>
              <a:gd name="connsiteY23" fmla="*/ 3377529 h 3784177"/>
              <a:gd name="connsiteX24" fmla="*/ 5746050 w 8037833"/>
              <a:gd name="connsiteY24" fmla="*/ 3426142 h 3784177"/>
              <a:gd name="connsiteX25" fmla="*/ 5613670 w 8037833"/>
              <a:gd name="connsiteY25" fmla="*/ 3428671 h 3784177"/>
              <a:gd name="connsiteX26" fmla="*/ 5535334 w 8037833"/>
              <a:gd name="connsiteY26" fmla="*/ 3437044 h 3784177"/>
              <a:gd name="connsiteX27" fmla="*/ 5506940 w 8037833"/>
              <a:gd name="connsiteY27" fmla="*/ 3450999 h 3784177"/>
              <a:gd name="connsiteX28" fmla="*/ 5466372 w 8037833"/>
              <a:gd name="connsiteY28" fmla="*/ 3463245 h 3784177"/>
              <a:gd name="connsiteX29" fmla="*/ 5395833 w 8037833"/>
              <a:gd name="connsiteY29" fmla="*/ 3493194 h 3784177"/>
              <a:gd name="connsiteX30" fmla="*/ 5305325 w 8037833"/>
              <a:gd name="connsiteY30" fmla="*/ 3505200 h 3784177"/>
              <a:gd name="connsiteX31" fmla="*/ 5223043 w 8037833"/>
              <a:gd name="connsiteY31" fmla="*/ 3491664 h 3784177"/>
              <a:gd name="connsiteX32" fmla="*/ 5217733 w 8037833"/>
              <a:gd name="connsiteY32" fmla="*/ 3500463 h 3784177"/>
              <a:gd name="connsiteX33" fmla="*/ 5167992 w 8037833"/>
              <a:gd name="connsiteY33" fmla="*/ 3504085 h 3784177"/>
              <a:gd name="connsiteX34" fmla="*/ 4987020 w 8037833"/>
              <a:gd name="connsiteY34" fmla="*/ 3461263 h 3784177"/>
              <a:gd name="connsiteX35" fmla="*/ 4890003 w 8037833"/>
              <a:gd name="connsiteY35" fmla="*/ 3469874 h 3784177"/>
              <a:gd name="connsiteX36" fmla="*/ 4856654 w 8037833"/>
              <a:gd name="connsiteY36" fmla="*/ 3481880 h 3784177"/>
              <a:gd name="connsiteX37" fmla="*/ 4800711 w 8037833"/>
              <a:gd name="connsiteY37" fmla="*/ 3501441 h 3784177"/>
              <a:gd name="connsiteX38" fmla="*/ 4761569 w 8037833"/>
              <a:gd name="connsiteY38" fmla="*/ 3538103 h 3784177"/>
              <a:gd name="connsiteX39" fmla="*/ 4713734 w 8037833"/>
              <a:gd name="connsiteY39" fmla="*/ 3545724 h 3784177"/>
              <a:gd name="connsiteX40" fmla="*/ 4699169 w 8037833"/>
              <a:gd name="connsiteY40" fmla="*/ 3518988 h 3784177"/>
              <a:gd name="connsiteX41" fmla="*/ 4649120 w 8037833"/>
              <a:gd name="connsiteY41" fmla="*/ 3536392 h 3784177"/>
              <a:gd name="connsiteX42" fmla="*/ 4573578 w 8037833"/>
              <a:gd name="connsiteY42" fmla="*/ 3565923 h 3784177"/>
              <a:gd name="connsiteX43" fmla="*/ 4529117 w 8037833"/>
              <a:gd name="connsiteY43" fmla="*/ 3575592 h 3784177"/>
              <a:gd name="connsiteX44" fmla="*/ 4408641 w 8037833"/>
              <a:gd name="connsiteY44" fmla="*/ 3610000 h 3784177"/>
              <a:gd name="connsiteX45" fmla="*/ 4356402 w 8037833"/>
              <a:gd name="connsiteY45" fmla="*/ 3642792 h 3784177"/>
              <a:gd name="connsiteX46" fmla="*/ 4270245 w 8037833"/>
              <a:gd name="connsiteY46" fmla="*/ 3665789 h 3784177"/>
              <a:gd name="connsiteX47" fmla="*/ 4208725 w 8037833"/>
              <a:gd name="connsiteY47" fmla="*/ 3704841 h 3784177"/>
              <a:gd name="connsiteX48" fmla="*/ 4201632 w 8037833"/>
              <a:gd name="connsiteY48" fmla="*/ 3702602 h 3784177"/>
              <a:gd name="connsiteX49" fmla="*/ 4191289 w 8037833"/>
              <a:gd name="connsiteY49" fmla="*/ 3702380 h 3784177"/>
              <a:gd name="connsiteX50" fmla="*/ 4191039 w 8037833"/>
              <a:gd name="connsiteY50" fmla="*/ 3702831 h 3784177"/>
              <a:gd name="connsiteX51" fmla="*/ 4181340 w 8037833"/>
              <a:gd name="connsiteY51" fmla="*/ 3701729 h 3784177"/>
              <a:gd name="connsiteX52" fmla="*/ 4133816 w 8037833"/>
              <a:gd name="connsiteY52" fmla="*/ 3690565 h 3784177"/>
              <a:gd name="connsiteX53" fmla="*/ 4071732 w 8037833"/>
              <a:gd name="connsiteY53" fmla="*/ 3732513 h 3784177"/>
              <a:gd name="connsiteX54" fmla="*/ 4045924 w 8037833"/>
              <a:gd name="connsiteY54" fmla="*/ 3739404 h 3784177"/>
              <a:gd name="connsiteX55" fmla="*/ 4032171 w 8037833"/>
              <a:gd name="connsiteY55" fmla="*/ 3745523 h 3784177"/>
              <a:gd name="connsiteX56" fmla="*/ 4031335 w 8037833"/>
              <a:gd name="connsiteY56" fmla="*/ 3747479 h 3784177"/>
              <a:gd name="connsiteX57" fmla="*/ 3985774 w 8037833"/>
              <a:gd name="connsiteY57" fmla="*/ 3736547 h 3784177"/>
              <a:gd name="connsiteX58" fmla="*/ 3979769 w 8037833"/>
              <a:gd name="connsiteY58" fmla="*/ 3738769 h 3784177"/>
              <a:gd name="connsiteX59" fmla="*/ 3950014 w 8037833"/>
              <a:gd name="connsiteY59" fmla="*/ 3726942 h 3784177"/>
              <a:gd name="connsiteX60" fmla="*/ 3934671 w 8037833"/>
              <a:gd name="connsiteY60" fmla="*/ 3723339 h 3784177"/>
              <a:gd name="connsiteX61" fmla="*/ 3930274 w 8037833"/>
              <a:gd name="connsiteY61" fmla="*/ 3717148 h 3784177"/>
              <a:gd name="connsiteX62" fmla="*/ 3907660 w 8037833"/>
              <a:gd name="connsiteY62" fmla="*/ 3714456 h 3784177"/>
              <a:gd name="connsiteX63" fmla="*/ 3905087 w 8037833"/>
              <a:gd name="connsiteY63" fmla="*/ 3716098 h 3784177"/>
              <a:gd name="connsiteX64" fmla="*/ 3886347 w 8037833"/>
              <a:gd name="connsiteY64" fmla="*/ 3706620 h 3784177"/>
              <a:gd name="connsiteX65" fmla="*/ 3870533 w 8037833"/>
              <a:gd name="connsiteY65" fmla="*/ 3689905 h 3784177"/>
              <a:gd name="connsiteX66" fmla="*/ 3678563 w 8037833"/>
              <a:gd name="connsiteY66" fmla="*/ 3694486 h 3784177"/>
              <a:gd name="connsiteX67" fmla="*/ 3524121 w 8037833"/>
              <a:gd name="connsiteY67" fmla="*/ 3642736 h 3784177"/>
              <a:gd name="connsiteX68" fmla="*/ 3432153 w 8037833"/>
              <a:gd name="connsiteY68" fmla="*/ 3667780 h 3784177"/>
              <a:gd name="connsiteX69" fmla="*/ 3373519 w 8037833"/>
              <a:gd name="connsiteY69" fmla="*/ 3665785 h 3784177"/>
              <a:gd name="connsiteX70" fmla="*/ 3114267 w 8037833"/>
              <a:gd name="connsiteY70" fmla="*/ 3638983 h 3784177"/>
              <a:gd name="connsiteX71" fmla="*/ 3048270 w 8037833"/>
              <a:gd name="connsiteY71" fmla="*/ 3649949 h 3784177"/>
              <a:gd name="connsiteX72" fmla="*/ 2989722 w 8037833"/>
              <a:gd name="connsiteY72" fmla="*/ 3623230 h 3784177"/>
              <a:gd name="connsiteX73" fmla="*/ 2965734 w 8037833"/>
              <a:gd name="connsiteY73" fmla="*/ 3635676 h 3784177"/>
              <a:gd name="connsiteX74" fmla="*/ 2961603 w 8037833"/>
              <a:gd name="connsiteY74" fmla="*/ 3638221 h 3784177"/>
              <a:gd name="connsiteX75" fmla="*/ 2944959 w 8037833"/>
              <a:gd name="connsiteY75" fmla="*/ 3639723 h 3784177"/>
              <a:gd name="connsiteX76" fmla="*/ 2940402 w 8037833"/>
              <a:gd name="connsiteY76" fmla="*/ 3651000 h 3784177"/>
              <a:gd name="connsiteX77" fmla="*/ 2915449 w 8037833"/>
              <a:gd name="connsiteY77" fmla="*/ 3661039 h 3784177"/>
              <a:gd name="connsiteX78" fmla="*/ 2884777 w 8037833"/>
              <a:gd name="connsiteY78" fmla="*/ 3660775 h 3784177"/>
              <a:gd name="connsiteX79" fmla="*/ 2739034 w 8037833"/>
              <a:gd name="connsiteY79" fmla="*/ 3647396 h 3784177"/>
              <a:gd name="connsiteX80" fmla="*/ 2651827 w 8037833"/>
              <a:gd name="connsiteY80" fmla="*/ 3646306 h 3784177"/>
              <a:gd name="connsiteX81" fmla="*/ 2618680 w 8037833"/>
              <a:gd name="connsiteY81" fmla="*/ 3656755 h 3784177"/>
              <a:gd name="connsiteX82" fmla="*/ 2572404 w 8037833"/>
              <a:gd name="connsiteY82" fmla="*/ 3664043 h 3784177"/>
              <a:gd name="connsiteX83" fmla="*/ 2490721 w 8037833"/>
              <a:gd name="connsiteY83" fmla="*/ 3685313 h 3784177"/>
              <a:gd name="connsiteX84" fmla="*/ 2423704 w 8037833"/>
              <a:gd name="connsiteY84" fmla="*/ 3658079 h 3784177"/>
              <a:gd name="connsiteX85" fmla="*/ 2301172 w 8037833"/>
              <a:gd name="connsiteY85" fmla="*/ 3663053 h 3784177"/>
              <a:gd name="connsiteX86" fmla="*/ 2294102 w 8037833"/>
              <a:gd name="connsiteY86" fmla="*/ 3671151 h 3784177"/>
              <a:gd name="connsiteX87" fmla="*/ 2238966 w 8037833"/>
              <a:gd name="connsiteY87" fmla="*/ 3668777 h 3784177"/>
              <a:gd name="connsiteX88" fmla="*/ 2082844 w 8037833"/>
              <a:gd name="connsiteY88" fmla="*/ 3631994 h 3784177"/>
              <a:gd name="connsiteX89" fmla="*/ 1938480 w 8037833"/>
              <a:gd name="connsiteY89" fmla="*/ 3601439 h 3784177"/>
              <a:gd name="connsiteX90" fmla="*/ 1900166 w 8037833"/>
              <a:gd name="connsiteY90" fmla="*/ 3609358 h 3784177"/>
              <a:gd name="connsiteX91" fmla="*/ 1835976 w 8037833"/>
              <a:gd name="connsiteY91" fmla="*/ 3622065 h 3784177"/>
              <a:gd name="connsiteX92" fmla="*/ 1787830 w 8037833"/>
              <a:gd name="connsiteY92" fmla="*/ 3633173 h 3784177"/>
              <a:gd name="connsiteX93" fmla="*/ 1734224 w 8037833"/>
              <a:gd name="connsiteY93" fmla="*/ 3655593 h 3784177"/>
              <a:gd name="connsiteX94" fmla="*/ 1721989 w 8037833"/>
              <a:gd name="connsiteY94" fmla="*/ 3627298 h 3784177"/>
              <a:gd name="connsiteX95" fmla="*/ 1664576 w 8037833"/>
              <a:gd name="connsiteY95" fmla="*/ 3638572 h 3784177"/>
              <a:gd name="connsiteX96" fmla="*/ 1577459 w 8037833"/>
              <a:gd name="connsiteY96" fmla="*/ 3658824 h 3784177"/>
              <a:gd name="connsiteX97" fmla="*/ 1527269 w 8037833"/>
              <a:gd name="connsiteY97" fmla="*/ 3663088 h 3784177"/>
              <a:gd name="connsiteX98" fmla="*/ 1390118 w 8037833"/>
              <a:gd name="connsiteY98" fmla="*/ 3682789 h 3784177"/>
              <a:gd name="connsiteX99" fmla="*/ 1252698 w 8037833"/>
              <a:gd name="connsiteY99" fmla="*/ 3708662 h 3784177"/>
              <a:gd name="connsiteX100" fmla="*/ 1171039 w 8037833"/>
              <a:gd name="connsiteY100" fmla="*/ 3758642 h 3784177"/>
              <a:gd name="connsiteX101" fmla="*/ 1058106 w 8037833"/>
              <a:gd name="connsiteY101" fmla="*/ 3776166 h 3784177"/>
              <a:gd name="connsiteX102" fmla="*/ 1039167 w 8037833"/>
              <a:gd name="connsiteY102" fmla="*/ 3784177 h 3784177"/>
              <a:gd name="connsiteX103" fmla="*/ 1012958 w 8037833"/>
              <a:gd name="connsiteY103" fmla="*/ 3779206 h 3784177"/>
              <a:gd name="connsiteX104" fmla="*/ 907906 w 8037833"/>
              <a:gd name="connsiteY104" fmla="*/ 3757678 h 3784177"/>
              <a:gd name="connsiteX105" fmla="*/ 825226 w 8037833"/>
              <a:gd name="connsiteY105" fmla="*/ 3726369 h 3784177"/>
              <a:gd name="connsiteX106" fmla="*/ 722264 w 8037833"/>
              <a:gd name="connsiteY106" fmla="*/ 3747612 h 3784177"/>
              <a:gd name="connsiteX107" fmla="*/ 659460 w 8037833"/>
              <a:gd name="connsiteY107" fmla="*/ 3740429 h 3784177"/>
              <a:gd name="connsiteX108" fmla="*/ 556552 w 8037833"/>
              <a:gd name="connsiteY108" fmla="*/ 3739124 h 3784177"/>
              <a:gd name="connsiteX109" fmla="*/ 445444 w 8037833"/>
              <a:gd name="connsiteY109" fmla="*/ 3764831 h 3784177"/>
              <a:gd name="connsiteX110" fmla="*/ 393295 w 8037833"/>
              <a:gd name="connsiteY110" fmla="*/ 3753097 h 3784177"/>
              <a:gd name="connsiteX111" fmla="*/ 339711 w 8037833"/>
              <a:gd name="connsiteY111" fmla="*/ 3718242 h 3784177"/>
              <a:gd name="connsiteX112" fmla="*/ 222239 w 8037833"/>
              <a:gd name="connsiteY112" fmla="*/ 3672335 h 3784177"/>
              <a:gd name="connsiteX113" fmla="*/ 163578 w 8037833"/>
              <a:gd name="connsiteY113" fmla="*/ 3656292 h 3784177"/>
              <a:gd name="connsiteX114" fmla="*/ 72220 w 8037833"/>
              <a:gd name="connsiteY114" fmla="*/ 3645272 h 3784177"/>
              <a:gd name="connsiteX115" fmla="*/ 44395 w 8037833"/>
              <a:gd name="connsiteY115" fmla="*/ 3639455 h 3784177"/>
              <a:gd name="connsiteX116" fmla="*/ 1962 w 8037833"/>
              <a:gd name="connsiteY116" fmla="*/ 3635948 h 3784177"/>
              <a:gd name="connsiteX117" fmla="*/ 0 w 8037833"/>
              <a:gd name="connsiteY117" fmla="*/ 3635261 h 3784177"/>
              <a:gd name="connsiteX118" fmla="*/ 0 w 8037833"/>
              <a:gd name="connsiteY118"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835383 w 8037833"/>
              <a:gd name="connsiteY23" fmla="*/ 3377529 h 3784177"/>
              <a:gd name="connsiteX24" fmla="*/ 5746050 w 8037833"/>
              <a:gd name="connsiteY24" fmla="*/ 3426142 h 3784177"/>
              <a:gd name="connsiteX25" fmla="*/ 5613670 w 8037833"/>
              <a:gd name="connsiteY25" fmla="*/ 3428671 h 3784177"/>
              <a:gd name="connsiteX26" fmla="*/ 5535334 w 8037833"/>
              <a:gd name="connsiteY26" fmla="*/ 3437044 h 3784177"/>
              <a:gd name="connsiteX27" fmla="*/ 5506940 w 8037833"/>
              <a:gd name="connsiteY27" fmla="*/ 3450999 h 3784177"/>
              <a:gd name="connsiteX28" fmla="*/ 5466372 w 8037833"/>
              <a:gd name="connsiteY28" fmla="*/ 3463245 h 3784177"/>
              <a:gd name="connsiteX29" fmla="*/ 5395833 w 8037833"/>
              <a:gd name="connsiteY29" fmla="*/ 3493194 h 3784177"/>
              <a:gd name="connsiteX30" fmla="*/ 5305325 w 8037833"/>
              <a:gd name="connsiteY30" fmla="*/ 3505200 h 3784177"/>
              <a:gd name="connsiteX31" fmla="*/ 5223043 w 8037833"/>
              <a:gd name="connsiteY31" fmla="*/ 3491664 h 3784177"/>
              <a:gd name="connsiteX32" fmla="*/ 5217733 w 8037833"/>
              <a:gd name="connsiteY32" fmla="*/ 3500463 h 3784177"/>
              <a:gd name="connsiteX33" fmla="*/ 5167992 w 8037833"/>
              <a:gd name="connsiteY33" fmla="*/ 3504085 h 3784177"/>
              <a:gd name="connsiteX34" fmla="*/ 4987020 w 8037833"/>
              <a:gd name="connsiteY34" fmla="*/ 3461263 h 3784177"/>
              <a:gd name="connsiteX35" fmla="*/ 4890003 w 8037833"/>
              <a:gd name="connsiteY35" fmla="*/ 3469874 h 3784177"/>
              <a:gd name="connsiteX36" fmla="*/ 4856654 w 8037833"/>
              <a:gd name="connsiteY36" fmla="*/ 3481880 h 3784177"/>
              <a:gd name="connsiteX37" fmla="*/ 4800711 w 8037833"/>
              <a:gd name="connsiteY37" fmla="*/ 3501441 h 3784177"/>
              <a:gd name="connsiteX38" fmla="*/ 4761569 w 8037833"/>
              <a:gd name="connsiteY38" fmla="*/ 3538103 h 3784177"/>
              <a:gd name="connsiteX39" fmla="*/ 4713734 w 8037833"/>
              <a:gd name="connsiteY39" fmla="*/ 3545724 h 3784177"/>
              <a:gd name="connsiteX40" fmla="*/ 4699169 w 8037833"/>
              <a:gd name="connsiteY40" fmla="*/ 3518988 h 3784177"/>
              <a:gd name="connsiteX41" fmla="*/ 4649120 w 8037833"/>
              <a:gd name="connsiteY41" fmla="*/ 3536392 h 3784177"/>
              <a:gd name="connsiteX42" fmla="*/ 4573578 w 8037833"/>
              <a:gd name="connsiteY42" fmla="*/ 3565923 h 3784177"/>
              <a:gd name="connsiteX43" fmla="*/ 4529117 w 8037833"/>
              <a:gd name="connsiteY43" fmla="*/ 3575592 h 3784177"/>
              <a:gd name="connsiteX44" fmla="*/ 4408641 w 8037833"/>
              <a:gd name="connsiteY44" fmla="*/ 3610000 h 3784177"/>
              <a:gd name="connsiteX45" fmla="*/ 4356402 w 8037833"/>
              <a:gd name="connsiteY45" fmla="*/ 3642792 h 3784177"/>
              <a:gd name="connsiteX46" fmla="*/ 4270245 w 8037833"/>
              <a:gd name="connsiteY46" fmla="*/ 3665789 h 3784177"/>
              <a:gd name="connsiteX47" fmla="*/ 4208725 w 8037833"/>
              <a:gd name="connsiteY47" fmla="*/ 3704841 h 3784177"/>
              <a:gd name="connsiteX48" fmla="*/ 4201632 w 8037833"/>
              <a:gd name="connsiteY48" fmla="*/ 3702602 h 3784177"/>
              <a:gd name="connsiteX49" fmla="*/ 4191289 w 8037833"/>
              <a:gd name="connsiteY49" fmla="*/ 3702380 h 3784177"/>
              <a:gd name="connsiteX50" fmla="*/ 4191039 w 8037833"/>
              <a:gd name="connsiteY50" fmla="*/ 3702831 h 3784177"/>
              <a:gd name="connsiteX51" fmla="*/ 4181340 w 8037833"/>
              <a:gd name="connsiteY51" fmla="*/ 3701729 h 3784177"/>
              <a:gd name="connsiteX52" fmla="*/ 4133816 w 8037833"/>
              <a:gd name="connsiteY52" fmla="*/ 3690565 h 3784177"/>
              <a:gd name="connsiteX53" fmla="*/ 4071732 w 8037833"/>
              <a:gd name="connsiteY53" fmla="*/ 3732513 h 3784177"/>
              <a:gd name="connsiteX54" fmla="*/ 4045924 w 8037833"/>
              <a:gd name="connsiteY54" fmla="*/ 3739404 h 3784177"/>
              <a:gd name="connsiteX55" fmla="*/ 4032171 w 8037833"/>
              <a:gd name="connsiteY55" fmla="*/ 3745523 h 3784177"/>
              <a:gd name="connsiteX56" fmla="*/ 4031335 w 8037833"/>
              <a:gd name="connsiteY56" fmla="*/ 3747479 h 3784177"/>
              <a:gd name="connsiteX57" fmla="*/ 3985774 w 8037833"/>
              <a:gd name="connsiteY57" fmla="*/ 3736547 h 3784177"/>
              <a:gd name="connsiteX58" fmla="*/ 3979769 w 8037833"/>
              <a:gd name="connsiteY58" fmla="*/ 3738769 h 3784177"/>
              <a:gd name="connsiteX59" fmla="*/ 3950014 w 8037833"/>
              <a:gd name="connsiteY59" fmla="*/ 3726942 h 3784177"/>
              <a:gd name="connsiteX60" fmla="*/ 3934671 w 8037833"/>
              <a:gd name="connsiteY60" fmla="*/ 3723339 h 3784177"/>
              <a:gd name="connsiteX61" fmla="*/ 3930274 w 8037833"/>
              <a:gd name="connsiteY61" fmla="*/ 3717148 h 3784177"/>
              <a:gd name="connsiteX62" fmla="*/ 3907660 w 8037833"/>
              <a:gd name="connsiteY62" fmla="*/ 3714456 h 3784177"/>
              <a:gd name="connsiteX63" fmla="*/ 3905087 w 8037833"/>
              <a:gd name="connsiteY63" fmla="*/ 3716098 h 3784177"/>
              <a:gd name="connsiteX64" fmla="*/ 3886347 w 8037833"/>
              <a:gd name="connsiteY64" fmla="*/ 3706620 h 3784177"/>
              <a:gd name="connsiteX65" fmla="*/ 3870533 w 8037833"/>
              <a:gd name="connsiteY65" fmla="*/ 3689905 h 3784177"/>
              <a:gd name="connsiteX66" fmla="*/ 3678563 w 8037833"/>
              <a:gd name="connsiteY66" fmla="*/ 3694486 h 3784177"/>
              <a:gd name="connsiteX67" fmla="*/ 3524121 w 8037833"/>
              <a:gd name="connsiteY67" fmla="*/ 3642736 h 3784177"/>
              <a:gd name="connsiteX68" fmla="*/ 3432153 w 8037833"/>
              <a:gd name="connsiteY68" fmla="*/ 3667780 h 3784177"/>
              <a:gd name="connsiteX69" fmla="*/ 3373519 w 8037833"/>
              <a:gd name="connsiteY69" fmla="*/ 3665785 h 3784177"/>
              <a:gd name="connsiteX70" fmla="*/ 3114267 w 8037833"/>
              <a:gd name="connsiteY70" fmla="*/ 3638983 h 3784177"/>
              <a:gd name="connsiteX71" fmla="*/ 3048270 w 8037833"/>
              <a:gd name="connsiteY71" fmla="*/ 3649949 h 3784177"/>
              <a:gd name="connsiteX72" fmla="*/ 2989722 w 8037833"/>
              <a:gd name="connsiteY72" fmla="*/ 3623230 h 3784177"/>
              <a:gd name="connsiteX73" fmla="*/ 2965734 w 8037833"/>
              <a:gd name="connsiteY73" fmla="*/ 3635676 h 3784177"/>
              <a:gd name="connsiteX74" fmla="*/ 2961603 w 8037833"/>
              <a:gd name="connsiteY74" fmla="*/ 3638221 h 3784177"/>
              <a:gd name="connsiteX75" fmla="*/ 2944959 w 8037833"/>
              <a:gd name="connsiteY75" fmla="*/ 3639723 h 3784177"/>
              <a:gd name="connsiteX76" fmla="*/ 2940402 w 8037833"/>
              <a:gd name="connsiteY76" fmla="*/ 3651000 h 3784177"/>
              <a:gd name="connsiteX77" fmla="*/ 2915449 w 8037833"/>
              <a:gd name="connsiteY77" fmla="*/ 3661039 h 3784177"/>
              <a:gd name="connsiteX78" fmla="*/ 2884777 w 8037833"/>
              <a:gd name="connsiteY78" fmla="*/ 3660775 h 3784177"/>
              <a:gd name="connsiteX79" fmla="*/ 2739034 w 8037833"/>
              <a:gd name="connsiteY79" fmla="*/ 3647396 h 3784177"/>
              <a:gd name="connsiteX80" fmla="*/ 2651827 w 8037833"/>
              <a:gd name="connsiteY80" fmla="*/ 3646306 h 3784177"/>
              <a:gd name="connsiteX81" fmla="*/ 2618680 w 8037833"/>
              <a:gd name="connsiteY81" fmla="*/ 3656755 h 3784177"/>
              <a:gd name="connsiteX82" fmla="*/ 2572404 w 8037833"/>
              <a:gd name="connsiteY82" fmla="*/ 3664043 h 3784177"/>
              <a:gd name="connsiteX83" fmla="*/ 2490721 w 8037833"/>
              <a:gd name="connsiteY83" fmla="*/ 3685313 h 3784177"/>
              <a:gd name="connsiteX84" fmla="*/ 2423704 w 8037833"/>
              <a:gd name="connsiteY84" fmla="*/ 3658079 h 3784177"/>
              <a:gd name="connsiteX85" fmla="*/ 2301172 w 8037833"/>
              <a:gd name="connsiteY85" fmla="*/ 3663053 h 3784177"/>
              <a:gd name="connsiteX86" fmla="*/ 2294102 w 8037833"/>
              <a:gd name="connsiteY86" fmla="*/ 3671151 h 3784177"/>
              <a:gd name="connsiteX87" fmla="*/ 2238966 w 8037833"/>
              <a:gd name="connsiteY87" fmla="*/ 3668777 h 3784177"/>
              <a:gd name="connsiteX88" fmla="*/ 2082844 w 8037833"/>
              <a:gd name="connsiteY88" fmla="*/ 3631994 h 3784177"/>
              <a:gd name="connsiteX89" fmla="*/ 1938480 w 8037833"/>
              <a:gd name="connsiteY89" fmla="*/ 3601439 h 3784177"/>
              <a:gd name="connsiteX90" fmla="*/ 1900166 w 8037833"/>
              <a:gd name="connsiteY90" fmla="*/ 3609358 h 3784177"/>
              <a:gd name="connsiteX91" fmla="*/ 1835976 w 8037833"/>
              <a:gd name="connsiteY91" fmla="*/ 3622065 h 3784177"/>
              <a:gd name="connsiteX92" fmla="*/ 1787830 w 8037833"/>
              <a:gd name="connsiteY92" fmla="*/ 3633173 h 3784177"/>
              <a:gd name="connsiteX93" fmla="*/ 1734224 w 8037833"/>
              <a:gd name="connsiteY93" fmla="*/ 3655593 h 3784177"/>
              <a:gd name="connsiteX94" fmla="*/ 1721989 w 8037833"/>
              <a:gd name="connsiteY94" fmla="*/ 3627298 h 3784177"/>
              <a:gd name="connsiteX95" fmla="*/ 1664576 w 8037833"/>
              <a:gd name="connsiteY95" fmla="*/ 3638572 h 3784177"/>
              <a:gd name="connsiteX96" fmla="*/ 1577459 w 8037833"/>
              <a:gd name="connsiteY96" fmla="*/ 3658824 h 3784177"/>
              <a:gd name="connsiteX97" fmla="*/ 1527269 w 8037833"/>
              <a:gd name="connsiteY97" fmla="*/ 3663088 h 3784177"/>
              <a:gd name="connsiteX98" fmla="*/ 1390118 w 8037833"/>
              <a:gd name="connsiteY98" fmla="*/ 3682789 h 3784177"/>
              <a:gd name="connsiteX99" fmla="*/ 1252698 w 8037833"/>
              <a:gd name="connsiteY99" fmla="*/ 3708662 h 3784177"/>
              <a:gd name="connsiteX100" fmla="*/ 1171039 w 8037833"/>
              <a:gd name="connsiteY100" fmla="*/ 3758642 h 3784177"/>
              <a:gd name="connsiteX101" fmla="*/ 1058106 w 8037833"/>
              <a:gd name="connsiteY101" fmla="*/ 3776166 h 3784177"/>
              <a:gd name="connsiteX102" fmla="*/ 1039167 w 8037833"/>
              <a:gd name="connsiteY102" fmla="*/ 3784177 h 3784177"/>
              <a:gd name="connsiteX103" fmla="*/ 1012958 w 8037833"/>
              <a:gd name="connsiteY103" fmla="*/ 3779206 h 3784177"/>
              <a:gd name="connsiteX104" fmla="*/ 907906 w 8037833"/>
              <a:gd name="connsiteY104" fmla="*/ 3757678 h 3784177"/>
              <a:gd name="connsiteX105" fmla="*/ 825226 w 8037833"/>
              <a:gd name="connsiteY105" fmla="*/ 3726369 h 3784177"/>
              <a:gd name="connsiteX106" fmla="*/ 722264 w 8037833"/>
              <a:gd name="connsiteY106" fmla="*/ 3747612 h 3784177"/>
              <a:gd name="connsiteX107" fmla="*/ 659460 w 8037833"/>
              <a:gd name="connsiteY107" fmla="*/ 3740429 h 3784177"/>
              <a:gd name="connsiteX108" fmla="*/ 556552 w 8037833"/>
              <a:gd name="connsiteY108" fmla="*/ 3739124 h 3784177"/>
              <a:gd name="connsiteX109" fmla="*/ 445444 w 8037833"/>
              <a:gd name="connsiteY109" fmla="*/ 3764831 h 3784177"/>
              <a:gd name="connsiteX110" fmla="*/ 393295 w 8037833"/>
              <a:gd name="connsiteY110" fmla="*/ 3753097 h 3784177"/>
              <a:gd name="connsiteX111" fmla="*/ 339711 w 8037833"/>
              <a:gd name="connsiteY111" fmla="*/ 3718242 h 3784177"/>
              <a:gd name="connsiteX112" fmla="*/ 222239 w 8037833"/>
              <a:gd name="connsiteY112" fmla="*/ 3672335 h 3784177"/>
              <a:gd name="connsiteX113" fmla="*/ 163578 w 8037833"/>
              <a:gd name="connsiteY113" fmla="*/ 3656292 h 3784177"/>
              <a:gd name="connsiteX114" fmla="*/ 72220 w 8037833"/>
              <a:gd name="connsiteY114" fmla="*/ 3645272 h 3784177"/>
              <a:gd name="connsiteX115" fmla="*/ 44395 w 8037833"/>
              <a:gd name="connsiteY115" fmla="*/ 3639455 h 3784177"/>
              <a:gd name="connsiteX116" fmla="*/ 1962 w 8037833"/>
              <a:gd name="connsiteY116" fmla="*/ 3635948 h 3784177"/>
              <a:gd name="connsiteX117" fmla="*/ 0 w 8037833"/>
              <a:gd name="connsiteY117" fmla="*/ 3635261 h 3784177"/>
              <a:gd name="connsiteX118" fmla="*/ 0 w 8037833"/>
              <a:gd name="connsiteY118"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835383 w 8037833"/>
              <a:gd name="connsiteY23" fmla="*/ 3377529 h 3784177"/>
              <a:gd name="connsiteX24" fmla="*/ 5746050 w 8037833"/>
              <a:gd name="connsiteY24" fmla="*/ 3426142 h 3784177"/>
              <a:gd name="connsiteX25" fmla="*/ 5613670 w 8037833"/>
              <a:gd name="connsiteY25" fmla="*/ 3428671 h 3784177"/>
              <a:gd name="connsiteX26" fmla="*/ 5535334 w 8037833"/>
              <a:gd name="connsiteY26" fmla="*/ 3437044 h 3784177"/>
              <a:gd name="connsiteX27" fmla="*/ 5506940 w 8037833"/>
              <a:gd name="connsiteY27" fmla="*/ 3450999 h 3784177"/>
              <a:gd name="connsiteX28" fmla="*/ 5466372 w 8037833"/>
              <a:gd name="connsiteY28" fmla="*/ 3463245 h 3784177"/>
              <a:gd name="connsiteX29" fmla="*/ 5395833 w 8037833"/>
              <a:gd name="connsiteY29" fmla="*/ 3493194 h 3784177"/>
              <a:gd name="connsiteX30" fmla="*/ 5305325 w 8037833"/>
              <a:gd name="connsiteY30" fmla="*/ 3505200 h 3784177"/>
              <a:gd name="connsiteX31" fmla="*/ 5223043 w 8037833"/>
              <a:gd name="connsiteY31" fmla="*/ 3491664 h 3784177"/>
              <a:gd name="connsiteX32" fmla="*/ 5217733 w 8037833"/>
              <a:gd name="connsiteY32" fmla="*/ 3500463 h 3784177"/>
              <a:gd name="connsiteX33" fmla="*/ 5167992 w 8037833"/>
              <a:gd name="connsiteY33" fmla="*/ 3504085 h 3784177"/>
              <a:gd name="connsiteX34" fmla="*/ 4987020 w 8037833"/>
              <a:gd name="connsiteY34" fmla="*/ 3461263 h 3784177"/>
              <a:gd name="connsiteX35" fmla="*/ 4890003 w 8037833"/>
              <a:gd name="connsiteY35" fmla="*/ 3469874 h 3784177"/>
              <a:gd name="connsiteX36" fmla="*/ 4856654 w 8037833"/>
              <a:gd name="connsiteY36" fmla="*/ 3481880 h 3784177"/>
              <a:gd name="connsiteX37" fmla="*/ 4800711 w 8037833"/>
              <a:gd name="connsiteY37" fmla="*/ 3501441 h 3784177"/>
              <a:gd name="connsiteX38" fmla="*/ 4761569 w 8037833"/>
              <a:gd name="connsiteY38" fmla="*/ 3538103 h 3784177"/>
              <a:gd name="connsiteX39" fmla="*/ 4713734 w 8037833"/>
              <a:gd name="connsiteY39" fmla="*/ 3545724 h 3784177"/>
              <a:gd name="connsiteX40" fmla="*/ 4699169 w 8037833"/>
              <a:gd name="connsiteY40" fmla="*/ 3518988 h 3784177"/>
              <a:gd name="connsiteX41" fmla="*/ 4649120 w 8037833"/>
              <a:gd name="connsiteY41" fmla="*/ 3536392 h 3784177"/>
              <a:gd name="connsiteX42" fmla="*/ 4573578 w 8037833"/>
              <a:gd name="connsiteY42" fmla="*/ 3565923 h 3784177"/>
              <a:gd name="connsiteX43" fmla="*/ 4529117 w 8037833"/>
              <a:gd name="connsiteY43" fmla="*/ 3575592 h 3784177"/>
              <a:gd name="connsiteX44" fmla="*/ 4408641 w 8037833"/>
              <a:gd name="connsiteY44" fmla="*/ 3610000 h 3784177"/>
              <a:gd name="connsiteX45" fmla="*/ 4356402 w 8037833"/>
              <a:gd name="connsiteY45" fmla="*/ 3642792 h 3784177"/>
              <a:gd name="connsiteX46" fmla="*/ 4270245 w 8037833"/>
              <a:gd name="connsiteY46" fmla="*/ 3665789 h 3784177"/>
              <a:gd name="connsiteX47" fmla="*/ 4208725 w 8037833"/>
              <a:gd name="connsiteY47" fmla="*/ 3704841 h 3784177"/>
              <a:gd name="connsiteX48" fmla="*/ 4201632 w 8037833"/>
              <a:gd name="connsiteY48" fmla="*/ 3702602 h 3784177"/>
              <a:gd name="connsiteX49" fmla="*/ 4191289 w 8037833"/>
              <a:gd name="connsiteY49" fmla="*/ 3702380 h 3784177"/>
              <a:gd name="connsiteX50" fmla="*/ 4191039 w 8037833"/>
              <a:gd name="connsiteY50" fmla="*/ 3702831 h 3784177"/>
              <a:gd name="connsiteX51" fmla="*/ 4181340 w 8037833"/>
              <a:gd name="connsiteY51" fmla="*/ 3701729 h 3784177"/>
              <a:gd name="connsiteX52" fmla="*/ 4133816 w 8037833"/>
              <a:gd name="connsiteY52" fmla="*/ 3690565 h 3784177"/>
              <a:gd name="connsiteX53" fmla="*/ 4071732 w 8037833"/>
              <a:gd name="connsiteY53" fmla="*/ 3732513 h 3784177"/>
              <a:gd name="connsiteX54" fmla="*/ 4045924 w 8037833"/>
              <a:gd name="connsiteY54" fmla="*/ 3739404 h 3784177"/>
              <a:gd name="connsiteX55" fmla="*/ 4032171 w 8037833"/>
              <a:gd name="connsiteY55" fmla="*/ 3745523 h 3784177"/>
              <a:gd name="connsiteX56" fmla="*/ 4031335 w 8037833"/>
              <a:gd name="connsiteY56" fmla="*/ 3747479 h 3784177"/>
              <a:gd name="connsiteX57" fmla="*/ 3985774 w 8037833"/>
              <a:gd name="connsiteY57" fmla="*/ 3736547 h 3784177"/>
              <a:gd name="connsiteX58" fmla="*/ 3979769 w 8037833"/>
              <a:gd name="connsiteY58" fmla="*/ 3738769 h 3784177"/>
              <a:gd name="connsiteX59" fmla="*/ 3950014 w 8037833"/>
              <a:gd name="connsiteY59" fmla="*/ 3726942 h 3784177"/>
              <a:gd name="connsiteX60" fmla="*/ 3934671 w 8037833"/>
              <a:gd name="connsiteY60" fmla="*/ 3723339 h 3784177"/>
              <a:gd name="connsiteX61" fmla="*/ 3930274 w 8037833"/>
              <a:gd name="connsiteY61" fmla="*/ 3717148 h 3784177"/>
              <a:gd name="connsiteX62" fmla="*/ 3907660 w 8037833"/>
              <a:gd name="connsiteY62" fmla="*/ 3714456 h 3784177"/>
              <a:gd name="connsiteX63" fmla="*/ 3905087 w 8037833"/>
              <a:gd name="connsiteY63" fmla="*/ 3716098 h 3784177"/>
              <a:gd name="connsiteX64" fmla="*/ 3886347 w 8037833"/>
              <a:gd name="connsiteY64" fmla="*/ 3706620 h 3784177"/>
              <a:gd name="connsiteX65" fmla="*/ 3870533 w 8037833"/>
              <a:gd name="connsiteY65" fmla="*/ 3689905 h 3784177"/>
              <a:gd name="connsiteX66" fmla="*/ 3678563 w 8037833"/>
              <a:gd name="connsiteY66" fmla="*/ 3694486 h 3784177"/>
              <a:gd name="connsiteX67" fmla="*/ 3524121 w 8037833"/>
              <a:gd name="connsiteY67" fmla="*/ 3642736 h 3784177"/>
              <a:gd name="connsiteX68" fmla="*/ 3432153 w 8037833"/>
              <a:gd name="connsiteY68" fmla="*/ 3667780 h 3784177"/>
              <a:gd name="connsiteX69" fmla="*/ 3373519 w 8037833"/>
              <a:gd name="connsiteY69" fmla="*/ 3665785 h 3784177"/>
              <a:gd name="connsiteX70" fmla="*/ 3114267 w 8037833"/>
              <a:gd name="connsiteY70" fmla="*/ 3638983 h 3784177"/>
              <a:gd name="connsiteX71" fmla="*/ 2989722 w 8037833"/>
              <a:gd name="connsiteY71" fmla="*/ 3623230 h 3784177"/>
              <a:gd name="connsiteX72" fmla="*/ 2965734 w 8037833"/>
              <a:gd name="connsiteY72" fmla="*/ 3635676 h 3784177"/>
              <a:gd name="connsiteX73" fmla="*/ 2961603 w 8037833"/>
              <a:gd name="connsiteY73" fmla="*/ 3638221 h 3784177"/>
              <a:gd name="connsiteX74" fmla="*/ 2944959 w 8037833"/>
              <a:gd name="connsiteY74" fmla="*/ 3639723 h 3784177"/>
              <a:gd name="connsiteX75" fmla="*/ 2940402 w 8037833"/>
              <a:gd name="connsiteY75" fmla="*/ 3651000 h 3784177"/>
              <a:gd name="connsiteX76" fmla="*/ 2915449 w 8037833"/>
              <a:gd name="connsiteY76" fmla="*/ 3661039 h 3784177"/>
              <a:gd name="connsiteX77" fmla="*/ 2884777 w 8037833"/>
              <a:gd name="connsiteY77" fmla="*/ 3660775 h 3784177"/>
              <a:gd name="connsiteX78" fmla="*/ 2739034 w 8037833"/>
              <a:gd name="connsiteY78" fmla="*/ 3647396 h 3784177"/>
              <a:gd name="connsiteX79" fmla="*/ 2651827 w 8037833"/>
              <a:gd name="connsiteY79" fmla="*/ 3646306 h 3784177"/>
              <a:gd name="connsiteX80" fmla="*/ 2618680 w 8037833"/>
              <a:gd name="connsiteY80" fmla="*/ 3656755 h 3784177"/>
              <a:gd name="connsiteX81" fmla="*/ 2572404 w 8037833"/>
              <a:gd name="connsiteY81" fmla="*/ 3664043 h 3784177"/>
              <a:gd name="connsiteX82" fmla="*/ 2490721 w 8037833"/>
              <a:gd name="connsiteY82" fmla="*/ 3685313 h 3784177"/>
              <a:gd name="connsiteX83" fmla="*/ 2423704 w 8037833"/>
              <a:gd name="connsiteY83" fmla="*/ 3658079 h 3784177"/>
              <a:gd name="connsiteX84" fmla="*/ 2301172 w 8037833"/>
              <a:gd name="connsiteY84" fmla="*/ 3663053 h 3784177"/>
              <a:gd name="connsiteX85" fmla="*/ 2294102 w 8037833"/>
              <a:gd name="connsiteY85" fmla="*/ 3671151 h 3784177"/>
              <a:gd name="connsiteX86" fmla="*/ 2238966 w 8037833"/>
              <a:gd name="connsiteY86" fmla="*/ 3668777 h 3784177"/>
              <a:gd name="connsiteX87" fmla="*/ 2082844 w 8037833"/>
              <a:gd name="connsiteY87" fmla="*/ 3631994 h 3784177"/>
              <a:gd name="connsiteX88" fmla="*/ 1938480 w 8037833"/>
              <a:gd name="connsiteY88" fmla="*/ 3601439 h 3784177"/>
              <a:gd name="connsiteX89" fmla="*/ 1900166 w 8037833"/>
              <a:gd name="connsiteY89" fmla="*/ 3609358 h 3784177"/>
              <a:gd name="connsiteX90" fmla="*/ 1835976 w 8037833"/>
              <a:gd name="connsiteY90" fmla="*/ 3622065 h 3784177"/>
              <a:gd name="connsiteX91" fmla="*/ 1787830 w 8037833"/>
              <a:gd name="connsiteY91" fmla="*/ 3633173 h 3784177"/>
              <a:gd name="connsiteX92" fmla="*/ 1734224 w 8037833"/>
              <a:gd name="connsiteY92" fmla="*/ 3655593 h 3784177"/>
              <a:gd name="connsiteX93" fmla="*/ 1721989 w 8037833"/>
              <a:gd name="connsiteY93" fmla="*/ 3627298 h 3784177"/>
              <a:gd name="connsiteX94" fmla="*/ 1664576 w 8037833"/>
              <a:gd name="connsiteY94" fmla="*/ 3638572 h 3784177"/>
              <a:gd name="connsiteX95" fmla="*/ 1577459 w 8037833"/>
              <a:gd name="connsiteY95" fmla="*/ 3658824 h 3784177"/>
              <a:gd name="connsiteX96" fmla="*/ 1527269 w 8037833"/>
              <a:gd name="connsiteY96" fmla="*/ 3663088 h 3784177"/>
              <a:gd name="connsiteX97" fmla="*/ 1390118 w 8037833"/>
              <a:gd name="connsiteY97" fmla="*/ 3682789 h 3784177"/>
              <a:gd name="connsiteX98" fmla="*/ 1252698 w 8037833"/>
              <a:gd name="connsiteY98" fmla="*/ 3708662 h 3784177"/>
              <a:gd name="connsiteX99" fmla="*/ 1171039 w 8037833"/>
              <a:gd name="connsiteY99" fmla="*/ 3758642 h 3784177"/>
              <a:gd name="connsiteX100" fmla="*/ 1058106 w 8037833"/>
              <a:gd name="connsiteY100" fmla="*/ 3776166 h 3784177"/>
              <a:gd name="connsiteX101" fmla="*/ 1039167 w 8037833"/>
              <a:gd name="connsiteY101" fmla="*/ 3784177 h 3784177"/>
              <a:gd name="connsiteX102" fmla="*/ 1012958 w 8037833"/>
              <a:gd name="connsiteY102" fmla="*/ 3779206 h 3784177"/>
              <a:gd name="connsiteX103" fmla="*/ 907906 w 8037833"/>
              <a:gd name="connsiteY103" fmla="*/ 3757678 h 3784177"/>
              <a:gd name="connsiteX104" fmla="*/ 825226 w 8037833"/>
              <a:gd name="connsiteY104" fmla="*/ 3726369 h 3784177"/>
              <a:gd name="connsiteX105" fmla="*/ 722264 w 8037833"/>
              <a:gd name="connsiteY105" fmla="*/ 3747612 h 3784177"/>
              <a:gd name="connsiteX106" fmla="*/ 659460 w 8037833"/>
              <a:gd name="connsiteY106" fmla="*/ 3740429 h 3784177"/>
              <a:gd name="connsiteX107" fmla="*/ 556552 w 8037833"/>
              <a:gd name="connsiteY107" fmla="*/ 3739124 h 3784177"/>
              <a:gd name="connsiteX108" fmla="*/ 445444 w 8037833"/>
              <a:gd name="connsiteY108" fmla="*/ 3764831 h 3784177"/>
              <a:gd name="connsiteX109" fmla="*/ 393295 w 8037833"/>
              <a:gd name="connsiteY109" fmla="*/ 3753097 h 3784177"/>
              <a:gd name="connsiteX110" fmla="*/ 339711 w 8037833"/>
              <a:gd name="connsiteY110" fmla="*/ 3718242 h 3784177"/>
              <a:gd name="connsiteX111" fmla="*/ 222239 w 8037833"/>
              <a:gd name="connsiteY111" fmla="*/ 3672335 h 3784177"/>
              <a:gd name="connsiteX112" fmla="*/ 163578 w 8037833"/>
              <a:gd name="connsiteY112" fmla="*/ 3656292 h 3784177"/>
              <a:gd name="connsiteX113" fmla="*/ 72220 w 8037833"/>
              <a:gd name="connsiteY113" fmla="*/ 3645272 h 3784177"/>
              <a:gd name="connsiteX114" fmla="*/ 44395 w 8037833"/>
              <a:gd name="connsiteY114" fmla="*/ 3639455 h 3784177"/>
              <a:gd name="connsiteX115" fmla="*/ 1962 w 8037833"/>
              <a:gd name="connsiteY115" fmla="*/ 3635948 h 3784177"/>
              <a:gd name="connsiteX116" fmla="*/ 0 w 8037833"/>
              <a:gd name="connsiteY116" fmla="*/ 3635261 h 3784177"/>
              <a:gd name="connsiteX117" fmla="*/ 0 w 8037833"/>
              <a:gd name="connsiteY117"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217733 w 8037833"/>
              <a:gd name="connsiteY31" fmla="*/ 3500463 h 3784177"/>
              <a:gd name="connsiteX32" fmla="*/ 5167992 w 8037833"/>
              <a:gd name="connsiteY32" fmla="*/ 3504085 h 3784177"/>
              <a:gd name="connsiteX33" fmla="*/ 4987020 w 8037833"/>
              <a:gd name="connsiteY33" fmla="*/ 3461263 h 3784177"/>
              <a:gd name="connsiteX34" fmla="*/ 4890003 w 8037833"/>
              <a:gd name="connsiteY34" fmla="*/ 3469874 h 3784177"/>
              <a:gd name="connsiteX35" fmla="*/ 4856654 w 8037833"/>
              <a:gd name="connsiteY35" fmla="*/ 3481880 h 3784177"/>
              <a:gd name="connsiteX36" fmla="*/ 4800711 w 8037833"/>
              <a:gd name="connsiteY36" fmla="*/ 3501441 h 3784177"/>
              <a:gd name="connsiteX37" fmla="*/ 4761569 w 8037833"/>
              <a:gd name="connsiteY37" fmla="*/ 3538103 h 3784177"/>
              <a:gd name="connsiteX38" fmla="*/ 4713734 w 8037833"/>
              <a:gd name="connsiteY38" fmla="*/ 3545724 h 3784177"/>
              <a:gd name="connsiteX39" fmla="*/ 4699169 w 8037833"/>
              <a:gd name="connsiteY39" fmla="*/ 3518988 h 3784177"/>
              <a:gd name="connsiteX40" fmla="*/ 4649120 w 8037833"/>
              <a:gd name="connsiteY40" fmla="*/ 3536392 h 3784177"/>
              <a:gd name="connsiteX41" fmla="*/ 4573578 w 8037833"/>
              <a:gd name="connsiteY41" fmla="*/ 3565923 h 3784177"/>
              <a:gd name="connsiteX42" fmla="*/ 4529117 w 8037833"/>
              <a:gd name="connsiteY42" fmla="*/ 3575592 h 3784177"/>
              <a:gd name="connsiteX43" fmla="*/ 4408641 w 8037833"/>
              <a:gd name="connsiteY43" fmla="*/ 3610000 h 3784177"/>
              <a:gd name="connsiteX44" fmla="*/ 4356402 w 8037833"/>
              <a:gd name="connsiteY44" fmla="*/ 3642792 h 3784177"/>
              <a:gd name="connsiteX45" fmla="*/ 4270245 w 8037833"/>
              <a:gd name="connsiteY45" fmla="*/ 3665789 h 3784177"/>
              <a:gd name="connsiteX46" fmla="*/ 4208725 w 8037833"/>
              <a:gd name="connsiteY46" fmla="*/ 3704841 h 3784177"/>
              <a:gd name="connsiteX47" fmla="*/ 4201632 w 8037833"/>
              <a:gd name="connsiteY47" fmla="*/ 3702602 h 3784177"/>
              <a:gd name="connsiteX48" fmla="*/ 4191289 w 8037833"/>
              <a:gd name="connsiteY48" fmla="*/ 3702380 h 3784177"/>
              <a:gd name="connsiteX49" fmla="*/ 4191039 w 8037833"/>
              <a:gd name="connsiteY49" fmla="*/ 3702831 h 3784177"/>
              <a:gd name="connsiteX50" fmla="*/ 4181340 w 8037833"/>
              <a:gd name="connsiteY50" fmla="*/ 3701729 h 3784177"/>
              <a:gd name="connsiteX51" fmla="*/ 4133816 w 8037833"/>
              <a:gd name="connsiteY51" fmla="*/ 3690565 h 3784177"/>
              <a:gd name="connsiteX52" fmla="*/ 4071732 w 8037833"/>
              <a:gd name="connsiteY52" fmla="*/ 3732513 h 3784177"/>
              <a:gd name="connsiteX53" fmla="*/ 4045924 w 8037833"/>
              <a:gd name="connsiteY53" fmla="*/ 3739404 h 3784177"/>
              <a:gd name="connsiteX54" fmla="*/ 4032171 w 8037833"/>
              <a:gd name="connsiteY54" fmla="*/ 3745523 h 3784177"/>
              <a:gd name="connsiteX55" fmla="*/ 4031335 w 8037833"/>
              <a:gd name="connsiteY55" fmla="*/ 3747479 h 3784177"/>
              <a:gd name="connsiteX56" fmla="*/ 3985774 w 8037833"/>
              <a:gd name="connsiteY56" fmla="*/ 3736547 h 3784177"/>
              <a:gd name="connsiteX57" fmla="*/ 3979769 w 8037833"/>
              <a:gd name="connsiteY57" fmla="*/ 3738769 h 3784177"/>
              <a:gd name="connsiteX58" fmla="*/ 3950014 w 8037833"/>
              <a:gd name="connsiteY58" fmla="*/ 3726942 h 3784177"/>
              <a:gd name="connsiteX59" fmla="*/ 3934671 w 8037833"/>
              <a:gd name="connsiteY59" fmla="*/ 3723339 h 3784177"/>
              <a:gd name="connsiteX60" fmla="*/ 3930274 w 8037833"/>
              <a:gd name="connsiteY60" fmla="*/ 3717148 h 3784177"/>
              <a:gd name="connsiteX61" fmla="*/ 3907660 w 8037833"/>
              <a:gd name="connsiteY61" fmla="*/ 3714456 h 3784177"/>
              <a:gd name="connsiteX62" fmla="*/ 3905087 w 8037833"/>
              <a:gd name="connsiteY62" fmla="*/ 3716098 h 3784177"/>
              <a:gd name="connsiteX63" fmla="*/ 3886347 w 8037833"/>
              <a:gd name="connsiteY63" fmla="*/ 3706620 h 3784177"/>
              <a:gd name="connsiteX64" fmla="*/ 3870533 w 8037833"/>
              <a:gd name="connsiteY64" fmla="*/ 3689905 h 3784177"/>
              <a:gd name="connsiteX65" fmla="*/ 3678563 w 8037833"/>
              <a:gd name="connsiteY65" fmla="*/ 3694486 h 3784177"/>
              <a:gd name="connsiteX66" fmla="*/ 3524121 w 8037833"/>
              <a:gd name="connsiteY66" fmla="*/ 3642736 h 3784177"/>
              <a:gd name="connsiteX67" fmla="*/ 3432153 w 8037833"/>
              <a:gd name="connsiteY67" fmla="*/ 3667780 h 3784177"/>
              <a:gd name="connsiteX68" fmla="*/ 3373519 w 8037833"/>
              <a:gd name="connsiteY68" fmla="*/ 3665785 h 3784177"/>
              <a:gd name="connsiteX69" fmla="*/ 3114267 w 8037833"/>
              <a:gd name="connsiteY69" fmla="*/ 3638983 h 3784177"/>
              <a:gd name="connsiteX70" fmla="*/ 2989722 w 8037833"/>
              <a:gd name="connsiteY70" fmla="*/ 3623230 h 3784177"/>
              <a:gd name="connsiteX71" fmla="*/ 2965734 w 8037833"/>
              <a:gd name="connsiteY71" fmla="*/ 3635676 h 3784177"/>
              <a:gd name="connsiteX72" fmla="*/ 2961603 w 8037833"/>
              <a:gd name="connsiteY72" fmla="*/ 3638221 h 3784177"/>
              <a:gd name="connsiteX73" fmla="*/ 2944959 w 8037833"/>
              <a:gd name="connsiteY73" fmla="*/ 3639723 h 3784177"/>
              <a:gd name="connsiteX74" fmla="*/ 2940402 w 8037833"/>
              <a:gd name="connsiteY74" fmla="*/ 3651000 h 3784177"/>
              <a:gd name="connsiteX75" fmla="*/ 2915449 w 8037833"/>
              <a:gd name="connsiteY75" fmla="*/ 3661039 h 3784177"/>
              <a:gd name="connsiteX76" fmla="*/ 2884777 w 8037833"/>
              <a:gd name="connsiteY76" fmla="*/ 3660775 h 3784177"/>
              <a:gd name="connsiteX77" fmla="*/ 2739034 w 8037833"/>
              <a:gd name="connsiteY77" fmla="*/ 3647396 h 3784177"/>
              <a:gd name="connsiteX78" fmla="*/ 2651827 w 8037833"/>
              <a:gd name="connsiteY78" fmla="*/ 3646306 h 3784177"/>
              <a:gd name="connsiteX79" fmla="*/ 2618680 w 8037833"/>
              <a:gd name="connsiteY79" fmla="*/ 3656755 h 3784177"/>
              <a:gd name="connsiteX80" fmla="*/ 2572404 w 8037833"/>
              <a:gd name="connsiteY80" fmla="*/ 3664043 h 3784177"/>
              <a:gd name="connsiteX81" fmla="*/ 2490721 w 8037833"/>
              <a:gd name="connsiteY81" fmla="*/ 3685313 h 3784177"/>
              <a:gd name="connsiteX82" fmla="*/ 2423704 w 8037833"/>
              <a:gd name="connsiteY82" fmla="*/ 3658079 h 3784177"/>
              <a:gd name="connsiteX83" fmla="*/ 2301172 w 8037833"/>
              <a:gd name="connsiteY83" fmla="*/ 3663053 h 3784177"/>
              <a:gd name="connsiteX84" fmla="*/ 2294102 w 8037833"/>
              <a:gd name="connsiteY84" fmla="*/ 3671151 h 3784177"/>
              <a:gd name="connsiteX85" fmla="*/ 2238966 w 8037833"/>
              <a:gd name="connsiteY85" fmla="*/ 3668777 h 3784177"/>
              <a:gd name="connsiteX86" fmla="*/ 2082844 w 8037833"/>
              <a:gd name="connsiteY86" fmla="*/ 3631994 h 3784177"/>
              <a:gd name="connsiteX87" fmla="*/ 1938480 w 8037833"/>
              <a:gd name="connsiteY87" fmla="*/ 3601439 h 3784177"/>
              <a:gd name="connsiteX88" fmla="*/ 1900166 w 8037833"/>
              <a:gd name="connsiteY88" fmla="*/ 3609358 h 3784177"/>
              <a:gd name="connsiteX89" fmla="*/ 1835976 w 8037833"/>
              <a:gd name="connsiteY89" fmla="*/ 3622065 h 3784177"/>
              <a:gd name="connsiteX90" fmla="*/ 1787830 w 8037833"/>
              <a:gd name="connsiteY90" fmla="*/ 3633173 h 3784177"/>
              <a:gd name="connsiteX91" fmla="*/ 1734224 w 8037833"/>
              <a:gd name="connsiteY91" fmla="*/ 3655593 h 3784177"/>
              <a:gd name="connsiteX92" fmla="*/ 1721989 w 8037833"/>
              <a:gd name="connsiteY92" fmla="*/ 3627298 h 3784177"/>
              <a:gd name="connsiteX93" fmla="*/ 1664576 w 8037833"/>
              <a:gd name="connsiteY93" fmla="*/ 3638572 h 3784177"/>
              <a:gd name="connsiteX94" fmla="*/ 1577459 w 8037833"/>
              <a:gd name="connsiteY94" fmla="*/ 3658824 h 3784177"/>
              <a:gd name="connsiteX95" fmla="*/ 1527269 w 8037833"/>
              <a:gd name="connsiteY95" fmla="*/ 3663088 h 3784177"/>
              <a:gd name="connsiteX96" fmla="*/ 1390118 w 8037833"/>
              <a:gd name="connsiteY96" fmla="*/ 3682789 h 3784177"/>
              <a:gd name="connsiteX97" fmla="*/ 1252698 w 8037833"/>
              <a:gd name="connsiteY97" fmla="*/ 3708662 h 3784177"/>
              <a:gd name="connsiteX98" fmla="*/ 1171039 w 8037833"/>
              <a:gd name="connsiteY98" fmla="*/ 3758642 h 3784177"/>
              <a:gd name="connsiteX99" fmla="*/ 1058106 w 8037833"/>
              <a:gd name="connsiteY99" fmla="*/ 3776166 h 3784177"/>
              <a:gd name="connsiteX100" fmla="*/ 1039167 w 8037833"/>
              <a:gd name="connsiteY100" fmla="*/ 3784177 h 3784177"/>
              <a:gd name="connsiteX101" fmla="*/ 1012958 w 8037833"/>
              <a:gd name="connsiteY101" fmla="*/ 3779206 h 3784177"/>
              <a:gd name="connsiteX102" fmla="*/ 907906 w 8037833"/>
              <a:gd name="connsiteY102" fmla="*/ 3757678 h 3784177"/>
              <a:gd name="connsiteX103" fmla="*/ 825226 w 8037833"/>
              <a:gd name="connsiteY103" fmla="*/ 3726369 h 3784177"/>
              <a:gd name="connsiteX104" fmla="*/ 722264 w 8037833"/>
              <a:gd name="connsiteY104" fmla="*/ 3747612 h 3784177"/>
              <a:gd name="connsiteX105" fmla="*/ 659460 w 8037833"/>
              <a:gd name="connsiteY105" fmla="*/ 3740429 h 3784177"/>
              <a:gd name="connsiteX106" fmla="*/ 556552 w 8037833"/>
              <a:gd name="connsiteY106" fmla="*/ 3739124 h 3784177"/>
              <a:gd name="connsiteX107" fmla="*/ 445444 w 8037833"/>
              <a:gd name="connsiteY107" fmla="*/ 3764831 h 3784177"/>
              <a:gd name="connsiteX108" fmla="*/ 393295 w 8037833"/>
              <a:gd name="connsiteY108" fmla="*/ 3753097 h 3784177"/>
              <a:gd name="connsiteX109" fmla="*/ 339711 w 8037833"/>
              <a:gd name="connsiteY109" fmla="*/ 3718242 h 3784177"/>
              <a:gd name="connsiteX110" fmla="*/ 222239 w 8037833"/>
              <a:gd name="connsiteY110" fmla="*/ 3672335 h 3784177"/>
              <a:gd name="connsiteX111" fmla="*/ 163578 w 8037833"/>
              <a:gd name="connsiteY111" fmla="*/ 3656292 h 3784177"/>
              <a:gd name="connsiteX112" fmla="*/ 72220 w 8037833"/>
              <a:gd name="connsiteY112" fmla="*/ 3645272 h 3784177"/>
              <a:gd name="connsiteX113" fmla="*/ 44395 w 8037833"/>
              <a:gd name="connsiteY113" fmla="*/ 3639455 h 3784177"/>
              <a:gd name="connsiteX114" fmla="*/ 1962 w 8037833"/>
              <a:gd name="connsiteY114" fmla="*/ 3635948 h 3784177"/>
              <a:gd name="connsiteX115" fmla="*/ 0 w 8037833"/>
              <a:gd name="connsiteY115" fmla="*/ 3635261 h 3784177"/>
              <a:gd name="connsiteX116" fmla="*/ 0 w 8037833"/>
              <a:gd name="connsiteY116"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217733 w 8037833"/>
              <a:gd name="connsiteY31" fmla="*/ 3500463 h 3784177"/>
              <a:gd name="connsiteX32" fmla="*/ 5167992 w 8037833"/>
              <a:gd name="connsiteY32" fmla="*/ 3504085 h 3784177"/>
              <a:gd name="connsiteX33" fmla="*/ 4987020 w 8037833"/>
              <a:gd name="connsiteY33" fmla="*/ 3461263 h 3784177"/>
              <a:gd name="connsiteX34" fmla="*/ 4890003 w 8037833"/>
              <a:gd name="connsiteY34" fmla="*/ 3469874 h 3784177"/>
              <a:gd name="connsiteX35" fmla="*/ 4856654 w 8037833"/>
              <a:gd name="connsiteY35" fmla="*/ 3481880 h 3784177"/>
              <a:gd name="connsiteX36" fmla="*/ 4800711 w 8037833"/>
              <a:gd name="connsiteY36" fmla="*/ 3501441 h 3784177"/>
              <a:gd name="connsiteX37" fmla="*/ 4761569 w 8037833"/>
              <a:gd name="connsiteY37" fmla="*/ 3538103 h 3784177"/>
              <a:gd name="connsiteX38" fmla="*/ 4713734 w 8037833"/>
              <a:gd name="connsiteY38" fmla="*/ 3545724 h 3784177"/>
              <a:gd name="connsiteX39" fmla="*/ 4649120 w 8037833"/>
              <a:gd name="connsiteY39" fmla="*/ 3536392 h 3784177"/>
              <a:gd name="connsiteX40" fmla="*/ 4573578 w 8037833"/>
              <a:gd name="connsiteY40" fmla="*/ 3565923 h 3784177"/>
              <a:gd name="connsiteX41" fmla="*/ 4529117 w 8037833"/>
              <a:gd name="connsiteY41" fmla="*/ 3575592 h 3784177"/>
              <a:gd name="connsiteX42" fmla="*/ 4408641 w 8037833"/>
              <a:gd name="connsiteY42" fmla="*/ 3610000 h 3784177"/>
              <a:gd name="connsiteX43" fmla="*/ 4356402 w 8037833"/>
              <a:gd name="connsiteY43" fmla="*/ 3642792 h 3784177"/>
              <a:gd name="connsiteX44" fmla="*/ 4270245 w 8037833"/>
              <a:gd name="connsiteY44" fmla="*/ 3665789 h 3784177"/>
              <a:gd name="connsiteX45" fmla="*/ 4208725 w 8037833"/>
              <a:gd name="connsiteY45" fmla="*/ 3704841 h 3784177"/>
              <a:gd name="connsiteX46" fmla="*/ 4201632 w 8037833"/>
              <a:gd name="connsiteY46" fmla="*/ 3702602 h 3784177"/>
              <a:gd name="connsiteX47" fmla="*/ 4191289 w 8037833"/>
              <a:gd name="connsiteY47" fmla="*/ 3702380 h 3784177"/>
              <a:gd name="connsiteX48" fmla="*/ 4191039 w 8037833"/>
              <a:gd name="connsiteY48" fmla="*/ 3702831 h 3784177"/>
              <a:gd name="connsiteX49" fmla="*/ 4181340 w 8037833"/>
              <a:gd name="connsiteY49" fmla="*/ 3701729 h 3784177"/>
              <a:gd name="connsiteX50" fmla="*/ 4133816 w 8037833"/>
              <a:gd name="connsiteY50" fmla="*/ 3690565 h 3784177"/>
              <a:gd name="connsiteX51" fmla="*/ 4071732 w 8037833"/>
              <a:gd name="connsiteY51" fmla="*/ 3732513 h 3784177"/>
              <a:gd name="connsiteX52" fmla="*/ 4045924 w 8037833"/>
              <a:gd name="connsiteY52" fmla="*/ 3739404 h 3784177"/>
              <a:gd name="connsiteX53" fmla="*/ 4032171 w 8037833"/>
              <a:gd name="connsiteY53" fmla="*/ 3745523 h 3784177"/>
              <a:gd name="connsiteX54" fmla="*/ 4031335 w 8037833"/>
              <a:gd name="connsiteY54" fmla="*/ 3747479 h 3784177"/>
              <a:gd name="connsiteX55" fmla="*/ 3985774 w 8037833"/>
              <a:gd name="connsiteY55" fmla="*/ 3736547 h 3784177"/>
              <a:gd name="connsiteX56" fmla="*/ 3979769 w 8037833"/>
              <a:gd name="connsiteY56" fmla="*/ 3738769 h 3784177"/>
              <a:gd name="connsiteX57" fmla="*/ 3950014 w 8037833"/>
              <a:gd name="connsiteY57" fmla="*/ 3726942 h 3784177"/>
              <a:gd name="connsiteX58" fmla="*/ 3934671 w 8037833"/>
              <a:gd name="connsiteY58" fmla="*/ 3723339 h 3784177"/>
              <a:gd name="connsiteX59" fmla="*/ 3930274 w 8037833"/>
              <a:gd name="connsiteY59" fmla="*/ 3717148 h 3784177"/>
              <a:gd name="connsiteX60" fmla="*/ 3907660 w 8037833"/>
              <a:gd name="connsiteY60" fmla="*/ 3714456 h 3784177"/>
              <a:gd name="connsiteX61" fmla="*/ 3905087 w 8037833"/>
              <a:gd name="connsiteY61" fmla="*/ 3716098 h 3784177"/>
              <a:gd name="connsiteX62" fmla="*/ 3886347 w 8037833"/>
              <a:gd name="connsiteY62" fmla="*/ 3706620 h 3784177"/>
              <a:gd name="connsiteX63" fmla="*/ 3870533 w 8037833"/>
              <a:gd name="connsiteY63" fmla="*/ 3689905 h 3784177"/>
              <a:gd name="connsiteX64" fmla="*/ 3678563 w 8037833"/>
              <a:gd name="connsiteY64" fmla="*/ 3694486 h 3784177"/>
              <a:gd name="connsiteX65" fmla="*/ 3524121 w 8037833"/>
              <a:gd name="connsiteY65" fmla="*/ 3642736 h 3784177"/>
              <a:gd name="connsiteX66" fmla="*/ 3432153 w 8037833"/>
              <a:gd name="connsiteY66" fmla="*/ 3667780 h 3784177"/>
              <a:gd name="connsiteX67" fmla="*/ 3373519 w 8037833"/>
              <a:gd name="connsiteY67" fmla="*/ 3665785 h 3784177"/>
              <a:gd name="connsiteX68" fmla="*/ 3114267 w 8037833"/>
              <a:gd name="connsiteY68" fmla="*/ 3638983 h 3784177"/>
              <a:gd name="connsiteX69" fmla="*/ 2989722 w 8037833"/>
              <a:gd name="connsiteY69" fmla="*/ 3623230 h 3784177"/>
              <a:gd name="connsiteX70" fmla="*/ 2965734 w 8037833"/>
              <a:gd name="connsiteY70" fmla="*/ 3635676 h 3784177"/>
              <a:gd name="connsiteX71" fmla="*/ 2961603 w 8037833"/>
              <a:gd name="connsiteY71" fmla="*/ 3638221 h 3784177"/>
              <a:gd name="connsiteX72" fmla="*/ 2944959 w 8037833"/>
              <a:gd name="connsiteY72" fmla="*/ 3639723 h 3784177"/>
              <a:gd name="connsiteX73" fmla="*/ 2940402 w 8037833"/>
              <a:gd name="connsiteY73" fmla="*/ 3651000 h 3784177"/>
              <a:gd name="connsiteX74" fmla="*/ 2915449 w 8037833"/>
              <a:gd name="connsiteY74" fmla="*/ 3661039 h 3784177"/>
              <a:gd name="connsiteX75" fmla="*/ 2884777 w 8037833"/>
              <a:gd name="connsiteY75" fmla="*/ 3660775 h 3784177"/>
              <a:gd name="connsiteX76" fmla="*/ 2739034 w 8037833"/>
              <a:gd name="connsiteY76" fmla="*/ 3647396 h 3784177"/>
              <a:gd name="connsiteX77" fmla="*/ 2651827 w 8037833"/>
              <a:gd name="connsiteY77" fmla="*/ 3646306 h 3784177"/>
              <a:gd name="connsiteX78" fmla="*/ 2618680 w 8037833"/>
              <a:gd name="connsiteY78" fmla="*/ 3656755 h 3784177"/>
              <a:gd name="connsiteX79" fmla="*/ 2572404 w 8037833"/>
              <a:gd name="connsiteY79" fmla="*/ 3664043 h 3784177"/>
              <a:gd name="connsiteX80" fmla="*/ 2490721 w 8037833"/>
              <a:gd name="connsiteY80" fmla="*/ 3685313 h 3784177"/>
              <a:gd name="connsiteX81" fmla="*/ 2423704 w 8037833"/>
              <a:gd name="connsiteY81" fmla="*/ 3658079 h 3784177"/>
              <a:gd name="connsiteX82" fmla="*/ 2301172 w 8037833"/>
              <a:gd name="connsiteY82" fmla="*/ 3663053 h 3784177"/>
              <a:gd name="connsiteX83" fmla="*/ 2294102 w 8037833"/>
              <a:gd name="connsiteY83" fmla="*/ 3671151 h 3784177"/>
              <a:gd name="connsiteX84" fmla="*/ 2238966 w 8037833"/>
              <a:gd name="connsiteY84" fmla="*/ 3668777 h 3784177"/>
              <a:gd name="connsiteX85" fmla="*/ 2082844 w 8037833"/>
              <a:gd name="connsiteY85" fmla="*/ 3631994 h 3784177"/>
              <a:gd name="connsiteX86" fmla="*/ 1938480 w 8037833"/>
              <a:gd name="connsiteY86" fmla="*/ 3601439 h 3784177"/>
              <a:gd name="connsiteX87" fmla="*/ 1900166 w 8037833"/>
              <a:gd name="connsiteY87" fmla="*/ 3609358 h 3784177"/>
              <a:gd name="connsiteX88" fmla="*/ 1835976 w 8037833"/>
              <a:gd name="connsiteY88" fmla="*/ 3622065 h 3784177"/>
              <a:gd name="connsiteX89" fmla="*/ 1787830 w 8037833"/>
              <a:gd name="connsiteY89" fmla="*/ 3633173 h 3784177"/>
              <a:gd name="connsiteX90" fmla="*/ 1734224 w 8037833"/>
              <a:gd name="connsiteY90" fmla="*/ 3655593 h 3784177"/>
              <a:gd name="connsiteX91" fmla="*/ 1721989 w 8037833"/>
              <a:gd name="connsiteY91" fmla="*/ 3627298 h 3784177"/>
              <a:gd name="connsiteX92" fmla="*/ 1664576 w 8037833"/>
              <a:gd name="connsiteY92" fmla="*/ 3638572 h 3784177"/>
              <a:gd name="connsiteX93" fmla="*/ 1577459 w 8037833"/>
              <a:gd name="connsiteY93" fmla="*/ 3658824 h 3784177"/>
              <a:gd name="connsiteX94" fmla="*/ 1527269 w 8037833"/>
              <a:gd name="connsiteY94" fmla="*/ 3663088 h 3784177"/>
              <a:gd name="connsiteX95" fmla="*/ 1390118 w 8037833"/>
              <a:gd name="connsiteY95" fmla="*/ 3682789 h 3784177"/>
              <a:gd name="connsiteX96" fmla="*/ 1252698 w 8037833"/>
              <a:gd name="connsiteY96" fmla="*/ 3708662 h 3784177"/>
              <a:gd name="connsiteX97" fmla="*/ 1171039 w 8037833"/>
              <a:gd name="connsiteY97" fmla="*/ 3758642 h 3784177"/>
              <a:gd name="connsiteX98" fmla="*/ 1058106 w 8037833"/>
              <a:gd name="connsiteY98" fmla="*/ 3776166 h 3784177"/>
              <a:gd name="connsiteX99" fmla="*/ 1039167 w 8037833"/>
              <a:gd name="connsiteY99" fmla="*/ 3784177 h 3784177"/>
              <a:gd name="connsiteX100" fmla="*/ 1012958 w 8037833"/>
              <a:gd name="connsiteY100" fmla="*/ 3779206 h 3784177"/>
              <a:gd name="connsiteX101" fmla="*/ 907906 w 8037833"/>
              <a:gd name="connsiteY101" fmla="*/ 3757678 h 3784177"/>
              <a:gd name="connsiteX102" fmla="*/ 825226 w 8037833"/>
              <a:gd name="connsiteY102" fmla="*/ 3726369 h 3784177"/>
              <a:gd name="connsiteX103" fmla="*/ 722264 w 8037833"/>
              <a:gd name="connsiteY103" fmla="*/ 3747612 h 3784177"/>
              <a:gd name="connsiteX104" fmla="*/ 659460 w 8037833"/>
              <a:gd name="connsiteY104" fmla="*/ 3740429 h 3784177"/>
              <a:gd name="connsiteX105" fmla="*/ 556552 w 8037833"/>
              <a:gd name="connsiteY105" fmla="*/ 3739124 h 3784177"/>
              <a:gd name="connsiteX106" fmla="*/ 445444 w 8037833"/>
              <a:gd name="connsiteY106" fmla="*/ 3764831 h 3784177"/>
              <a:gd name="connsiteX107" fmla="*/ 393295 w 8037833"/>
              <a:gd name="connsiteY107" fmla="*/ 3753097 h 3784177"/>
              <a:gd name="connsiteX108" fmla="*/ 339711 w 8037833"/>
              <a:gd name="connsiteY108" fmla="*/ 3718242 h 3784177"/>
              <a:gd name="connsiteX109" fmla="*/ 222239 w 8037833"/>
              <a:gd name="connsiteY109" fmla="*/ 3672335 h 3784177"/>
              <a:gd name="connsiteX110" fmla="*/ 163578 w 8037833"/>
              <a:gd name="connsiteY110" fmla="*/ 3656292 h 3784177"/>
              <a:gd name="connsiteX111" fmla="*/ 72220 w 8037833"/>
              <a:gd name="connsiteY111" fmla="*/ 3645272 h 3784177"/>
              <a:gd name="connsiteX112" fmla="*/ 44395 w 8037833"/>
              <a:gd name="connsiteY112" fmla="*/ 3639455 h 3784177"/>
              <a:gd name="connsiteX113" fmla="*/ 1962 w 8037833"/>
              <a:gd name="connsiteY113" fmla="*/ 3635948 h 3784177"/>
              <a:gd name="connsiteX114" fmla="*/ 0 w 8037833"/>
              <a:gd name="connsiteY114" fmla="*/ 3635261 h 3784177"/>
              <a:gd name="connsiteX115" fmla="*/ 0 w 8037833"/>
              <a:gd name="connsiteY115"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217733 w 8037833"/>
              <a:gd name="connsiteY31" fmla="*/ 3500463 h 3784177"/>
              <a:gd name="connsiteX32" fmla="*/ 5167992 w 8037833"/>
              <a:gd name="connsiteY32" fmla="*/ 3504085 h 3784177"/>
              <a:gd name="connsiteX33" fmla="*/ 4987020 w 8037833"/>
              <a:gd name="connsiteY33" fmla="*/ 3461263 h 3784177"/>
              <a:gd name="connsiteX34" fmla="*/ 4890003 w 8037833"/>
              <a:gd name="connsiteY34" fmla="*/ 3469874 h 3784177"/>
              <a:gd name="connsiteX35" fmla="*/ 4856654 w 8037833"/>
              <a:gd name="connsiteY35" fmla="*/ 3481880 h 3784177"/>
              <a:gd name="connsiteX36" fmla="*/ 4800711 w 8037833"/>
              <a:gd name="connsiteY36" fmla="*/ 3501441 h 3784177"/>
              <a:gd name="connsiteX37" fmla="*/ 4761569 w 8037833"/>
              <a:gd name="connsiteY37" fmla="*/ 3538103 h 3784177"/>
              <a:gd name="connsiteX38" fmla="*/ 4713734 w 8037833"/>
              <a:gd name="connsiteY38" fmla="*/ 3545724 h 3784177"/>
              <a:gd name="connsiteX39" fmla="*/ 4649120 w 8037833"/>
              <a:gd name="connsiteY39" fmla="*/ 3536392 h 3784177"/>
              <a:gd name="connsiteX40" fmla="*/ 4573578 w 8037833"/>
              <a:gd name="connsiteY40" fmla="*/ 3565923 h 3784177"/>
              <a:gd name="connsiteX41" fmla="*/ 4529117 w 8037833"/>
              <a:gd name="connsiteY41" fmla="*/ 3575592 h 3784177"/>
              <a:gd name="connsiteX42" fmla="*/ 4408641 w 8037833"/>
              <a:gd name="connsiteY42" fmla="*/ 3610000 h 3784177"/>
              <a:gd name="connsiteX43" fmla="*/ 4356402 w 8037833"/>
              <a:gd name="connsiteY43" fmla="*/ 3642792 h 3784177"/>
              <a:gd name="connsiteX44" fmla="*/ 4270245 w 8037833"/>
              <a:gd name="connsiteY44" fmla="*/ 3665789 h 3784177"/>
              <a:gd name="connsiteX45" fmla="*/ 4208725 w 8037833"/>
              <a:gd name="connsiteY45" fmla="*/ 3704841 h 3784177"/>
              <a:gd name="connsiteX46" fmla="*/ 4201632 w 8037833"/>
              <a:gd name="connsiteY46" fmla="*/ 3702602 h 3784177"/>
              <a:gd name="connsiteX47" fmla="*/ 4191289 w 8037833"/>
              <a:gd name="connsiteY47" fmla="*/ 3702380 h 3784177"/>
              <a:gd name="connsiteX48" fmla="*/ 4191039 w 8037833"/>
              <a:gd name="connsiteY48" fmla="*/ 3702831 h 3784177"/>
              <a:gd name="connsiteX49" fmla="*/ 4181340 w 8037833"/>
              <a:gd name="connsiteY49" fmla="*/ 3701729 h 3784177"/>
              <a:gd name="connsiteX50" fmla="*/ 4133816 w 8037833"/>
              <a:gd name="connsiteY50" fmla="*/ 3690565 h 3784177"/>
              <a:gd name="connsiteX51" fmla="*/ 4071732 w 8037833"/>
              <a:gd name="connsiteY51" fmla="*/ 3732513 h 3784177"/>
              <a:gd name="connsiteX52" fmla="*/ 4045924 w 8037833"/>
              <a:gd name="connsiteY52" fmla="*/ 3739404 h 3784177"/>
              <a:gd name="connsiteX53" fmla="*/ 4032171 w 8037833"/>
              <a:gd name="connsiteY53" fmla="*/ 3745523 h 3784177"/>
              <a:gd name="connsiteX54" fmla="*/ 4031335 w 8037833"/>
              <a:gd name="connsiteY54" fmla="*/ 3747479 h 3784177"/>
              <a:gd name="connsiteX55" fmla="*/ 3985774 w 8037833"/>
              <a:gd name="connsiteY55" fmla="*/ 3736547 h 3784177"/>
              <a:gd name="connsiteX56" fmla="*/ 3979769 w 8037833"/>
              <a:gd name="connsiteY56" fmla="*/ 3738769 h 3784177"/>
              <a:gd name="connsiteX57" fmla="*/ 3950014 w 8037833"/>
              <a:gd name="connsiteY57" fmla="*/ 3726942 h 3784177"/>
              <a:gd name="connsiteX58" fmla="*/ 3934671 w 8037833"/>
              <a:gd name="connsiteY58" fmla="*/ 3723339 h 3784177"/>
              <a:gd name="connsiteX59" fmla="*/ 3930274 w 8037833"/>
              <a:gd name="connsiteY59" fmla="*/ 3717148 h 3784177"/>
              <a:gd name="connsiteX60" fmla="*/ 3907660 w 8037833"/>
              <a:gd name="connsiteY60" fmla="*/ 3714456 h 3784177"/>
              <a:gd name="connsiteX61" fmla="*/ 3905087 w 8037833"/>
              <a:gd name="connsiteY61" fmla="*/ 3716098 h 3784177"/>
              <a:gd name="connsiteX62" fmla="*/ 3886347 w 8037833"/>
              <a:gd name="connsiteY62" fmla="*/ 3706620 h 3784177"/>
              <a:gd name="connsiteX63" fmla="*/ 3870533 w 8037833"/>
              <a:gd name="connsiteY63" fmla="*/ 3689905 h 3784177"/>
              <a:gd name="connsiteX64" fmla="*/ 3678563 w 8037833"/>
              <a:gd name="connsiteY64" fmla="*/ 3694486 h 3784177"/>
              <a:gd name="connsiteX65" fmla="*/ 3524121 w 8037833"/>
              <a:gd name="connsiteY65" fmla="*/ 3642736 h 3784177"/>
              <a:gd name="connsiteX66" fmla="*/ 3432153 w 8037833"/>
              <a:gd name="connsiteY66" fmla="*/ 3667780 h 3784177"/>
              <a:gd name="connsiteX67" fmla="*/ 3373519 w 8037833"/>
              <a:gd name="connsiteY67" fmla="*/ 3665785 h 3784177"/>
              <a:gd name="connsiteX68" fmla="*/ 3114267 w 8037833"/>
              <a:gd name="connsiteY68" fmla="*/ 3638983 h 3784177"/>
              <a:gd name="connsiteX69" fmla="*/ 2989722 w 8037833"/>
              <a:gd name="connsiteY69" fmla="*/ 3623230 h 3784177"/>
              <a:gd name="connsiteX70" fmla="*/ 2965734 w 8037833"/>
              <a:gd name="connsiteY70" fmla="*/ 3635676 h 3784177"/>
              <a:gd name="connsiteX71" fmla="*/ 2961603 w 8037833"/>
              <a:gd name="connsiteY71" fmla="*/ 3638221 h 3784177"/>
              <a:gd name="connsiteX72" fmla="*/ 2944959 w 8037833"/>
              <a:gd name="connsiteY72" fmla="*/ 3639723 h 3784177"/>
              <a:gd name="connsiteX73" fmla="*/ 2940402 w 8037833"/>
              <a:gd name="connsiteY73" fmla="*/ 3651000 h 3784177"/>
              <a:gd name="connsiteX74" fmla="*/ 2915449 w 8037833"/>
              <a:gd name="connsiteY74" fmla="*/ 3661039 h 3784177"/>
              <a:gd name="connsiteX75" fmla="*/ 2884777 w 8037833"/>
              <a:gd name="connsiteY75" fmla="*/ 3660775 h 3784177"/>
              <a:gd name="connsiteX76" fmla="*/ 2739034 w 8037833"/>
              <a:gd name="connsiteY76" fmla="*/ 3647396 h 3784177"/>
              <a:gd name="connsiteX77" fmla="*/ 2651827 w 8037833"/>
              <a:gd name="connsiteY77" fmla="*/ 3646306 h 3784177"/>
              <a:gd name="connsiteX78" fmla="*/ 2618680 w 8037833"/>
              <a:gd name="connsiteY78" fmla="*/ 3656755 h 3784177"/>
              <a:gd name="connsiteX79" fmla="*/ 2572404 w 8037833"/>
              <a:gd name="connsiteY79" fmla="*/ 3664043 h 3784177"/>
              <a:gd name="connsiteX80" fmla="*/ 2423704 w 8037833"/>
              <a:gd name="connsiteY80" fmla="*/ 3658079 h 3784177"/>
              <a:gd name="connsiteX81" fmla="*/ 2301172 w 8037833"/>
              <a:gd name="connsiteY81" fmla="*/ 3663053 h 3784177"/>
              <a:gd name="connsiteX82" fmla="*/ 2294102 w 8037833"/>
              <a:gd name="connsiteY82" fmla="*/ 3671151 h 3784177"/>
              <a:gd name="connsiteX83" fmla="*/ 2238966 w 8037833"/>
              <a:gd name="connsiteY83" fmla="*/ 3668777 h 3784177"/>
              <a:gd name="connsiteX84" fmla="*/ 2082844 w 8037833"/>
              <a:gd name="connsiteY84" fmla="*/ 3631994 h 3784177"/>
              <a:gd name="connsiteX85" fmla="*/ 1938480 w 8037833"/>
              <a:gd name="connsiteY85" fmla="*/ 3601439 h 3784177"/>
              <a:gd name="connsiteX86" fmla="*/ 1900166 w 8037833"/>
              <a:gd name="connsiteY86" fmla="*/ 3609358 h 3784177"/>
              <a:gd name="connsiteX87" fmla="*/ 1835976 w 8037833"/>
              <a:gd name="connsiteY87" fmla="*/ 3622065 h 3784177"/>
              <a:gd name="connsiteX88" fmla="*/ 1787830 w 8037833"/>
              <a:gd name="connsiteY88" fmla="*/ 3633173 h 3784177"/>
              <a:gd name="connsiteX89" fmla="*/ 1734224 w 8037833"/>
              <a:gd name="connsiteY89" fmla="*/ 3655593 h 3784177"/>
              <a:gd name="connsiteX90" fmla="*/ 1721989 w 8037833"/>
              <a:gd name="connsiteY90" fmla="*/ 3627298 h 3784177"/>
              <a:gd name="connsiteX91" fmla="*/ 1664576 w 8037833"/>
              <a:gd name="connsiteY91" fmla="*/ 3638572 h 3784177"/>
              <a:gd name="connsiteX92" fmla="*/ 1577459 w 8037833"/>
              <a:gd name="connsiteY92" fmla="*/ 3658824 h 3784177"/>
              <a:gd name="connsiteX93" fmla="*/ 1527269 w 8037833"/>
              <a:gd name="connsiteY93" fmla="*/ 3663088 h 3784177"/>
              <a:gd name="connsiteX94" fmla="*/ 1390118 w 8037833"/>
              <a:gd name="connsiteY94" fmla="*/ 3682789 h 3784177"/>
              <a:gd name="connsiteX95" fmla="*/ 1252698 w 8037833"/>
              <a:gd name="connsiteY95" fmla="*/ 3708662 h 3784177"/>
              <a:gd name="connsiteX96" fmla="*/ 1171039 w 8037833"/>
              <a:gd name="connsiteY96" fmla="*/ 3758642 h 3784177"/>
              <a:gd name="connsiteX97" fmla="*/ 1058106 w 8037833"/>
              <a:gd name="connsiteY97" fmla="*/ 3776166 h 3784177"/>
              <a:gd name="connsiteX98" fmla="*/ 1039167 w 8037833"/>
              <a:gd name="connsiteY98" fmla="*/ 3784177 h 3784177"/>
              <a:gd name="connsiteX99" fmla="*/ 1012958 w 8037833"/>
              <a:gd name="connsiteY99" fmla="*/ 3779206 h 3784177"/>
              <a:gd name="connsiteX100" fmla="*/ 907906 w 8037833"/>
              <a:gd name="connsiteY100" fmla="*/ 3757678 h 3784177"/>
              <a:gd name="connsiteX101" fmla="*/ 825226 w 8037833"/>
              <a:gd name="connsiteY101" fmla="*/ 3726369 h 3784177"/>
              <a:gd name="connsiteX102" fmla="*/ 722264 w 8037833"/>
              <a:gd name="connsiteY102" fmla="*/ 3747612 h 3784177"/>
              <a:gd name="connsiteX103" fmla="*/ 659460 w 8037833"/>
              <a:gd name="connsiteY103" fmla="*/ 3740429 h 3784177"/>
              <a:gd name="connsiteX104" fmla="*/ 556552 w 8037833"/>
              <a:gd name="connsiteY104" fmla="*/ 3739124 h 3784177"/>
              <a:gd name="connsiteX105" fmla="*/ 445444 w 8037833"/>
              <a:gd name="connsiteY105" fmla="*/ 3764831 h 3784177"/>
              <a:gd name="connsiteX106" fmla="*/ 393295 w 8037833"/>
              <a:gd name="connsiteY106" fmla="*/ 3753097 h 3784177"/>
              <a:gd name="connsiteX107" fmla="*/ 339711 w 8037833"/>
              <a:gd name="connsiteY107" fmla="*/ 3718242 h 3784177"/>
              <a:gd name="connsiteX108" fmla="*/ 222239 w 8037833"/>
              <a:gd name="connsiteY108" fmla="*/ 3672335 h 3784177"/>
              <a:gd name="connsiteX109" fmla="*/ 163578 w 8037833"/>
              <a:gd name="connsiteY109" fmla="*/ 3656292 h 3784177"/>
              <a:gd name="connsiteX110" fmla="*/ 72220 w 8037833"/>
              <a:gd name="connsiteY110" fmla="*/ 3645272 h 3784177"/>
              <a:gd name="connsiteX111" fmla="*/ 44395 w 8037833"/>
              <a:gd name="connsiteY111" fmla="*/ 3639455 h 3784177"/>
              <a:gd name="connsiteX112" fmla="*/ 1962 w 8037833"/>
              <a:gd name="connsiteY112" fmla="*/ 3635948 h 3784177"/>
              <a:gd name="connsiteX113" fmla="*/ 0 w 8037833"/>
              <a:gd name="connsiteY113" fmla="*/ 3635261 h 3784177"/>
              <a:gd name="connsiteX114" fmla="*/ 0 w 8037833"/>
              <a:gd name="connsiteY11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217733 w 8037833"/>
              <a:gd name="connsiteY31" fmla="*/ 3500463 h 3784177"/>
              <a:gd name="connsiteX32" fmla="*/ 5167992 w 8037833"/>
              <a:gd name="connsiteY32" fmla="*/ 3504085 h 3784177"/>
              <a:gd name="connsiteX33" fmla="*/ 4987020 w 8037833"/>
              <a:gd name="connsiteY33" fmla="*/ 3461263 h 3784177"/>
              <a:gd name="connsiteX34" fmla="*/ 4890003 w 8037833"/>
              <a:gd name="connsiteY34" fmla="*/ 3469874 h 3784177"/>
              <a:gd name="connsiteX35" fmla="*/ 4856654 w 8037833"/>
              <a:gd name="connsiteY35" fmla="*/ 3481880 h 3784177"/>
              <a:gd name="connsiteX36" fmla="*/ 4800711 w 8037833"/>
              <a:gd name="connsiteY36" fmla="*/ 3501441 h 3784177"/>
              <a:gd name="connsiteX37" fmla="*/ 4761569 w 8037833"/>
              <a:gd name="connsiteY37" fmla="*/ 3538103 h 3784177"/>
              <a:gd name="connsiteX38" fmla="*/ 4713734 w 8037833"/>
              <a:gd name="connsiteY38" fmla="*/ 3545724 h 3784177"/>
              <a:gd name="connsiteX39" fmla="*/ 4649120 w 8037833"/>
              <a:gd name="connsiteY39" fmla="*/ 3536392 h 3784177"/>
              <a:gd name="connsiteX40" fmla="*/ 4573578 w 8037833"/>
              <a:gd name="connsiteY40" fmla="*/ 3565923 h 3784177"/>
              <a:gd name="connsiteX41" fmla="*/ 4529117 w 8037833"/>
              <a:gd name="connsiteY41" fmla="*/ 3575592 h 3784177"/>
              <a:gd name="connsiteX42" fmla="*/ 4408641 w 8037833"/>
              <a:gd name="connsiteY42" fmla="*/ 3610000 h 3784177"/>
              <a:gd name="connsiteX43" fmla="*/ 4356402 w 8037833"/>
              <a:gd name="connsiteY43" fmla="*/ 3642792 h 3784177"/>
              <a:gd name="connsiteX44" fmla="*/ 4270245 w 8037833"/>
              <a:gd name="connsiteY44" fmla="*/ 3665789 h 3784177"/>
              <a:gd name="connsiteX45" fmla="*/ 4208725 w 8037833"/>
              <a:gd name="connsiteY45" fmla="*/ 3704841 h 3784177"/>
              <a:gd name="connsiteX46" fmla="*/ 4201632 w 8037833"/>
              <a:gd name="connsiteY46" fmla="*/ 3702602 h 3784177"/>
              <a:gd name="connsiteX47" fmla="*/ 4191289 w 8037833"/>
              <a:gd name="connsiteY47" fmla="*/ 3702380 h 3784177"/>
              <a:gd name="connsiteX48" fmla="*/ 4191039 w 8037833"/>
              <a:gd name="connsiteY48" fmla="*/ 3702831 h 3784177"/>
              <a:gd name="connsiteX49" fmla="*/ 4181340 w 8037833"/>
              <a:gd name="connsiteY49" fmla="*/ 3701729 h 3784177"/>
              <a:gd name="connsiteX50" fmla="*/ 4133816 w 8037833"/>
              <a:gd name="connsiteY50" fmla="*/ 3690565 h 3784177"/>
              <a:gd name="connsiteX51" fmla="*/ 4071732 w 8037833"/>
              <a:gd name="connsiteY51" fmla="*/ 3732513 h 3784177"/>
              <a:gd name="connsiteX52" fmla="*/ 4045924 w 8037833"/>
              <a:gd name="connsiteY52" fmla="*/ 3739404 h 3784177"/>
              <a:gd name="connsiteX53" fmla="*/ 4032171 w 8037833"/>
              <a:gd name="connsiteY53" fmla="*/ 3745523 h 3784177"/>
              <a:gd name="connsiteX54" fmla="*/ 4031335 w 8037833"/>
              <a:gd name="connsiteY54" fmla="*/ 3747479 h 3784177"/>
              <a:gd name="connsiteX55" fmla="*/ 3985774 w 8037833"/>
              <a:gd name="connsiteY55" fmla="*/ 3736547 h 3784177"/>
              <a:gd name="connsiteX56" fmla="*/ 3979769 w 8037833"/>
              <a:gd name="connsiteY56" fmla="*/ 3738769 h 3784177"/>
              <a:gd name="connsiteX57" fmla="*/ 3950014 w 8037833"/>
              <a:gd name="connsiteY57" fmla="*/ 3726942 h 3784177"/>
              <a:gd name="connsiteX58" fmla="*/ 3934671 w 8037833"/>
              <a:gd name="connsiteY58" fmla="*/ 3723339 h 3784177"/>
              <a:gd name="connsiteX59" fmla="*/ 3930274 w 8037833"/>
              <a:gd name="connsiteY59" fmla="*/ 3717148 h 3784177"/>
              <a:gd name="connsiteX60" fmla="*/ 3907660 w 8037833"/>
              <a:gd name="connsiteY60" fmla="*/ 3714456 h 3784177"/>
              <a:gd name="connsiteX61" fmla="*/ 3905087 w 8037833"/>
              <a:gd name="connsiteY61" fmla="*/ 3716098 h 3784177"/>
              <a:gd name="connsiteX62" fmla="*/ 3886347 w 8037833"/>
              <a:gd name="connsiteY62" fmla="*/ 3706620 h 3784177"/>
              <a:gd name="connsiteX63" fmla="*/ 3870533 w 8037833"/>
              <a:gd name="connsiteY63" fmla="*/ 3689905 h 3784177"/>
              <a:gd name="connsiteX64" fmla="*/ 3678563 w 8037833"/>
              <a:gd name="connsiteY64" fmla="*/ 3694486 h 3784177"/>
              <a:gd name="connsiteX65" fmla="*/ 3524121 w 8037833"/>
              <a:gd name="connsiteY65" fmla="*/ 3642736 h 3784177"/>
              <a:gd name="connsiteX66" fmla="*/ 3432153 w 8037833"/>
              <a:gd name="connsiteY66" fmla="*/ 3667780 h 3784177"/>
              <a:gd name="connsiteX67" fmla="*/ 3373519 w 8037833"/>
              <a:gd name="connsiteY67" fmla="*/ 3665785 h 3784177"/>
              <a:gd name="connsiteX68" fmla="*/ 3114267 w 8037833"/>
              <a:gd name="connsiteY68" fmla="*/ 3638983 h 3784177"/>
              <a:gd name="connsiteX69" fmla="*/ 2989722 w 8037833"/>
              <a:gd name="connsiteY69" fmla="*/ 3623230 h 3784177"/>
              <a:gd name="connsiteX70" fmla="*/ 2965734 w 8037833"/>
              <a:gd name="connsiteY70" fmla="*/ 3635676 h 3784177"/>
              <a:gd name="connsiteX71" fmla="*/ 2961603 w 8037833"/>
              <a:gd name="connsiteY71" fmla="*/ 3638221 h 3784177"/>
              <a:gd name="connsiteX72" fmla="*/ 2944959 w 8037833"/>
              <a:gd name="connsiteY72" fmla="*/ 3639723 h 3784177"/>
              <a:gd name="connsiteX73" fmla="*/ 2940402 w 8037833"/>
              <a:gd name="connsiteY73" fmla="*/ 3651000 h 3784177"/>
              <a:gd name="connsiteX74" fmla="*/ 2915449 w 8037833"/>
              <a:gd name="connsiteY74" fmla="*/ 3661039 h 3784177"/>
              <a:gd name="connsiteX75" fmla="*/ 2884777 w 8037833"/>
              <a:gd name="connsiteY75" fmla="*/ 3660775 h 3784177"/>
              <a:gd name="connsiteX76" fmla="*/ 2739034 w 8037833"/>
              <a:gd name="connsiteY76" fmla="*/ 3647396 h 3784177"/>
              <a:gd name="connsiteX77" fmla="*/ 2651827 w 8037833"/>
              <a:gd name="connsiteY77" fmla="*/ 3646306 h 3784177"/>
              <a:gd name="connsiteX78" fmla="*/ 2618680 w 8037833"/>
              <a:gd name="connsiteY78" fmla="*/ 3656755 h 3784177"/>
              <a:gd name="connsiteX79" fmla="*/ 2572404 w 8037833"/>
              <a:gd name="connsiteY79" fmla="*/ 3664043 h 3784177"/>
              <a:gd name="connsiteX80" fmla="*/ 2423704 w 8037833"/>
              <a:gd name="connsiteY80" fmla="*/ 3658079 h 3784177"/>
              <a:gd name="connsiteX81" fmla="*/ 2301172 w 8037833"/>
              <a:gd name="connsiteY81" fmla="*/ 3663053 h 3784177"/>
              <a:gd name="connsiteX82" fmla="*/ 2294102 w 8037833"/>
              <a:gd name="connsiteY82" fmla="*/ 3671151 h 3784177"/>
              <a:gd name="connsiteX83" fmla="*/ 2238966 w 8037833"/>
              <a:gd name="connsiteY83" fmla="*/ 3668777 h 3784177"/>
              <a:gd name="connsiteX84" fmla="*/ 2082844 w 8037833"/>
              <a:gd name="connsiteY84" fmla="*/ 3631994 h 3784177"/>
              <a:gd name="connsiteX85" fmla="*/ 1938480 w 8037833"/>
              <a:gd name="connsiteY85" fmla="*/ 3601439 h 3784177"/>
              <a:gd name="connsiteX86" fmla="*/ 1900166 w 8037833"/>
              <a:gd name="connsiteY86" fmla="*/ 3609358 h 3784177"/>
              <a:gd name="connsiteX87" fmla="*/ 1835976 w 8037833"/>
              <a:gd name="connsiteY87" fmla="*/ 3622065 h 3784177"/>
              <a:gd name="connsiteX88" fmla="*/ 1787830 w 8037833"/>
              <a:gd name="connsiteY88" fmla="*/ 3633173 h 3784177"/>
              <a:gd name="connsiteX89" fmla="*/ 1734224 w 8037833"/>
              <a:gd name="connsiteY89" fmla="*/ 3655593 h 3784177"/>
              <a:gd name="connsiteX90" fmla="*/ 1664576 w 8037833"/>
              <a:gd name="connsiteY90" fmla="*/ 3638572 h 3784177"/>
              <a:gd name="connsiteX91" fmla="*/ 1577459 w 8037833"/>
              <a:gd name="connsiteY91" fmla="*/ 3658824 h 3784177"/>
              <a:gd name="connsiteX92" fmla="*/ 1527269 w 8037833"/>
              <a:gd name="connsiteY92" fmla="*/ 3663088 h 3784177"/>
              <a:gd name="connsiteX93" fmla="*/ 1390118 w 8037833"/>
              <a:gd name="connsiteY93" fmla="*/ 3682789 h 3784177"/>
              <a:gd name="connsiteX94" fmla="*/ 1252698 w 8037833"/>
              <a:gd name="connsiteY94" fmla="*/ 3708662 h 3784177"/>
              <a:gd name="connsiteX95" fmla="*/ 1171039 w 8037833"/>
              <a:gd name="connsiteY95" fmla="*/ 3758642 h 3784177"/>
              <a:gd name="connsiteX96" fmla="*/ 1058106 w 8037833"/>
              <a:gd name="connsiteY96" fmla="*/ 3776166 h 3784177"/>
              <a:gd name="connsiteX97" fmla="*/ 1039167 w 8037833"/>
              <a:gd name="connsiteY97" fmla="*/ 3784177 h 3784177"/>
              <a:gd name="connsiteX98" fmla="*/ 1012958 w 8037833"/>
              <a:gd name="connsiteY98" fmla="*/ 3779206 h 3784177"/>
              <a:gd name="connsiteX99" fmla="*/ 907906 w 8037833"/>
              <a:gd name="connsiteY99" fmla="*/ 3757678 h 3784177"/>
              <a:gd name="connsiteX100" fmla="*/ 825226 w 8037833"/>
              <a:gd name="connsiteY100" fmla="*/ 3726369 h 3784177"/>
              <a:gd name="connsiteX101" fmla="*/ 722264 w 8037833"/>
              <a:gd name="connsiteY101" fmla="*/ 3747612 h 3784177"/>
              <a:gd name="connsiteX102" fmla="*/ 659460 w 8037833"/>
              <a:gd name="connsiteY102" fmla="*/ 3740429 h 3784177"/>
              <a:gd name="connsiteX103" fmla="*/ 556552 w 8037833"/>
              <a:gd name="connsiteY103" fmla="*/ 3739124 h 3784177"/>
              <a:gd name="connsiteX104" fmla="*/ 445444 w 8037833"/>
              <a:gd name="connsiteY104" fmla="*/ 3764831 h 3784177"/>
              <a:gd name="connsiteX105" fmla="*/ 393295 w 8037833"/>
              <a:gd name="connsiteY105" fmla="*/ 3753097 h 3784177"/>
              <a:gd name="connsiteX106" fmla="*/ 339711 w 8037833"/>
              <a:gd name="connsiteY106" fmla="*/ 3718242 h 3784177"/>
              <a:gd name="connsiteX107" fmla="*/ 222239 w 8037833"/>
              <a:gd name="connsiteY107" fmla="*/ 3672335 h 3784177"/>
              <a:gd name="connsiteX108" fmla="*/ 163578 w 8037833"/>
              <a:gd name="connsiteY108" fmla="*/ 3656292 h 3784177"/>
              <a:gd name="connsiteX109" fmla="*/ 72220 w 8037833"/>
              <a:gd name="connsiteY109" fmla="*/ 3645272 h 3784177"/>
              <a:gd name="connsiteX110" fmla="*/ 44395 w 8037833"/>
              <a:gd name="connsiteY110" fmla="*/ 3639455 h 3784177"/>
              <a:gd name="connsiteX111" fmla="*/ 1962 w 8037833"/>
              <a:gd name="connsiteY111" fmla="*/ 3635948 h 3784177"/>
              <a:gd name="connsiteX112" fmla="*/ 0 w 8037833"/>
              <a:gd name="connsiteY112" fmla="*/ 3635261 h 3784177"/>
              <a:gd name="connsiteX113" fmla="*/ 0 w 8037833"/>
              <a:gd name="connsiteY113"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217733 w 8037833"/>
              <a:gd name="connsiteY31" fmla="*/ 3500463 h 3784177"/>
              <a:gd name="connsiteX32" fmla="*/ 5167992 w 8037833"/>
              <a:gd name="connsiteY32" fmla="*/ 3504085 h 3784177"/>
              <a:gd name="connsiteX33" fmla="*/ 4987020 w 8037833"/>
              <a:gd name="connsiteY33" fmla="*/ 3461263 h 3784177"/>
              <a:gd name="connsiteX34" fmla="*/ 4890003 w 8037833"/>
              <a:gd name="connsiteY34" fmla="*/ 3469874 h 3784177"/>
              <a:gd name="connsiteX35" fmla="*/ 4856654 w 8037833"/>
              <a:gd name="connsiteY35" fmla="*/ 3481880 h 3784177"/>
              <a:gd name="connsiteX36" fmla="*/ 4800711 w 8037833"/>
              <a:gd name="connsiteY36" fmla="*/ 3501441 h 3784177"/>
              <a:gd name="connsiteX37" fmla="*/ 4761569 w 8037833"/>
              <a:gd name="connsiteY37" fmla="*/ 3538103 h 3784177"/>
              <a:gd name="connsiteX38" fmla="*/ 4713734 w 8037833"/>
              <a:gd name="connsiteY38" fmla="*/ 3545724 h 3784177"/>
              <a:gd name="connsiteX39" fmla="*/ 4649120 w 8037833"/>
              <a:gd name="connsiteY39" fmla="*/ 3536392 h 3784177"/>
              <a:gd name="connsiteX40" fmla="*/ 4573578 w 8037833"/>
              <a:gd name="connsiteY40" fmla="*/ 3565923 h 3784177"/>
              <a:gd name="connsiteX41" fmla="*/ 4529117 w 8037833"/>
              <a:gd name="connsiteY41" fmla="*/ 3575592 h 3784177"/>
              <a:gd name="connsiteX42" fmla="*/ 4408641 w 8037833"/>
              <a:gd name="connsiteY42" fmla="*/ 3610000 h 3784177"/>
              <a:gd name="connsiteX43" fmla="*/ 4356402 w 8037833"/>
              <a:gd name="connsiteY43" fmla="*/ 3642792 h 3784177"/>
              <a:gd name="connsiteX44" fmla="*/ 4270245 w 8037833"/>
              <a:gd name="connsiteY44" fmla="*/ 3665789 h 3784177"/>
              <a:gd name="connsiteX45" fmla="*/ 4208725 w 8037833"/>
              <a:gd name="connsiteY45" fmla="*/ 3704841 h 3784177"/>
              <a:gd name="connsiteX46" fmla="*/ 4201632 w 8037833"/>
              <a:gd name="connsiteY46" fmla="*/ 3702602 h 3784177"/>
              <a:gd name="connsiteX47" fmla="*/ 4191289 w 8037833"/>
              <a:gd name="connsiteY47" fmla="*/ 3702380 h 3784177"/>
              <a:gd name="connsiteX48" fmla="*/ 4191039 w 8037833"/>
              <a:gd name="connsiteY48" fmla="*/ 3702831 h 3784177"/>
              <a:gd name="connsiteX49" fmla="*/ 4181340 w 8037833"/>
              <a:gd name="connsiteY49" fmla="*/ 3701729 h 3784177"/>
              <a:gd name="connsiteX50" fmla="*/ 4133816 w 8037833"/>
              <a:gd name="connsiteY50" fmla="*/ 3690565 h 3784177"/>
              <a:gd name="connsiteX51" fmla="*/ 4071732 w 8037833"/>
              <a:gd name="connsiteY51" fmla="*/ 3732513 h 3784177"/>
              <a:gd name="connsiteX52" fmla="*/ 4045924 w 8037833"/>
              <a:gd name="connsiteY52" fmla="*/ 3739404 h 3784177"/>
              <a:gd name="connsiteX53" fmla="*/ 4032171 w 8037833"/>
              <a:gd name="connsiteY53" fmla="*/ 3745523 h 3784177"/>
              <a:gd name="connsiteX54" fmla="*/ 4031335 w 8037833"/>
              <a:gd name="connsiteY54" fmla="*/ 3747479 h 3784177"/>
              <a:gd name="connsiteX55" fmla="*/ 3985774 w 8037833"/>
              <a:gd name="connsiteY55" fmla="*/ 3736547 h 3784177"/>
              <a:gd name="connsiteX56" fmla="*/ 3979769 w 8037833"/>
              <a:gd name="connsiteY56" fmla="*/ 3738769 h 3784177"/>
              <a:gd name="connsiteX57" fmla="*/ 3950014 w 8037833"/>
              <a:gd name="connsiteY57" fmla="*/ 3726942 h 3784177"/>
              <a:gd name="connsiteX58" fmla="*/ 3934671 w 8037833"/>
              <a:gd name="connsiteY58" fmla="*/ 3723339 h 3784177"/>
              <a:gd name="connsiteX59" fmla="*/ 3930274 w 8037833"/>
              <a:gd name="connsiteY59" fmla="*/ 3717148 h 3784177"/>
              <a:gd name="connsiteX60" fmla="*/ 3907660 w 8037833"/>
              <a:gd name="connsiteY60" fmla="*/ 3714456 h 3784177"/>
              <a:gd name="connsiteX61" fmla="*/ 3905087 w 8037833"/>
              <a:gd name="connsiteY61" fmla="*/ 3716098 h 3784177"/>
              <a:gd name="connsiteX62" fmla="*/ 3886347 w 8037833"/>
              <a:gd name="connsiteY62" fmla="*/ 3706620 h 3784177"/>
              <a:gd name="connsiteX63" fmla="*/ 3870533 w 8037833"/>
              <a:gd name="connsiteY63" fmla="*/ 3689905 h 3784177"/>
              <a:gd name="connsiteX64" fmla="*/ 3678563 w 8037833"/>
              <a:gd name="connsiteY64" fmla="*/ 3694486 h 3784177"/>
              <a:gd name="connsiteX65" fmla="*/ 3524121 w 8037833"/>
              <a:gd name="connsiteY65" fmla="*/ 3642736 h 3784177"/>
              <a:gd name="connsiteX66" fmla="*/ 3432153 w 8037833"/>
              <a:gd name="connsiteY66" fmla="*/ 3667780 h 3784177"/>
              <a:gd name="connsiteX67" fmla="*/ 3373519 w 8037833"/>
              <a:gd name="connsiteY67" fmla="*/ 3665785 h 3784177"/>
              <a:gd name="connsiteX68" fmla="*/ 3114267 w 8037833"/>
              <a:gd name="connsiteY68" fmla="*/ 3638983 h 3784177"/>
              <a:gd name="connsiteX69" fmla="*/ 2989722 w 8037833"/>
              <a:gd name="connsiteY69" fmla="*/ 3623230 h 3784177"/>
              <a:gd name="connsiteX70" fmla="*/ 2965734 w 8037833"/>
              <a:gd name="connsiteY70" fmla="*/ 3635676 h 3784177"/>
              <a:gd name="connsiteX71" fmla="*/ 2961603 w 8037833"/>
              <a:gd name="connsiteY71" fmla="*/ 3638221 h 3784177"/>
              <a:gd name="connsiteX72" fmla="*/ 2944959 w 8037833"/>
              <a:gd name="connsiteY72" fmla="*/ 3639723 h 3784177"/>
              <a:gd name="connsiteX73" fmla="*/ 2940402 w 8037833"/>
              <a:gd name="connsiteY73" fmla="*/ 3651000 h 3784177"/>
              <a:gd name="connsiteX74" fmla="*/ 2915449 w 8037833"/>
              <a:gd name="connsiteY74" fmla="*/ 3661039 h 3784177"/>
              <a:gd name="connsiteX75" fmla="*/ 2884777 w 8037833"/>
              <a:gd name="connsiteY75" fmla="*/ 3660775 h 3784177"/>
              <a:gd name="connsiteX76" fmla="*/ 2739034 w 8037833"/>
              <a:gd name="connsiteY76" fmla="*/ 3647396 h 3784177"/>
              <a:gd name="connsiteX77" fmla="*/ 2651827 w 8037833"/>
              <a:gd name="connsiteY77" fmla="*/ 3646306 h 3784177"/>
              <a:gd name="connsiteX78" fmla="*/ 2618680 w 8037833"/>
              <a:gd name="connsiteY78" fmla="*/ 3656755 h 3784177"/>
              <a:gd name="connsiteX79" fmla="*/ 2572404 w 8037833"/>
              <a:gd name="connsiteY79" fmla="*/ 3664043 h 3784177"/>
              <a:gd name="connsiteX80" fmla="*/ 2423704 w 8037833"/>
              <a:gd name="connsiteY80" fmla="*/ 3658079 h 3784177"/>
              <a:gd name="connsiteX81" fmla="*/ 2301172 w 8037833"/>
              <a:gd name="connsiteY81" fmla="*/ 3663053 h 3784177"/>
              <a:gd name="connsiteX82" fmla="*/ 2294102 w 8037833"/>
              <a:gd name="connsiteY82" fmla="*/ 3671151 h 3784177"/>
              <a:gd name="connsiteX83" fmla="*/ 2238966 w 8037833"/>
              <a:gd name="connsiteY83" fmla="*/ 3668777 h 3784177"/>
              <a:gd name="connsiteX84" fmla="*/ 2082844 w 8037833"/>
              <a:gd name="connsiteY84" fmla="*/ 3631994 h 3784177"/>
              <a:gd name="connsiteX85" fmla="*/ 1938480 w 8037833"/>
              <a:gd name="connsiteY85" fmla="*/ 3601439 h 3784177"/>
              <a:gd name="connsiteX86" fmla="*/ 1900166 w 8037833"/>
              <a:gd name="connsiteY86" fmla="*/ 3609358 h 3784177"/>
              <a:gd name="connsiteX87" fmla="*/ 1787830 w 8037833"/>
              <a:gd name="connsiteY87" fmla="*/ 3633173 h 3784177"/>
              <a:gd name="connsiteX88" fmla="*/ 1734224 w 8037833"/>
              <a:gd name="connsiteY88" fmla="*/ 3655593 h 3784177"/>
              <a:gd name="connsiteX89" fmla="*/ 1664576 w 8037833"/>
              <a:gd name="connsiteY89" fmla="*/ 3638572 h 3784177"/>
              <a:gd name="connsiteX90" fmla="*/ 1577459 w 8037833"/>
              <a:gd name="connsiteY90" fmla="*/ 3658824 h 3784177"/>
              <a:gd name="connsiteX91" fmla="*/ 1527269 w 8037833"/>
              <a:gd name="connsiteY91" fmla="*/ 3663088 h 3784177"/>
              <a:gd name="connsiteX92" fmla="*/ 1390118 w 8037833"/>
              <a:gd name="connsiteY92" fmla="*/ 3682789 h 3784177"/>
              <a:gd name="connsiteX93" fmla="*/ 1252698 w 8037833"/>
              <a:gd name="connsiteY93" fmla="*/ 3708662 h 3784177"/>
              <a:gd name="connsiteX94" fmla="*/ 1171039 w 8037833"/>
              <a:gd name="connsiteY94" fmla="*/ 3758642 h 3784177"/>
              <a:gd name="connsiteX95" fmla="*/ 1058106 w 8037833"/>
              <a:gd name="connsiteY95" fmla="*/ 3776166 h 3784177"/>
              <a:gd name="connsiteX96" fmla="*/ 1039167 w 8037833"/>
              <a:gd name="connsiteY96" fmla="*/ 3784177 h 3784177"/>
              <a:gd name="connsiteX97" fmla="*/ 1012958 w 8037833"/>
              <a:gd name="connsiteY97" fmla="*/ 3779206 h 3784177"/>
              <a:gd name="connsiteX98" fmla="*/ 907906 w 8037833"/>
              <a:gd name="connsiteY98" fmla="*/ 3757678 h 3784177"/>
              <a:gd name="connsiteX99" fmla="*/ 825226 w 8037833"/>
              <a:gd name="connsiteY99" fmla="*/ 3726369 h 3784177"/>
              <a:gd name="connsiteX100" fmla="*/ 722264 w 8037833"/>
              <a:gd name="connsiteY100" fmla="*/ 3747612 h 3784177"/>
              <a:gd name="connsiteX101" fmla="*/ 659460 w 8037833"/>
              <a:gd name="connsiteY101" fmla="*/ 3740429 h 3784177"/>
              <a:gd name="connsiteX102" fmla="*/ 556552 w 8037833"/>
              <a:gd name="connsiteY102" fmla="*/ 3739124 h 3784177"/>
              <a:gd name="connsiteX103" fmla="*/ 445444 w 8037833"/>
              <a:gd name="connsiteY103" fmla="*/ 3764831 h 3784177"/>
              <a:gd name="connsiteX104" fmla="*/ 393295 w 8037833"/>
              <a:gd name="connsiteY104" fmla="*/ 3753097 h 3784177"/>
              <a:gd name="connsiteX105" fmla="*/ 339711 w 8037833"/>
              <a:gd name="connsiteY105" fmla="*/ 3718242 h 3784177"/>
              <a:gd name="connsiteX106" fmla="*/ 222239 w 8037833"/>
              <a:gd name="connsiteY106" fmla="*/ 3672335 h 3784177"/>
              <a:gd name="connsiteX107" fmla="*/ 163578 w 8037833"/>
              <a:gd name="connsiteY107" fmla="*/ 3656292 h 3784177"/>
              <a:gd name="connsiteX108" fmla="*/ 72220 w 8037833"/>
              <a:gd name="connsiteY108" fmla="*/ 3645272 h 3784177"/>
              <a:gd name="connsiteX109" fmla="*/ 44395 w 8037833"/>
              <a:gd name="connsiteY109" fmla="*/ 3639455 h 3784177"/>
              <a:gd name="connsiteX110" fmla="*/ 1962 w 8037833"/>
              <a:gd name="connsiteY110" fmla="*/ 3635948 h 3784177"/>
              <a:gd name="connsiteX111" fmla="*/ 0 w 8037833"/>
              <a:gd name="connsiteY111" fmla="*/ 3635261 h 3784177"/>
              <a:gd name="connsiteX112" fmla="*/ 0 w 8037833"/>
              <a:gd name="connsiteY112"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217733 w 8037833"/>
              <a:gd name="connsiteY31" fmla="*/ 3500463 h 3784177"/>
              <a:gd name="connsiteX32" fmla="*/ 5167992 w 8037833"/>
              <a:gd name="connsiteY32" fmla="*/ 3504085 h 3784177"/>
              <a:gd name="connsiteX33" fmla="*/ 4987020 w 8037833"/>
              <a:gd name="connsiteY33" fmla="*/ 3461263 h 3784177"/>
              <a:gd name="connsiteX34" fmla="*/ 4890003 w 8037833"/>
              <a:gd name="connsiteY34" fmla="*/ 3469874 h 3784177"/>
              <a:gd name="connsiteX35" fmla="*/ 4856654 w 8037833"/>
              <a:gd name="connsiteY35" fmla="*/ 3481880 h 3784177"/>
              <a:gd name="connsiteX36" fmla="*/ 4800711 w 8037833"/>
              <a:gd name="connsiteY36" fmla="*/ 3501441 h 3784177"/>
              <a:gd name="connsiteX37" fmla="*/ 4761569 w 8037833"/>
              <a:gd name="connsiteY37" fmla="*/ 3538103 h 3784177"/>
              <a:gd name="connsiteX38" fmla="*/ 4713734 w 8037833"/>
              <a:gd name="connsiteY38" fmla="*/ 3545724 h 3784177"/>
              <a:gd name="connsiteX39" fmla="*/ 4649120 w 8037833"/>
              <a:gd name="connsiteY39" fmla="*/ 3536392 h 3784177"/>
              <a:gd name="connsiteX40" fmla="*/ 4573578 w 8037833"/>
              <a:gd name="connsiteY40" fmla="*/ 3565923 h 3784177"/>
              <a:gd name="connsiteX41" fmla="*/ 4529117 w 8037833"/>
              <a:gd name="connsiteY41" fmla="*/ 3575592 h 3784177"/>
              <a:gd name="connsiteX42" fmla="*/ 4408641 w 8037833"/>
              <a:gd name="connsiteY42" fmla="*/ 3610000 h 3784177"/>
              <a:gd name="connsiteX43" fmla="*/ 4356402 w 8037833"/>
              <a:gd name="connsiteY43" fmla="*/ 3642792 h 3784177"/>
              <a:gd name="connsiteX44" fmla="*/ 4270245 w 8037833"/>
              <a:gd name="connsiteY44" fmla="*/ 3665789 h 3784177"/>
              <a:gd name="connsiteX45" fmla="*/ 4208725 w 8037833"/>
              <a:gd name="connsiteY45" fmla="*/ 3704841 h 3784177"/>
              <a:gd name="connsiteX46" fmla="*/ 4201632 w 8037833"/>
              <a:gd name="connsiteY46" fmla="*/ 3702602 h 3784177"/>
              <a:gd name="connsiteX47" fmla="*/ 4191289 w 8037833"/>
              <a:gd name="connsiteY47" fmla="*/ 3702380 h 3784177"/>
              <a:gd name="connsiteX48" fmla="*/ 4191039 w 8037833"/>
              <a:gd name="connsiteY48" fmla="*/ 3702831 h 3784177"/>
              <a:gd name="connsiteX49" fmla="*/ 4181340 w 8037833"/>
              <a:gd name="connsiteY49" fmla="*/ 3701729 h 3784177"/>
              <a:gd name="connsiteX50" fmla="*/ 4133816 w 8037833"/>
              <a:gd name="connsiteY50" fmla="*/ 3690565 h 3784177"/>
              <a:gd name="connsiteX51" fmla="*/ 4071732 w 8037833"/>
              <a:gd name="connsiteY51" fmla="*/ 3732513 h 3784177"/>
              <a:gd name="connsiteX52" fmla="*/ 4045924 w 8037833"/>
              <a:gd name="connsiteY52" fmla="*/ 3739404 h 3784177"/>
              <a:gd name="connsiteX53" fmla="*/ 4032171 w 8037833"/>
              <a:gd name="connsiteY53" fmla="*/ 3745523 h 3784177"/>
              <a:gd name="connsiteX54" fmla="*/ 4031335 w 8037833"/>
              <a:gd name="connsiteY54" fmla="*/ 3747479 h 3784177"/>
              <a:gd name="connsiteX55" fmla="*/ 3985774 w 8037833"/>
              <a:gd name="connsiteY55" fmla="*/ 3736547 h 3784177"/>
              <a:gd name="connsiteX56" fmla="*/ 3979769 w 8037833"/>
              <a:gd name="connsiteY56" fmla="*/ 3738769 h 3784177"/>
              <a:gd name="connsiteX57" fmla="*/ 3950014 w 8037833"/>
              <a:gd name="connsiteY57" fmla="*/ 3726942 h 3784177"/>
              <a:gd name="connsiteX58" fmla="*/ 3934671 w 8037833"/>
              <a:gd name="connsiteY58" fmla="*/ 3723339 h 3784177"/>
              <a:gd name="connsiteX59" fmla="*/ 3930274 w 8037833"/>
              <a:gd name="connsiteY59" fmla="*/ 3717148 h 3784177"/>
              <a:gd name="connsiteX60" fmla="*/ 3907660 w 8037833"/>
              <a:gd name="connsiteY60" fmla="*/ 3714456 h 3784177"/>
              <a:gd name="connsiteX61" fmla="*/ 3905087 w 8037833"/>
              <a:gd name="connsiteY61" fmla="*/ 3716098 h 3784177"/>
              <a:gd name="connsiteX62" fmla="*/ 3886347 w 8037833"/>
              <a:gd name="connsiteY62" fmla="*/ 3706620 h 3784177"/>
              <a:gd name="connsiteX63" fmla="*/ 3870533 w 8037833"/>
              <a:gd name="connsiteY63" fmla="*/ 3689905 h 3784177"/>
              <a:gd name="connsiteX64" fmla="*/ 3678563 w 8037833"/>
              <a:gd name="connsiteY64" fmla="*/ 3694486 h 3784177"/>
              <a:gd name="connsiteX65" fmla="*/ 3524121 w 8037833"/>
              <a:gd name="connsiteY65" fmla="*/ 3642736 h 3784177"/>
              <a:gd name="connsiteX66" fmla="*/ 3373519 w 8037833"/>
              <a:gd name="connsiteY66" fmla="*/ 3665785 h 3784177"/>
              <a:gd name="connsiteX67" fmla="*/ 3114267 w 8037833"/>
              <a:gd name="connsiteY67" fmla="*/ 3638983 h 3784177"/>
              <a:gd name="connsiteX68" fmla="*/ 2989722 w 8037833"/>
              <a:gd name="connsiteY68" fmla="*/ 3623230 h 3784177"/>
              <a:gd name="connsiteX69" fmla="*/ 2965734 w 8037833"/>
              <a:gd name="connsiteY69" fmla="*/ 3635676 h 3784177"/>
              <a:gd name="connsiteX70" fmla="*/ 2961603 w 8037833"/>
              <a:gd name="connsiteY70" fmla="*/ 3638221 h 3784177"/>
              <a:gd name="connsiteX71" fmla="*/ 2944959 w 8037833"/>
              <a:gd name="connsiteY71" fmla="*/ 3639723 h 3784177"/>
              <a:gd name="connsiteX72" fmla="*/ 2940402 w 8037833"/>
              <a:gd name="connsiteY72" fmla="*/ 3651000 h 3784177"/>
              <a:gd name="connsiteX73" fmla="*/ 2915449 w 8037833"/>
              <a:gd name="connsiteY73" fmla="*/ 3661039 h 3784177"/>
              <a:gd name="connsiteX74" fmla="*/ 2884777 w 8037833"/>
              <a:gd name="connsiteY74" fmla="*/ 3660775 h 3784177"/>
              <a:gd name="connsiteX75" fmla="*/ 2739034 w 8037833"/>
              <a:gd name="connsiteY75" fmla="*/ 3647396 h 3784177"/>
              <a:gd name="connsiteX76" fmla="*/ 2651827 w 8037833"/>
              <a:gd name="connsiteY76" fmla="*/ 3646306 h 3784177"/>
              <a:gd name="connsiteX77" fmla="*/ 2618680 w 8037833"/>
              <a:gd name="connsiteY77" fmla="*/ 3656755 h 3784177"/>
              <a:gd name="connsiteX78" fmla="*/ 2572404 w 8037833"/>
              <a:gd name="connsiteY78" fmla="*/ 3664043 h 3784177"/>
              <a:gd name="connsiteX79" fmla="*/ 2423704 w 8037833"/>
              <a:gd name="connsiteY79" fmla="*/ 3658079 h 3784177"/>
              <a:gd name="connsiteX80" fmla="*/ 2301172 w 8037833"/>
              <a:gd name="connsiteY80" fmla="*/ 3663053 h 3784177"/>
              <a:gd name="connsiteX81" fmla="*/ 2294102 w 8037833"/>
              <a:gd name="connsiteY81" fmla="*/ 3671151 h 3784177"/>
              <a:gd name="connsiteX82" fmla="*/ 2238966 w 8037833"/>
              <a:gd name="connsiteY82" fmla="*/ 3668777 h 3784177"/>
              <a:gd name="connsiteX83" fmla="*/ 2082844 w 8037833"/>
              <a:gd name="connsiteY83" fmla="*/ 3631994 h 3784177"/>
              <a:gd name="connsiteX84" fmla="*/ 1938480 w 8037833"/>
              <a:gd name="connsiteY84" fmla="*/ 3601439 h 3784177"/>
              <a:gd name="connsiteX85" fmla="*/ 1900166 w 8037833"/>
              <a:gd name="connsiteY85" fmla="*/ 3609358 h 3784177"/>
              <a:gd name="connsiteX86" fmla="*/ 1787830 w 8037833"/>
              <a:gd name="connsiteY86" fmla="*/ 3633173 h 3784177"/>
              <a:gd name="connsiteX87" fmla="*/ 1734224 w 8037833"/>
              <a:gd name="connsiteY87" fmla="*/ 3655593 h 3784177"/>
              <a:gd name="connsiteX88" fmla="*/ 1664576 w 8037833"/>
              <a:gd name="connsiteY88" fmla="*/ 3638572 h 3784177"/>
              <a:gd name="connsiteX89" fmla="*/ 1577459 w 8037833"/>
              <a:gd name="connsiteY89" fmla="*/ 3658824 h 3784177"/>
              <a:gd name="connsiteX90" fmla="*/ 1527269 w 8037833"/>
              <a:gd name="connsiteY90" fmla="*/ 3663088 h 3784177"/>
              <a:gd name="connsiteX91" fmla="*/ 1390118 w 8037833"/>
              <a:gd name="connsiteY91" fmla="*/ 3682789 h 3784177"/>
              <a:gd name="connsiteX92" fmla="*/ 1252698 w 8037833"/>
              <a:gd name="connsiteY92" fmla="*/ 3708662 h 3784177"/>
              <a:gd name="connsiteX93" fmla="*/ 1171039 w 8037833"/>
              <a:gd name="connsiteY93" fmla="*/ 3758642 h 3784177"/>
              <a:gd name="connsiteX94" fmla="*/ 1058106 w 8037833"/>
              <a:gd name="connsiteY94" fmla="*/ 3776166 h 3784177"/>
              <a:gd name="connsiteX95" fmla="*/ 1039167 w 8037833"/>
              <a:gd name="connsiteY95" fmla="*/ 3784177 h 3784177"/>
              <a:gd name="connsiteX96" fmla="*/ 1012958 w 8037833"/>
              <a:gd name="connsiteY96" fmla="*/ 3779206 h 3784177"/>
              <a:gd name="connsiteX97" fmla="*/ 907906 w 8037833"/>
              <a:gd name="connsiteY97" fmla="*/ 3757678 h 3784177"/>
              <a:gd name="connsiteX98" fmla="*/ 825226 w 8037833"/>
              <a:gd name="connsiteY98" fmla="*/ 3726369 h 3784177"/>
              <a:gd name="connsiteX99" fmla="*/ 722264 w 8037833"/>
              <a:gd name="connsiteY99" fmla="*/ 3747612 h 3784177"/>
              <a:gd name="connsiteX100" fmla="*/ 659460 w 8037833"/>
              <a:gd name="connsiteY100" fmla="*/ 3740429 h 3784177"/>
              <a:gd name="connsiteX101" fmla="*/ 556552 w 8037833"/>
              <a:gd name="connsiteY101" fmla="*/ 3739124 h 3784177"/>
              <a:gd name="connsiteX102" fmla="*/ 445444 w 8037833"/>
              <a:gd name="connsiteY102" fmla="*/ 3764831 h 3784177"/>
              <a:gd name="connsiteX103" fmla="*/ 393295 w 8037833"/>
              <a:gd name="connsiteY103" fmla="*/ 3753097 h 3784177"/>
              <a:gd name="connsiteX104" fmla="*/ 339711 w 8037833"/>
              <a:gd name="connsiteY104" fmla="*/ 3718242 h 3784177"/>
              <a:gd name="connsiteX105" fmla="*/ 222239 w 8037833"/>
              <a:gd name="connsiteY105" fmla="*/ 3672335 h 3784177"/>
              <a:gd name="connsiteX106" fmla="*/ 163578 w 8037833"/>
              <a:gd name="connsiteY106" fmla="*/ 3656292 h 3784177"/>
              <a:gd name="connsiteX107" fmla="*/ 72220 w 8037833"/>
              <a:gd name="connsiteY107" fmla="*/ 3645272 h 3784177"/>
              <a:gd name="connsiteX108" fmla="*/ 44395 w 8037833"/>
              <a:gd name="connsiteY108" fmla="*/ 3639455 h 3784177"/>
              <a:gd name="connsiteX109" fmla="*/ 1962 w 8037833"/>
              <a:gd name="connsiteY109" fmla="*/ 3635948 h 3784177"/>
              <a:gd name="connsiteX110" fmla="*/ 0 w 8037833"/>
              <a:gd name="connsiteY110" fmla="*/ 3635261 h 3784177"/>
              <a:gd name="connsiteX111" fmla="*/ 0 w 8037833"/>
              <a:gd name="connsiteY111"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217733 w 8037833"/>
              <a:gd name="connsiteY31" fmla="*/ 3500463 h 3784177"/>
              <a:gd name="connsiteX32" fmla="*/ 5167992 w 8037833"/>
              <a:gd name="connsiteY32" fmla="*/ 3504085 h 3784177"/>
              <a:gd name="connsiteX33" fmla="*/ 4987020 w 8037833"/>
              <a:gd name="connsiteY33" fmla="*/ 3461263 h 3784177"/>
              <a:gd name="connsiteX34" fmla="*/ 4890003 w 8037833"/>
              <a:gd name="connsiteY34" fmla="*/ 3469874 h 3784177"/>
              <a:gd name="connsiteX35" fmla="*/ 4856654 w 8037833"/>
              <a:gd name="connsiteY35" fmla="*/ 3481880 h 3784177"/>
              <a:gd name="connsiteX36" fmla="*/ 4800711 w 8037833"/>
              <a:gd name="connsiteY36" fmla="*/ 3501441 h 3784177"/>
              <a:gd name="connsiteX37" fmla="*/ 4761569 w 8037833"/>
              <a:gd name="connsiteY37" fmla="*/ 3538103 h 3784177"/>
              <a:gd name="connsiteX38" fmla="*/ 4713734 w 8037833"/>
              <a:gd name="connsiteY38" fmla="*/ 3545724 h 3784177"/>
              <a:gd name="connsiteX39" fmla="*/ 4649120 w 8037833"/>
              <a:gd name="connsiteY39" fmla="*/ 3536392 h 3784177"/>
              <a:gd name="connsiteX40" fmla="*/ 4573578 w 8037833"/>
              <a:gd name="connsiteY40" fmla="*/ 3565923 h 3784177"/>
              <a:gd name="connsiteX41" fmla="*/ 4529117 w 8037833"/>
              <a:gd name="connsiteY41" fmla="*/ 3575592 h 3784177"/>
              <a:gd name="connsiteX42" fmla="*/ 4408641 w 8037833"/>
              <a:gd name="connsiteY42" fmla="*/ 3610000 h 3784177"/>
              <a:gd name="connsiteX43" fmla="*/ 4356402 w 8037833"/>
              <a:gd name="connsiteY43" fmla="*/ 3642792 h 3784177"/>
              <a:gd name="connsiteX44" fmla="*/ 4270245 w 8037833"/>
              <a:gd name="connsiteY44" fmla="*/ 3665789 h 3784177"/>
              <a:gd name="connsiteX45" fmla="*/ 4208725 w 8037833"/>
              <a:gd name="connsiteY45" fmla="*/ 3704841 h 3784177"/>
              <a:gd name="connsiteX46" fmla="*/ 4201632 w 8037833"/>
              <a:gd name="connsiteY46" fmla="*/ 3702602 h 3784177"/>
              <a:gd name="connsiteX47" fmla="*/ 4191289 w 8037833"/>
              <a:gd name="connsiteY47" fmla="*/ 3702380 h 3784177"/>
              <a:gd name="connsiteX48" fmla="*/ 4191039 w 8037833"/>
              <a:gd name="connsiteY48" fmla="*/ 3702831 h 3784177"/>
              <a:gd name="connsiteX49" fmla="*/ 4181340 w 8037833"/>
              <a:gd name="connsiteY49" fmla="*/ 3701729 h 3784177"/>
              <a:gd name="connsiteX50" fmla="*/ 4133816 w 8037833"/>
              <a:gd name="connsiteY50" fmla="*/ 3690565 h 3784177"/>
              <a:gd name="connsiteX51" fmla="*/ 4071732 w 8037833"/>
              <a:gd name="connsiteY51" fmla="*/ 3732513 h 3784177"/>
              <a:gd name="connsiteX52" fmla="*/ 4045924 w 8037833"/>
              <a:gd name="connsiteY52" fmla="*/ 3739404 h 3784177"/>
              <a:gd name="connsiteX53" fmla="*/ 4032171 w 8037833"/>
              <a:gd name="connsiteY53" fmla="*/ 3745523 h 3784177"/>
              <a:gd name="connsiteX54" fmla="*/ 4031335 w 8037833"/>
              <a:gd name="connsiteY54" fmla="*/ 3747479 h 3784177"/>
              <a:gd name="connsiteX55" fmla="*/ 3985774 w 8037833"/>
              <a:gd name="connsiteY55" fmla="*/ 3736547 h 3784177"/>
              <a:gd name="connsiteX56" fmla="*/ 3979769 w 8037833"/>
              <a:gd name="connsiteY56" fmla="*/ 3738769 h 3784177"/>
              <a:gd name="connsiteX57" fmla="*/ 3950014 w 8037833"/>
              <a:gd name="connsiteY57" fmla="*/ 3726942 h 3784177"/>
              <a:gd name="connsiteX58" fmla="*/ 3934671 w 8037833"/>
              <a:gd name="connsiteY58" fmla="*/ 3723339 h 3784177"/>
              <a:gd name="connsiteX59" fmla="*/ 3930274 w 8037833"/>
              <a:gd name="connsiteY59" fmla="*/ 3717148 h 3784177"/>
              <a:gd name="connsiteX60" fmla="*/ 3907660 w 8037833"/>
              <a:gd name="connsiteY60" fmla="*/ 3714456 h 3784177"/>
              <a:gd name="connsiteX61" fmla="*/ 3905087 w 8037833"/>
              <a:gd name="connsiteY61" fmla="*/ 3716098 h 3784177"/>
              <a:gd name="connsiteX62" fmla="*/ 3886347 w 8037833"/>
              <a:gd name="connsiteY62" fmla="*/ 3706620 h 3784177"/>
              <a:gd name="connsiteX63" fmla="*/ 3870533 w 8037833"/>
              <a:gd name="connsiteY63" fmla="*/ 3689905 h 3784177"/>
              <a:gd name="connsiteX64" fmla="*/ 3678563 w 8037833"/>
              <a:gd name="connsiteY64" fmla="*/ 3694486 h 3784177"/>
              <a:gd name="connsiteX65" fmla="*/ 3524121 w 8037833"/>
              <a:gd name="connsiteY65" fmla="*/ 3642736 h 3784177"/>
              <a:gd name="connsiteX66" fmla="*/ 3373519 w 8037833"/>
              <a:gd name="connsiteY66" fmla="*/ 3665785 h 3784177"/>
              <a:gd name="connsiteX67" fmla="*/ 3114267 w 8037833"/>
              <a:gd name="connsiteY67" fmla="*/ 3638983 h 3784177"/>
              <a:gd name="connsiteX68" fmla="*/ 2989722 w 8037833"/>
              <a:gd name="connsiteY68" fmla="*/ 3623230 h 3784177"/>
              <a:gd name="connsiteX69" fmla="*/ 2965734 w 8037833"/>
              <a:gd name="connsiteY69" fmla="*/ 3635676 h 3784177"/>
              <a:gd name="connsiteX70" fmla="*/ 2961603 w 8037833"/>
              <a:gd name="connsiteY70" fmla="*/ 3638221 h 3784177"/>
              <a:gd name="connsiteX71" fmla="*/ 2944959 w 8037833"/>
              <a:gd name="connsiteY71" fmla="*/ 3639723 h 3784177"/>
              <a:gd name="connsiteX72" fmla="*/ 2940402 w 8037833"/>
              <a:gd name="connsiteY72" fmla="*/ 3651000 h 3784177"/>
              <a:gd name="connsiteX73" fmla="*/ 2915449 w 8037833"/>
              <a:gd name="connsiteY73" fmla="*/ 3661039 h 3784177"/>
              <a:gd name="connsiteX74" fmla="*/ 2884777 w 8037833"/>
              <a:gd name="connsiteY74" fmla="*/ 3660775 h 3784177"/>
              <a:gd name="connsiteX75" fmla="*/ 2739034 w 8037833"/>
              <a:gd name="connsiteY75" fmla="*/ 3647396 h 3784177"/>
              <a:gd name="connsiteX76" fmla="*/ 2651827 w 8037833"/>
              <a:gd name="connsiteY76" fmla="*/ 3646306 h 3784177"/>
              <a:gd name="connsiteX77" fmla="*/ 2618680 w 8037833"/>
              <a:gd name="connsiteY77" fmla="*/ 3656755 h 3784177"/>
              <a:gd name="connsiteX78" fmla="*/ 2572404 w 8037833"/>
              <a:gd name="connsiteY78" fmla="*/ 3664043 h 3784177"/>
              <a:gd name="connsiteX79" fmla="*/ 2423704 w 8037833"/>
              <a:gd name="connsiteY79" fmla="*/ 3658079 h 3784177"/>
              <a:gd name="connsiteX80" fmla="*/ 2301172 w 8037833"/>
              <a:gd name="connsiteY80" fmla="*/ 3663053 h 3784177"/>
              <a:gd name="connsiteX81" fmla="*/ 2238966 w 8037833"/>
              <a:gd name="connsiteY81" fmla="*/ 3668777 h 3784177"/>
              <a:gd name="connsiteX82" fmla="*/ 2082844 w 8037833"/>
              <a:gd name="connsiteY82" fmla="*/ 3631994 h 3784177"/>
              <a:gd name="connsiteX83" fmla="*/ 1938480 w 8037833"/>
              <a:gd name="connsiteY83" fmla="*/ 3601439 h 3784177"/>
              <a:gd name="connsiteX84" fmla="*/ 1900166 w 8037833"/>
              <a:gd name="connsiteY84" fmla="*/ 3609358 h 3784177"/>
              <a:gd name="connsiteX85" fmla="*/ 1787830 w 8037833"/>
              <a:gd name="connsiteY85" fmla="*/ 3633173 h 3784177"/>
              <a:gd name="connsiteX86" fmla="*/ 1734224 w 8037833"/>
              <a:gd name="connsiteY86" fmla="*/ 3655593 h 3784177"/>
              <a:gd name="connsiteX87" fmla="*/ 1664576 w 8037833"/>
              <a:gd name="connsiteY87" fmla="*/ 3638572 h 3784177"/>
              <a:gd name="connsiteX88" fmla="*/ 1577459 w 8037833"/>
              <a:gd name="connsiteY88" fmla="*/ 3658824 h 3784177"/>
              <a:gd name="connsiteX89" fmla="*/ 1527269 w 8037833"/>
              <a:gd name="connsiteY89" fmla="*/ 3663088 h 3784177"/>
              <a:gd name="connsiteX90" fmla="*/ 1390118 w 8037833"/>
              <a:gd name="connsiteY90" fmla="*/ 3682789 h 3784177"/>
              <a:gd name="connsiteX91" fmla="*/ 1252698 w 8037833"/>
              <a:gd name="connsiteY91" fmla="*/ 3708662 h 3784177"/>
              <a:gd name="connsiteX92" fmla="*/ 1171039 w 8037833"/>
              <a:gd name="connsiteY92" fmla="*/ 3758642 h 3784177"/>
              <a:gd name="connsiteX93" fmla="*/ 1058106 w 8037833"/>
              <a:gd name="connsiteY93" fmla="*/ 3776166 h 3784177"/>
              <a:gd name="connsiteX94" fmla="*/ 1039167 w 8037833"/>
              <a:gd name="connsiteY94" fmla="*/ 3784177 h 3784177"/>
              <a:gd name="connsiteX95" fmla="*/ 1012958 w 8037833"/>
              <a:gd name="connsiteY95" fmla="*/ 3779206 h 3784177"/>
              <a:gd name="connsiteX96" fmla="*/ 907906 w 8037833"/>
              <a:gd name="connsiteY96" fmla="*/ 3757678 h 3784177"/>
              <a:gd name="connsiteX97" fmla="*/ 825226 w 8037833"/>
              <a:gd name="connsiteY97" fmla="*/ 3726369 h 3784177"/>
              <a:gd name="connsiteX98" fmla="*/ 722264 w 8037833"/>
              <a:gd name="connsiteY98" fmla="*/ 3747612 h 3784177"/>
              <a:gd name="connsiteX99" fmla="*/ 659460 w 8037833"/>
              <a:gd name="connsiteY99" fmla="*/ 3740429 h 3784177"/>
              <a:gd name="connsiteX100" fmla="*/ 556552 w 8037833"/>
              <a:gd name="connsiteY100" fmla="*/ 3739124 h 3784177"/>
              <a:gd name="connsiteX101" fmla="*/ 445444 w 8037833"/>
              <a:gd name="connsiteY101" fmla="*/ 3764831 h 3784177"/>
              <a:gd name="connsiteX102" fmla="*/ 393295 w 8037833"/>
              <a:gd name="connsiteY102" fmla="*/ 3753097 h 3784177"/>
              <a:gd name="connsiteX103" fmla="*/ 339711 w 8037833"/>
              <a:gd name="connsiteY103" fmla="*/ 3718242 h 3784177"/>
              <a:gd name="connsiteX104" fmla="*/ 222239 w 8037833"/>
              <a:gd name="connsiteY104" fmla="*/ 3672335 h 3784177"/>
              <a:gd name="connsiteX105" fmla="*/ 163578 w 8037833"/>
              <a:gd name="connsiteY105" fmla="*/ 3656292 h 3784177"/>
              <a:gd name="connsiteX106" fmla="*/ 72220 w 8037833"/>
              <a:gd name="connsiteY106" fmla="*/ 3645272 h 3784177"/>
              <a:gd name="connsiteX107" fmla="*/ 44395 w 8037833"/>
              <a:gd name="connsiteY107" fmla="*/ 3639455 h 3784177"/>
              <a:gd name="connsiteX108" fmla="*/ 1962 w 8037833"/>
              <a:gd name="connsiteY108" fmla="*/ 3635948 h 3784177"/>
              <a:gd name="connsiteX109" fmla="*/ 0 w 8037833"/>
              <a:gd name="connsiteY109" fmla="*/ 3635261 h 3784177"/>
              <a:gd name="connsiteX110" fmla="*/ 0 w 8037833"/>
              <a:gd name="connsiteY110"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217733 w 8037833"/>
              <a:gd name="connsiteY31" fmla="*/ 3500463 h 3784177"/>
              <a:gd name="connsiteX32" fmla="*/ 5167992 w 8037833"/>
              <a:gd name="connsiteY32" fmla="*/ 3504085 h 3784177"/>
              <a:gd name="connsiteX33" fmla="*/ 4987020 w 8037833"/>
              <a:gd name="connsiteY33" fmla="*/ 3461263 h 3784177"/>
              <a:gd name="connsiteX34" fmla="*/ 4890003 w 8037833"/>
              <a:gd name="connsiteY34" fmla="*/ 3469874 h 3784177"/>
              <a:gd name="connsiteX35" fmla="*/ 4856654 w 8037833"/>
              <a:gd name="connsiteY35" fmla="*/ 3481880 h 3784177"/>
              <a:gd name="connsiteX36" fmla="*/ 4800711 w 8037833"/>
              <a:gd name="connsiteY36" fmla="*/ 3501441 h 3784177"/>
              <a:gd name="connsiteX37" fmla="*/ 4761569 w 8037833"/>
              <a:gd name="connsiteY37" fmla="*/ 3538103 h 3784177"/>
              <a:gd name="connsiteX38" fmla="*/ 4713734 w 8037833"/>
              <a:gd name="connsiteY38" fmla="*/ 3545724 h 3784177"/>
              <a:gd name="connsiteX39" fmla="*/ 4649120 w 8037833"/>
              <a:gd name="connsiteY39" fmla="*/ 3536392 h 3784177"/>
              <a:gd name="connsiteX40" fmla="*/ 4573578 w 8037833"/>
              <a:gd name="connsiteY40" fmla="*/ 3565923 h 3784177"/>
              <a:gd name="connsiteX41" fmla="*/ 4529117 w 8037833"/>
              <a:gd name="connsiteY41" fmla="*/ 3575592 h 3784177"/>
              <a:gd name="connsiteX42" fmla="*/ 4408641 w 8037833"/>
              <a:gd name="connsiteY42" fmla="*/ 3610000 h 3784177"/>
              <a:gd name="connsiteX43" fmla="*/ 4356402 w 8037833"/>
              <a:gd name="connsiteY43" fmla="*/ 3642792 h 3784177"/>
              <a:gd name="connsiteX44" fmla="*/ 4270245 w 8037833"/>
              <a:gd name="connsiteY44" fmla="*/ 3665789 h 3784177"/>
              <a:gd name="connsiteX45" fmla="*/ 4208725 w 8037833"/>
              <a:gd name="connsiteY45" fmla="*/ 3704841 h 3784177"/>
              <a:gd name="connsiteX46" fmla="*/ 4201632 w 8037833"/>
              <a:gd name="connsiteY46" fmla="*/ 3702602 h 3784177"/>
              <a:gd name="connsiteX47" fmla="*/ 4191289 w 8037833"/>
              <a:gd name="connsiteY47" fmla="*/ 3702380 h 3784177"/>
              <a:gd name="connsiteX48" fmla="*/ 4191039 w 8037833"/>
              <a:gd name="connsiteY48" fmla="*/ 3702831 h 3784177"/>
              <a:gd name="connsiteX49" fmla="*/ 4181340 w 8037833"/>
              <a:gd name="connsiteY49" fmla="*/ 3701729 h 3784177"/>
              <a:gd name="connsiteX50" fmla="*/ 4133816 w 8037833"/>
              <a:gd name="connsiteY50" fmla="*/ 3690565 h 3784177"/>
              <a:gd name="connsiteX51" fmla="*/ 4071732 w 8037833"/>
              <a:gd name="connsiteY51" fmla="*/ 3732513 h 3784177"/>
              <a:gd name="connsiteX52" fmla="*/ 4045924 w 8037833"/>
              <a:gd name="connsiteY52" fmla="*/ 3739404 h 3784177"/>
              <a:gd name="connsiteX53" fmla="*/ 4032171 w 8037833"/>
              <a:gd name="connsiteY53" fmla="*/ 3745523 h 3784177"/>
              <a:gd name="connsiteX54" fmla="*/ 4031335 w 8037833"/>
              <a:gd name="connsiteY54" fmla="*/ 3747479 h 3784177"/>
              <a:gd name="connsiteX55" fmla="*/ 3985774 w 8037833"/>
              <a:gd name="connsiteY55" fmla="*/ 3736547 h 3784177"/>
              <a:gd name="connsiteX56" fmla="*/ 3979769 w 8037833"/>
              <a:gd name="connsiteY56" fmla="*/ 3738769 h 3784177"/>
              <a:gd name="connsiteX57" fmla="*/ 3950014 w 8037833"/>
              <a:gd name="connsiteY57" fmla="*/ 3726942 h 3784177"/>
              <a:gd name="connsiteX58" fmla="*/ 3934671 w 8037833"/>
              <a:gd name="connsiteY58" fmla="*/ 3723339 h 3784177"/>
              <a:gd name="connsiteX59" fmla="*/ 3930274 w 8037833"/>
              <a:gd name="connsiteY59" fmla="*/ 3717148 h 3784177"/>
              <a:gd name="connsiteX60" fmla="*/ 3907660 w 8037833"/>
              <a:gd name="connsiteY60" fmla="*/ 3714456 h 3784177"/>
              <a:gd name="connsiteX61" fmla="*/ 3905087 w 8037833"/>
              <a:gd name="connsiteY61" fmla="*/ 3716098 h 3784177"/>
              <a:gd name="connsiteX62" fmla="*/ 3886347 w 8037833"/>
              <a:gd name="connsiteY62" fmla="*/ 3706620 h 3784177"/>
              <a:gd name="connsiteX63" fmla="*/ 3870533 w 8037833"/>
              <a:gd name="connsiteY63" fmla="*/ 3689905 h 3784177"/>
              <a:gd name="connsiteX64" fmla="*/ 3678563 w 8037833"/>
              <a:gd name="connsiteY64" fmla="*/ 3694486 h 3784177"/>
              <a:gd name="connsiteX65" fmla="*/ 3524121 w 8037833"/>
              <a:gd name="connsiteY65" fmla="*/ 3642736 h 3784177"/>
              <a:gd name="connsiteX66" fmla="*/ 3373519 w 8037833"/>
              <a:gd name="connsiteY66" fmla="*/ 3665785 h 3784177"/>
              <a:gd name="connsiteX67" fmla="*/ 3114267 w 8037833"/>
              <a:gd name="connsiteY67" fmla="*/ 3638983 h 3784177"/>
              <a:gd name="connsiteX68" fmla="*/ 2989722 w 8037833"/>
              <a:gd name="connsiteY68" fmla="*/ 3623230 h 3784177"/>
              <a:gd name="connsiteX69" fmla="*/ 2965734 w 8037833"/>
              <a:gd name="connsiteY69" fmla="*/ 3635676 h 3784177"/>
              <a:gd name="connsiteX70" fmla="*/ 2961603 w 8037833"/>
              <a:gd name="connsiteY70" fmla="*/ 3638221 h 3784177"/>
              <a:gd name="connsiteX71" fmla="*/ 2944959 w 8037833"/>
              <a:gd name="connsiteY71" fmla="*/ 3639723 h 3784177"/>
              <a:gd name="connsiteX72" fmla="*/ 2940402 w 8037833"/>
              <a:gd name="connsiteY72" fmla="*/ 3651000 h 3784177"/>
              <a:gd name="connsiteX73" fmla="*/ 2915449 w 8037833"/>
              <a:gd name="connsiteY73" fmla="*/ 3661039 h 3784177"/>
              <a:gd name="connsiteX74" fmla="*/ 2884777 w 8037833"/>
              <a:gd name="connsiteY74" fmla="*/ 3660775 h 3784177"/>
              <a:gd name="connsiteX75" fmla="*/ 2739034 w 8037833"/>
              <a:gd name="connsiteY75" fmla="*/ 3647396 h 3784177"/>
              <a:gd name="connsiteX76" fmla="*/ 2651827 w 8037833"/>
              <a:gd name="connsiteY76" fmla="*/ 3646306 h 3784177"/>
              <a:gd name="connsiteX77" fmla="*/ 2618680 w 8037833"/>
              <a:gd name="connsiteY77" fmla="*/ 3656755 h 3784177"/>
              <a:gd name="connsiteX78" fmla="*/ 2572404 w 8037833"/>
              <a:gd name="connsiteY78" fmla="*/ 3664043 h 3784177"/>
              <a:gd name="connsiteX79" fmla="*/ 2423704 w 8037833"/>
              <a:gd name="connsiteY79" fmla="*/ 3658079 h 3784177"/>
              <a:gd name="connsiteX80" fmla="*/ 2301172 w 8037833"/>
              <a:gd name="connsiteY80" fmla="*/ 3663053 h 3784177"/>
              <a:gd name="connsiteX81" fmla="*/ 2238966 w 8037833"/>
              <a:gd name="connsiteY81" fmla="*/ 3668777 h 3784177"/>
              <a:gd name="connsiteX82" fmla="*/ 2082844 w 8037833"/>
              <a:gd name="connsiteY82" fmla="*/ 3631994 h 3784177"/>
              <a:gd name="connsiteX83" fmla="*/ 1938480 w 8037833"/>
              <a:gd name="connsiteY83" fmla="*/ 3601439 h 3784177"/>
              <a:gd name="connsiteX84" fmla="*/ 1900166 w 8037833"/>
              <a:gd name="connsiteY84" fmla="*/ 3609358 h 3784177"/>
              <a:gd name="connsiteX85" fmla="*/ 1787830 w 8037833"/>
              <a:gd name="connsiteY85" fmla="*/ 3633173 h 3784177"/>
              <a:gd name="connsiteX86" fmla="*/ 1734224 w 8037833"/>
              <a:gd name="connsiteY86" fmla="*/ 3655593 h 3784177"/>
              <a:gd name="connsiteX87" fmla="*/ 1664576 w 8037833"/>
              <a:gd name="connsiteY87" fmla="*/ 3638572 h 3784177"/>
              <a:gd name="connsiteX88" fmla="*/ 1577459 w 8037833"/>
              <a:gd name="connsiteY88" fmla="*/ 3658824 h 3784177"/>
              <a:gd name="connsiteX89" fmla="*/ 1527269 w 8037833"/>
              <a:gd name="connsiteY89" fmla="*/ 3663088 h 3784177"/>
              <a:gd name="connsiteX90" fmla="*/ 1390118 w 8037833"/>
              <a:gd name="connsiteY90" fmla="*/ 3682789 h 3784177"/>
              <a:gd name="connsiteX91" fmla="*/ 1252698 w 8037833"/>
              <a:gd name="connsiteY91" fmla="*/ 3708662 h 3784177"/>
              <a:gd name="connsiteX92" fmla="*/ 1171039 w 8037833"/>
              <a:gd name="connsiteY92" fmla="*/ 3758642 h 3784177"/>
              <a:gd name="connsiteX93" fmla="*/ 1058106 w 8037833"/>
              <a:gd name="connsiteY93" fmla="*/ 3776166 h 3784177"/>
              <a:gd name="connsiteX94" fmla="*/ 1039167 w 8037833"/>
              <a:gd name="connsiteY94" fmla="*/ 3784177 h 3784177"/>
              <a:gd name="connsiteX95" fmla="*/ 1012958 w 8037833"/>
              <a:gd name="connsiteY95" fmla="*/ 3779206 h 3784177"/>
              <a:gd name="connsiteX96" fmla="*/ 907906 w 8037833"/>
              <a:gd name="connsiteY96" fmla="*/ 3757678 h 3784177"/>
              <a:gd name="connsiteX97" fmla="*/ 825226 w 8037833"/>
              <a:gd name="connsiteY97" fmla="*/ 3726369 h 3784177"/>
              <a:gd name="connsiteX98" fmla="*/ 722264 w 8037833"/>
              <a:gd name="connsiteY98" fmla="*/ 3747612 h 3784177"/>
              <a:gd name="connsiteX99" fmla="*/ 659460 w 8037833"/>
              <a:gd name="connsiteY99" fmla="*/ 3740429 h 3784177"/>
              <a:gd name="connsiteX100" fmla="*/ 556552 w 8037833"/>
              <a:gd name="connsiteY100" fmla="*/ 3739124 h 3784177"/>
              <a:gd name="connsiteX101" fmla="*/ 445444 w 8037833"/>
              <a:gd name="connsiteY101" fmla="*/ 3764831 h 3784177"/>
              <a:gd name="connsiteX102" fmla="*/ 393295 w 8037833"/>
              <a:gd name="connsiteY102" fmla="*/ 3753097 h 3784177"/>
              <a:gd name="connsiteX103" fmla="*/ 339711 w 8037833"/>
              <a:gd name="connsiteY103" fmla="*/ 3718242 h 3784177"/>
              <a:gd name="connsiteX104" fmla="*/ 222239 w 8037833"/>
              <a:gd name="connsiteY104" fmla="*/ 3672335 h 3784177"/>
              <a:gd name="connsiteX105" fmla="*/ 163578 w 8037833"/>
              <a:gd name="connsiteY105" fmla="*/ 3656292 h 3784177"/>
              <a:gd name="connsiteX106" fmla="*/ 72220 w 8037833"/>
              <a:gd name="connsiteY106" fmla="*/ 3645272 h 3784177"/>
              <a:gd name="connsiteX107" fmla="*/ 44395 w 8037833"/>
              <a:gd name="connsiteY107" fmla="*/ 3639455 h 3784177"/>
              <a:gd name="connsiteX108" fmla="*/ 1962 w 8037833"/>
              <a:gd name="connsiteY108" fmla="*/ 3635948 h 3784177"/>
              <a:gd name="connsiteX109" fmla="*/ 0 w 8037833"/>
              <a:gd name="connsiteY109" fmla="*/ 3635261 h 3784177"/>
              <a:gd name="connsiteX110" fmla="*/ 0 w 8037833"/>
              <a:gd name="connsiteY110"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217733 w 8037833"/>
              <a:gd name="connsiteY31" fmla="*/ 3500463 h 3784177"/>
              <a:gd name="connsiteX32" fmla="*/ 5167992 w 8037833"/>
              <a:gd name="connsiteY32" fmla="*/ 3504085 h 3784177"/>
              <a:gd name="connsiteX33" fmla="*/ 4987020 w 8037833"/>
              <a:gd name="connsiteY33" fmla="*/ 3461263 h 3784177"/>
              <a:gd name="connsiteX34" fmla="*/ 4890003 w 8037833"/>
              <a:gd name="connsiteY34" fmla="*/ 3469874 h 3784177"/>
              <a:gd name="connsiteX35" fmla="*/ 4856654 w 8037833"/>
              <a:gd name="connsiteY35" fmla="*/ 3481880 h 3784177"/>
              <a:gd name="connsiteX36" fmla="*/ 4800711 w 8037833"/>
              <a:gd name="connsiteY36" fmla="*/ 3501441 h 3784177"/>
              <a:gd name="connsiteX37" fmla="*/ 4761569 w 8037833"/>
              <a:gd name="connsiteY37" fmla="*/ 3538103 h 3784177"/>
              <a:gd name="connsiteX38" fmla="*/ 4713734 w 8037833"/>
              <a:gd name="connsiteY38" fmla="*/ 3545724 h 3784177"/>
              <a:gd name="connsiteX39" fmla="*/ 4649120 w 8037833"/>
              <a:gd name="connsiteY39" fmla="*/ 3536392 h 3784177"/>
              <a:gd name="connsiteX40" fmla="*/ 4573578 w 8037833"/>
              <a:gd name="connsiteY40" fmla="*/ 3565923 h 3784177"/>
              <a:gd name="connsiteX41" fmla="*/ 4529117 w 8037833"/>
              <a:gd name="connsiteY41" fmla="*/ 3575592 h 3784177"/>
              <a:gd name="connsiteX42" fmla="*/ 4408641 w 8037833"/>
              <a:gd name="connsiteY42" fmla="*/ 3610000 h 3784177"/>
              <a:gd name="connsiteX43" fmla="*/ 4356402 w 8037833"/>
              <a:gd name="connsiteY43" fmla="*/ 3642792 h 3784177"/>
              <a:gd name="connsiteX44" fmla="*/ 4270245 w 8037833"/>
              <a:gd name="connsiteY44" fmla="*/ 3665789 h 3784177"/>
              <a:gd name="connsiteX45" fmla="*/ 4208725 w 8037833"/>
              <a:gd name="connsiteY45" fmla="*/ 3704841 h 3784177"/>
              <a:gd name="connsiteX46" fmla="*/ 4201632 w 8037833"/>
              <a:gd name="connsiteY46" fmla="*/ 3702602 h 3784177"/>
              <a:gd name="connsiteX47" fmla="*/ 4191289 w 8037833"/>
              <a:gd name="connsiteY47" fmla="*/ 3702380 h 3784177"/>
              <a:gd name="connsiteX48" fmla="*/ 4191039 w 8037833"/>
              <a:gd name="connsiteY48" fmla="*/ 3702831 h 3784177"/>
              <a:gd name="connsiteX49" fmla="*/ 4181340 w 8037833"/>
              <a:gd name="connsiteY49" fmla="*/ 3701729 h 3784177"/>
              <a:gd name="connsiteX50" fmla="*/ 4133816 w 8037833"/>
              <a:gd name="connsiteY50" fmla="*/ 3690565 h 3784177"/>
              <a:gd name="connsiteX51" fmla="*/ 4071732 w 8037833"/>
              <a:gd name="connsiteY51" fmla="*/ 3732513 h 3784177"/>
              <a:gd name="connsiteX52" fmla="*/ 4045924 w 8037833"/>
              <a:gd name="connsiteY52" fmla="*/ 3739404 h 3784177"/>
              <a:gd name="connsiteX53" fmla="*/ 4032171 w 8037833"/>
              <a:gd name="connsiteY53" fmla="*/ 3745523 h 3784177"/>
              <a:gd name="connsiteX54" fmla="*/ 4031335 w 8037833"/>
              <a:gd name="connsiteY54" fmla="*/ 3747479 h 3784177"/>
              <a:gd name="connsiteX55" fmla="*/ 3985774 w 8037833"/>
              <a:gd name="connsiteY55" fmla="*/ 3736547 h 3784177"/>
              <a:gd name="connsiteX56" fmla="*/ 3979769 w 8037833"/>
              <a:gd name="connsiteY56" fmla="*/ 3738769 h 3784177"/>
              <a:gd name="connsiteX57" fmla="*/ 3950014 w 8037833"/>
              <a:gd name="connsiteY57" fmla="*/ 3726942 h 3784177"/>
              <a:gd name="connsiteX58" fmla="*/ 3934671 w 8037833"/>
              <a:gd name="connsiteY58" fmla="*/ 3723339 h 3784177"/>
              <a:gd name="connsiteX59" fmla="*/ 3930274 w 8037833"/>
              <a:gd name="connsiteY59" fmla="*/ 3717148 h 3784177"/>
              <a:gd name="connsiteX60" fmla="*/ 3907660 w 8037833"/>
              <a:gd name="connsiteY60" fmla="*/ 3714456 h 3784177"/>
              <a:gd name="connsiteX61" fmla="*/ 3905087 w 8037833"/>
              <a:gd name="connsiteY61" fmla="*/ 3716098 h 3784177"/>
              <a:gd name="connsiteX62" fmla="*/ 3886347 w 8037833"/>
              <a:gd name="connsiteY62" fmla="*/ 3706620 h 3784177"/>
              <a:gd name="connsiteX63" fmla="*/ 3870533 w 8037833"/>
              <a:gd name="connsiteY63" fmla="*/ 3689905 h 3784177"/>
              <a:gd name="connsiteX64" fmla="*/ 3678563 w 8037833"/>
              <a:gd name="connsiteY64" fmla="*/ 3694486 h 3784177"/>
              <a:gd name="connsiteX65" fmla="*/ 3524121 w 8037833"/>
              <a:gd name="connsiteY65" fmla="*/ 3642736 h 3784177"/>
              <a:gd name="connsiteX66" fmla="*/ 3373519 w 8037833"/>
              <a:gd name="connsiteY66" fmla="*/ 3665785 h 3784177"/>
              <a:gd name="connsiteX67" fmla="*/ 3114267 w 8037833"/>
              <a:gd name="connsiteY67" fmla="*/ 3638983 h 3784177"/>
              <a:gd name="connsiteX68" fmla="*/ 2989722 w 8037833"/>
              <a:gd name="connsiteY68" fmla="*/ 3623230 h 3784177"/>
              <a:gd name="connsiteX69" fmla="*/ 2965734 w 8037833"/>
              <a:gd name="connsiteY69" fmla="*/ 3635676 h 3784177"/>
              <a:gd name="connsiteX70" fmla="*/ 2961603 w 8037833"/>
              <a:gd name="connsiteY70" fmla="*/ 3638221 h 3784177"/>
              <a:gd name="connsiteX71" fmla="*/ 2944959 w 8037833"/>
              <a:gd name="connsiteY71" fmla="*/ 3639723 h 3784177"/>
              <a:gd name="connsiteX72" fmla="*/ 2940402 w 8037833"/>
              <a:gd name="connsiteY72" fmla="*/ 3651000 h 3784177"/>
              <a:gd name="connsiteX73" fmla="*/ 2915449 w 8037833"/>
              <a:gd name="connsiteY73" fmla="*/ 3661039 h 3784177"/>
              <a:gd name="connsiteX74" fmla="*/ 2884777 w 8037833"/>
              <a:gd name="connsiteY74" fmla="*/ 3660775 h 3784177"/>
              <a:gd name="connsiteX75" fmla="*/ 2739034 w 8037833"/>
              <a:gd name="connsiteY75" fmla="*/ 3647396 h 3784177"/>
              <a:gd name="connsiteX76" fmla="*/ 2651827 w 8037833"/>
              <a:gd name="connsiteY76" fmla="*/ 3646306 h 3784177"/>
              <a:gd name="connsiteX77" fmla="*/ 2618680 w 8037833"/>
              <a:gd name="connsiteY77" fmla="*/ 3656755 h 3784177"/>
              <a:gd name="connsiteX78" fmla="*/ 2572404 w 8037833"/>
              <a:gd name="connsiteY78" fmla="*/ 3664043 h 3784177"/>
              <a:gd name="connsiteX79" fmla="*/ 2423704 w 8037833"/>
              <a:gd name="connsiteY79" fmla="*/ 3658079 h 3784177"/>
              <a:gd name="connsiteX80" fmla="*/ 2301172 w 8037833"/>
              <a:gd name="connsiteY80" fmla="*/ 3663053 h 3784177"/>
              <a:gd name="connsiteX81" fmla="*/ 2238966 w 8037833"/>
              <a:gd name="connsiteY81" fmla="*/ 3668777 h 3784177"/>
              <a:gd name="connsiteX82" fmla="*/ 2082844 w 8037833"/>
              <a:gd name="connsiteY82" fmla="*/ 3631994 h 3784177"/>
              <a:gd name="connsiteX83" fmla="*/ 1938480 w 8037833"/>
              <a:gd name="connsiteY83" fmla="*/ 3601439 h 3784177"/>
              <a:gd name="connsiteX84" fmla="*/ 1900166 w 8037833"/>
              <a:gd name="connsiteY84" fmla="*/ 3609358 h 3784177"/>
              <a:gd name="connsiteX85" fmla="*/ 1787830 w 8037833"/>
              <a:gd name="connsiteY85" fmla="*/ 3633173 h 3784177"/>
              <a:gd name="connsiteX86" fmla="*/ 1734224 w 8037833"/>
              <a:gd name="connsiteY86" fmla="*/ 3655593 h 3784177"/>
              <a:gd name="connsiteX87" fmla="*/ 1664576 w 8037833"/>
              <a:gd name="connsiteY87" fmla="*/ 3638572 h 3784177"/>
              <a:gd name="connsiteX88" fmla="*/ 1577459 w 8037833"/>
              <a:gd name="connsiteY88" fmla="*/ 3658824 h 3784177"/>
              <a:gd name="connsiteX89" fmla="*/ 1527269 w 8037833"/>
              <a:gd name="connsiteY89" fmla="*/ 3663088 h 3784177"/>
              <a:gd name="connsiteX90" fmla="*/ 1390118 w 8037833"/>
              <a:gd name="connsiteY90" fmla="*/ 3682789 h 3784177"/>
              <a:gd name="connsiteX91" fmla="*/ 1252698 w 8037833"/>
              <a:gd name="connsiteY91" fmla="*/ 3708662 h 3784177"/>
              <a:gd name="connsiteX92" fmla="*/ 1171039 w 8037833"/>
              <a:gd name="connsiteY92" fmla="*/ 3758642 h 3784177"/>
              <a:gd name="connsiteX93" fmla="*/ 1058106 w 8037833"/>
              <a:gd name="connsiteY93" fmla="*/ 3776166 h 3784177"/>
              <a:gd name="connsiteX94" fmla="*/ 1039167 w 8037833"/>
              <a:gd name="connsiteY94" fmla="*/ 3784177 h 3784177"/>
              <a:gd name="connsiteX95" fmla="*/ 1012958 w 8037833"/>
              <a:gd name="connsiteY95" fmla="*/ 3779206 h 3784177"/>
              <a:gd name="connsiteX96" fmla="*/ 907906 w 8037833"/>
              <a:gd name="connsiteY96" fmla="*/ 3757678 h 3784177"/>
              <a:gd name="connsiteX97" fmla="*/ 825226 w 8037833"/>
              <a:gd name="connsiteY97" fmla="*/ 3726369 h 3784177"/>
              <a:gd name="connsiteX98" fmla="*/ 722264 w 8037833"/>
              <a:gd name="connsiteY98" fmla="*/ 3747612 h 3784177"/>
              <a:gd name="connsiteX99" fmla="*/ 659460 w 8037833"/>
              <a:gd name="connsiteY99" fmla="*/ 3740429 h 3784177"/>
              <a:gd name="connsiteX100" fmla="*/ 556552 w 8037833"/>
              <a:gd name="connsiteY100" fmla="*/ 3739124 h 3784177"/>
              <a:gd name="connsiteX101" fmla="*/ 393295 w 8037833"/>
              <a:gd name="connsiteY101" fmla="*/ 3753097 h 3784177"/>
              <a:gd name="connsiteX102" fmla="*/ 339711 w 8037833"/>
              <a:gd name="connsiteY102" fmla="*/ 3718242 h 3784177"/>
              <a:gd name="connsiteX103" fmla="*/ 222239 w 8037833"/>
              <a:gd name="connsiteY103" fmla="*/ 3672335 h 3784177"/>
              <a:gd name="connsiteX104" fmla="*/ 163578 w 8037833"/>
              <a:gd name="connsiteY104" fmla="*/ 3656292 h 3784177"/>
              <a:gd name="connsiteX105" fmla="*/ 72220 w 8037833"/>
              <a:gd name="connsiteY105" fmla="*/ 3645272 h 3784177"/>
              <a:gd name="connsiteX106" fmla="*/ 44395 w 8037833"/>
              <a:gd name="connsiteY106" fmla="*/ 3639455 h 3784177"/>
              <a:gd name="connsiteX107" fmla="*/ 1962 w 8037833"/>
              <a:gd name="connsiteY107" fmla="*/ 3635948 h 3784177"/>
              <a:gd name="connsiteX108" fmla="*/ 0 w 8037833"/>
              <a:gd name="connsiteY108" fmla="*/ 3635261 h 3784177"/>
              <a:gd name="connsiteX109" fmla="*/ 0 w 8037833"/>
              <a:gd name="connsiteY109"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217733 w 8037833"/>
              <a:gd name="connsiteY31" fmla="*/ 3500463 h 3784177"/>
              <a:gd name="connsiteX32" fmla="*/ 5167992 w 8037833"/>
              <a:gd name="connsiteY32" fmla="*/ 3504085 h 3784177"/>
              <a:gd name="connsiteX33" fmla="*/ 4987020 w 8037833"/>
              <a:gd name="connsiteY33" fmla="*/ 3461263 h 3784177"/>
              <a:gd name="connsiteX34" fmla="*/ 4890003 w 8037833"/>
              <a:gd name="connsiteY34" fmla="*/ 3469874 h 3784177"/>
              <a:gd name="connsiteX35" fmla="*/ 4856654 w 8037833"/>
              <a:gd name="connsiteY35" fmla="*/ 3481880 h 3784177"/>
              <a:gd name="connsiteX36" fmla="*/ 4800711 w 8037833"/>
              <a:gd name="connsiteY36" fmla="*/ 3501441 h 3784177"/>
              <a:gd name="connsiteX37" fmla="*/ 4761569 w 8037833"/>
              <a:gd name="connsiteY37" fmla="*/ 3538103 h 3784177"/>
              <a:gd name="connsiteX38" fmla="*/ 4713734 w 8037833"/>
              <a:gd name="connsiteY38" fmla="*/ 3545724 h 3784177"/>
              <a:gd name="connsiteX39" fmla="*/ 4649120 w 8037833"/>
              <a:gd name="connsiteY39" fmla="*/ 3536392 h 3784177"/>
              <a:gd name="connsiteX40" fmla="*/ 4573578 w 8037833"/>
              <a:gd name="connsiteY40" fmla="*/ 3565923 h 3784177"/>
              <a:gd name="connsiteX41" fmla="*/ 4529117 w 8037833"/>
              <a:gd name="connsiteY41" fmla="*/ 3575592 h 3784177"/>
              <a:gd name="connsiteX42" fmla="*/ 4408641 w 8037833"/>
              <a:gd name="connsiteY42" fmla="*/ 3610000 h 3784177"/>
              <a:gd name="connsiteX43" fmla="*/ 4356402 w 8037833"/>
              <a:gd name="connsiteY43" fmla="*/ 3642792 h 3784177"/>
              <a:gd name="connsiteX44" fmla="*/ 4270245 w 8037833"/>
              <a:gd name="connsiteY44" fmla="*/ 3665789 h 3784177"/>
              <a:gd name="connsiteX45" fmla="*/ 4208725 w 8037833"/>
              <a:gd name="connsiteY45" fmla="*/ 3704841 h 3784177"/>
              <a:gd name="connsiteX46" fmla="*/ 4201632 w 8037833"/>
              <a:gd name="connsiteY46" fmla="*/ 3702602 h 3784177"/>
              <a:gd name="connsiteX47" fmla="*/ 4191289 w 8037833"/>
              <a:gd name="connsiteY47" fmla="*/ 3702380 h 3784177"/>
              <a:gd name="connsiteX48" fmla="*/ 4191039 w 8037833"/>
              <a:gd name="connsiteY48" fmla="*/ 3702831 h 3784177"/>
              <a:gd name="connsiteX49" fmla="*/ 4181340 w 8037833"/>
              <a:gd name="connsiteY49" fmla="*/ 3701729 h 3784177"/>
              <a:gd name="connsiteX50" fmla="*/ 4133816 w 8037833"/>
              <a:gd name="connsiteY50" fmla="*/ 3690565 h 3784177"/>
              <a:gd name="connsiteX51" fmla="*/ 4071732 w 8037833"/>
              <a:gd name="connsiteY51" fmla="*/ 3732513 h 3784177"/>
              <a:gd name="connsiteX52" fmla="*/ 4045924 w 8037833"/>
              <a:gd name="connsiteY52" fmla="*/ 3739404 h 3784177"/>
              <a:gd name="connsiteX53" fmla="*/ 4032171 w 8037833"/>
              <a:gd name="connsiteY53" fmla="*/ 3745523 h 3784177"/>
              <a:gd name="connsiteX54" fmla="*/ 4031335 w 8037833"/>
              <a:gd name="connsiteY54" fmla="*/ 3747479 h 3784177"/>
              <a:gd name="connsiteX55" fmla="*/ 3985774 w 8037833"/>
              <a:gd name="connsiteY55" fmla="*/ 3736547 h 3784177"/>
              <a:gd name="connsiteX56" fmla="*/ 3979769 w 8037833"/>
              <a:gd name="connsiteY56" fmla="*/ 3738769 h 3784177"/>
              <a:gd name="connsiteX57" fmla="*/ 3950014 w 8037833"/>
              <a:gd name="connsiteY57" fmla="*/ 3726942 h 3784177"/>
              <a:gd name="connsiteX58" fmla="*/ 3934671 w 8037833"/>
              <a:gd name="connsiteY58" fmla="*/ 3723339 h 3784177"/>
              <a:gd name="connsiteX59" fmla="*/ 3930274 w 8037833"/>
              <a:gd name="connsiteY59" fmla="*/ 3717148 h 3784177"/>
              <a:gd name="connsiteX60" fmla="*/ 3907660 w 8037833"/>
              <a:gd name="connsiteY60" fmla="*/ 3714456 h 3784177"/>
              <a:gd name="connsiteX61" fmla="*/ 3905087 w 8037833"/>
              <a:gd name="connsiteY61" fmla="*/ 3716098 h 3784177"/>
              <a:gd name="connsiteX62" fmla="*/ 3886347 w 8037833"/>
              <a:gd name="connsiteY62" fmla="*/ 3706620 h 3784177"/>
              <a:gd name="connsiteX63" fmla="*/ 3870533 w 8037833"/>
              <a:gd name="connsiteY63" fmla="*/ 3689905 h 3784177"/>
              <a:gd name="connsiteX64" fmla="*/ 3678563 w 8037833"/>
              <a:gd name="connsiteY64" fmla="*/ 3694486 h 3784177"/>
              <a:gd name="connsiteX65" fmla="*/ 3524121 w 8037833"/>
              <a:gd name="connsiteY65" fmla="*/ 3642736 h 3784177"/>
              <a:gd name="connsiteX66" fmla="*/ 3373519 w 8037833"/>
              <a:gd name="connsiteY66" fmla="*/ 3665785 h 3784177"/>
              <a:gd name="connsiteX67" fmla="*/ 3114267 w 8037833"/>
              <a:gd name="connsiteY67" fmla="*/ 3638983 h 3784177"/>
              <a:gd name="connsiteX68" fmla="*/ 2989722 w 8037833"/>
              <a:gd name="connsiteY68" fmla="*/ 3623230 h 3784177"/>
              <a:gd name="connsiteX69" fmla="*/ 2965734 w 8037833"/>
              <a:gd name="connsiteY69" fmla="*/ 3635676 h 3784177"/>
              <a:gd name="connsiteX70" fmla="*/ 2961603 w 8037833"/>
              <a:gd name="connsiteY70" fmla="*/ 3638221 h 3784177"/>
              <a:gd name="connsiteX71" fmla="*/ 2944959 w 8037833"/>
              <a:gd name="connsiteY71" fmla="*/ 3639723 h 3784177"/>
              <a:gd name="connsiteX72" fmla="*/ 2940402 w 8037833"/>
              <a:gd name="connsiteY72" fmla="*/ 3651000 h 3784177"/>
              <a:gd name="connsiteX73" fmla="*/ 2915449 w 8037833"/>
              <a:gd name="connsiteY73" fmla="*/ 3661039 h 3784177"/>
              <a:gd name="connsiteX74" fmla="*/ 2884777 w 8037833"/>
              <a:gd name="connsiteY74" fmla="*/ 3660775 h 3784177"/>
              <a:gd name="connsiteX75" fmla="*/ 2739034 w 8037833"/>
              <a:gd name="connsiteY75" fmla="*/ 3647396 h 3784177"/>
              <a:gd name="connsiteX76" fmla="*/ 2651827 w 8037833"/>
              <a:gd name="connsiteY76" fmla="*/ 3646306 h 3784177"/>
              <a:gd name="connsiteX77" fmla="*/ 2618680 w 8037833"/>
              <a:gd name="connsiteY77" fmla="*/ 3656755 h 3784177"/>
              <a:gd name="connsiteX78" fmla="*/ 2572404 w 8037833"/>
              <a:gd name="connsiteY78" fmla="*/ 3664043 h 3784177"/>
              <a:gd name="connsiteX79" fmla="*/ 2423704 w 8037833"/>
              <a:gd name="connsiteY79" fmla="*/ 3658079 h 3784177"/>
              <a:gd name="connsiteX80" fmla="*/ 2301172 w 8037833"/>
              <a:gd name="connsiteY80" fmla="*/ 3663053 h 3784177"/>
              <a:gd name="connsiteX81" fmla="*/ 2238966 w 8037833"/>
              <a:gd name="connsiteY81" fmla="*/ 3668777 h 3784177"/>
              <a:gd name="connsiteX82" fmla="*/ 2082844 w 8037833"/>
              <a:gd name="connsiteY82" fmla="*/ 3631994 h 3784177"/>
              <a:gd name="connsiteX83" fmla="*/ 1938480 w 8037833"/>
              <a:gd name="connsiteY83" fmla="*/ 3601439 h 3784177"/>
              <a:gd name="connsiteX84" fmla="*/ 1900166 w 8037833"/>
              <a:gd name="connsiteY84" fmla="*/ 3609358 h 3784177"/>
              <a:gd name="connsiteX85" fmla="*/ 1787830 w 8037833"/>
              <a:gd name="connsiteY85" fmla="*/ 3633173 h 3784177"/>
              <a:gd name="connsiteX86" fmla="*/ 1734224 w 8037833"/>
              <a:gd name="connsiteY86" fmla="*/ 3655593 h 3784177"/>
              <a:gd name="connsiteX87" fmla="*/ 1664576 w 8037833"/>
              <a:gd name="connsiteY87" fmla="*/ 3638572 h 3784177"/>
              <a:gd name="connsiteX88" fmla="*/ 1577459 w 8037833"/>
              <a:gd name="connsiteY88" fmla="*/ 3658824 h 3784177"/>
              <a:gd name="connsiteX89" fmla="*/ 1527269 w 8037833"/>
              <a:gd name="connsiteY89" fmla="*/ 3663088 h 3784177"/>
              <a:gd name="connsiteX90" fmla="*/ 1390118 w 8037833"/>
              <a:gd name="connsiteY90" fmla="*/ 3682789 h 3784177"/>
              <a:gd name="connsiteX91" fmla="*/ 1252698 w 8037833"/>
              <a:gd name="connsiteY91" fmla="*/ 3708662 h 3784177"/>
              <a:gd name="connsiteX92" fmla="*/ 1171039 w 8037833"/>
              <a:gd name="connsiteY92" fmla="*/ 3758642 h 3784177"/>
              <a:gd name="connsiteX93" fmla="*/ 1058106 w 8037833"/>
              <a:gd name="connsiteY93" fmla="*/ 3776166 h 3784177"/>
              <a:gd name="connsiteX94" fmla="*/ 1039167 w 8037833"/>
              <a:gd name="connsiteY94" fmla="*/ 3784177 h 3784177"/>
              <a:gd name="connsiteX95" fmla="*/ 1012958 w 8037833"/>
              <a:gd name="connsiteY95" fmla="*/ 3779206 h 3784177"/>
              <a:gd name="connsiteX96" fmla="*/ 907906 w 8037833"/>
              <a:gd name="connsiteY96" fmla="*/ 3757678 h 3784177"/>
              <a:gd name="connsiteX97" fmla="*/ 825226 w 8037833"/>
              <a:gd name="connsiteY97" fmla="*/ 3726369 h 3784177"/>
              <a:gd name="connsiteX98" fmla="*/ 722264 w 8037833"/>
              <a:gd name="connsiteY98" fmla="*/ 3747612 h 3784177"/>
              <a:gd name="connsiteX99" fmla="*/ 659460 w 8037833"/>
              <a:gd name="connsiteY99" fmla="*/ 3740429 h 3784177"/>
              <a:gd name="connsiteX100" fmla="*/ 556552 w 8037833"/>
              <a:gd name="connsiteY100" fmla="*/ 3739124 h 3784177"/>
              <a:gd name="connsiteX101" fmla="*/ 393295 w 8037833"/>
              <a:gd name="connsiteY101" fmla="*/ 3753097 h 3784177"/>
              <a:gd name="connsiteX102" fmla="*/ 339711 w 8037833"/>
              <a:gd name="connsiteY102" fmla="*/ 3718242 h 3784177"/>
              <a:gd name="connsiteX103" fmla="*/ 222239 w 8037833"/>
              <a:gd name="connsiteY103" fmla="*/ 3672335 h 3784177"/>
              <a:gd name="connsiteX104" fmla="*/ 163578 w 8037833"/>
              <a:gd name="connsiteY104" fmla="*/ 3656292 h 3784177"/>
              <a:gd name="connsiteX105" fmla="*/ 72220 w 8037833"/>
              <a:gd name="connsiteY105" fmla="*/ 3645272 h 3784177"/>
              <a:gd name="connsiteX106" fmla="*/ 44395 w 8037833"/>
              <a:gd name="connsiteY106" fmla="*/ 3639455 h 3784177"/>
              <a:gd name="connsiteX107" fmla="*/ 1962 w 8037833"/>
              <a:gd name="connsiteY107" fmla="*/ 3635948 h 3784177"/>
              <a:gd name="connsiteX108" fmla="*/ 0 w 8037833"/>
              <a:gd name="connsiteY108" fmla="*/ 3635261 h 3784177"/>
              <a:gd name="connsiteX109" fmla="*/ 0 w 8037833"/>
              <a:gd name="connsiteY109"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217733 w 8037833"/>
              <a:gd name="connsiteY31" fmla="*/ 3500463 h 3784177"/>
              <a:gd name="connsiteX32" fmla="*/ 5167992 w 8037833"/>
              <a:gd name="connsiteY32" fmla="*/ 3504085 h 3784177"/>
              <a:gd name="connsiteX33" fmla="*/ 4987020 w 8037833"/>
              <a:gd name="connsiteY33" fmla="*/ 3461263 h 3784177"/>
              <a:gd name="connsiteX34" fmla="*/ 4890003 w 8037833"/>
              <a:gd name="connsiteY34" fmla="*/ 3469874 h 3784177"/>
              <a:gd name="connsiteX35" fmla="*/ 4856654 w 8037833"/>
              <a:gd name="connsiteY35" fmla="*/ 3481880 h 3784177"/>
              <a:gd name="connsiteX36" fmla="*/ 4800711 w 8037833"/>
              <a:gd name="connsiteY36" fmla="*/ 3501441 h 3784177"/>
              <a:gd name="connsiteX37" fmla="*/ 4761569 w 8037833"/>
              <a:gd name="connsiteY37" fmla="*/ 3538103 h 3784177"/>
              <a:gd name="connsiteX38" fmla="*/ 4713734 w 8037833"/>
              <a:gd name="connsiteY38" fmla="*/ 3545724 h 3784177"/>
              <a:gd name="connsiteX39" fmla="*/ 4649120 w 8037833"/>
              <a:gd name="connsiteY39" fmla="*/ 3536392 h 3784177"/>
              <a:gd name="connsiteX40" fmla="*/ 4573578 w 8037833"/>
              <a:gd name="connsiteY40" fmla="*/ 3565923 h 3784177"/>
              <a:gd name="connsiteX41" fmla="*/ 4529117 w 8037833"/>
              <a:gd name="connsiteY41" fmla="*/ 3575592 h 3784177"/>
              <a:gd name="connsiteX42" fmla="*/ 4408641 w 8037833"/>
              <a:gd name="connsiteY42" fmla="*/ 3610000 h 3784177"/>
              <a:gd name="connsiteX43" fmla="*/ 4356402 w 8037833"/>
              <a:gd name="connsiteY43" fmla="*/ 3642792 h 3784177"/>
              <a:gd name="connsiteX44" fmla="*/ 4270245 w 8037833"/>
              <a:gd name="connsiteY44" fmla="*/ 3665789 h 3784177"/>
              <a:gd name="connsiteX45" fmla="*/ 4208725 w 8037833"/>
              <a:gd name="connsiteY45" fmla="*/ 3704841 h 3784177"/>
              <a:gd name="connsiteX46" fmla="*/ 4201632 w 8037833"/>
              <a:gd name="connsiteY46" fmla="*/ 3702602 h 3784177"/>
              <a:gd name="connsiteX47" fmla="*/ 4191289 w 8037833"/>
              <a:gd name="connsiteY47" fmla="*/ 3702380 h 3784177"/>
              <a:gd name="connsiteX48" fmla="*/ 4191039 w 8037833"/>
              <a:gd name="connsiteY48" fmla="*/ 3702831 h 3784177"/>
              <a:gd name="connsiteX49" fmla="*/ 4181340 w 8037833"/>
              <a:gd name="connsiteY49" fmla="*/ 3701729 h 3784177"/>
              <a:gd name="connsiteX50" fmla="*/ 4133816 w 8037833"/>
              <a:gd name="connsiteY50" fmla="*/ 3690565 h 3784177"/>
              <a:gd name="connsiteX51" fmla="*/ 4071732 w 8037833"/>
              <a:gd name="connsiteY51" fmla="*/ 3732513 h 3784177"/>
              <a:gd name="connsiteX52" fmla="*/ 4045924 w 8037833"/>
              <a:gd name="connsiteY52" fmla="*/ 3739404 h 3784177"/>
              <a:gd name="connsiteX53" fmla="*/ 4032171 w 8037833"/>
              <a:gd name="connsiteY53" fmla="*/ 3745523 h 3784177"/>
              <a:gd name="connsiteX54" fmla="*/ 4031335 w 8037833"/>
              <a:gd name="connsiteY54" fmla="*/ 3747479 h 3784177"/>
              <a:gd name="connsiteX55" fmla="*/ 3985774 w 8037833"/>
              <a:gd name="connsiteY55" fmla="*/ 3736547 h 3784177"/>
              <a:gd name="connsiteX56" fmla="*/ 3979769 w 8037833"/>
              <a:gd name="connsiteY56" fmla="*/ 3738769 h 3784177"/>
              <a:gd name="connsiteX57" fmla="*/ 3950014 w 8037833"/>
              <a:gd name="connsiteY57" fmla="*/ 3726942 h 3784177"/>
              <a:gd name="connsiteX58" fmla="*/ 3934671 w 8037833"/>
              <a:gd name="connsiteY58" fmla="*/ 3723339 h 3784177"/>
              <a:gd name="connsiteX59" fmla="*/ 3930274 w 8037833"/>
              <a:gd name="connsiteY59" fmla="*/ 3717148 h 3784177"/>
              <a:gd name="connsiteX60" fmla="*/ 3907660 w 8037833"/>
              <a:gd name="connsiteY60" fmla="*/ 3714456 h 3784177"/>
              <a:gd name="connsiteX61" fmla="*/ 3905087 w 8037833"/>
              <a:gd name="connsiteY61" fmla="*/ 3716098 h 3784177"/>
              <a:gd name="connsiteX62" fmla="*/ 3886347 w 8037833"/>
              <a:gd name="connsiteY62" fmla="*/ 3706620 h 3784177"/>
              <a:gd name="connsiteX63" fmla="*/ 3870533 w 8037833"/>
              <a:gd name="connsiteY63" fmla="*/ 3689905 h 3784177"/>
              <a:gd name="connsiteX64" fmla="*/ 3678563 w 8037833"/>
              <a:gd name="connsiteY64" fmla="*/ 3694486 h 3784177"/>
              <a:gd name="connsiteX65" fmla="*/ 3524121 w 8037833"/>
              <a:gd name="connsiteY65" fmla="*/ 3642736 h 3784177"/>
              <a:gd name="connsiteX66" fmla="*/ 3373519 w 8037833"/>
              <a:gd name="connsiteY66" fmla="*/ 3665785 h 3784177"/>
              <a:gd name="connsiteX67" fmla="*/ 3114267 w 8037833"/>
              <a:gd name="connsiteY67" fmla="*/ 3638983 h 3784177"/>
              <a:gd name="connsiteX68" fmla="*/ 2989722 w 8037833"/>
              <a:gd name="connsiteY68" fmla="*/ 3623230 h 3784177"/>
              <a:gd name="connsiteX69" fmla="*/ 2965734 w 8037833"/>
              <a:gd name="connsiteY69" fmla="*/ 3635676 h 3784177"/>
              <a:gd name="connsiteX70" fmla="*/ 2961603 w 8037833"/>
              <a:gd name="connsiteY70" fmla="*/ 3638221 h 3784177"/>
              <a:gd name="connsiteX71" fmla="*/ 2944959 w 8037833"/>
              <a:gd name="connsiteY71" fmla="*/ 3639723 h 3784177"/>
              <a:gd name="connsiteX72" fmla="*/ 2940402 w 8037833"/>
              <a:gd name="connsiteY72" fmla="*/ 3651000 h 3784177"/>
              <a:gd name="connsiteX73" fmla="*/ 2915449 w 8037833"/>
              <a:gd name="connsiteY73" fmla="*/ 3661039 h 3784177"/>
              <a:gd name="connsiteX74" fmla="*/ 2884777 w 8037833"/>
              <a:gd name="connsiteY74" fmla="*/ 3660775 h 3784177"/>
              <a:gd name="connsiteX75" fmla="*/ 2739034 w 8037833"/>
              <a:gd name="connsiteY75" fmla="*/ 3647396 h 3784177"/>
              <a:gd name="connsiteX76" fmla="*/ 2651827 w 8037833"/>
              <a:gd name="connsiteY76" fmla="*/ 3646306 h 3784177"/>
              <a:gd name="connsiteX77" fmla="*/ 2618680 w 8037833"/>
              <a:gd name="connsiteY77" fmla="*/ 3656755 h 3784177"/>
              <a:gd name="connsiteX78" fmla="*/ 2572404 w 8037833"/>
              <a:gd name="connsiteY78" fmla="*/ 3664043 h 3784177"/>
              <a:gd name="connsiteX79" fmla="*/ 2423704 w 8037833"/>
              <a:gd name="connsiteY79" fmla="*/ 3658079 h 3784177"/>
              <a:gd name="connsiteX80" fmla="*/ 2301172 w 8037833"/>
              <a:gd name="connsiteY80" fmla="*/ 3663053 h 3784177"/>
              <a:gd name="connsiteX81" fmla="*/ 2238966 w 8037833"/>
              <a:gd name="connsiteY81" fmla="*/ 3668777 h 3784177"/>
              <a:gd name="connsiteX82" fmla="*/ 2082844 w 8037833"/>
              <a:gd name="connsiteY82" fmla="*/ 3631994 h 3784177"/>
              <a:gd name="connsiteX83" fmla="*/ 1938480 w 8037833"/>
              <a:gd name="connsiteY83" fmla="*/ 3601439 h 3784177"/>
              <a:gd name="connsiteX84" fmla="*/ 1900166 w 8037833"/>
              <a:gd name="connsiteY84" fmla="*/ 3609358 h 3784177"/>
              <a:gd name="connsiteX85" fmla="*/ 1787830 w 8037833"/>
              <a:gd name="connsiteY85" fmla="*/ 3633173 h 3784177"/>
              <a:gd name="connsiteX86" fmla="*/ 1734224 w 8037833"/>
              <a:gd name="connsiteY86" fmla="*/ 3655593 h 3784177"/>
              <a:gd name="connsiteX87" fmla="*/ 1664576 w 8037833"/>
              <a:gd name="connsiteY87" fmla="*/ 3638572 h 3784177"/>
              <a:gd name="connsiteX88" fmla="*/ 1577459 w 8037833"/>
              <a:gd name="connsiteY88" fmla="*/ 3658824 h 3784177"/>
              <a:gd name="connsiteX89" fmla="*/ 1527269 w 8037833"/>
              <a:gd name="connsiteY89" fmla="*/ 3663088 h 3784177"/>
              <a:gd name="connsiteX90" fmla="*/ 1390118 w 8037833"/>
              <a:gd name="connsiteY90" fmla="*/ 3682789 h 3784177"/>
              <a:gd name="connsiteX91" fmla="*/ 1252698 w 8037833"/>
              <a:gd name="connsiteY91" fmla="*/ 3708662 h 3784177"/>
              <a:gd name="connsiteX92" fmla="*/ 1171039 w 8037833"/>
              <a:gd name="connsiteY92" fmla="*/ 3758642 h 3784177"/>
              <a:gd name="connsiteX93" fmla="*/ 1058106 w 8037833"/>
              <a:gd name="connsiteY93" fmla="*/ 3776166 h 3784177"/>
              <a:gd name="connsiteX94" fmla="*/ 1039167 w 8037833"/>
              <a:gd name="connsiteY94" fmla="*/ 3784177 h 3784177"/>
              <a:gd name="connsiteX95" fmla="*/ 989223 w 8037833"/>
              <a:gd name="connsiteY95" fmla="*/ 3770303 h 3784177"/>
              <a:gd name="connsiteX96" fmla="*/ 907906 w 8037833"/>
              <a:gd name="connsiteY96" fmla="*/ 3757678 h 3784177"/>
              <a:gd name="connsiteX97" fmla="*/ 825226 w 8037833"/>
              <a:gd name="connsiteY97" fmla="*/ 3726369 h 3784177"/>
              <a:gd name="connsiteX98" fmla="*/ 722264 w 8037833"/>
              <a:gd name="connsiteY98" fmla="*/ 3747612 h 3784177"/>
              <a:gd name="connsiteX99" fmla="*/ 659460 w 8037833"/>
              <a:gd name="connsiteY99" fmla="*/ 3740429 h 3784177"/>
              <a:gd name="connsiteX100" fmla="*/ 556552 w 8037833"/>
              <a:gd name="connsiteY100" fmla="*/ 3739124 h 3784177"/>
              <a:gd name="connsiteX101" fmla="*/ 393295 w 8037833"/>
              <a:gd name="connsiteY101" fmla="*/ 3753097 h 3784177"/>
              <a:gd name="connsiteX102" fmla="*/ 339711 w 8037833"/>
              <a:gd name="connsiteY102" fmla="*/ 3718242 h 3784177"/>
              <a:gd name="connsiteX103" fmla="*/ 222239 w 8037833"/>
              <a:gd name="connsiteY103" fmla="*/ 3672335 h 3784177"/>
              <a:gd name="connsiteX104" fmla="*/ 163578 w 8037833"/>
              <a:gd name="connsiteY104" fmla="*/ 3656292 h 3784177"/>
              <a:gd name="connsiteX105" fmla="*/ 72220 w 8037833"/>
              <a:gd name="connsiteY105" fmla="*/ 3645272 h 3784177"/>
              <a:gd name="connsiteX106" fmla="*/ 44395 w 8037833"/>
              <a:gd name="connsiteY106" fmla="*/ 3639455 h 3784177"/>
              <a:gd name="connsiteX107" fmla="*/ 1962 w 8037833"/>
              <a:gd name="connsiteY107" fmla="*/ 3635948 h 3784177"/>
              <a:gd name="connsiteX108" fmla="*/ 0 w 8037833"/>
              <a:gd name="connsiteY108" fmla="*/ 3635261 h 3784177"/>
              <a:gd name="connsiteX109" fmla="*/ 0 w 8037833"/>
              <a:gd name="connsiteY109"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217733 w 8037833"/>
              <a:gd name="connsiteY31" fmla="*/ 3500463 h 3784177"/>
              <a:gd name="connsiteX32" fmla="*/ 5167992 w 8037833"/>
              <a:gd name="connsiteY32" fmla="*/ 3504085 h 3784177"/>
              <a:gd name="connsiteX33" fmla="*/ 4987020 w 8037833"/>
              <a:gd name="connsiteY33" fmla="*/ 3461263 h 3784177"/>
              <a:gd name="connsiteX34" fmla="*/ 4890003 w 8037833"/>
              <a:gd name="connsiteY34" fmla="*/ 3469874 h 3784177"/>
              <a:gd name="connsiteX35" fmla="*/ 4856654 w 8037833"/>
              <a:gd name="connsiteY35" fmla="*/ 3481880 h 3784177"/>
              <a:gd name="connsiteX36" fmla="*/ 4800711 w 8037833"/>
              <a:gd name="connsiteY36" fmla="*/ 3501441 h 3784177"/>
              <a:gd name="connsiteX37" fmla="*/ 4761569 w 8037833"/>
              <a:gd name="connsiteY37" fmla="*/ 3538103 h 3784177"/>
              <a:gd name="connsiteX38" fmla="*/ 4713734 w 8037833"/>
              <a:gd name="connsiteY38" fmla="*/ 3545724 h 3784177"/>
              <a:gd name="connsiteX39" fmla="*/ 4649120 w 8037833"/>
              <a:gd name="connsiteY39" fmla="*/ 3536392 h 3784177"/>
              <a:gd name="connsiteX40" fmla="*/ 4573578 w 8037833"/>
              <a:gd name="connsiteY40" fmla="*/ 3565923 h 3784177"/>
              <a:gd name="connsiteX41" fmla="*/ 4529117 w 8037833"/>
              <a:gd name="connsiteY41" fmla="*/ 3575592 h 3784177"/>
              <a:gd name="connsiteX42" fmla="*/ 4408641 w 8037833"/>
              <a:gd name="connsiteY42" fmla="*/ 3610000 h 3784177"/>
              <a:gd name="connsiteX43" fmla="*/ 4356402 w 8037833"/>
              <a:gd name="connsiteY43" fmla="*/ 3642792 h 3784177"/>
              <a:gd name="connsiteX44" fmla="*/ 4270245 w 8037833"/>
              <a:gd name="connsiteY44" fmla="*/ 3665789 h 3784177"/>
              <a:gd name="connsiteX45" fmla="*/ 4208725 w 8037833"/>
              <a:gd name="connsiteY45" fmla="*/ 3704841 h 3784177"/>
              <a:gd name="connsiteX46" fmla="*/ 4201632 w 8037833"/>
              <a:gd name="connsiteY46" fmla="*/ 3702602 h 3784177"/>
              <a:gd name="connsiteX47" fmla="*/ 4191289 w 8037833"/>
              <a:gd name="connsiteY47" fmla="*/ 3702380 h 3784177"/>
              <a:gd name="connsiteX48" fmla="*/ 4191039 w 8037833"/>
              <a:gd name="connsiteY48" fmla="*/ 3702831 h 3784177"/>
              <a:gd name="connsiteX49" fmla="*/ 4181340 w 8037833"/>
              <a:gd name="connsiteY49" fmla="*/ 3701729 h 3784177"/>
              <a:gd name="connsiteX50" fmla="*/ 4133816 w 8037833"/>
              <a:gd name="connsiteY50" fmla="*/ 3690565 h 3784177"/>
              <a:gd name="connsiteX51" fmla="*/ 4071732 w 8037833"/>
              <a:gd name="connsiteY51" fmla="*/ 3732513 h 3784177"/>
              <a:gd name="connsiteX52" fmla="*/ 4045924 w 8037833"/>
              <a:gd name="connsiteY52" fmla="*/ 3739404 h 3784177"/>
              <a:gd name="connsiteX53" fmla="*/ 4032171 w 8037833"/>
              <a:gd name="connsiteY53" fmla="*/ 3745523 h 3784177"/>
              <a:gd name="connsiteX54" fmla="*/ 4031335 w 8037833"/>
              <a:gd name="connsiteY54" fmla="*/ 3747479 h 3784177"/>
              <a:gd name="connsiteX55" fmla="*/ 3985774 w 8037833"/>
              <a:gd name="connsiteY55" fmla="*/ 3736547 h 3784177"/>
              <a:gd name="connsiteX56" fmla="*/ 3979769 w 8037833"/>
              <a:gd name="connsiteY56" fmla="*/ 3738769 h 3784177"/>
              <a:gd name="connsiteX57" fmla="*/ 3950014 w 8037833"/>
              <a:gd name="connsiteY57" fmla="*/ 3726942 h 3784177"/>
              <a:gd name="connsiteX58" fmla="*/ 3934671 w 8037833"/>
              <a:gd name="connsiteY58" fmla="*/ 3723339 h 3784177"/>
              <a:gd name="connsiteX59" fmla="*/ 3930274 w 8037833"/>
              <a:gd name="connsiteY59" fmla="*/ 3717148 h 3784177"/>
              <a:gd name="connsiteX60" fmla="*/ 3907660 w 8037833"/>
              <a:gd name="connsiteY60" fmla="*/ 3714456 h 3784177"/>
              <a:gd name="connsiteX61" fmla="*/ 3905087 w 8037833"/>
              <a:gd name="connsiteY61" fmla="*/ 3716098 h 3784177"/>
              <a:gd name="connsiteX62" fmla="*/ 3886347 w 8037833"/>
              <a:gd name="connsiteY62" fmla="*/ 3706620 h 3784177"/>
              <a:gd name="connsiteX63" fmla="*/ 3870533 w 8037833"/>
              <a:gd name="connsiteY63" fmla="*/ 3689905 h 3784177"/>
              <a:gd name="connsiteX64" fmla="*/ 3678563 w 8037833"/>
              <a:gd name="connsiteY64" fmla="*/ 3694486 h 3784177"/>
              <a:gd name="connsiteX65" fmla="*/ 3524121 w 8037833"/>
              <a:gd name="connsiteY65" fmla="*/ 3642736 h 3784177"/>
              <a:gd name="connsiteX66" fmla="*/ 3373519 w 8037833"/>
              <a:gd name="connsiteY66" fmla="*/ 3665785 h 3784177"/>
              <a:gd name="connsiteX67" fmla="*/ 3114267 w 8037833"/>
              <a:gd name="connsiteY67" fmla="*/ 3638983 h 3784177"/>
              <a:gd name="connsiteX68" fmla="*/ 2989722 w 8037833"/>
              <a:gd name="connsiteY68" fmla="*/ 3623230 h 3784177"/>
              <a:gd name="connsiteX69" fmla="*/ 2965734 w 8037833"/>
              <a:gd name="connsiteY69" fmla="*/ 3635676 h 3784177"/>
              <a:gd name="connsiteX70" fmla="*/ 2961603 w 8037833"/>
              <a:gd name="connsiteY70" fmla="*/ 3638221 h 3784177"/>
              <a:gd name="connsiteX71" fmla="*/ 2944959 w 8037833"/>
              <a:gd name="connsiteY71" fmla="*/ 3639723 h 3784177"/>
              <a:gd name="connsiteX72" fmla="*/ 2940402 w 8037833"/>
              <a:gd name="connsiteY72" fmla="*/ 3651000 h 3784177"/>
              <a:gd name="connsiteX73" fmla="*/ 2915449 w 8037833"/>
              <a:gd name="connsiteY73" fmla="*/ 3661039 h 3784177"/>
              <a:gd name="connsiteX74" fmla="*/ 2884777 w 8037833"/>
              <a:gd name="connsiteY74" fmla="*/ 3660775 h 3784177"/>
              <a:gd name="connsiteX75" fmla="*/ 2739034 w 8037833"/>
              <a:gd name="connsiteY75" fmla="*/ 3647396 h 3784177"/>
              <a:gd name="connsiteX76" fmla="*/ 2651827 w 8037833"/>
              <a:gd name="connsiteY76" fmla="*/ 3646306 h 3784177"/>
              <a:gd name="connsiteX77" fmla="*/ 2618680 w 8037833"/>
              <a:gd name="connsiteY77" fmla="*/ 3656755 h 3784177"/>
              <a:gd name="connsiteX78" fmla="*/ 2572404 w 8037833"/>
              <a:gd name="connsiteY78" fmla="*/ 3664043 h 3784177"/>
              <a:gd name="connsiteX79" fmla="*/ 2423704 w 8037833"/>
              <a:gd name="connsiteY79" fmla="*/ 3658079 h 3784177"/>
              <a:gd name="connsiteX80" fmla="*/ 2301172 w 8037833"/>
              <a:gd name="connsiteY80" fmla="*/ 3663053 h 3784177"/>
              <a:gd name="connsiteX81" fmla="*/ 2238966 w 8037833"/>
              <a:gd name="connsiteY81" fmla="*/ 3668777 h 3784177"/>
              <a:gd name="connsiteX82" fmla="*/ 2082844 w 8037833"/>
              <a:gd name="connsiteY82" fmla="*/ 3631994 h 3784177"/>
              <a:gd name="connsiteX83" fmla="*/ 1938480 w 8037833"/>
              <a:gd name="connsiteY83" fmla="*/ 3601439 h 3784177"/>
              <a:gd name="connsiteX84" fmla="*/ 1900166 w 8037833"/>
              <a:gd name="connsiteY84" fmla="*/ 3609358 h 3784177"/>
              <a:gd name="connsiteX85" fmla="*/ 1787830 w 8037833"/>
              <a:gd name="connsiteY85" fmla="*/ 3633173 h 3784177"/>
              <a:gd name="connsiteX86" fmla="*/ 1734224 w 8037833"/>
              <a:gd name="connsiteY86" fmla="*/ 3655593 h 3784177"/>
              <a:gd name="connsiteX87" fmla="*/ 1664576 w 8037833"/>
              <a:gd name="connsiteY87" fmla="*/ 3638572 h 3784177"/>
              <a:gd name="connsiteX88" fmla="*/ 1577459 w 8037833"/>
              <a:gd name="connsiteY88" fmla="*/ 3658824 h 3784177"/>
              <a:gd name="connsiteX89" fmla="*/ 1527269 w 8037833"/>
              <a:gd name="connsiteY89" fmla="*/ 3663088 h 3784177"/>
              <a:gd name="connsiteX90" fmla="*/ 1390118 w 8037833"/>
              <a:gd name="connsiteY90" fmla="*/ 3682789 h 3784177"/>
              <a:gd name="connsiteX91" fmla="*/ 1252698 w 8037833"/>
              <a:gd name="connsiteY91" fmla="*/ 3708662 h 3784177"/>
              <a:gd name="connsiteX92" fmla="*/ 1171039 w 8037833"/>
              <a:gd name="connsiteY92" fmla="*/ 3758642 h 3784177"/>
              <a:gd name="connsiteX93" fmla="*/ 1058106 w 8037833"/>
              <a:gd name="connsiteY93" fmla="*/ 3776166 h 3784177"/>
              <a:gd name="connsiteX94" fmla="*/ 1039167 w 8037833"/>
              <a:gd name="connsiteY94" fmla="*/ 3784177 h 3784177"/>
              <a:gd name="connsiteX95" fmla="*/ 989223 w 8037833"/>
              <a:gd name="connsiteY95" fmla="*/ 3770303 h 3784177"/>
              <a:gd name="connsiteX96" fmla="*/ 907906 w 8037833"/>
              <a:gd name="connsiteY96" fmla="*/ 3757678 h 3784177"/>
              <a:gd name="connsiteX97" fmla="*/ 825226 w 8037833"/>
              <a:gd name="connsiteY97" fmla="*/ 3726369 h 3784177"/>
              <a:gd name="connsiteX98" fmla="*/ 722264 w 8037833"/>
              <a:gd name="connsiteY98" fmla="*/ 3747612 h 3784177"/>
              <a:gd name="connsiteX99" fmla="*/ 659460 w 8037833"/>
              <a:gd name="connsiteY99" fmla="*/ 3740429 h 3784177"/>
              <a:gd name="connsiteX100" fmla="*/ 556552 w 8037833"/>
              <a:gd name="connsiteY100" fmla="*/ 3739124 h 3784177"/>
              <a:gd name="connsiteX101" fmla="*/ 385384 w 8037833"/>
              <a:gd name="connsiteY101" fmla="*/ 3726388 h 3784177"/>
              <a:gd name="connsiteX102" fmla="*/ 339711 w 8037833"/>
              <a:gd name="connsiteY102" fmla="*/ 3718242 h 3784177"/>
              <a:gd name="connsiteX103" fmla="*/ 222239 w 8037833"/>
              <a:gd name="connsiteY103" fmla="*/ 3672335 h 3784177"/>
              <a:gd name="connsiteX104" fmla="*/ 163578 w 8037833"/>
              <a:gd name="connsiteY104" fmla="*/ 3656292 h 3784177"/>
              <a:gd name="connsiteX105" fmla="*/ 72220 w 8037833"/>
              <a:gd name="connsiteY105" fmla="*/ 3645272 h 3784177"/>
              <a:gd name="connsiteX106" fmla="*/ 44395 w 8037833"/>
              <a:gd name="connsiteY106" fmla="*/ 3639455 h 3784177"/>
              <a:gd name="connsiteX107" fmla="*/ 1962 w 8037833"/>
              <a:gd name="connsiteY107" fmla="*/ 3635948 h 3784177"/>
              <a:gd name="connsiteX108" fmla="*/ 0 w 8037833"/>
              <a:gd name="connsiteY108" fmla="*/ 3635261 h 3784177"/>
              <a:gd name="connsiteX109" fmla="*/ 0 w 8037833"/>
              <a:gd name="connsiteY109"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504085 h 3784177"/>
              <a:gd name="connsiteX32" fmla="*/ 4987020 w 8037833"/>
              <a:gd name="connsiteY32" fmla="*/ 3461263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704841 h 3784177"/>
              <a:gd name="connsiteX45" fmla="*/ 4201632 w 8037833"/>
              <a:gd name="connsiteY45" fmla="*/ 3702602 h 3784177"/>
              <a:gd name="connsiteX46" fmla="*/ 4191289 w 8037833"/>
              <a:gd name="connsiteY46" fmla="*/ 3702380 h 3784177"/>
              <a:gd name="connsiteX47" fmla="*/ 4191039 w 8037833"/>
              <a:gd name="connsiteY47" fmla="*/ 3702831 h 3784177"/>
              <a:gd name="connsiteX48" fmla="*/ 4181340 w 8037833"/>
              <a:gd name="connsiteY48" fmla="*/ 3701729 h 3784177"/>
              <a:gd name="connsiteX49" fmla="*/ 4133816 w 8037833"/>
              <a:gd name="connsiteY49" fmla="*/ 3690565 h 3784177"/>
              <a:gd name="connsiteX50" fmla="*/ 4071732 w 8037833"/>
              <a:gd name="connsiteY50" fmla="*/ 3732513 h 3784177"/>
              <a:gd name="connsiteX51" fmla="*/ 4045924 w 8037833"/>
              <a:gd name="connsiteY51" fmla="*/ 3739404 h 3784177"/>
              <a:gd name="connsiteX52" fmla="*/ 4032171 w 8037833"/>
              <a:gd name="connsiteY52" fmla="*/ 3745523 h 3784177"/>
              <a:gd name="connsiteX53" fmla="*/ 4031335 w 8037833"/>
              <a:gd name="connsiteY53" fmla="*/ 3747479 h 3784177"/>
              <a:gd name="connsiteX54" fmla="*/ 3985774 w 8037833"/>
              <a:gd name="connsiteY54" fmla="*/ 3736547 h 3784177"/>
              <a:gd name="connsiteX55" fmla="*/ 3979769 w 8037833"/>
              <a:gd name="connsiteY55" fmla="*/ 3738769 h 3784177"/>
              <a:gd name="connsiteX56" fmla="*/ 3950014 w 8037833"/>
              <a:gd name="connsiteY56" fmla="*/ 3726942 h 3784177"/>
              <a:gd name="connsiteX57" fmla="*/ 3934671 w 8037833"/>
              <a:gd name="connsiteY57" fmla="*/ 3723339 h 3784177"/>
              <a:gd name="connsiteX58" fmla="*/ 3930274 w 8037833"/>
              <a:gd name="connsiteY58" fmla="*/ 3717148 h 3784177"/>
              <a:gd name="connsiteX59" fmla="*/ 3907660 w 8037833"/>
              <a:gd name="connsiteY59" fmla="*/ 3714456 h 3784177"/>
              <a:gd name="connsiteX60" fmla="*/ 3905087 w 8037833"/>
              <a:gd name="connsiteY60" fmla="*/ 3716098 h 3784177"/>
              <a:gd name="connsiteX61" fmla="*/ 3886347 w 8037833"/>
              <a:gd name="connsiteY61" fmla="*/ 3706620 h 3784177"/>
              <a:gd name="connsiteX62" fmla="*/ 3870533 w 8037833"/>
              <a:gd name="connsiteY62" fmla="*/ 3689905 h 3784177"/>
              <a:gd name="connsiteX63" fmla="*/ 3678563 w 8037833"/>
              <a:gd name="connsiteY63" fmla="*/ 3694486 h 3784177"/>
              <a:gd name="connsiteX64" fmla="*/ 3524121 w 8037833"/>
              <a:gd name="connsiteY64" fmla="*/ 3642736 h 3784177"/>
              <a:gd name="connsiteX65" fmla="*/ 3373519 w 8037833"/>
              <a:gd name="connsiteY65" fmla="*/ 3665785 h 3784177"/>
              <a:gd name="connsiteX66" fmla="*/ 3114267 w 8037833"/>
              <a:gd name="connsiteY66" fmla="*/ 3638983 h 3784177"/>
              <a:gd name="connsiteX67" fmla="*/ 2989722 w 8037833"/>
              <a:gd name="connsiteY67" fmla="*/ 3623230 h 3784177"/>
              <a:gd name="connsiteX68" fmla="*/ 2965734 w 8037833"/>
              <a:gd name="connsiteY68" fmla="*/ 3635676 h 3784177"/>
              <a:gd name="connsiteX69" fmla="*/ 2961603 w 8037833"/>
              <a:gd name="connsiteY69" fmla="*/ 3638221 h 3784177"/>
              <a:gd name="connsiteX70" fmla="*/ 2944959 w 8037833"/>
              <a:gd name="connsiteY70" fmla="*/ 3639723 h 3784177"/>
              <a:gd name="connsiteX71" fmla="*/ 2940402 w 8037833"/>
              <a:gd name="connsiteY71" fmla="*/ 3651000 h 3784177"/>
              <a:gd name="connsiteX72" fmla="*/ 2915449 w 8037833"/>
              <a:gd name="connsiteY72" fmla="*/ 3661039 h 3784177"/>
              <a:gd name="connsiteX73" fmla="*/ 2884777 w 8037833"/>
              <a:gd name="connsiteY73" fmla="*/ 3660775 h 3784177"/>
              <a:gd name="connsiteX74" fmla="*/ 2739034 w 8037833"/>
              <a:gd name="connsiteY74" fmla="*/ 3647396 h 3784177"/>
              <a:gd name="connsiteX75" fmla="*/ 2651827 w 8037833"/>
              <a:gd name="connsiteY75" fmla="*/ 3646306 h 3784177"/>
              <a:gd name="connsiteX76" fmla="*/ 2618680 w 8037833"/>
              <a:gd name="connsiteY76" fmla="*/ 3656755 h 3784177"/>
              <a:gd name="connsiteX77" fmla="*/ 2572404 w 8037833"/>
              <a:gd name="connsiteY77" fmla="*/ 3664043 h 3784177"/>
              <a:gd name="connsiteX78" fmla="*/ 2423704 w 8037833"/>
              <a:gd name="connsiteY78" fmla="*/ 3658079 h 3784177"/>
              <a:gd name="connsiteX79" fmla="*/ 2301172 w 8037833"/>
              <a:gd name="connsiteY79" fmla="*/ 3663053 h 3784177"/>
              <a:gd name="connsiteX80" fmla="*/ 2238966 w 8037833"/>
              <a:gd name="connsiteY80" fmla="*/ 3668777 h 3784177"/>
              <a:gd name="connsiteX81" fmla="*/ 2082844 w 8037833"/>
              <a:gd name="connsiteY81" fmla="*/ 3631994 h 3784177"/>
              <a:gd name="connsiteX82" fmla="*/ 1938480 w 8037833"/>
              <a:gd name="connsiteY82" fmla="*/ 3601439 h 3784177"/>
              <a:gd name="connsiteX83" fmla="*/ 1900166 w 8037833"/>
              <a:gd name="connsiteY83" fmla="*/ 3609358 h 3784177"/>
              <a:gd name="connsiteX84" fmla="*/ 1787830 w 8037833"/>
              <a:gd name="connsiteY84" fmla="*/ 3633173 h 3784177"/>
              <a:gd name="connsiteX85" fmla="*/ 1734224 w 8037833"/>
              <a:gd name="connsiteY85" fmla="*/ 3655593 h 3784177"/>
              <a:gd name="connsiteX86" fmla="*/ 1664576 w 8037833"/>
              <a:gd name="connsiteY86" fmla="*/ 3638572 h 3784177"/>
              <a:gd name="connsiteX87" fmla="*/ 1577459 w 8037833"/>
              <a:gd name="connsiteY87" fmla="*/ 3658824 h 3784177"/>
              <a:gd name="connsiteX88" fmla="*/ 1527269 w 8037833"/>
              <a:gd name="connsiteY88" fmla="*/ 3663088 h 3784177"/>
              <a:gd name="connsiteX89" fmla="*/ 1390118 w 8037833"/>
              <a:gd name="connsiteY89" fmla="*/ 3682789 h 3784177"/>
              <a:gd name="connsiteX90" fmla="*/ 1252698 w 8037833"/>
              <a:gd name="connsiteY90" fmla="*/ 3708662 h 3784177"/>
              <a:gd name="connsiteX91" fmla="*/ 1171039 w 8037833"/>
              <a:gd name="connsiteY91" fmla="*/ 3758642 h 3784177"/>
              <a:gd name="connsiteX92" fmla="*/ 1058106 w 8037833"/>
              <a:gd name="connsiteY92" fmla="*/ 3776166 h 3784177"/>
              <a:gd name="connsiteX93" fmla="*/ 1039167 w 8037833"/>
              <a:gd name="connsiteY93" fmla="*/ 3784177 h 3784177"/>
              <a:gd name="connsiteX94" fmla="*/ 989223 w 8037833"/>
              <a:gd name="connsiteY94" fmla="*/ 3770303 h 3784177"/>
              <a:gd name="connsiteX95" fmla="*/ 907906 w 8037833"/>
              <a:gd name="connsiteY95" fmla="*/ 3757678 h 3784177"/>
              <a:gd name="connsiteX96" fmla="*/ 825226 w 8037833"/>
              <a:gd name="connsiteY96" fmla="*/ 3726369 h 3784177"/>
              <a:gd name="connsiteX97" fmla="*/ 722264 w 8037833"/>
              <a:gd name="connsiteY97" fmla="*/ 3747612 h 3784177"/>
              <a:gd name="connsiteX98" fmla="*/ 659460 w 8037833"/>
              <a:gd name="connsiteY98" fmla="*/ 3740429 h 3784177"/>
              <a:gd name="connsiteX99" fmla="*/ 556552 w 8037833"/>
              <a:gd name="connsiteY99" fmla="*/ 3739124 h 3784177"/>
              <a:gd name="connsiteX100" fmla="*/ 385384 w 8037833"/>
              <a:gd name="connsiteY100" fmla="*/ 3726388 h 3784177"/>
              <a:gd name="connsiteX101" fmla="*/ 339711 w 8037833"/>
              <a:gd name="connsiteY101" fmla="*/ 3718242 h 3784177"/>
              <a:gd name="connsiteX102" fmla="*/ 222239 w 8037833"/>
              <a:gd name="connsiteY102" fmla="*/ 3672335 h 3784177"/>
              <a:gd name="connsiteX103" fmla="*/ 163578 w 8037833"/>
              <a:gd name="connsiteY103" fmla="*/ 3656292 h 3784177"/>
              <a:gd name="connsiteX104" fmla="*/ 72220 w 8037833"/>
              <a:gd name="connsiteY104" fmla="*/ 3645272 h 3784177"/>
              <a:gd name="connsiteX105" fmla="*/ 44395 w 8037833"/>
              <a:gd name="connsiteY105" fmla="*/ 3639455 h 3784177"/>
              <a:gd name="connsiteX106" fmla="*/ 1962 w 8037833"/>
              <a:gd name="connsiteY106" fmla="*/ 3635948 h 3784177"/>
              <a:gd name="connsiteX107" fmla="*/ 0 w 8037833"/>
              <a:gd name="connsiteY107" fmla="*/ 3635261 h 3784177"/>
              <a:gd name="connsiteX108" fmla="*/ 0 w 8037833"/>
              <a:gd name="connsiteY108"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4987020 w 8037833"/>
              <a:gd name="connsiteY32" fmla="*/ 3461263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704841 h 3784177"/>
              <a:gd name="connsiteX45" fmla="*/ 4201632 w 8037833"/>
              <a:gd name="connsiteY45" fmla="*/ 3702602 h 3784177"/>
              <a:gd name="connsiteX46" fmla="*/ 4191289 w 8037833"/>
              <a:gd name="connsiteY46" fmla="*/ 3702380 h 3784177"/>
              <a:gd name="connsiteX47" fmla="*/ 4191039 w 8037833"/>
              <a:gd name="connsiteY47" fmla="*/ 3702831 h 3784177"/>
              <a:gd name="connsiteX48" fmla="*/ 4181340 w 8037833"/>
              <a:gd name="connsiteY48" fmla="*/ 3701729 h 3784177"/>
              <a:gd name="connsiteX49" fmla="*/ 4133816 w 8037833"/>
              <a:gd name="connsiteY49" fmla="*/ 3690565 h 3784177"/>
              <a:gd name="connsiteX50" fmla="*/ 4071732 w 8037833"/>
              <a:gd name="connsiteY50" fmla="*/ 3732513 h 3784177"/>
              <a:gd name="connsiteX51" fmla="*/ 4045924 w 8037833"/>
              <a:gd name="connsiteY51" fmla="*/ 3739404 h 3784177"/>
              <a:gd name="connsiteX52" fmla="*/ 4032171 w 8037833"/>
              <a:gd name="connsiteY52" fmla="*/ 3745523 h 3784177"/>
              <a:gd name="connsiteX53" fmla="*/ 4031335 w 8037833"/>
              <a:gd name="connsiteY53" fmla="*/ 3747479 h 3784177"/>
              <a:gd name="connsiteX54" fmla="*/ 3985774 w 8037833"/>
              <a:gd name="connsiteY54" fmla="*/ 3736547 h 3784177"/>
              <a:gd name="connsiteX55" fmla="*/ 3979769 w 8037833"/>
              <a:gd name="connsiteY55" fmla="*/ 3738769 h 3784177"/>
              <a:gd name="connsiteX56" fmla="*/ 3950014 w 8037833"/>
              <a:gd name="connsiteY56" fmla="*/ 3726942 h 3784177"/>
              <a:gd name="connsiteX57" fmla="*/ 3934671 w 8037833"/>
              <a:gd name="connsiteY57" fmla="*/ 3723339 h 3784177"/>
              <a:gd name="connsiteX58" fmla="*/ 3930274 w 8037833"/>
              <a:gd name="connsiteY58" fmla="*/ 3717148 h 3784177"/>
              <a:gd name="connsiteX59" fmla="*/ 3907660 w 8037833"/>
              <a:gd name="connsiteY59" fmla="*/ 3714456 h 3784177"/>
              <a:gd name="connsiteX60" fmla="*/ 3905087 w 8037833"/>
              <a:gd name="connsiteY60" fmla="*/ 3716098 h 3784177"/>
              <a:gd name="connsiteX61" fmla="*/ 3886347 w 8037833"/>
              <a:gd name="connsiteY61" fmla="*/ 3706620 h 3784177"/>
              <a:gd name="connsiteX62" fmla="*/ 3870533 w 8037833"/>
              <a:gd name="connsiteY62" fmla="*/ 3689905 h 3784177"/>
              <a:gd name="connsiteX63" fmla="*/ 3678563 w 8037833"/>
              <a:gd name="connsiteY63" fmla="*/ 3694486 h 3784177"/>
              <a:gd name="connsiteX64" fmla="*/ 3524121 w 8037833"/>
              <a:gd name="connsiteY64" fmla="*/ 3642736 h 3784177"/>
              <a:gd name="connsiteX65" fmla="*/ 3373519 w 8037833"/>
              <a:gd name="connsiteY65" fmla="*/ 3665785 h 3784177"/>
              <a:gd name="connsiteX66" fmla="*/ 3114267 w 8037833"/>
              <a:gd name="connsiteY66" fmla="*/ 3638983 h 3784177"/>
              <a:gd name="connsiteX67" fmla="*/ 2989722 w 8037833"/>
              <a:gd name="connsiteY67" fmla="*/ 3623230 h 3784177"/>
              <a:gd name="connsiteX68" fmla="*/ 2965734 w 8037833"/>
              <a:gd name="connsiteY68" fmla="*/ 3635676 h 3784177"/>
              <a:gd name="connsiteX69" fmla="*/ 2961603 w 8037833"/>
              <a:gd name="connsiteY69" fmla="*/ 3638221 h 3784177"/>
              <a:gd name="connsiteX70" fmla="*/ 2944959 w 8037833"/>
              <a:gd name="connsiteY70" fmla="*/ 3639723 h 3784177"/>
              <a:gd name="connsiteX71" fmla="*/ 2940402 w 8037833"/>
              <a:gd name="connsiteY71" fmla="*/ 3651000 h 3784177"/>
              <a:gd name="connsiteX72" fmla="*/ 2915449 w 8037833"/>
              <a:gd name="connsiteY72" fmla="*/ 3661039 h 3784177"/>
              <a:gd name="connsiteX73" fmla="*/ 2884777 w 8037833"/>
              <a:gd name="connsiteY73" fmla="*/ 3660775 h 3784177"/>
              <a:gd name="connsiteX74" fmla="*/ 2739034 w 8037833"/>
              <a:gd name="connsiteY74" fmla="*/ 3647396 h 3784177"/>
              <a:gd name="connsiteX75" fmla="*/ 2651827 w 8037833"/>
              <a:gd name="connsiteY75" fmla="*/ 3646306 h 3784177"/>
              <a:gd name="connsiteX76" fmla="*/ 2618680 w 8037833"/>
              <a:gd name="connsiteY76" fmla="*/ 3656755 h 3784177"/>
              <a:gd name="connsiteX77" fmla="*/ 2572404 w 8037833"/>
              <a:gd name="connsiteY77" fmla="*/ 3664043 h 3784177"/>
              <a:gd name="connsiteX78" fmla="*/ 2423704 w 8037833"/>
              <a:gd name="connsiteY78" fmla="*/ 3658079 h 3784177"/>
              <a:gd name="connsiteX79" fmla="*/ 2301172 w 8037833"/>
              <a:gd name="connsiteY79" fmla="*/ 3663053 h 3784177"/>
              <a:gd name="connsiteX80" fmla="*/ 2238966 w 8037833"/>
              <a:gd name="connsiteY80" fmla="*/ 3668777 h 3784177"/>
              <a:gd name="connsiteX81" fmla="*/ 2082844 w 8037833"/>
              <a:gd name="connsiteY81" fmla="*/ 3631994 h 3784177"/>
              <a:gd name="connsiteX82" fmla="*/ 1938480 w 8037833"/>
              <a:gd name="connsiteY82" fmla="*/ 3601439 h 3784177"/>
              <a:gd name="connsiteX83" fmla="*/ 1900166 w 8037833"/>
              <a:gd name="connsiteY83" fmla="*/ 3609358 h 3784177"/>
              <a:gd name="connsiteX84" fmla="*/ 1787830 w 8037833"/>
              <a:gd name="connsiteY84" fmla="*/ 3633173 h 3784177"/>
              <a:gd name="connsiteX85" fmla="*/ 1734224 w 8037833"/>
              <a:gd name="connsiteY85" fmla="*/ 3655593 h 3784177"/>
              <a:gd name="connsiteX86" fmla="*/ 1664576 w 8037833"/>
              <a:gd name="connsiteY86" fmla="*/ 3638572 h 3784177"/>
              <a:gd name="connsiteX87" fmla="*/ 1577459 w 8037833"/>
              <a:gd name="connsiteY87" fmla="*/ 3658824 h 3784177"/>
              <a:gd name="connsiteX88" fmla="*/ 1527269 w 8037833"/>
              <a:gd name="connsiteY88" fmla="*/ 3663088 h 3784177"/>
              <a:gd name="connsiteX89" fmla="*/ 1390118 w 8037833"/>
              <a:gd name="connsiteY89" fmla="*/ 3682789 h 3784177"/>
              <a:gd name="connsiteX90" fmla="*/ 1252698 w 8037833"/>
              <a:gd name="connsiteY90" fmla="*/ 3708662 h 3784177"/>
              <a:gd name="connsiteX91" fmla="*/ 1171039 w 8037833"/>
              <a:gd name="connsiteY91" fmla="*/ 3758642 h 3784177"/>
              <a:gd name="connsiteX92" fmla="*/ 1058106 w 8037833"/>
              <a:gd name="connsiteY92" fmla="*/ 3776166 h 3784177"/>
              <a:gd name="connsiteX93" fmla="*/ 1039167 w 8037833"/>
              <a:gd name="connsiteY93" fmla="*/ 3784177 h 3784177"/>
              <a:gd name="connsiteX94" fmla="*/ 989223 w 8037833"/>
              <a:gd name="connsiteY94" fmla="*/ 3770303 h 3784177"/>
              <a:gd name="connsiteX95" fmla="*/ 907906 w 8037833"/>
              <a:gd name="connsiteY95" fmla="*/ 3757678 h 3784177"/>
              <a:gd name="connsiteX96" fmla="*/ 825226 w 8037833"/>
              <a:gd name="connsiteY96" fmla="*/ 3726369 h 3784177"/>
              <a:gd name="connsiteX97" fmla="*/ 722264 w 8037833"/>
              <a:gd name="connsiteY97" fmla="*/ 3747612 h 3784177"/>
              <a:gd name="connsiteX98" fmla="*/ 659460 w 8037833"/>
              <a:gd name="connsiteY98" fmla="*/ 3740429 h 3784177"/>
              <a:gd name="connsiteX99" fmla="*/ 556552 w 8037833"/>
              <a:gd name="connsiteY99" fmla="*/ 3739124 h 3784177"/>
              <a:gd name="connsiteX100" fmla="*/ 385384 w 8037833"/>
              <a:gd name="connsiteY100" fmla="*/ 3726388 h 3784177"/>
              <a:gd name="connsiteX101" fmla="*/ 339711 w 8037833"/>
              <a:gd name="connsiteY101" fmla="*/ 3718242 h 3784177"/>
              <a:gd name="connsiteX102" fmla="*/ 222239 w 8037833"/>
              <a:gd name="connsiteY102" fmla="*/ 3672335 h 3784177"/>
              <a:gd name="connsiteX103" fmla="*/ 163578 w 8037833"/>
              <a:gd name="connsiteY103" fmla="*/ 3656292 h 3784177"/>
              <a:gd name="connsiteX104" fmla="*/ 72220 w 8037833"/>
              <a:gd name="connsiteY104" fmla="*/ 3645272 h 3784177"/>
              <a:gd name="connsiteX105" fmla="*/ 44395 w 8037833"/>
              <a:gd name="connsiteY105" fmla="*/ 3639455 h 3784177"/>
              <a:gd name="connsiteX106" fmla="*/ 1962 w 8037833"/>
              <a:gd name="connsiteY106" fmla="*/ 3635948 h 3784177"/>
              <a:gd name="connsiteX107" fmla="*/ 0 w 8037833"/>
              <a:gd name="connsiteY107" fmla="*/ 3635261 h 3784177"/>
              <a:gd name="connsiteX108" fmla="*/ 0 w 8037833"/>
              <a:gd name="connsiteY108"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4987020 w 8037833"/>
              <a:gd name="connsiteY32" fmla="*/ 3461263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704841 h 3784177"/>
              <a:gd name="connsiteX45" fmla="*/ 4201632 w 8037833"/>
              <a:gd name="connsiteY45" fmla="*/ 3702602 h 3784177"/>
              <a:gd name="connsiteX46" fmla="*/ 4191289 w 8037833"/>
              <a:gd name="connsiteY46" fmla="*/ 3702380 h 3784177"/>
              <a:gd name="connsiteX47" fmla="*/ 4191039 w 8037833"/>
              <a:gd name="connsiteY47" fmla="*/ 3702831 h 3784177"/>
              <a:gd name="connsiteX48" fmla="*/ 4181340 w 8037833"/>
              <a:gd name="connsiteY48" fmla="*/ 3701729 h 3784177"/>
              <a:gd name="connsiteX49" fmla="*/ 4133816 w 8037833"/>
              <a:gd name="connsiteY49" fmla="*/ 3690565 h 3784177"/>
              <a:gd name="connsiteX50" fmla="*/ 4071732 w 8037833"/>
              <a:gd name="connsiteY50" fmla="*/ 3732513 h 3784177"/>
              <a:gd name="connsiteX51" fmla="*/ 4045924 w 8037833"/>
              <a:gd name="connsiteY51" fmla="*/ 3739404 h 3784177"/>
              <a:gd name="connsiteX52" fmla="*/ 4032171 w 8037833"/>
              <a:gd name="connsiteY52" fmla="*/ 3745523 h 3784177"/>
              <a:gd name="connsiteX53" fmla="*/ 4031335 w 8037833"/>
              <a:gd name="connsiteY53" fmla="*/ 3747479 h 3784177"/>
              <a:gd name="connsiteX54" fmla="*/ 3985774 w 8037833"/>
              <a:gd name="connsiteY54" fmla="*/ 3736547 h 3784177"/>
              <a:gd name="connsiteX55" fmla="*/ 3979769 w 8037833"/>
              <a:gd name="connsiteY55" fmla="*/ 3738769 h 3784177"/>
              <a:gd name="connsiteX56" fmla="*/ 3950014 w 8037833"/>
              <a:gd name="connsiteY56" fmla="*/ 3726942 h 3784177"/>
              <a:gd name="connsiteX57" fmla="*/ 3934671 w 8037833"/>
              <a:gd name="connsiteY57" fmla="*/ 3723339 h 3784177"/>
              <a:gd name="connsiteX58" fmla="*/ 3930274 w 8037833"/>
              <a:gd name="connsiteY58" fmla="*/ 3717148 h 3784177"/>
              <a:gd name="connsiteX59" fmla="*/ 3907660 w 8037833"/>
              <a:gd name="connsiteY59" fmla="*/ 3714456 h 3784177"/>
              <a:gd name="connsiteX60" fmla="*/ 3905087 w 8037833"/>
              <a:gd name="connsiteY60" fmla="*/ 3716098 h 3784177"/>
              <a:gd name="connsiteX61" fmla="*/ 3886347 w 8037833"/>
              <a:gd name="connsiteY61" fmla="*/ 3706620 h 3784177"/>
              <a:gd name="connsiteX62" fmla="*/ 3870533 w 8037833"/>
              <a:gd name="connsiteY62" fmla="*/ 3689905 h 3784177"/>
              <a:gd name="connsiteX63" fmla="*/ 3678563 w 8037833"/>
              <a:gd name="connsiteY63" fmla="*/ 3694486 h 3784177"/>
              <a:gd name="connsiteX64" fmla="*/ 3524121 w 8037833"/>
              <a:gd name="connsiteY64" fmla="*/ 3642736 h 3784177"/>
              <a:gd name="connsiteX65" fmla="*/ 3373519 w 8037833"/>
              <a:gd name="connsiteY65" fmla="*/ 3665785 h 3784177"/>
              <a:gd name="connsiteX66" fmla="*/ 3114267 w 8037833"/>
              <a:gd name="connsiteY66" fmla="*/ 3638983 h 3784177"/>
              <a:gd name="connsiteX67" fmla="*/ 2989722 w 8037833"/>
              <a:gd name="connsiteY67" fmla="*/ 3623230 h 3784177"/>
              <a:gd name="connsiteX68" fmla="*/ 2965734 w 8037833"/>
              <a:gd name="connsiteY68" fmla="*/ 3635676 h 3784177"/>
              <a:gd name="connsiteX69" fmla="*/ 2961603 w 8037833"/>
              <a:gd name="connsiteY69" fmla="*/ 3638221 h 3784177"/>
              <a:gd name="connsiteX70" fmla="*/ 2944959 w 8037833"/>
              <a:gd name="connsiteY70" fmla="*/ 3639723 h 3784177"/>
              <a:gd name="connsiteX71" fmla="*/ 2940402 w 8037833"/>
              <a:gd name="connsiteY71" fmla="*/ 3651000 h 3784177"/>
              <a:gd name="connsiteX72" fmla="*/ 2915449 w 8037833"/>
              <a:gd name="connsiteY72" fmla="*/ 3661039 h 3784177"/>
              <a:gd name="connsiteX73" fmla="*/ 2884777 w 8037833"/>
              <a:gd name="connsiteY73" fmla="*/ 3660775 h 3784177"/>
              <a:gd name="connsiteX74" fmla="*/ 2739034 w 8037833"/>
              <a:gd name="connsiteY74" fmla="*/ 3647396 h 3784177"/>
              <a:gd name="connsiteX75" fmla="*/ 2651827 w 8037833"/>
              <a:gd name="connsiteY75" fmla="*/ 3646306 h 3784177"/>
              <a:gd name="connsiteX76" fmla="*/ 2618680 w 8037833"/>
              <a:gd name="connsiteY76" fmla="*/ 3656755 h 3784177"/>
              <a:gd name="connsiteX77" fmla="*/ 2572404 w 8037833"/>
              <a:gd name="connsiteY77" fmla="*/ 3664043 h 3784177"/>
              <a:gd name="connsiteX78" fmla="*/ 2423704 w 8037833"/>
              <a:gd name="connsiteY78" fmla="*/ 3658079 h 3784177"/>
              <a:gd name="connsiteX79" fmla="*/ 2301172 w 8037833"/>
              <a:gd name="connsiteY79" fmla="*/ 3663053 h 3784177"/>
              <a:gd name="connsiteX80" fmla="*/ 2238966 w 8037833"/>
              <a:gd name="connsiteY80" fmla="*/ 3668777 h 3784177"/>
              <a:gd name="connsiteX81" fmla="*/ 2082844 w 8037833"/>
              <a:gd name="connsiteY81" fmla="*/ 3631994 h 3784177"/>
              <a:gd name="connsiteX82" fmla="*/ 1938480 w 8037833"/>
              <a:gd name="connsiteY82" fmla="*/ 3601439 h 3784177"/>
              <a:gd name="connsiteX83" fmla="*/ 1900166 w 8037833"/>
              <a:gd name="connsiteY83" fmla="*/ 3609358 h 3784177"/>
              <a:gd name="connsiteX84" fmla="*/ 1787830 w 8037833"/>
              <a:gd name="connsiteY84" fmla="*/ 3633173 h 3784177"/>
              <a:gd name="connsiteX85" fmla="*/ 1734224 w 8037833"/>
              <a:gd name="connsiteY85" fmla="*/ 3655593 h 3784177"/>
              <a:gd name="connsiteX86" fmla="*/ 1664576 w 8037833"/>
              <a:gd name="connsiteY86" fmla="*/ 3638572 h 3784177"/>
              <a:gd name="connsiteX87" fmla="*/ 1577459 w 8037833"/>
              <a:gd name="connsiteY87" fmla="*/ 3658824 h 3784177"/>
              <a:gd name="connsiteX88" fmla="*/ 1527269 w 8037833"/>
              <a:gd name="connsiteY88" fmla="*/ 3663088 h 3784177"/>
              <a:gd name="connsiteX89" fmla="*/ 1390118 w 8037833"/>
              <a:gd name="connsiteY89" fmla="*/ 3682789 h 3784177"/>
              <a:gd name="connsiteX90" fmla="*/ 1252698 w 8037833"/>
              <a:gd name="connsiteY90" fmla="*/ 3708662 h 3784177"/>
              <a:gd name="connsiteX91" fmla="*/ 1171039 w 8037833"/>
              <a:gd name="connsiteY91" fmla="*/ 3758642 h 3784177"/>
              <a:gd name="connsiteX92" fmla="*/ 1058106 w 8037833"/>
              <a:gd name="connsiteY92" fmla="*/ 3776166 h 3784177"/>
              <a:gd name="connsiteX93" fmla="*/ 1039167 w 8037833"/>
              <a:gd name="connsiteY93" fmla="*/ 3784177 h 3784177"/>
              <a:gd name="connsiteX94" fmla="*/ 989223 w 8037833"/>
              <a:gd name="connsiteY94" fmla="*/ 3770303 h 3784177"/>
              <a:gd name="connsiteX95" fmla="*/ 907906 w 8037833"/>
              <a:gd name="connsiteY95" fmla="*/ 3757678 h 3784177"/>
              <a:gd name="connsiteX96" fmla="*/ 825226 w 8037833"/>
              <a:gd name="connsiteY96" fmla="*/ 3726369 h 3784177"/>
              <a:gd name="connsiteX97" fmla="*/ 722264 w 8037833"/>
              <a:gd name="connsiteY97" fmla="*/ 3747612 h 3784177"/>
              <a:gd name="connsiteX98" fmla="*/ 659460 w 8037833"/>
              <a:gd name="connsiteY98" fmla="*/ 3740429 h 3784177"/>
              <a:gd name="connsiteX99" fmla="*/ 556552 w 8037833"/>
              <a:gd name="connsiteY99" fmla="*/ 3739124 h 3784177"/>
              <a:gd name="connsiteX100" fmla="*/ 385384 w 8037833"/>
              <a:gd name="connsiteY100" fmla="*/ 3726388 h 3784177"/>
              <a:gd name="connsiteX101" fmla="*/ 339711 w 8037833"/>
              <a:gd name="connsiteY101" fmla="*/ 3718242 h 3784177"/>
              <a:gd name="connsiteX102" fmla="*/ 222239 w 8037833"/>
              <a:gd name="connsiteY102" fmla="*/ 3672335 h 3784177"/>
              <a:gd name="connsiteX103" fmla="*/ 163578 w 8037833"/>
              <a:gd name="connsiteY103" fmla="*/ 3656292 h 3784177"/>
              <a:gd name="connsiteX104" fmla="*/ 72220 w 8037833"/>
              <a:gd name="connsiteY104" fmla="*/ 3645272 h 3784177"/>
              <a:gd name="connsiteX105" fmla="*/ 44395 w 8037833"/>
              <a:gd name="connsiteY105" fmla="*/ 3639455 h 3784177"/>
              <a:gd name="connsiteX106" fmla="*/ 1962 w 8037833"/>
              <a:gd name="connsiteY106" fmla="*/ 3635948 h 3784177"/>
              <a:gd name="connsiteX107" fmla="*/ 0 w 8037833"/>
              <a:gd name="connsiteY107" fmla="*/ 3635261 h 3784177"/>
              <a:gd name="connsiteX108" fmla="*/ 0 w 8037833"/>
              <a:gd name="connsiteY108"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4987020 w 8037833"/>
              <a:gd name="connsiteY32" fmla="*/ 3461263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704841 h 3784177"/>
              <a:gd name="connsiteX45" fmla="*/ 4201632 w 8037833"/>
              <a:gd name="connsiteY45" fmla="*/ 3702602 h 3784177"/>
              <a:gd name="connsiteX46" fmla="*/ 4191289 w 8037833"/>
              <a:gd name="connsiteY46" fmla="*/ 3702380 h 3784177"/>
              <a:gd name="connsiteX47" fmla="*/ 4191039 w 8037833"/>
              <a:gd name="connsiteY47" fmla="*/ 3702831 h 3784177"/>
              <a:gd name="connsiteX48" fmla="*/ 4181340 w 8037833"/>
              <a:gd name="connsiteY48" fmla="*/ 3701729 h 3784177"/>
              <a:gd name="connsiteX49" fmla="*/ 4133816 w 8037833"/>
              <a:gd name="connsiteY49" fmla="*/ 3690565 h 3784177"/>
              <a:gd name="connsiteX50" fmla="*/ 4071732 w 8037833"/>
              <a:gd name="connsiteY50" fmla="*/ 3732513 h 3784177"/>
              <a:gd name="connsiteX51" fmla="*/ 4045924 w 8037833"/>
              <a:gd name="connsiteY51" fmla="*/ 3739404 h 3784177"/>
              <a:gd name="connsiteX52" fmla="*/ 4032171 w 8037833"/>
              <a:gd name="connsiteY52" fmla="*/ 3745523 h 3784177"/>
              <a:gd name="connsiteX53" fmla="*/ 4031335 w 8037833"/>
              <a:gd name="connsiteY53" fmla="*/ 3747479 h 3784177"/>
              <a:gd name="connsiteX54" fmla="*/ 3985774 w 8037833"/>
              <a:gd name="connsiteY54" fmla="*/ 3736547 h 3784177"/>
              <a:gd name="connsiteX55" fmla="*/ 3979769 w 8037833"/>
              <a:gd name="connsiteY55" fmla="*/ 3738769 h 3784177"/>
              <a:gd name="connsiteX56" fmla="*/ 3950014 w 8037833"/>
              <a:gd name="connsiteY56" fmla="*/ 3726942 h 3784177"/>
              <a:gd name="connsiteX57" fmla="*/ 3934671 w 8037833"/>
              <a:gd name="connsiteY57" fmla="*/ 3723339 h 3784177"/>
              <a:gd name="connsiteX58" fmla="*/ 3930274 w 8037833"/>
              <a:gd name="connsiteY58" fmla="*/ 3717148 h 3784177"/>
              <a:gd name="connsiteX59" fmla="*/ 3907660 w 8037833"/>
              <a:gd name="connsiteY59" fmla="*/ 3714456 h 3784177"/>
              <a:gd name="connsiteX60" fmla="*/ 3905087 w 8037833"/>
              <a:gd name="connsiteY60" fmla="*/ 3716098 h 3784177"/>
              <a:gd name="connsiteX61" fmla="*/ 3886347 w 8037833"/>
              <a:gd name="connsiteY61" fmla="*/ 3706620 h 3784177"/>
              <a:gd name="connsiteX62" fmla="*/ 3870533 w 8037833"/>
              <a:gd name="connsiteY62" fmla="*/ 3689905 h 3784177"/>
              <a:gd name="connsiteX63" fmla="*/ 3678563 w 8037833"/>
              <a:gd name="connsiteY63" fmla="*/ 3694486 h 3784177"/>
              <a:gd name="connsiteX64" fmla="*/ 3524121 w 8037833"/>
              <a:gd name="connsiteY64" fmla="*/ 3642736 h 3784177"/>
              <a:gd name="connsiteX65" fmla="*/ 3373519 w 8037833"/>
              <a:gd name="connsiteY65" fmla="*/ 3665785 h 3784177"/>
              <a:gd name="connsiteX66" fmla="*/ 3114267 w 8037833"/>
              <a:gd name="connsiteY66" fmla="*/ 3638983 h 3784177"/>
              <a:gd name="connsiteX67" fmla="*/ 2989722 w 8037833"/>
              <a:gd name="connsiteY67" fmla="*/ 3623230 h 3784177"/>
              <a:gd name="connsiteX68" fmla="*/ 2965734 w 8037833"/>
              <a:gd name="connsiteY68" fmla="*/ 3635676 h 3784177"/>
              <a:gd name="connsiteX69" fmla="*/ 2961603 w 8037833"/>
              <a:gd name="connsiteY69" fmla="*/ 3638221 h 3784177"/>
              <a:gd name="connsiteX70" fmla="*/ 2944959 w 8037833"/>
              <a:gd name="connsiteY70" fmla="*/ 3639723 h 3784177"/>
              <a:gd name="connsiteX71" fmla="*/ 2940402 w 8037833"/>
              <a:gd name="connsiteY71" fmla="*/ 3651000 h 3784177"/>
              <a:gd name="connsiteX72" fmla="*/ 2884777 w 8037833"/>
              <a:gd name="connsiteY72" fmla="*/ 3660775 h 3784177"/>
              <a:gd name="connsiteX73" fmla="*/ 2739034 w 8037833"/>
              <a:gd name="connsiteY73" fmla="*/ 3647396 h 3784177"/>
              <a:gd name="connsiteX74" fmla="*/ 2651827 w 8037833"/>
              <a:gd name="connsiteY74" fmla="*/ 3646306 h 3784177"/>
              <a:gd name="connsiteX75" fmla="*/ 2618680 w 8037833"/>
              <a:gd name="connsiteY75" fmla="*/ 3656755 h 3784177"/>
              <a:gd name="connsiteX76" fmla="*/ 2572404 w 8037833"/>
              <a:gd name="connsiteY76" fmla="*/ 3664043 h 3784177"/>
              <a:gd name="connsiteX77" fmla="*/ 2423704 w 8037833"/>
              <a:gd name="connsiteY77" fmla="*/ 3658079 h 3784177"/>
              <a:gd name="connsiteX78" fmla="*/ 2301172 w 8037833"/>
              <a:gd name="connsiteY78" fmla="*/ 3663053 h 3784177"/>
              <a:gd name="connsiteX79" fmla="*/ 2238966 w 8037833"/>
              <a:gd name="connsiteY79" fmla="*/ 3668777 h 3784177"/>
              <a:gd name="connsiteX80" fmla="*/ 2082844 w 8037833"/>
              <a:gd name="connsiteY80" fmla="*/ 3631994 h 3784177"/>
              <a:gd name="connsiteX81" fmla="*/ 1938480 w 8037833"/>
              <a:gd name="connsiteY81" fmla="*/ 3601439 h 3784177"/>
              <a:gd name="connsiteX82" fmla="*/ 1900166 w 8037833"/>
              <a:gd name="connsiteY82" fmla="*/ 3609358 h 3784177"/>
              <a:gd name="connsiteX83" fmla="*/ 1787830 w 8037833"/>
              <a:gd name="connsiteY83" fmla="*/ 3633173 h 3784177"/>
              <a:gd name="connsiteX84" fmla="*/ 1734224 w 8037833"/>
              <a:gd name="connsiteY84" fmla="*/ 3655593 h 3784177"/>
              <a:gd name="connsiteX85" fmla="*/ 1664576 w 8037833"/>
              <a:gd name="connsiteY85" fmla="*/ 3638572 h 3784177"/>
              <a:gd name="connsiteX86" fmla="*/ 1577459 w 8037833"/>
              <a:gd name="connsiteY86" fmla="*/ 3658824 h 3784177"/>
              <a:gd name="connsiteX87" fmla="*/ 1527269 w 8037833"/>
              <a:gd name="connsiteY87" fmla="*/ 3663088 h 3784177"/>
              <a:gd name="connsiteX88" fmla="*/ 1390118 w 8037833"/>
              <a:gd name="connsiteY88" fmla="*/ 3682789 h 3784177"/>
              <a:gd name="connsiteX89" fmla="*/ 1252698 w 8037833"/>
              <a:gd name="connsiteY89" fmla="*/ 3708662 h 3784177"/>
              <a:gd name="connsiteX90" fmla="*/ 1171039 w 8037833"/>
              <a:gd name="connsiteY90" fmla="*/ 3758642 h 3784177"/>
              <a:gd name="connsiteX91" fmla="*/ 1058106 w 8037833"/>
              <a:gd name="connsiteY91" fmla="*/ 3776166 h 3784177"/>
              <a:gd name="connsiteX92" fmla="*/ 1039167 w 8037833"/>
              <a:gd name="connsiteY92" fmla="*/ 3784177 h 3784177"/>
              <a:gd name="connsiteX93" fmla="*/ 989223 w 8037833"/>
              <a:gd name="connsiteY93" fmla="*/ 3770303 h 3784177"/>
              <a:gd name="connsiteX94" fmla="*/ 907906 w 8037833"/>
              <a:gd name="connsiteY94" fmla="*/ 3757678 h 3784177"/>
              <a:gd name="connsiteX95" fmla="*/ 825226 w 8037833"/>
              <a:gd name="connsiteY95" fmla="*/ 3726369 h 3784177"/>
              <a:gd name="connsiteX96" fmla="*/ 722264 w 8037833"/>
              <a:gd name="connsiteY96" fmla="*/ 3747612 h 3784177"/>
              <a:gd name="connsiteX97" fmla="*/ 659460 w 8037833"/>
              <a:gd name="connsiteY97" fmla="*/ 3740429 h 3784177"/>
              <a:gd name="connsiteX98" fmla="*/ 556552 w 8037833"/>
              <a:gd name="connsiteY98" fmla="*/ 3739124 h 3784177"/>
              <a:gd name="connsiteX99" fmla="*/ 385384 w 8037833"/>
              <a:gd name="connsiteY99" fmla="*/ 3726388 h 3784177"/>
              <a:gd name="connsiteX100" fmla="*/ 339711 w 8037833"/>
              <a:gd name="connsiteY100" fmla="*/ 3718242 h 3784177"/>
              <a:gd name="connsiteX101" fmla="*/ 222239 w 8037833"/>
              <a:gd name="connsiteY101" fmla="*/ 3672335 h 3784177"/>
              <a:gd name="connsiteX102" fmla="*/ 163578 w 8037833"/>
              <a:gd name="connsiteY102" fmla="*/ 3656292 h 3784177"/>
              <a:gd name="connsiteX103" fmla="*/ 72220 w 8037833"/>
              <a:gd name="connsiteY103" fmla="*/ 3645272 h 3784177"/>
              <a:gd name="connsiteX104" fmla="*/ 44395 w 8037833"/>
              <a:gd name="connsiteY104" fmla="*/ 3639455 h 3784177"/>
              <a:gd name="connsiteX105" fmla="*/ 1962 w 8037833"/>
              <a:gd name="connsiteY105" fmla="*/ 3635948 h 3784177"/>
              <a:gd name="connsiteX106" fmla="*/ 0 w 8037833"/>
              <a:gd name="connsiteY106" fmla="*/ 3635261 h 3784177"/>
              <a:gd name="connsiteX107" fmla="*/ 0 w 8037833"/>
              <a:gd name="connsiteY107"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4987020 w 8037833"/>
              <a:gd name="connsiteY32" fmla="*/ 3461263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704841 h 3784177"/>
              <a:gd name="connsiteX45" fmla="*/ 4201632 w 8037833"/>
              <a:gd name="connsiteY45" fmla="*/ 3702602 h 3784177"/>
              <a:gd name="connsiteX46" fmla="*/ 4191289 w 8037833"/>
              <a:gd name="connsiteY46" fmla="*/ 3702380 h 3784177"/>
              <a:gd name="connsiteX47" fmla="*/ 4191039 w 8037833"/>
              <a:gd name="connsiteY47" fmla="*/ 3702831 h 3784177"/>
              <a:gd name="connsiteX48" fmla="*/ 4181340 w 8037833"/>
              <a:gd name="connsiteY48" fmla="*/ 3701729 h 3784177"/>
              <a:gd name="connsiteX49" fmla="*/ 4133816 w 8037833"/>
              <a:gd name="connsiteY49" fmla="*/ 3690565 h 3784177"/>
              <a:gd name="connsiteX50" fmla="*/ 4071732 w 8037833"/>
              <a:gd name="connsiteY50" fmla="*/ 3732513 h 3784177"/>
              <a:gd name="connsiteX51" fmla="*/ 4045924 w 8037833"/>
              <a:gd name="connsiteY51" fmla="*/ 3739404 h 3784177"/>
              <a:gd name="connsiteX52" fmla="*/ 4032171 w 8037833"/>
              <a:gd name="connsiteY52" fmla="*/ 3745523 h 3784177"/>
              <a:gd name="connsiteX53" fmla="*/ 4011556 w 8037833"/>
              <a:gd name="connsiteY53" fmla="*/ 3729673 h 3784177"/>
              <a:gd name="connsiteX54" fmla="*/ 3985774 w 8037833"/>
              <a:gd name="connsiteY54" fmla="*/ 3736547 h 3784177"/>
              <a:gd name="connsiteX55" fmla="*/ 3979769 w 8037833"/>
              <a:gd name="connsiteY55" fmla="*/ 3738769 h 3784177"/>
              <a:gd name="connsiteX56" fmla="*/ 3950014 w 8037833"/>
              <a:gd name="connsiteY56" fmla="*/ 3726942 h 3784177"/>
              <a:gd name="connsiteX57" fmla="*/ 3934671 w 8037833"/>
              <a:gd name="connsiteY57" fmla="*/ 3723339 h 3784177"/>
              <a:gd name="connsiteX58" fmla="*/ 3930274 w 8037833"/>
              <a:gd name="connsiteY58" fmla="*/ 3717148 h 3784177"/>
              <a:gd name="connsiteX59" fmla="*/ 3907660 w 8037833"/>
              <a:gd name="connsiteY59" fmla="*/ 3714456 h 3784177"/>
              <a:gd name="connsiteX60" fmla="*/ 3905087 w 8037833"/>
              <a:gd name="connsiteY60" fmla="*/ 3716098 h 3784177"/>
              <a:gd name="connsiteX61" fmla="*/ 3886347 w 8037833"/>
              <a:gd name="connsiteY61" fmla="*/ 3706620 h 3784177"/>
              <a:gd name="connsiteX62" fmla="*/ 3870533 w 8037833"/>
              <a:gd name="connsiteY62" fmla="*/ 3689905 h 3784177"/>
              <a:gd name="connsiteX63" fmla="*/ 3678563 w 8037833"/>
              <a:gd name="connsiteY63" fmla="*/ 3694486 h 3784177"/>
              <a:gd name="connsiteX64" fmla="*/ 3524121 w 8037833"/>
              <a:gd name="connsiteY64" fmla="*/ 3642736 h 3784177"/>
              <a:gd name="connsiteX65" fmla="*/ 3373519 w 8037833"/>
              <a:gd name="connsiteY65" fmla="*/ 3665785 h 3784177"/>
              <a:gd name="connsiteX66" fmla="*/ 3114267 w 8037833"/>
              <a:gd name="connsiteY66" fmla="*/ 3638983 h 3784177"/>
              <a:gd name="connsiteX67" fmla="*/ 2989722 w 8037833"/>
              <a:gd name="connsiteY67" fmla="*/ 3623230 h 3784177"/>
              <a:gd name="connsiteX68" fmla="*/ 2965734 w 8037833"/>
              <a:gd name="connsiteY68" fmla="*/ 3635676 h 3784177"/>
              <a:gd name="connsiteX69" fmla="*/ 2961603 w 8037833"/>
              <a:gd name="connsiteY69" fmla="*/ 3638221 h 3784177"/>
              <a:gd name="connsiteX70" fmla="*/ 2944959 w 8037833"/>
              <a:gd name="connsiteY70" fmla="*/ 3639723 h 3784177"/>
              <a:gd name="connsiteX71" fmla="*/ 2940402 w 8037833"/>
              <a:gd name="connsiteY71" fmla="*/ 3651000 h 3784177"/>
              <a:gd name="connsiteX72" fmla="*/ 2884777 w 8037833"/>
              <a:gd name="connsiteY72" fmla="*/ 3660775 h 3784177"/>
              <a:gd name="connsiteX73" fmla="*/ 2739034 w 8037833"/>
              <a:gd name="connsiteY73" fmla="*/ 3647396 h 3784177"/>
              <a:gd name="connsiteX74" fmla="*/ 2651827 w 8037833"/>
              <a:gd name="connsiteY74" fmla="*/ 3646306 h 3784177"/>
              <a:gd name="connsiteX75" fmla="*/ 2618680 w 8037833"/>
              <a:gd name="connsiteY75" fmla="*/ 3656755 h 3784177"/>
              <a:gd name="connsiteX76" fmla="*/ 2572404 w 8037833"/>
              <a:gd name="connsiteY76" fmla="*/ 3664043 h 3784177"/>
              <a:gd name="connsiteX77" fmla="*/ 2423704 w 8037833"/>
              <a:gd name="connsiteY77" fmla="*/ 3658079 h 3784177"/>
              <a:gd name="connsiteX78" fmla="*/ 2301172 w 8037833"/>
              <a:gd name="connsiteY78" fmla="*/ 3663053 h 3784177"/>
              <a:gd name="connsiteX79" fmla="*/ 2238966 w 8037833"/>
              <a:gd name="connsiteY79" fmla="*/ 3668777 h 3784177"/>
              <a:gd name="connsiteX80" fmla="*/ 2082844 w 8037833"/>
              <a:gd name="connsiteY80" fmla="*/ 3631994 h 3784177"/>
              <a:gd name="connsiteX81" fmla="*/ 1938480 w 8037833"/>
              <a:gd name="connsiteY81" fmla="*/ 3601439 h 3784177"/>
              <a:gd name="connsiteX82" fmla="*/ 1900166 w 8037833"/>
              <a:gd name="connsiteY82" fmla="*/ 3609358 h 3784177"/>
              <a:gd name="connsiteX83" fmla="*/ 1787830 w 8037833"/>
              <a:gd name="connsiteY83" fmla="*/ 3633173 h 3784177"/>
              <a:gd name="connsiteX84" fmla="*/ 1734224 w 8037833"/>
              <a:gd name="connsiteY84" fmla="*/ 3655593 h 3784177"/>
              <a:gd name="connsiteX85" fmla="*/ 1664576 w 8037833"/>
              <a:gd name="connsiteY85" fmla="*/ 3638572 h 3784177"/>
              <a:gd name="connsiteX86" fmla="*/ 1577459 w 8037833"/>
              <a:gd name="connsiteY86" fmla="*/ 3658824 h 3784177"/>
              <a:gd name="connsiteX87" fmla="*/ 1527269 w 8037833"/>
              <a:gd name="connsiteY87" fmla="*/ 3663088 h 3784177"/>
              <a:gd name="connsiteX88" fmla="*/ 1390118 w 8037833"/>
              <a:gd name="connsiteY88" fmla="*/ 3682789 h 3784177"/>
              <a:gd name="connsiteX89" fmla="*/ 1252698 w 8037833"/>
              <a:gd name="connsiteY89" fmla="*/ 3708662 h 3784177"/>
              <a:gd name="connsiteX90" fmla="*/ 1171039 w 8037833"/>
              <a:gd name="connsiteY90" fmla="*/ 3758642 h 3784177"/>
              <a:gd name="connsiteX91" fmla="*/ 1058106 w 8037833"/>
              <a:gd name="connsiteY91" fmla="*/ 3776166 h 3784177"/>
              <a:gd name="connsiteX92" fmla="*/ 1039167 w 8037833"/>
              <a:gd name="connsiteY92" fmla="*/ 3784177 h 3784177"/>
              <a:gd name="connsiteX93" fmla="*/ 989223 w 8037833"/>
              <a:gd name="connsiteY93" fmla="*/ 3770303 h 3784177"/>
              <a:gd name="connsiteX94" fmla="*/ 907906 w 8037833"/>
              <a:gd name="connsiteY94" fmla="*/ 3757678 h 3784177"/>
              <a:gd name="connsiteX95" fmla="*/ 825226 w 8037833"/>
              <a:gd name="connsiteY95" fmla="*/ 3726369 h 3784177"/>
              <a:gd name="connsiteX96" fmla="*/ 722264 w 8037833"/>
              <a:gd name="connsiteY96" fmla="*/ 3747612 h 3784177"/>
              <a:gd name="connsiteX97" fmla="*/ 659460 w 8037833"/>
              <a:gd name="connsiteY97" fmla="*/ 3740429 h 3784177"/>
              <a:gd name="connsiteX98" fmla="*/ 556552 w 8037833"/>
              <a:gd name="connsiteY98" fmla="*/ 3739124 h 3784177"/>
              <a:gd name="connsiteX99" fmla="*/ 385384 w 8037833"/>
              <a:gd name="connsiteY99" fmla="*/ 3726388 h 3784177"/>
              <a:gd name="connsiteX100" fmla="*/ 339711 w 8037833"/>
              <a:gd name="connsiteY100" fmla="*/ 3718242 h 3784177"/>
              <a:gd name="connsiteX101" fmla="*/ 222239 w 8037833"/>
              <a:gd name="connsiteY101" fmla="*/ 3672335 h 3784177"/>
              <a:gd name="connsiteX102" fmla="*/ 163578 w 8037833"/>
              <a:gd name="connsiteY102" fmla="*/ 3656292 h 3784177"/>
              <a:gd name="connsiteX103" fmla="*/ 72220 w 8037833"/>
              <a:gd name="connsiteY103" fmla="*/ 3645272 h 3784177"/>
              <a:gd name="connsiteX104" fmla="*/ 44395 w 8037833"/>
              <a:gd name="connsiteY104" fmla="*/ 3639455 h 3784177"/>
              <a:gd name="connsiteX105" fmla="*/ 1962 w 8037833"/>
              <a:gd name="connsiteY105" fmla="*/ 3635948 h 3784177"/>
              <a:gd name="connsiteX106" fmla="*/ 0 w 8037833"/>
              <a:gd name="connsiteY106" fmla="*/ 3635261 h 3784177"/>
              <a:gd name="connsiteX107" fmla="*/ 0 w 8037833"/>
              <a:gd name="connsiteY107"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4987020 w 8037833"/>
              <a:gd name="connsiteY32" fmla="*/ 3461263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704841 h 3784177"/>
              <a:gd name="connsiteX45" fmla="*/ 4191289 w 8037833"/>
              <a:gd name="connsiteY45" fmla="*/ 3702380 h 3784177"/>
              <a:gd name="connsiteX46" fmla="*/ 4191039 w 8037833"/>
              <a:gd name="connsiteY46" fmla="*/ 3702831 h 3784177"/>
              <a:gd name="connsiteX47" fmla="*/ 4181340 w 8037833"/>
              <a:gd name="connsiteY47" fmla="*/ 3701729 h 3784177"/>
              <a:gd name="connsiteX48" fmla="*/ 4133816 w 8037833"/>
              <a:gd name="connsiteY48" fmla="*/ 3690565 h 3784177"/>
              <a:gd name="connsiteX49" fmla="*/ 4071732 w 8037833"/>
              <a:gd name="connsiteY49" fmla="*/ 3732513 h 3784177"/>
              <a:gd name="connsiteX50" fmla="*/ 4045924 w 8037833"/>
              <a:gd name="connsiteY50" fmla="*/ 3739404 h 3784177"/>
              <a:gd name="connsiteX51" fmla="*/ 4032171 w 8037833"/>
              <a:gd name="connsiteY51" fmla="*/ 3745523 h 3784177"/>
              <a:gd name="connsiteX52" fmla="*/ 4011556 w 8037833"/>
              <a:gd name="connsiteY52" fmla="*/ 3729673 h 3784177"/>
              <a:gd name="connsiteX53" fmla="*/ 3985774 w 8037833"/>
              <a:gd name="connsiteY53" fmla="*/ 3736547 h 3784177"/>
              <a:gd name="connsiteX54" fmla="*/ 3979769 w 8037833"/>
              <a:gd name="connsiteY54" fmla="*/ 3738769 h 3784177"/>
              <a:gd name="connsiteX55" fmla="*/ 3950014 w 8037833"/>
              <a:gd name="connsiteY55" fmla="*/ 3726942 h 3784177"/>
              <a:gd name="connsiteX56" fmla="*/ 3934671 w 8037833"/>
              <a:gd name="connsiteY56" fmla="*/ 3723339 h 3784177"/>
              <a:gd name="connsiteX57" fmla="*/ 3930274 w 8037833"/>
              <a:gd name="connsiteY57" fmla="*/ 3717148 h 3784177"/>
              <a:gd name="connsiteX58" fmla="*/ 3907660 w 8037833"/>
              <a:gd name="connsiteY58" fmla="*/ 3714456 h 3784177"/>
              <a:gd name="connsiteX59" fmla="*/ 3905087 w 8037833"/>
              <a:gd name="connsiteY59" fmla="*/ 3716098 h 3784177"/>
              <a:gd name="connsiteX60" fmla="*/ 3886347 w 8037833"/>
              <a:gd name="connsiteY60" fmla="*/ 3706620 h 3784177"/>
              <a:gd name="connsiteX61" fmla="*/ 3870533 w 8037833"/>
              <a:gd name="connsiteY61" fmla="*/ 3689905 h 3784177"/>
              <a:gd name="connsiteX62" fmla="*/ 3678563 w 8037833"/>
              <a:gd name="connsiteY62" fmla="*/ 3694486 h 3784177"/>
              <a:gd name="connsiteX63" fmla="*/ 3524121 w 8037833"/>
              <a:gd name="connsiteY63" fmla="*/ 3642736 h 3784177"/>
              <a:gd name="connsiteX64" fmla="*/ 3373519 w 8037833"/>
              <a:gd name="connsiteY64" fmla="*/ 3665785 h 3784177"/>
              <a:gd name="connsiteX65" fmla="*/ 3114267 w 8037833"/>
              <a:gd name="connsiteY65" fmla="*/ 3638983 h 3784177"/>
              <a:gd name="connsiteX66" fmla="*/ 2989722 w 8037833"/>
              <a:gd name="connsiteY66" fmla="*/ 3623230 h 3784177"/>
              <a:gd name="connsiteX67" fmla="*/ 2965734 w 8037833"/>
              <a:gd name="connsiteY67" fmla="*/ 3635676 h 3784177"/>
              <a:gd name="connsiteX68" fmla="*/ 2961603 w 8037833"/>
              <a:gd name="connsiteY68" fmla="*/ 3638221 h 3784177"/>
              <a:gd name="connsiteX69" fmla="*/ 2944959 w 8037833"/>
              <a:gd name="connsiteY69" fmla="*/ 3639723 h 3784177"/>
              <a:gd name="connsiteX70" fmla="*/ 2940402 w 8037833"/>
              <a:gd name="connsiteY70" fmla="*/ 3651000 h 3784177"/>
              <a:gd name="connsiteX71" fmla="*/ 2884777 w 8037833"/>
              <a:gd name="connsiteY71" fmla="*/ 3660775 h 3784177"/>
              <a:gd name="connsiteX72" fmla="*/ 2739034 w 8037833"/>
              <a:gd name="connsiteY72" fmla="*/ 3647396 h 3784177"/>
              <a:gd name="connsiteX73" fmla="*/ 2651827 w 8037833"/>
              <a:gd name="connsiteY73" fmla="*/ 3646306 h 3784177"/>
              <a:gd name="connsiteX74" fmla="*/ 2618680 w 8037833"/>
              <a:gd name="connsiteY74" fmla="*/ 3656755 h 3784177"/>
              <a:gd name="connsiteX75" fmla="*/ 2572404 w 8037833"/>
              <a:gd name="connsiteY75" fmla="*/ 3664043 h 3784177"/>
              <a:gd name="connsiteX76" fmla="*/ 2423704 w 8037833"/>
              <a:gd name="connsiteY76" fmla="*/ 3658079 h 3784177"/>
              <a:gd name="connsiteX77" fmla="*/ 2301172 w 8037833"/>
              <a:gd name="connsiteY77" fmla="*/ 3663053 h 3784177"/>
              <a:gd name="connsiteX78" fmla="*/ 2238966 w 8037833"/>
              <a:gd name="connsiteY78" fmla="*/ 3668777 h 3784177"/>
              <a:gd name="connsiteX79" fmla="*/ 2082844 w 8037833"/>
              <a:gd name="connsiteY79" fmla="*/ 3631994 h 3784177"/>
              <a:gd name="connsiteX80" fmla="*/ 1938480 w 8037833"/>
              <a:gd name="connsiteY80" fmla="*/ 3601439 h 3784177"/>
              <a:gd name="connsiteX81" fmla="*/ 1900166 w 8037833"/>
              <a:gd name="connsiteY81" fmla="*/ 3609358 h 3784177"/>
              <a:gd name="connsiteX82" fmla="*/ 1787830 w 8037833"/>
              <a:gd name="connsiteY82" fmla="*/ 3633173 h 3784177"/>
              <a:gd name="connsiteX83" fmla="*/ 1734224 w 8037833"/>
              <a:gd name="connsiteY83" fmla="*/ 3655593 h 3784177"/>
              <a:gd name="connsiteX84" fmla="*/ 1664576 w 8037833"/>
              <a:gd name="connsiteY84" fmla="*/ 3638572 h 3784177"/>
              <a:gd name="connsiteX85" fmla="*/ 1577459 w 8037833"/>
              <a:gd name="connsiteY85" fmla="*/ 3658824 h 3784177"/>
              <a:gd name="connsiteX86" fmla="*/ 1527269 w 8037833"/>
              <a:gd name="connsiteY86" fmla="*/ 3663088 h 3784177"/>
              <a:gd name="connsiteX87" fmla="*/ 1390118 w 8037833"/>
              <a:gd name="connsiteY87" fmla="*/ 3682789 h 3784177"/>
              <a:gd name="connsiteX88" fmla="*/ 1252698 w 8037833"/>
              <a:gd name="connsiteY88" fmla="*/ 3708662 h 3784177"/>
              <a:gd name="connsiteX89" fmla="*/ 1171039 w 8037833"/>
              <a:gd name="connsiteY89" fmla="*/ 3758642 h 3784177"/>
              <a:gd name="connsiteX90" fmla="*/ 1058106 w 8037833"/>
              <a:gd name="connsiteY90" fmla="*/ 3776166 h 3784177"/>
              <a:gd name="connsiteX91" fmla="*/ 1039167 w 8037833"/>
              <a:gd name="connsiteY91" fmla="*/ 3784177 h 3784177"/>
              <a:gd name="connsiteX92" fmla="*/ 989223 w 8037833"/>
              <a:gd name="connsiteY92" fmla="*/ 3770303 h 3784177"/>
              <a:gd name="connsiteX93" fmla="*/ 907906 w 8037833"/>
              <a:gd name="connsiteY93" fmla="*/ 3757678 h 3784177"/>
              <a:gd name="connsiteX94" fmla="*/ 825226 w 8037833"/>
              <a:gd name="connsiteY94" fmla="*/ 3726369 h 3784177"/>
              <a:gd name="connsiteX95" fmla="*/ 722264 w 8037833"/>
              <a:gd name="connsiteY95" fmla="*/ 3747612 h 3784177"/>
              <a:gd name="connsiteX96" fmla="*/ 659460 w 8037833"/>
              <a:gd name="connsiteY96" fmla="*/ 3740429 h 3784177"/>
              <a:gd name="connsiteX97" fmla="*/ 556552 w 8037833"/>
              <a:gd name="connsiteY97" fmla="*/ 3739124 h 3784177"/>
              <a:gd name="connsiteX98" fmla="*/ 385384 w 8037833"/>
              <a:gd name="connsiteY98" fmla="*/ 3726388 h 3784177"/>
              <a:gd name="connsiteX99" fmla="*/ 339711 w 8037833"/>
              <a:gd name="connsiteY99" fmla="*/ 3718242 h 3784177"/>
              <a:gd name="connsiteX100" fmla="*/ 222239 w 8037833"/>
              <a:gd name="connsiteY100" fmla="*/ 3672335 h 3784177"/>
              <a:gd name="connsiteX101" fmla="*/ 163578 w 8037833"/>
              <a:gd name="connsiteY101" fmla="*/ 3656292 h 3784177"/>
              <a:gd name="connsiteX102" fmla="*/ 72220 w 8037833"/>
              <a:gd name="connsiteY102" fmla="*/ 3645272 h 3784177"/>
              <a:gd name="connsiteX103" fmla="*/ 44395 w 8037833"/>
              <a:gd name="connsiteY103" fmla="*/ 3639455 h 3784177"/>
              <a:gd name="connsiteX104" fmla="*/ 1962 w 8037833"/>
              <a:gd name="connsiteY104" fmla="*/ 3635948 h 3784177"/>
              <a:gd name="connsiteX105" fmla="*/ 0 w 8037833"/>
              <a:gd name="connsiteY105" fmla="*/ 3635261 h 3784177"/>
              <a:gd name="connsiteX106" fmla="*/ 0 w 8037833"/>
              <a:gd name="connsiteY106"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4987020 w 8037833"/>
              <a:gd name="connsiteY32" fmla="*/ 3461263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81340 w 8037833"/>
              <a:gd name="connsiteY47" fmla="*/ 3701729 h 3784177"/>
              <a:gd name="connsiteX48" fmla="*/ 4133816 w 8037833"/>
              <a:gd name="connsiteY48" fmla="*/ 3690565 h 3784177"/>
              <a:gd name="connsiteX49" fmla="*/ 4071732 w 8037833"/>
              <a:gd name="connsiteY49" fmla="*/ 3732513 h 3784177"/>
              <a:gd name="connsiteX50" fmla="*/ 4045924 w 8037833"/>
              <a:gd name="connsiteY50" fmla="*/ 3739404 h 3784177"/>
              <a:gd name="connsiteX51" fmla="*/ 4032171 w 8037833"/>
              <a:gd name="connsiteY51" fmla="*/ 3745523 h 3784177"/>
              <a:gd name="connsiteX52" fmla="*/ 4011556 w 8037833"/>
              <a:gd name="connsiteY52" fmla="*/ 3729673 h 3784177"/>
              <a:gd name="connsiteX53" fmla="*/ 3985774 w 8037833"/>
              <a:gd name="connsiteY53" fmla="*/ 3736547 h 3784177"/>
              <a:gd name="connsiteX54" fmla="*/ 3979769 w 8037833"/>
              <a:gd name="connsiteY54" fmla="*/ 3738769 h 3784177"/>
              <a:gd name="connsiteX55" fmla="*/ 3950014 w 8037833"/>
              <a:gd name="connsiteY55" fmla="*/ 3726942 h 3784177"/>
              <a:gd name="connsiteX56" fmla="*/ 3934671 w 8037833"/>
              <a:gd name="connsiteY56" fmla="*/ 3723339 h 3784177"/>
              <a:gd name="connsiteX57" fmla="*/ 3930274 w 8037833"/>
              <a:gd name="connsiteY57" fmla="*/ 3717148 h 3784177"/>
              <a:gd name="connsiteX58" fmla="*/ 3907660 w 8037833"/>
              <a:gd name="connsiteY58" fmla="*/ 3714456 h 3784177"/>
              <a:gd name="connsiteX59" fmla="*/ 3905087 w 8037833"/>
              <a:gd name="connsiteY59" fmla="*/ 3716098 h 3784177"/>
              <a:gd name="connsiteX60" fmla="*/ 3886347 w 8037833"/>
              <a:gd name="connsiteY60" fmla="*/ 3706620 h 3784177"/>
              <a:gd name="connsiteX61" fmla="*/ 3870533 w 8037833"/>
              <a:gd name="connsiteY61" fmla="*/ 3689905 h 3784177"/>
              <a:gd name="connsiteX62" fmla="*/ 3678563 w 8037833"/>
              <a:gd name="connsiteY62" fmla="*/ 3694486 h 3784177"/>
              <a:gd name="connsiteX63" fmla="*/ 3524121 w 8037833"/>
              <a:gd name="connsiteY63" fmla="*/ 3642736 h 3784177"/>
              <a:gd name="connsiteX64" fmla="*/ 3373519 w 8037833"/>
              <a:gd name="connsiteY64" fmla="*/ 3665785 h 3784177"/>
              <a:gd name="connsiteX65" fmla="*/ 3114267 w 8037833"/>
              <a:gd name="connsiteY65" fmla="*/ 3638983 h 3784177"/>
              <a:gd name="connsiteX66" fmla="*/ 2989722 w 8037833"/>
              <a:gd name="connsiteY66" fmla="*/ 3623230 h 3784177"/>
              <a:gd name="connsiteX67" fmla="*/ 2965734 w 8037833"/>
              <a:gd name="connsiteY67" fmla="*/ 3635676 h 3784177"/>
              <a:gd name="connsiteX68" fmla="*/ 2961603 w 8037833"/>
              <a:gd name="connsiteY68" fmla="*/ 3638221 h 3784177"/>
              <a:gd name="connsiteX69" fmla="*/ 2944959 w 8037833"/>
              <a:gd name="connsiteY69" fmla="*/ 3639723 h 3784177"/>
              <a:gd name="connsiteX70" fmla="*/ 2940402 w 8037833"/>
              <a:gd name="connsiteY70" fmla="*/ 3651000 h 3784177"/>
              <a:gd name="connsiteX71" fmla="*/ 2884777 w 8037833"/>
              <a:gd name="connsiteY71" fmla="*/ 3660775 h 3784177"/>
              <a:gd name="connsiteX72" fmla="*/ 2739034 w 8037833"/>
              <a:gd name="connsiteY72" fmla="*/ 3647396 h 3784177"/>
              <a:gd name="connsiteX73" fmla="*/ 2651827 w 8037833"/>
              <a:gd name="connsiteY73" fmla="*/ 3646306 h 3784177"/>
              <a:gd name="connsiteX74" fmla="*/ 2618680 w 8037833"/>
              <a:gd name="connsiteY74" fmla="*/ 3656755 h 3784177"/>
              <a:gd name="connsiteX75" fmla="*/ 2572404 w 8037833"/>
              <a:gd name="connsiteY75" fmla="*/ 3664043 h 3784177"/>
              <a:gd name="connsiteX76" fmla="*/ 2423704 w 8037833"/>
              <a:gd name="connsiteY76" fmla="*/ 3658079 h 3784177"/>
              <a:gd name="connsiteX77" fmla="*/ 2301172 w 8037833"/>
              <a:gd name="connsiteY77" fmla="*/ 3663053 h 3784177"/>
              <a:gd name="connsiteX78" fmla="*/ 2238966 w 8037833"/>
              <a:gd name="connsiteY78" fmla="*/ 3668777 h 3784177"/>
              <a:gd name="connsiteX79" fmla="*/ 2082844 w 8037833"/>
              <a:gd name="connsiteY79" fmla="*/ 3631994 h 3784177"/>
              <a:gd name="connsiteX80" fmla="*/ 1938480 w 8037833"/>
              <a:gd name="connsiteY80" fmla="*/ 3601439 h 3784177"/>
              <a:gd name="connsiteX81" fmla="*/ 1900166 w 8037833"/>
              <a:gd name="connsiteY81" fmla="*/ 3609358 h 3784177"/>
              <a:gd name="connsiteX82" fmla="*/ 1787830 w 8037833"/>
              <a:gd name="connsiteY82" fmla="*/ 3633173 h 3784177"/>
              <a:gd name="connsiteX83" fmla="*/ 1734224 w 8037833"/>
              <a:gd name="connsiteY83" fmla="*/ 3655593 h 3784177"/>
              <a:gd name="connsiteX84" fmla="*/ 1664576 w 8037833"/>
              <a:gd name="connsiteY84" fmla="*/ 3638572 h 3784177"/>
              <a:gd name="connsiteX85" fmla="*/ 1577459 w 8037833"/>
              <a:gd name="connsiteY85" fmla="*/ 3658824 h 3784177"/>
              <a:gd name="connsiteX86" fmla="*/ 1527269 w 8037833"/>
              <a:gd name="connsiteY86" fmla="*/ 3663088 h 3784177"/>
              <a:gd name="connsiteX87" fmla="*/ 1390118 w 8037833"/>
              <a:gd name="connsiteY87" fmla="*/ 3682789 h 3784177"/>
              <a:gd name="connsiteX88" fmla="*/ 1252698 w 8037833"/>
              <a:gd name="connsiteY88" fmla="*/ 3708662 h 3784177"/>
              <a:gd name="connsiteX89" fmla="*/ 1171039 w 8037833"/>
              <a:gd name="connsiteY89" fmla="*/ 3758642 h 3784177"/>
              <a:gd name="connsiteX90" fmla="*/ 1058106 w 8037833"/>
              <a:gd name="connsiteY90" fmla="*/ 3776166 h 3784177"/>
              <a:gd name="connsiteX91" fmla="*/ 1039167 w 8037833"/>
              <a:gd name="connsiteY91" fmla="*/ 3784177 h 3784177"/>
              <a:gd name="connsiteX92" fmla="*/ 989223 w 8037833"/>
              <a:gd name="connsiteY92" fmla="*/ 3770303 h 3784177"/>
              <a:gd name="connsiteX93" fmla="*/ 907906 w 8037833"/>
              <a:gd name="connsiteY93" fmla="*/ 3757678 h 3784177"/>
              <a:gd name="connsiteX94" fmla="*/ 825226 w 8037833"/>
              <a:gd name="connsiteY94" fmla="*/ 3726369 h 3784177"/>
              <a:gd name="connsiteX95" fmla="*/ 722264 w 8037833"/>
              <a:gd name="connsiteY95" fmla="*/ 3747612 h 3784177"/>
              <a:gd name="connsiteX96" fmla="*/ 659460 w 8037833"/>
              <a:gd name="connsiteY96" fmla="*/ 3740429 h 3784177"/>
              <a:gd name="connsiteX97" fmla="*/ 556552 w 8037833"/>
              <a:gd name="connsiteY97" fmla="*/ 3739124 h 3784177"/>
              <a:gd name="connsiteX98" fmla="*/ 385384 w 8037833"/>
              <a:gd name="connsiteY98" fmla="*/ 3726388 h 3784177"/>
              <a:gd name="connsiteX99" fmla="*/ 339711 w 8037833"/>
              <a:gd name="connsiteY99" fmla="*/ 3718242 h 3784177"/>
              <a:gd name="connsiteX100" fmla="*/ 222239 w 8037833"/>
              <a:gd name="connsiteY100" fmla="*/ 3672335 h 3784177"/>
              <a:gd name="connsiteX101" fmla="*/ 163578 w 8037833"/>
              <a:gd name="connsiteY101" fmla="*/ 3656292 h 3784177"/>
              <a:gd name="connsiteX102" fmla="*/ 72220 w 8037833"/>
              <a:gd name="connsiteY102" fmla="*/ 3645272 h 3784177"/>
              <a:gd name="connsiteX103" fmla="*/ 44395 w 8037833"/>
              <a:gd name="connsiteY103" fmla="*/ 3639455 h 3784177"/>
              <a:gd name="connsiteX104" fmla="*/ 1962 w 8037833"/>
              <a:gd name="connsiteY104" fmla="*/ 3635948 h 3784177"/>
              <a:gd name="connsiteX105" fmla="*/ 0 w 8037833"/>
              <a:gd name="connsiteY105" fmla="*/ 3635261 h 3784177"/>
              <a:gd name="connsiteX106" fmla="*/ 0 w 8037833"/>
              <a:gd name="connsiteY106"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4987020 w 8037833"/>
              <a:gd name="connsiteY32" fmla="*/ 3461263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81340 w 8037833"/>
              <a:gd name="connsiteY47" fmla="*/ 3701729 h 3784177"/>
              <a:gd name="connsiteX48" fmla="*/ 4133816 w 8037833"/>
              <a:gd name="connsiteY48" fmla="*/ 3690565 h 3784177"/>
              <a:gd name="connsiteX49" fmla="*/ 4071732 w 8037833"/>
              <a:gd name="connsiteY49" fmla="*/ 3732513 h 3784177"/>
              <a:gd name="connsiteX50" fmla="*/ 4045924 w 8037833"/>
              <a:gd name="connsiteY50" fmla="*/ 3739404 h 3784177"/>
              <a:gd name="connsiteX51" fmla="*/ 4032171 w 8037833"/>
              <a:gd name="connsiteY51" fmla="*/ 3745523 h 3784177"/>
              <a:gd name="connsiteX52" fmla="*/ 4011556 w 8037833"/>
              <a:gd name="connsiteY52" fmla="*/ 3729673 h 3784177"/>
              <a:gd name="connsiteX53" fmla="*/ 3985774 w 8037833"/>
              <a:gd name="connsiteY53" fmla="*/ 3736547 h 3784177"/>
              <a:gd name="connsiteX54" fmla="*/ 3979769 w 8037833"/>
              <a:gd name="connsiteY54" fmla="*/ 3738769 h 3784177"/>
              <a:gd name="connsiteX55" fmla="*/ 3950014 w 8037833"/>
              <a:gd name="connsiteY55" fmla="*/ 3726942 h 3784177"/>
              <a:gd name="connsiteX56" fmla="*/ 3934671 w 8037833"/>
              <a:gd name="connsiteY56" fmla="*/ 3723339 h 3784177"/>
              <a:gd name="connsiteX57" fmla="*/ 3930274 w 8037833"/>
              <a:gd name="connsiteY57" fmla="*/ 3717148 h 3784177"/>
              <a:gd name="connsiteX58" fmla="*/ 3907660 w 8037833"/>
              <a:gd name="connsiteY58" fmla="*/ 3714456 h 3784177"/>
              <a:gd name="connsiteX59" fmla="*/ 3905087 w 8037833"/>
              <a:gd name="connsiteY59" fmla="*/ 3716098 h 3784177"/>
              <a:gd name="connsiteX60" fmla="*/ 3886347 w 8037833"/>
              <a:gd name="connsiteY60" fmla="*/ 3706620 h 3784177"/>
              <a:gd name="connsiteX61" fmla="*/ 3870533 w 8037833"/>
              <a:gd name="connsiteY61" fmla="*/ 3689905 h 3784177"/>
              <a:gd name="connsiteX62" fmla="*/ 3678563 w 8037833"/>
              <a:gd name="connsiteY62" fmla="*/ 3694486 h 3784177"/>
              <a:gd name="connsiteX63" fmla="*/ 3524121 w 8037833"/>
              <a:gd name="connsiteY63" fmla="*/ 3642736 h 3784177"/>
              <a:gd name="connsiteX64" fmla="*/ 3373519 w 8037833"/>
              <a:gd name="connsiteY64" fmla="*/ 3665785 h 3784177"/>
              <a:gd name="connsiteX65" fmla="*/ 3114267 w 8037833"/>
              <a:gd name="connsiteY65" fmla="*/ 3638983 h 3784177"/>
              <a:gd name="connsiteX66" fmla="*/ 2989722 w 8037833"/>
              <a:gd name="connsiteY66" fmla="*/ 3623230 h 3784177"/>
              <a:gd name="connsiteX67" fmla="*/ 2965734 w 8037833"/>
              <a:gd name="connsiteY67" fmla="*/ 3635676 h 3784177"/>
              <a:gd name="connsiteX68" fmla="*/ 2961603 w 8037833"/>
              <a:gd name="connsiteY68" fmla="*/ 3638221 h 3784177"/>
              <a:gd name="connsiteX69" fmla="*/ 2944959 w 8037833"/>
              <a:gd name="connsiteY69" fmla="*/ 3639723 h 3784177"/>
              <a:gd name="connsiteX70" fmla="*/ 2940402 w 8037833"/>
              <a:gd name="connsiteY70" fmla="*/ 3651000 h 3784177"/>
              <a:gd name="connsiteX71" fmla="*/ 2884777 w 8037833"/>
              <a:gd name="connsiteY71" fmla="*/ 3660775 h 3784177"/>
              <a:gd name="connsiteX72" fmla="*/ 2739034 w 8037833"/>
              <a:gd name="connsiteY72" fmla="*/ 3647396 h 3784177"/>
              <a:gd name="connsiteX73" fmla="*/ 2651827 w 8037833"/>
              <a:gd name="connsiteY73" fmla="*/ 3646306 h 3784177"/>
              <a:gd name="connsiteX74" fmla="*/ 2618680 w 8037833"/>
              <a:gd name="connsiteY74" fmla="*/ 3656755 h 3784177"/>
              <a:gd name="connsiteX75" fmla="*/ 2572404 w 8037833"/>
              <a:gd name="connsiteY75" fmla="*/ 3664043 h 3784177"/>
              <a:gd name="connsiteX76" fmla="*/ 2423704 w 8037833"/>
              <a:gd name="connsiteY76" fmla="*/ 3658079 h 3784177"/>
              <a:gd name="connsiteX77" fmla="*/ 2301172 w 8037833"/>
              <a:gd name="connsiteY77" fmla="*/ 3663053 h 3784177"/>
              <a:gd name="connsiteX78" fmla="*/ 2238966 w 8037833"/>
              <a:gd name="connsiteY78" fmla="*/ 3668777 h 3784177"/>
              <a:gd name="connsiteX79" fmla="*/ 2082844 w 8037833"/>
              <a:gd name="connsiteY79" fmla="*/ 3645349 h 3784177"/>
              <a:gd name="connsiteX80" fmla="*/ 1938480 w 8037833"/>
              <a:gd name="connsiteY80" fmla="*/ 3601439 h 3784177"/>
              <a:gd name="connsiteX81" fmla="*/ 1900166 w 8037833"/>
              <a:gd name="connsiteY81" fmla="*/ 3609358 h 3784177"/>
              <a:gd name="connsiteX82" fmla="*/ 1787830 w 8037833"/>
              <a:gd name="connsiteY82" fmla="*/ 3633173 h 3784177"/>
              <a:gd name="connsiteX83" fmla="*/ 1734224 w 8037833"/>
              <a:gd name="connsiteY83" fmla="*/ 3655593 h 3784177"/>
              <a:gd name="connsiteX84" fmla="*/ 1664576 w 8037833"/>
              <a:gd name="connsiteY84" fmla="*/ 3638572 h 3784177"/>
              <a:gd name="connsiteX85" fmla="*/ 1577459 w 8037833"/>
              <a:gd name="connsiteY85" fmla="*/ 3658824 h 3784177"/>
              <a:gd name="connsiteX86" fmla="*/ 1527269 w 8037833"/>
              <a:gd name="connsiteY86" fmla="*/ 3663088 h 3784177"/>
              <a:gd name="connsiteX87" fmla="*/ 1390118 w 8037833"/>
              <a:gd name="connsiteY87" fmla="*/ 3682789 h 3784177"/>
              <a:gd name="connsiteX88" fmla="*/ 1252698 w 8037833"/>
              <a:gd name="connsiteY88" fmla="*/ 3708662 h 3784177"/>
              <a:gd name="connsiteX89" fmla="*/ 1171039 w 8037833"/>
              <a:gd name="connsiteY89" fmla="*/ 3758642 h 3784177"/>
              <a:gd name="connsiteX90" fmla="*/ 1058106 w 8037833"/>
              <a:gd name="connsiteY90" fmla="*/ 3776166 h 3784177"/>
              <a:gd name="connsiteX91" fmla="*/ 1039167 w 8037833"/>
              <a:gd name="connsiteY91" fmla="*/ 3784177 h 3784177"/>
              <a:gd name="connsiteX92" fmla="*/ 989223 w 8037833"/>
              <a:gd name="connsiteY92" fmla="*/ 3770303 h 3784177"/>
              <a:gd name="connsiteX93" fmla="*/ 907906 w 8037833"/>
              <a:gd name="connsiteY93" fmla="*/ 3757678 h 3784177"/>
              <a:gd name="connsiteX94" fmla="*/ 825226 w 8037833"/>
              <a:gd name="connsiteY94" fmla="*/ 3726369 h 3784177"/>
              <a:gd name="connsiteX95" fmla="*/ 722264 w 8037833"/>
              <a:gd name="connsiteY95" fmla="*/ 3747612 h 3784177"/>
              <a:gd name="connsiteX96" fmla="*/ 659460 w 8037833"/>
              <a:gd name="connsiteY96" fmla="*/ 3740429 h 3784177"/>
              <a:gd name="connsiteX97" fmla="*/ 556552 w 8037833"/>
              <a:gd name="connsiteY97" fmla="*/ 3739124 h 3784177"/>
              <a:gd name="connsiteX98" fmla="*/ 385384 w 8037833"/>
              <a:gd name="connsiteY98" fmla="*/ 3726388 h 3784177"/>
              <a:gd name="connsiteX99" fmla="*/ 339711 w 8037833"/>
              <a:gd name="connsiteY99" fmla="*/ 3718242 h 3784177"/>
              <a:gd name="connsiteX100" fmla="*/ 222239 w 8037833"/>
              <a:gd name="connsiteY100" fmla="*/ 3672335 h 3784177"/>
              <a:gd name="connsiteX101" fmla="*/ 163578 w 8037833"/>
              <a:gd name="connsiteY101" fmla="*/ 3656292 h 3784177"/>
              <a:gd name="connsiteX102" fmla="*/ 72220 w 8037833"/>
              <a:gd name="connsiteY102" fmla="*/ 3645272 h 3784177"/>
              <a:gd name="connsiteX103" fmla="*/ 44395 w 8037833"/>
              <a:gd name="connsiteY103" fmla="*/ 3639455 h 3784177"/>
              <a:gd name="connsiteX104" fmla="*/ 1962 w 8037833"/>
              <a:gd name="connsiteY104" fmla="*/ 3635948 h 3784177"/>
              <a:gd name="connsiteX105" fmla="*/ 0 w 8037833"/>
              <a:gd name="connsiteY105" fmla="*/ 3635261 h 3784177"/>
              <a:gd name="connsiteX106" fmla="*/ 0 w 8037833"/>
              <a:gd name="connsiteY106"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4987020 w 8037833"/>
              <a:gd name="connsiteY32" fmla="*/ 3461263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81340 w 8037833"/>
              <a:gd name="connsiteY47" fmla="*/ 3701729 h 3784177"/>
              <a:gd name="connsiteX48" fmla="*/ 4133816 w 8037833"/>
              <a:gd name="connsiteY48" fmla="*/ 3690565 h 3784177"/>
              <a:gd name="connsiteX49" fmla="*/ 4071732 w 8037833"/>
              <a:gd name="connsiteY49" fmla="*/ 3732513 h 3784177"/>
              <a:gd name="connsiteX50" fmla="*/ 4045924 w 8037833"/>
              <a:gd name="connsiteY50" fmla="*/ 3739404 h 3784177"/>
              <a:gd name="connsiteX51" fmla="*/ 4032171 w 8037833"/>
              <a:gd name="connsiteY51" fmla="*/ 3745523 h 3784177"/>
              <a:gd name="connsiteX52" fmla="*/ 4011556 w 8037833"/>
              <a:gd name="connsiteY52" fmla="*/ 3729673 h 3784177"/>
              <a:gd name="connsiteX53" fmla="*/ 3985774 w 8037833"/>
              <a:gd name="connsiteY53" fmla="*/ 3736547 h 3784177"/>
              <a:gd name="connsiteX54" fmla="*/ 3979769 w 8037833"/>
              <a:gd name="connsiteY54" fmla="*/ 3738769 h 3784177"/>
              <a:gd name="connsiteX55" fmla="*/ 3950014 w 8037833"/>
              <a:gd name="connsiteY55" fmla="*/ 3726942 h 3784177"/>
              <a:gd name="connsiteX56" fmla="*/ 3934671 w 8037833"/>
              <a:gd name="connsiteY56" fmla="*/ 3723339 h 3784177"/>
              <a:gd name="connsiteX57" fmla="*/ 3930274 w 8037833"/>
              <a:gd name="connsiteY57" fmla="*/ 3717148 h 3784177"/>
              <a:gd name="connsiteX58" fmla="*/ 3907660 w 8037833"/>
              <a:gd name="connsiteY58" fmla="*/ 3714456 h 3784177"/>
              <a:gd name="connsiteX59" fmla="*/ 3905087 w 8037833"/>
              <a:gd name="connsiteY59" fmla="*/ 3716098 h 3784177"/>
              <a:gd name="connsiteX60" fmla="*/ 3886347 w 8037833"/>
              <a:gd name="connsiteY60" fmla="*/ 3706620 h 3784177"/>
              <a:gd name="connsiteX61" fmla="*/ 3870533 w 8037833"/>
              <a:gd name="connsiteY61" fmla="*/ 3689905 h 3784177"/>
              <a:gd name="connsiteX62" fmla="*/ 3678563 w 8037833"/>
              <a:gd name="connsiteY62" fmla="*/ 3694486 h 3784177"/>
              <a:gd name="connsiteX63" fmla="*/ 3524121 w 8037833"/>
              <a:gd name="connsiteY63" fmla="*/ 3642736 h 3784177"/>
              <a:gd name="connsiteX64" fmla="*/ 3373519 w 8037833"/>
              <a:gd name="connsiteY64" fmla="*/ 3665785 h 3784177"/>
              <a:gd name="connsiteX65" fmla="*/ 3114267 w 8037833"/>
              <a:gd name="connsiteY65" fmla="*/ 3638983 h 3784177"/>
              <a:gd name="connsiteX66" fmla="*/ 2989722 w 8037833"/>
              <a:gd name="connsiteY66" fmla="*/ 3623230 h 3784177"/>
              <a:gd name="connsiteX67" fmla="*/ 2965734 w 8037833"/>
              <a:gd name="connsiteY67" fmla="*/ 3635676 h 3784177"/>
              <a:gd name="connsiteX68" fmla="*/ 2961603 w 8037833"/>
              <a:gd name="connsiteY68" fmla="*/ 3638221 h 3784177"/>
              <a:gd name="connsiteX69" fmla="*/ 2944959 w 8037833"/>
              <a:gd name="connsiteY69" fmla="*/ 3639723 h 3784177"/>
              <a:gd name="connsiteX70" fmla="*/ 2940402 w 8037833"/>
              <a:gd name="connsiteY70" fmla="*/ 3651000 h 3784177"/>
              <a:gd name="connsiteX71" fmla="*/ 2884777 w 8037833"/>
              <a:gd name="connsiteY71" fmla="*/ 3660775 h 3784177"/>
              <a:gd name="connsiteX72" fmla="*/ 2739034 w 8037833"/>
              <a:gd name="connsiteY72" fmla="*/ 3647396 h 3784177"/>
              <a:gd name="connsiteX73" fmla="*/ 2651827 w 8037833"/>
              <a:gd name="connsiteY73" fmla="*/ 3646306 h 3784177"/>
              <a:gd name="connsiteX74" fmla="*/ 2618680 w 8037833"/>
              <a:gd name="connsiteY74" fmla="*/ 3656755 h 3784177"/>
              <a:gd name="connsiteX75" fmla="*/ 2572404 w 8037833"/>
              <a:gd name="connsiteY75" fmla="*/ 3664043 h 3784177"/>
              <a:gd name="connsiteX76" fmla="*/ 2423704 w 8037833"/>
              <a:gd name="connsiteY76" fmla="*/ 3658079 h 3784177"/>
              <a:gd name="connsiteX77" fmla="*/ 2301172 w 8037833"/>
              <a:gd name="connsiteY77" fmla="*/ 3663053 h 3784177"/>
              <a:gd name="connsiteX78" fmla="*/ 2258745 w 8037833"/>
              <a:gd name="connsiteY78" fmla="*/ 3673229 h 3784177"/>
              <a:gd name="connsiteX79" fmla="*/ 2082844 w 8037833"/>
              <a:gd name="connsiteY79" fmla="*/ 3645349 h 3784177"/>
              <a:gd name="connsiteX80" fmla="*/ 1938480 w 8037833"/>
              <a:gd name="connsiteY80" fmla="*/ 3601439 h 3784177"/>
              <a:gd name="connsiteX81" fmla="*/ 1900166 w 8037833"/>
              <a:gd name="connsiteY81" fmla="*/ 3609358 h 3784177"/>
              <a:gd name="connsiteX82" fmla="*/ 1787830 w 8037833"/>
              <a:gd name="connsiteY82" fmla="*/ 3633173 h 3784177"/>
              <a:gd name="connsiteX83" fmla="*/ 1734224 w 8037833"/>
              <a:gd name="connsiteY83" fmla="*/ 3655593 h 3784177"/>
              <a:gd name="connsiteX84" fmla="*/ 1664576 w 8037833"/>
              <a:gd name="connsiteY84" fmla="*/ 3638572 h 3784177"/>
              <a:gd name="connsiteX85" fmla="*/ 1577459 w 8037833"/>
              <a:gd name="connsiteY85" fmla="*/ 3658824 h 3784177"/>
              <a:gd name="connsiteX86" fmla="*/ 1527269 w 8037833"/>
              <a:gd name="connsiteY86" fmla="*/ 3663088 h 3784177"/>
              <a:gd name="connsiteX87" fmla="*/ 1390118 w 8037833"/>
              <a:gd name="connsiteY87" fmla="*/ 3682789 h 3784177"/>
              <a:gd name="connsiteX88" fmla="*/ 1252698 w 8037833"/>
              <a:gd name="connsiteY88" fmla="*/ 3708662 h 3784177"/>
              <a:gd name="connsiteX89" fmla="*/ 1171039 w 8037833"/>
              <a:gd name="connsiteY89" fmla="*/ 3758642 h 3784177"/>
              <a:gd name="connsiteX90" fmla="*/ 1058106 w 8037833"/>
              <a:gd name="connsiteY90" fmla="*/ 3776166 h 3784177"/>
              <a:gd name="connsiteX91" fmla="*/ 1039167 w 8037833"/>
              <a:gd name="connsiteY91" fmla="*/ 3784177 h 3784177"/>
              <a:gd name="connsiteX92" fmla="*/ 989223 w 8037833"/>
              <a:gd name="connsiteY92" fmla="*/ 3770303 h 3784177"/>
              <a:gd name="connsiteX93" fmla="*/ 907906 w 8037833"/>
              <a:gd name="connsiteY93" fmla="*/ 3757678 h 3784177"/>
              <a:gd name="connsiteX94" fmla="*/ 825226 w 8037833"/>
              <a:gd name="connsiteY94" fmla="*/ 3726369 h 3784177"/>
              <a:gd name="connsiteX95" fmla="*/ 722264 w 8037833"/>
              <a:gd name="connsiteY95" fmla="*/ 3747612 h 3784177"/>
              <a:gd name="connsiteX96" fmla="*/ 659460 w 8037833"/>
              <a:gd name="connsiteY96" fmla="*/ 3740429 h 3784177"/>
              <a:gd name="connsiteX97" fmla="*/ 556552 w 8037833"/>
              <a:gd name="connsiteY97" fmla="*/ 3739124 h 3784177"/>
              <a:gd name="connsiteX98" fmla="*/ 385384 w 8037833"/>
              <a:gd name="connsiteY98" fmla="*/ 3726388 h 3784177"/>
              <a:gd name="connsiteX99" fmla="*/ 339711 w 8037833"/>
              <a:gd name="connsiteY99" fmla="*/ 3718242 h 3784177"/>
              <a:gd name="connsiteX100" fmla="*/ 222239 w 8037833"/>
              <a:gd name="connsiteY100" fmla="*/ 3672335 h 3784177"/>
              <a:gd name="connsiteX101" fmla="*/ 163578 w 8037833"/>
              <a:gd name="connsiteY101" fmla="*/ 3656292 h 3784177"/>
              <a:gd name="connsiteX102" fmla="*/ 72220 w 8037833"/>
              <a:gd name="connsiteY102" fmla="*/ 3645272 h 3784177"/>
              <a:gd name="connsiteX103" fmla="*/ 44395 w 8037833"/>
              <a:gd name="connsiteY103" fmla="*/ 3639455 h 3784177"/>
              <a:gd name="connsiteX104" fmla="*/ 1962 w 8037833"/>
              <a:gd name="connsiteY104" fmla="*/ 3635948 h 3784177"/>
              <a:gd name="connsiteX105" fmla="*/ 0 w 8037833"/>
              <a:gd name="connsiteY105" fmla="*/ 3635261 h 3784177"/>
              <a:gd name="connsiteX106" fmla="*/ 0 w 8037833"/>
              <a:gd name="connsiteY106"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4987020 w 8037833"/>
              <a:gd name="connsiteY32" fmla="*/ 3461263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81340 w 8037833"/>
              <a:gd name="connsiteY47" fmla="*/ 3701729 h 3784177"/>
              <a:gd name="connsiteX48" fmla="*/ 4133816 w 8037833"/>
              <a:gd name="connsiteY48" fmla="*/ 3690565 h 3784177"/>
              <a:gd name="connsiteX49" fmla="*/ 4071732 w 8037833"/>
              <a:gd name="connsiteY49" fmla="*/ 3732513 h 3784177"/>
              <a:gd name="connsiteX50" fmla="*/ 4045924 w 8037833"/>
              <a:gd name="connsiteY50" fmla="*/ 3739404 h 3784177"/>
              <a:gd name="connsiteX51" fmla="*/ 4032171 w 8037833"/>
              <a:gd name="connsiteY51" fmla="*/ 3745523 h 3784177"/>
              <a:gd name="connsiteX52" fmla="*/ 4011556 w 8037833"/>
              <a:gd name="connsiteY52" fmla="*/ 3729673 h 3784177"/>
              <a:gd name="connsiteX53" fmla="*/ 3985774 w 8037833"/>
              <a:gd name="connsiteY53" fmla="*/ 3736547 h 3784177"/>
              <a:gd name="connsiteX54" fmla="*/ 3979769 w 8037833"/>
              <a:gd name="connsiteY54" fmla="*/ 3738769 h 3784177"/>
              <a:gd name="connsiteX55" fmla="*/ 3950014 w 8037833"/>
              <a:gd name="connsiteY55" fmla="*/ 3726942 h 3784177"/>
              <a:gd name="connsiteX56" fmla="*/ 3934671 w 8037833"/>
              <a:gd name="connsiteY56" fmla="*/ 3723339 h 3784177"/>
              <a:gd name="connsiteX57" fmla="*/ 3930274 w 8037833"/>
              <a:gd name="connsiteY57" fmla="*/ 3717148 h 3784177"/>
              <a:gd name="connsiteX58" fmla="*/ 3907660 w 8037833"/>
              <a:gd name="connsiteY58" fmla="*/ 3714456 h 3784177"/>
              <a:gd name="connsiteX59" fmla="*/ 3905087 w 8037833"/>
              <a:gd name="connsiteY59" fmla="*/ 3716098 h 3784177"/>
              <a:gd name="connsiteX60" fmla="*/ 3886347 w 8037833"/>
              <a:gd name="connsiteY60" fmla="*/ 3706620 h 3784177"/>
              <a:gd name="connsiteX61" fmla="*/ 3870533 w 8037833"/>
              <a:gd name="connsiteY61" fmla="*/ 3689905 h 3784177"/>
              <a:gd name="connsiteX62" fmla="*/ 3678563 w 8037833"/>
              <a:gd name="connsiteY62" fmla="*/ 3694486 h 3784177"/>
              <a:gd name="connsiteX63" fmla="*/ 3524121 w 8037833"/>
              <a:gd name="connsiteY63" fmla="*/ 3642736 h 3784177"/>
              <a:gd name="connsiteX64" fmla="*/ 3373519 w 8037833"/>
              <a:gd name="connsiteY64" fmla="*/ 3665785 h 3784177"/>
              <a:gd name="connsiteX65" fmla="*/ 3114267 w 8037833"/>
              <a:gd name="connsiteY65" fmla="*/ 3638983 h 3784177"/>
              <a:gd name="connsiteX66" fmla="*/ 2989722 w 8037833"/>
              <a:gd name="connsiteY66" fmla="*/ 3623230 h 3784177"/>
              <a:gd name="connsiteX67" fmla="*/ 2965734 w 8037833"/>
              <a:gd name="connsiteY67" fmla="*/ 3635676 h 3784177"/>
              <a:gd name="connsiteX68" fmla="*/ 2961603 w 8037833"/>
              <a:gd name="connsiteY68" fmla="*/ 3638221 h 3784177"/>
              <a:gd name="connsiteX69" fmla="*/ 2944959 w 8037833"/>
              <a:gd name="connsiteY69" fmla="*/ 3639723 h 3784177"/>
              <a:gd name="connsiteX70" fmla="*/ 2940402 w 8037833"/>
              <a:gd name="connsiteY70" fmla="*/ 3651000 h 3784177"/>
              <a:gd name="connsiteX71" fmla="*/ 2884777 w 8037833"/>
              <a:gd name="connsiteY71" fmla="*/ 3660775 h 3784177"/>
              <a:gd name="connsiteX72" fmla="*/ 2739034 w 8037833"/>
              <a:gd name="connsiteY72" fmla="*/ 3647396 h 3784177"/>
              <a:gd name="connsiteX73" fmla="*/ 2651827 w 8037833"/>
              <a:gd name="connsiteY73" fmla="*/ 3646306 h 3784177"/>
              <a:gd name="connsiteX74" fmla="*/ 2618680 w 8037833"/>
              <a:gd name="connsiteY74" fmla="*/ 3656755 h 3784177"/>
              <a:gd name="connsiteX75" fmla="*/ 2572404 w 8037833"/>
              <a:gd name="connsiteY75" fmla="*/ 3664043 h 3784177"/>
              <a:gd name="connsiteX76" fmla="*/ 2423704 w 8037833"/>
              <a:gd name="connsiteY76" fmla="*/ 3658079 h 3784177"/>
              <a:gd name="connsiteX77" fmla="*/ 2301172 w 8037833"/>
              <a:gd name="connsiteY77" fmla="*/ 3663053 h 3784177"/>
              <a:gd name="connsiteX78" fmla="*/ 2258745 w 8037833"/>
              <a:gd name="connsiteY78" fmla="*/ 3673229 h 3784177"/>
              <a:gd name="connsiteX79" fmla="*/ 2082844 w 8037833"/>
              <a:gd name="connsiteY79" fmla="*/ 3645349 h 3784177"/>
              <a:gd name="connsiteX80" fmla="*/ 1938480 w 8037833"/>
              <a:gd name="connsiteY80" fmla="*/ 3601439 h 3784177"/>
              <a:gd name="connsiteX81" fmla="*/ 1900166 w 8037833"/>
              <a:gd name="connsiteY81" fmla="*/ 3609358 h 3784177"/>
              <a:gd name="connsiteX82" fmla="*/ 1787830 w 8037833"/>
              <a:gd name="connsiteY82" fmla="*/ 3633173 h 3784177"/>
              <a:gd name="connsiteX83" fmla="*/ 1734224 w 8037833"/>
              <a:gd name="connsiteY83" fmla="*/ 3655593 h 3784177"/>
              <a:gd name="connsiteX84" fmla="*/ 1664576 w 8037833"/>
              <a:gd name="connsiteY84" fmla="*/ 3638572 h 3784177"/>
              <a:gd name="connsiteX85" fmla="*/ 1577459 w 8037833"/>
              <a:gd name="connsiteY85" fmla="*/ 3658824 h 3784177"/>
              <a:gd name="connsiteX86" fmla="*/ 1527269 w 8037833"/>
              <a:gd name="connsiteY86" fmla="*/ 3663088 h 3784177"/>
              <a:gd name="connsiteX87" fmla="*/ 1390118 w 8037833"/>
              <a:gd name="connsiteY87" fmla="*/ 3682789 h 3784177"/>
              <a:gd name="connsiteX88" fmla="*/ 1252698 w 8037833"/>
              <a:gd name="connsiteY88" fmla="*/ 3708662 h 3784177"/>
              <a:gd name="connsiteX89" fmla="*/ 1206642 w 8037833"/>
              <a:gd name="connsiteY89" fmla="*/ 3736384 h 3784177"/>
              <a:gd name="connsiteX90" fmla="*/ 1058106 w 8037833"/>
              <a:gd name="connsiteY90" fmla="*/ 3776166 h 3784177"/>
              <a:gd name="connsiteX91" fmla="*/ 1039167 w 8037833"/>
              <a:gd name="connsiteY91" fmla="*/ 3784177 h 3784177"/>
              <a:gd name="connsiteX92" fmla="*/ 989223 w 8037833"/>
              <a:gd name="connsiteY92" fmla="*/ 3770303 h 3784177"/>
              <a:gd name="connsiteX93" fmla="*/ 907906 w 8037833"/>
              <a:gd name="connsiteY93" fmla="*/ 3757678 h 3784177"/>
              <a:gd name="connsiteX94" fmla="*/ 825226 w 8037833"/>
              <a:gd name="connsiteY94" fmla="*/ 3726369 h 3784177"/>
              <a:gd name="connsiteX95" fmla="*/ 722264 w 8037833"/>
              <a:gd name="connsiteY95" fmla="*/ 3747612 h 3784177"/>
              <a:gd name="connsiteX96" fmla="*/ 659460 w 8037833"/>
              <a:gd name="connsiteY96" fmla="*/ 3740429 h 3784177"/>
              <a:gd name="connsiteX97" fmla="*/ 556552 w 8037833"/>
              <a:gd name="connsiteY97" fmla="*/ 3739124 h 3784177"/>
              <a:gd name="connsiteX98" fmla="*/ 385384 w 8037833"/>
              <a:gd name="connsiteY98" fmla="*/ 3726388 h 3784177"/>
              <a:gd name="connsiteX99" fmla="*/ 339711 w 8037833"/>
              <a:gd name="connsiteY99" fmla="*/ 3718242 h 3784177"/>
              <a:gd name="connsiteX100" fmla="*/ 222239 w 8037833"/>
              <a:gd name="connsiteY100" fmla="*/ 3672335 h 3784177"/>
              <a:gd name="connsiteX101" fmla="*/ 163578 w 8037833"/>
              <a:gd name="connsiteY101" fmla="*/ 3656292 h 3784177"/>
              <a:gd name="connsiteX102" fmla="*/ 72220 w 8037833"/>
              <a:gd name="connsiteY102" fmla="*/ 3645272 h 3784177"/>
              <a:gd name="connsiteX103" fmla="*/ 44395 w 8037833"/>
              <a:gd name="connsiteY103" fmla="*/ 3639455 h 3784177"/>
              <a:gd name="connsiteX104" fmla="*/ 1962 w 8037833"/>
              <a:gd name="connsiteY104" fmla="*/ 3635948 h 3784177"/>
              <a:gd name="connsiteX105" fmla="*/ 0 w 8037833"/>
              <a:gd name="connsiteY105" fmla="*/ 3635261 h 3784177"/>
              <a:gd name="connsiteX106" fmla="*/ 0 w 8037833"/>
              <a:gd name="connsiteY106"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4987020 w 8037833"/>
              <a:gd name="connsiteY32" fmla="*/ 3461263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81340 w 8037833"/>
              <a:gd name="connsiteY47" fmla="*/ 3701729 h 3784177"/>
              <a:gd name="connsiteX48" fmla="*/ 4133816 w 8037833"/>
              <a:gd name="connsiteY48" fmla="*/ 3690565 h 3784177"/>
              <a:gd name="connsiteX49" fmla="*/ 4071732 w 8037833"/>
              <a:gd name="connsiteY49" fmla="*/ 3732513 h 3784177"/>
              <a:gd name="connsiteX50" fmla="*/ 4045924 w 8037833"/>
              <a:gd name="connsiteY50" fmla="*/ 3739404 h 3784177"/>
              <a:gd name="connsiteX51" fmla="*/ 4032171 w 8037833"/>
              <a:gd name="connsiteY51" fmla="*/ 3745523 h 3784177"/>
              <a:gd name="connsiteX52" fmla="*/ 4011556 w 8037833"/>
              <a:gd name="connsiteY52" fmla="*/ 3729673 h 3784177"/>
              <a:gd name="connsiteX53" fmla="*/ 3985774 w 8037833"/>
              <a:gd name="connsiteY53" fmla="*/ 3736547 h 3784177"/>
              <a:gd name="connsiteX54" fmla="*/ 3979769 w 8037833"/>
              <a:gd name="connsiteY54" fmla="*/ 3738769 h 3784177"/>
              <a:gd name="connsiteX55" fmla="*/ 3950014 w 8037833"/>
              <a:gd name="connsiteY55" fmla="*/ 3726942 h 3784177"/>
              <a:gd name="connsiteX56" fmla="*/ 3934671 w 8037833"/>
              <a:gd name="connsiteY56" fmla="*/ 3723339 h 3784177"/>
              <a:gd name="connsiteX57" fmla="*/ 3930274 w 8037833"/>
              <a:gd name="connsiteY57" fmla="*/ 3717148 h 3784177"/>
              <a:gd name="connsiteX58" fmla="*/ 3907660 w 8037833"/>
              <a:gd name="connsiteY58" fmla="*/ 3714456 h 3784177"/>
              <a:gd name="connsiteX59" fmla="*/ 3905087 w 8037833"/>
              <a:gd name="connsiteY59" fmla="*/ 3716098 h 3784177"/>
              <a:gd name="connsiteX60" fmla="*/ 3886347 w 8037833"/>
              <a:gd name="connsiteY60" fmla="*/ 3706620 h 3784177"/>
              <a:gd name="connsiteX61" fmla="*/ 3870533 w 8037833"/>
              <a:gd name="connsiteY61" fmla="*/ 3689905 h 3784177"/>
              <a:gd name="connsiteX62" fmla="*/ 3678563 w 8037833"/>
              <a:gd name="connsiteY62" fmla="*/ 3694486 h 3784177"/>
              <a:gd name="connsiteX63" fmla="*/ 3524121 w 8037833"/>
              <a:gd name="connsiteY63" fmla="*/ 3642736 h 3784177"/>
              <a:gd name="connsiteX64" fmla="*/ 3373519 w 8037833"/>
              <a:gd name="connsiteY64" fmla="*/ 3665785 h 3784177"/>
              <a:gd name="connsiteX65" fmla="*/ 3114267 w 8037833"/>
              <a:gd name="connsiteY65" fmla="*/ 3638983 h 3784177"/>
              <a:gd name="connsiteX66" fmla="*/ 2989722 w 8037833"/>
              <a:gd name="connsiteY66" fmla="*/ 3623230 h 3784177"/>
              <a:gd name="connsiteX67" fmla="*/ 2965734 w 8037833"/>
              <a:gd name="connsiteY67" fmla="*/ 3635676 h 3784177"/>
              <a:gd name="connsiteX68" fmla="*/ 2961603 w 8037833"/>
              <a:gd name="connsiteY68" fmla="*/ 3638221 h 3784177"/>
              <a:gd name="connsiteX69" fmla="*/ 2944959 w 8037833"/>
              <a:gd name="connsiteY69" fmla="*/ 3639723 h 3784177"/>
              <a:gd name="connsiteX70" fmla="*/ 2940402 w 8037833"/>
              <a:gd name="connsiteY70" fmla="*/ 3651000 h 3784177"/>
              <a:gd name="connsiteX71" fmla="*/ 2884777 w 8037833"/>
              <a:gd name="connsiteY71" fmla="*/ 3660775 h 3784177"/>
              <a:gd name="connsiteX72" fmla="*/ 2739034 w 8037833"/>
              <a:gd name="connsiteY72" fmla="*/ 3647396 h 3784177"/>
              <a:gd name="connsiteX73" fmla="*/ 2651827 w 8037833"/>
              <a:gd name="connsiteY73" fmla="*/ 3646306 h 3784177"/>
              <a:gd name="connsiteX74" fmla="*/ 2618680 w 8037833"/>
              <a:gd name="connsiteY74" fmla="*/ 3656755 h 3784177"/>
              <a:gd name="connsiteX75" fmla="*/ 2572404 w 8037833"/>
              <a:gd name="connsiteY75" fmla="*/ 3664043 h 3784177"/>
              <a:gd name="connsiteX76" fmla="*/ 2423704 w 8037833"/>
              <a:gd name="connsiteY76" fmla="*/ 3658079 h 3784177"/>
              <a:gd name="connsiteX77" fmla="*/ 2301172 w 8037833"/>
              <a:gd name="connsiteY77" fmla="*/ 3663053 h 3784177"/>
              <a:gd name="connsiteX78" fmla="*/ 2258745 w 8037833"/>
              <a:gd name="connsiteY78" fmla="*/ 3673229 h 3784177"/>
              <a:gd name="connsiteX79" fmla="*/ 2082844 w 8037833"/>
              <a:gd name="connsiteY79" fmla="*/ 3645349 h 3784177"/>
              <a:gd name="connsiteX80" fmla="*/ 1938480 w 8037833"/>
              <a:gd name="connsiteY80" fmla="*/ 3601439 h 3784177"/>
              <a:gd name="connsiteX81" fmla="*/ 1900166 w 8037833"/>
              <a:gd name="connsiteY81" fmla="*/ 3609358 h 3784177"/>
              <a:gd name="connsiteX82" fmla="*/ 1787830 w 8037833"/>
              <a:gd name="connsiteY82" fmla="*/ 3633173 h 3784177"/>
              <a:gd name="connsiteX83" fmla="*/ 1664576 w 8037833"/>
              <a:gd name="connsiteY83" fmla="*/ 3638572 h 3784177"/>
              <a:gd name="connsiteX84" fmla="*/ 1577459 w 8037833"/>
              <a:gd name="connsiteY84" fmla="*/ 3658824 h 3784177"/>
              <a:gd name="connsiteX85" fmla="*/ 1527269 w 8037833"/>
              <a:gd name="connsiteY85" fmla="*/ 3663088 h 3784177"/>
              <a:gd name="connsiteX86" fmla="*/ 1390118 w 8037833"/>
              <a:gd name="connsiteY86" fmla="*/ 3682789 h 3784177"/>
              <a:gd name="connsiteX87" fmla="*/ 1252698 w 8037833"/>
              <a:gd name="connsiteY87" fmla="*/ 3708662 h 3784177"/>
              <a:gd name="connsiteX88" fmla="*/ 1206642 w 8037833"/>
              <a:gd name="connsiteY88" fmla="*/ 3736384 h 3784177"/>
              <a:gd name="connsiteX89" fmla="*/ 1058106 w 8037833"/>
              <a:gd name="connsiteY89" fmla="*/ 3776166 h 3784177"/>
              <a:gd name="connsiteX90" fmla="*/ 1039167 w 8037833"/>
              <a:gd name="connsiteY90" fmla="*/ 3784177 h 3784177"/>
              <a:gd name="connsiteX91" fmla="*/ 989223 w 8037833"/>
              <a:gd name="connsiteY91" fmla="*/ 3770303 h 3784177"/>
              <a:gd name="connsiteX92" fmla="*/ 907906 w 8037833"/>
              <a:gd name="connsiteY92" fmla="*/ 3757678 h 3784177"/>
              <a:gd name="connsiteX93" fmla="*/ 825226 w 8037833"/>
              <a:gd name="connsiteY93" fmla="*/ 3726369 h 3784177"/>
              <a:gd name="connsiteX94" fmla="*/ 722264 w 8037833"/>
              <a:gd name="connsiteY94" fmla="*/ 3747612 h 3784177"/>
              <a:gd name="connsiteX95" fmla="*/ 659460 w 8037833"/>
              <a:gd name="connsiteY95" fmla="*/ 3740429 h 3784177"/>
              <a:gd name="connsiteX96" fmla="*/ 556552 w 8037833"/>
              <a:gd name="connsiteY96" fmla="*/ 3739124 h 3784177"/>
              <a:gd name="connsiteX97" fmla="*/ 385384 w 8037833"/>
              <a:gd name="connsiteY97" fmla="*/ 3726388 h 3784177"/>
              <a:gd name="connsiteX98" fmla="*/ 339711 w 8037833"/>
              <a:gd name="connsiteY98" fmla="*/ 3718242 h 3784177"/>
              <a:gd name="connsiteX99" fmla="*/ 222239 w 8037833"/>
              <a:gd name="connsiteY99" fmla="*/ 3672335 h 3784177"/>
              <a:gd name="connsiteX100" fmla="*/ 163578 w 8037833"/>
              <a:gd name="connsiteY100" fmla="*/ 3656292 h 3784177"/>
              <a:gd name="connsiteX101" fmla="*/ 72220 w 8037833"/>
              <a:gd name="connsiteY101" fmla="*/ 3645272 h 3784177"/>
              <a:gd name="connsiteX102" fmla="*/ 44395 w 8037833"/>
              <a:gd name="connsiteY102" fmla="*/ 3639455 h 3784177"/>
              <a:gd name="connsiteX103" fmla="*/ 1962 w 8037833"/>
              <a:gd name="connsiteY103" fmla="*/ 3635948 h 3784177"/>
              <a:gd name="connsiteX104" fmla="*/ 0 w 8037833"/>
              <a:gd name="connsiteY104" fmla="*/ 3635261 h 3784177"/>
              <a:gd name="connsiteX105" fmla="*/ 0 w 8037833"/>
              <a:gd name="connsiteY105"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4987020 w 8037833"/>
              <a:gd name="connsiteY32" fmla="*/ 3461263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81340 w 8037833"/>
              <a:gd name="connsiteY47" fmla="*/ 3701729 h 3784177"/>
              <a:gd name="connsiteX48" fmla="*/ 4133816 w 8037833"/>
              <a:gd name="connsiteY48" fmla="*/ 3690565 h 3784177"/>
              <a:gd name="connsiteX49" fmla="*/ 4071732 w 8037833"/>
              <a:gd name="connsiteY49" fmla="*/ 3732513 h 3784177"/>
              <a:gd name="connsiteX50" fmla="*/ 4045924 w 8037833"/>
              <a:gd name="connsiteY50" fmla="*/ 3739404 h 3784177"/>
              <a:gd name="connsiteX51" fmla="*/ 4032171 w 8037833"/>
              <a:gd name="connsiteY51" fmla="*/ 3745523 h 3784177"/>
              <a:gd name="connsiteX52" fmla="*/ 4011556 w 8037833"/>
              <a:gd name="connsiteY52" fmla="*/ 3729673 h 3784177"/>
              <a:gd name="connsiteX53" fmla="*/ 3985774 w 8037833"/>
              <a:gd name="connsiteY53" fmla="*/ 3736547 h 3784177"/>
              <a:gd name="connsiteX54" fmla="*/ 3979769 w 8037833"/>
              <a:gd name="connsiteY54" fmla="*/ 3738769 h 3784177"/>
              <a:gd name="connsiteX55" fmla="*/ 3950014 w 8037833"/>
              <a:gd name="connsiteY55" fmla="*/ 3726942 h 3784177"/>
              <a:gd name="connsiteX56" fmla="*/ 3934671 w 8037833"/>
              <a:gd name="connsiteY56" fmla="*/ 3723339 h 3784177"/>
              <a:gd name="connsiteX57" fmla="*/ 3930274 w 8037833"/>
              <a:gd name="connsiteY57" fmla="*/ 3717148 h 3784177"/>
              <a:gd name="connsiteX58" fmla="*/ 3907660 w 8037833"/>
              <a:gd name="connsiteY58" fmla="*/ 3714456 h 3784177"/>
              <a:gd name="connsiteX59" fmla="*/ 3905087 w 8037833"/>
              <a:gd name="connsiteY59" fmla="*/ 3716098 h 3784177"/>
              <a:gd name="connsiteX60" fmla="*/ 3886347 w 8037833"/>
              <a:gd name="connsiteY60" fmla="*/ 3706620 h 3784177"/>
              <a:gd name="connsiteX61" fmla="*/ 3870533 w 8037833"/>
              <a:gd name="connsiteY61" fmla="*/ 3689905 h 3784177"/>
              <a:gd name="connsiteX62" fmla="*/ 3678563 w 8037833"/>
              <a:gd name="connsiteY62" fmla="*/ 3694486 h 3784177"/>
              <a:gd name="connsiteX63" fmla="*/ 3524121 w 8037833"/>
              <a:gd name="connsiteY63" fmla="*/ 3642736 h 3784177"/>
              <a:gd name="connsiteX64" fmla="*/ 3373519 w 8037833"/>
              <a:gd name="connsiteY64" fmla="*/ 3665785 h 3784177"/>
              <a:gd name="connsiteX65" fmla="*/ 3114267 w 8037833"/>
              <a:gd name="connsiteY65" fmla="*/ 3638983 h 3784177"/>
              <a:gd name="connsiteX66" fmla="*/ 2989722 w 8037833"/>
              <a:gd name="connsiteY66" fmla="*/ 3623230 h 3784177"/>
              <a:gd name="connsiteX67" fmla="*/ 2965734 w 8037833"/>
              <a:gd name="connsiteY67" fmla="*/ 3635676 h 3784177"/>
              <a:gd name="connsiteX68" fmla="*/ 2961603 w 8037833"/>
              <a:gd name="connsiteY68" fmla="*/ 3638221 h 3784177"/>
              <a:gd name="connsiteX69" fmla="*/ 2944959 w 8037833"/>
              <a:gd name="connsiteY69" fmla="*/ 3639723 h 3784177"/>
              <a:gd name="connsiteX70" fmla="*/ 2940402 w 8037833"/>
              <a:gd name="connsiteY70" fmla="*/ 3651000 h 3784177"/>
              <a:gd name="connsiteX71" fmla="*/ 2884777 w 8037833"/>
              <a:gd name="connsiteY71" fmla="*/ 3660775 h 3784177"/>
              <a:gd name="connsiteX72" fmla="*/ 2739034 w 8037833"/>
              <a:gd name="connsiteY72" fmla="*/ 3647396 h 3784177"/>
              <a:gd name="connsiteX73" fmla="*/ 2651827 w 8037833"/>
              <a:gd name="connsiteY73" fmla="*/ 3646306 h 3784177"/>
              <a:gd name="connsiteX74" fmla="*/ 2618680 w 8037833"/>
              <a:gd name="connsiteY74" fmla="*/ 3656755 h 3784177"/>
              <a:gd name="connsiteX75" fmla="*/ 2572404 w 8037833"/>
              <a:gd name="connsiteY75" fmla="*/ 3664043 h 3784177"/>
              <a:gd name="connsiteX76" fmla="*/ 2423704 w 8037833"/>
              <a:gd name="connsiteY76" fmla="*/ 3658079 h 3784177"/>
              <a:gd name="connsiteX77" fmla="*/ 2301172 w 8037833"/>
              <a:gd name="connsiteY77" fmla="*/ 3663053 h 3784177"/>
              <a:gd name="connsiteX78" fmla="*/ 2258745 w 8037833"/>
              <a:gd name="connsiteY78" fmla="*/ 3673229 h 3784177"/>
              <a:gd name="connsiteX79" fmla="*/ 2082844 w 8037833"/>
              <a:gd name="connsiteY79" fmla="*/ 3645349 h 3784177"/>
              <a:gd name="connsiteX80" fmla="*/ 1938480 w 8037833"/>
              <a:gd name="connsiteY80" fmla="*/ 3601439 h 3784177"/>
              <a:gd name="connsiteX81" fmla="*/ 1900166 w 8037833"/>
              <a:gd name="connsiteY81" fmla="*/ 3609358 h 3784177"/>
              <a:gd name="connsiteX82" fmla="*/ 1704758 w 8037833"/>
              <a:gd name="connsiteY82" fmla="*/ 3637625 h 3784177"/>
              <a:gd name="connsiteX83" fmla="*/ 1664576 w 8037833"/>
              <a:gd name="connsiteY83" fmla="*/ 3638572 h 3784177"/>
              <a:gd name="connsiteX84" fmla="*/ 1577459 w 8037833"/>
              <a:gd name="connsiteY84" fmla="*/ 3658824 h 3784177"/>
              <a:gd name="connsiteX85" fmla="*/ 1527269 w 8037833"/>
              <a:gd name="connsiteY85" fmla="*/ 3663088 h 3784177"/>
              <a:gd name="connsiteX86" fmla="*/ 1390118 w 8037833"/>
              <a:gd name="connsiteY86" fmla="*/ 3682789 h 3784177"/>
              <a:gd name="connsiteX87" fmla="*/ 1252698 w 8037833"/>
              <a:gd name="connsiteY87" fmla="*/ 3708662 h 3784177"/>
              <a:gd name="connsiteX88" fmla="*/ 1206642 w 8037833"/>
              <a:gd name="connsiteY88" fmla="*/ 3736384 h 3784177"/>
              <a:gd name="connsiteX89" fmla="*/ 1058106 w 8037833"/>
              <a:gd name="connsiteY89" fmla="*/ 3776166 h 3784177"/>
              <a:gd name="connsiteX90" fmla="*/ 1039167 w 8037833"/>
              <a:gd name="connsiteY90" fmla="*/ 3784177 h 3784177"/>
              <a:gd name="connsiteX91" fmla="*/ 989223 w 8037833"/>
              <a:gd name="connsiteY91" fmla="*/ 3770303 h 3784177"/>
              <a:gd name="connsiteX92" fmla="*/ 907906 w 8037833"/>
              <a:gd name="connsiteY92" fmla="*/ 3757678 h 3784177"/>
              <a:gd name="connsiteX93" fmla="*/ 825226 w 8037833"/>
              <a:gd name="connsiteY93" fmla="*/ 3726369 h 3784177"/>
              <a:gd name="connsiteX94" fmla="*/ 722264 w 8037833"/>
              <a:gd name="connsiteY94" fmla="*/ 3747612 h 3784177"/>
              <a:gd name="connsiteX95" fmla="*/ 659460 w 8037833"/>
              <a:gd name="connsiteY95" fmla="*/ 3740429 h 3784177"/>
              <a:gd name="connsiteX96" fmla="*/ 556552 w 8037833"/>
              <a:gd name="connsiteY96" fmla="*/ 3739124 h 3784177"/>
              <a:gd name="connsiteX97" fmla="*/ 385384 w 8037833"/>
              <a:gd name="connsiteY97" fmla="*/ 3726388 h 3784177"/>
              <a:gd name="connsiteX98" fmla="*/ 339711 w 8037833"/>
              <a:gd name="connsiteY98" fmla="*/ 3718242 h 3784177"/>
              <a:gd name="connsiteX99" fmla="*/ 222239 w 8037833"/>
              <a:gd name="connsiteY99" fmla="*/ 3672335 h 3784177"/>
              <a:gd name="connsiteX100" fmla="*/ 163578 w 8037833"/>
              <a:gd name="connsiteY100" fmla="*/ 3656292 h 3784177"/>
              <a:gd name="connsiteX101" fmla="*/ 72220 w 8037833"/>
              <a:gd name="connsiteY101" fmla="*/ 3645272 h 3784177"/>
              <a:gd name="connsiteX102" fmla="*/ 44395 w 8037833"/>
              <a:gd name="connsiteY102" fmla="*/ 3639455 h 3784177"/>
              <a:gd name="connsiteX103" fmla="*/ 1962 w 8037833"/>
              <a:gd name="connsiteY103" fmla="*/ 3635948 h 3784177"/>
              <a:gd name="connsiteX104" fmla="*/ 0 w 8037833"/>
              <a:gd name="connsiteY104" fmla="*/ 3635261 h 3784177"/>
              <a:gd name="connsiteX105" fmla="*/ 0 w 8037833"/>
              <a:gd name="connsiteY105"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4987020 w 8037833"/>
              <a:gd name="connsiteY32" fmla="*/ 3461263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81340 w 8037833"/>
              <a:gd name="connsiteY47" fmla="*/ 3701729 h 3784177"/>
              <a:gd name="connsiteX48" fmla="*/ 4133816 w 8037833"/>
              <a:gd name="connsiteY48" fmla="*/ 3690565 h 3784177"/>
              <a:gd name="connsiteX49" fmla="*/ 4071732 w 8037833"/>
              <a:gd name="connsiteY49" fmla="*/ 3732513 h 3784177"/>
              <a:gd name="connsiteX50" fmla="*/ 4045924 w 8037833"/>
              <a:gd name="connsiteY50" fmla="*/ 3739404 h 3784177"/>
              <a:gd name="connsiteX51" fmla="*/ 4032171 w 8037833"/>
              <a:gd name="connsiteY51" fmla="*/ 3745523 h 3784177"/>
              <a:gd name="connsiteX52" fmla="*/ 4011556 w 8037833"/>
              <a:gd name="connsiteY52" fmla="*/ 3729673 h 3784177"/>
              <a:gd name="connsiteX53" fmla="*/ 3985774 w 8037833"/>
              <a:gd name="connsiteY53" fmla="*/ 3736547 h 3784177"/>
              <a:gd name="connsiteX54" fmla="*/ 3979769 w 8037833"/>
              <a:gd name="connsiteY54" fmla="*/ 3738769 h 3784177"/>
              <a:gd name="connsiteX55" fmla="*/ 3950014 w 8037833"/>
              <a:gd name="connsiteY55" fmla="*/ 3726942 h 3784177"/>
              <a:gd name="connsiteX56" fmla="*/ 3934671 w 8037833"/>
              <a:gd name="connsiteY56" fmla="*/ 3723339 h 3784177"/>
              <a:gd name="connsiteX57" fmla="*/ 3930274 w 8037833"/>
              <a:gd name="connsiteY57" fmla="*/ 3717148 h 3784177"/>
              <a:gd name="connsiteX58" fmla="*/ 3907660 w 8037833"/>
              <a:gd name="connsiteY58" fmla="*/ 3714456 h 3784177"/>
              <a:gd name="connsiteX59" fmla="*/ 3905087 w 8037833"/>
              <a:gd name="connsiteY59" fmla="*/ 3716098 h 3784177"/>
              <a:gd name="connsiteX60" fmla="*/ 3886347 w 8037833"/>
              <a:gd name="connsiteY60" fmla="*/ 3706620 h 3784177"/>
              <a:gd name="connsiteX61" fmla="*/ 3870533 w 8037833"/>
              <a:gd name="connsiteY61" fmla="*/ 3689905 h 3784177"/>
              <a:gd name="connsiteX62" fmla="*/ 3678563 w 8037833"/>
              <a:gd name="connsiteY62" fmla="*/ 3694486 h 3784177"/>
              <a:gd name="connsiteX63" fmla="*/ 3524121 w 8037833"/>
              <a:gd name="connsiteY63" fmla="*/ 3642736 h 3784177"/>
              <a:gd name="connsiteX64" fmla="*/ 3373519 w 8037833"/>
              <a:gd name="connsiteY64" fmla="*/ 3665785 h 3784177"/>
              <a:gd name="connsiteX65" fmla="*/ 3114267 w 8037833"/>
              <a:gd name="connsiteY65" fmla="*/ 3638983 h 3784177"/>
              <a:gd name="connsiteX66" fmla="*/ 2989722 w 8037833"/>
              <a:gd name="connsiteY66" fmla="*/ 3623230 h 3784177"/>
              <a:gd name="connsiteX67" fmla="*/ 2965734 w 8037833"/>
              <a:gd name="connsiteY67" fmla="*/ 3635676 h 3784177"/>
              <a:gd name="connsiteX68" fmla="*/ 2961603 w 8037833"/>
              <a:gd name="connsiteY68" fmla="*/ 3638221 h 3784177"/>
              <a:gd name="connsiteX69" fmla="*/ 2944959 w 8037833"/>
              <a:gd name="connsiteY69" fmla="*/ 3639723 h 3784177"/>
              <a:gd name="connsiteX70" fmla="*/ 2940402 w 8037833"/>
              <a:gd name="connsiteY70" fmla="*/ 3651000 h 3784177"/>
              <a:gd name="connsiteX71" fmla="*/ 2884777 w 8037833"/>
              <a:gd name="connsiteY71" fmla="*/ 3660775 h 3784177"/>
              <a:gd name="connsiteX72" fmla="*/ 2739034 w 8037833"/>
              <a:gd name="connsiteY72" fmla="*/ 3647396 h 3784177"/>
              <a:gd name="connsiteX73" fmla="*/ 2651827 w 8037833"/>
              <a:gd name="connsiteY73" fmla="*/ 3646306 h 3784177"/>
              <a:gd name="connsiteX74" fmla="*/ 2618680 w 8037833"/>
              <a:gd name="connsiteY74" fmla="*/ 3656755 h 3784177"/>
              <a:gd name="connsiteX75" fmla="*/ 2572404 w 8037833"/>
              <a:gd name="connsiteY75" fmla="*/ 3664043 h 3784177"/>
              <a:gd name="connsiteX76" fmla="*/ 2423704 w 8037833"/>
              <a:gd name="connsiteY76" fmla="*/ 3658079 h 3784177"/>
              <a:gd name="connsiteX77" fmla="*/ 2301172 w 8037833"/>
              <a:gd name="connsiteY77" fmla="*/ 3663053 h 3784177"/>
              <a:gd name="connsiteX78" fmla="*/ 2258745 w 8037833"/>
              <a:gd name="connsiteY78" fmla="*/ 3673229 h 3784177"/>
              <a:gd name="connsiteX79" fmla="*/ 2082844 w 8037833"/>
              <a:gd name="connsiteY79" fmla="*/ 3645349 h 3784177"/>
              <a:gd name="connsiteX80" fmla="*/ 1938480 w 8037833"/>
              <a:gd name="connsiteY80" fmla="*/ 3601439 h 3784177"/>
              <a:gd name="connsiteX81" fmla="*/ 1900166 w 8037833"/>
              <a:gd name="connsiteY81" fmla="*/ 3609358 h 3784177"/>
              <a:gd name="connsiteX82" fmla="*/ 1704758 w 8037833"/>
              <a:gd name="connsiteY82" fmla="*/ 3637625 h 3784177"/>
              <a:gd name="connsiteX83" fmla="*/ 1664576 w 8037833"/>
              <a:gd name="connsiteY83" fmla="*/ 3638572 h 3784177"/>
              <a:gd name="connsiteX84" fmla="*/ 1577459 w 8037833"/>
              <a:gd name="connsiteY84" fmla="*/ 3658824 h 3784177"/>
              <a:gd name="connsiteX85" fmla="*/ 1527269 w 8037833"/>
              <a:gd name="connsiteY85" fmla="*/ 3663088 h 3784177"/>
              <a:gd name="connsiteX86" fmla="*/ 1390118 w 8037833"/>
              <a:gd name="connsiteY86" fmla="*/ 3682789 h 3784177"/>
              <a:gd name="connsiteX87" fmla="*/ 1252698 w 8037833"/>
              <a:gd name="connsiteY87" fmla="*/ 3708662 h 3784177"/>
              <a:gd name="connsiteX88" fmla="*/ 1206642 w 8037833"/>
              <a:gd name="connsiteY88" fmla="*/ 3736384 h 3784177"/>
              <a:gd name="connsiteX89" fmla="*/ 1058106 w 8037833"/>
              <a:gd name="connsiteY89" fmla="*/ 3776166 h 3784177"/>
              <a:gd name="connsiteX90" fmla="*/ 1039167 w 8037833"/>
              <a:gd name="connsiteY90" fmla="*/ 3784177 h 3784177"/>
              <a:gd name="connsiteX91" fmla="*/ 989223 w 8037833"/>
              <a:gd name="connsiteY91" fmla="*/ 3770303 h 3784177"/>
              <a:gd name="connsiteX92" fmla="*/ 907906 w 8037833"/>
              <a:gd name="connsiteY92" fmla="*/ 3757678 h 3784177"/>
              <a:gd name="connsiteX93" fmla="*/ 825226 w 8037833"/>
              <a:gd name="connsiteY93" fmla="*/ 3726369 h 3784177"/>
              <a:gd name="connsiteX94" fmla="*/ 722264 w 8037833"/>
              <a:gd name="connsiteY94" fmla="*/ 3747612 h 3784177"/>
              <a:gd name="connsiteX95" fmla="*/ 659460 w 8037833"/>
              <a:gd name="connsiteY95" fmla="*/ 3740429 h 3784177"/>
              <a:gd name="connsiteX96" fmla="*/ 556552 w 8037833"/>
              <a:gd name="connsiteY96" fmla="*/ 3739124 h 3784177"/>
              <a:gd name="connsiteX97" fmla="*/ 385384 w 8037833"/>
              <a:gd name="connsiteY97" fmla="*/ 3726388 h 3784177"/>
              <a:gd name="connsiteX98" fmla="*/ 339711 w 8037833"/>
              <a:gd name="connsiteY98" fmla="*/ 3718242 h 3784177"/>
              <a:gd name="connsiteX99" fmla="*/ 222239 w 8037833"/>
              <a:gd name="connsiteY99" fmla="*/ 3672335 h 3784177"/>
              <a:gd name="connsiteX100" fmla="*/ 163578 w 8037833"/>
              <a:gd name="connsiteY100" fmla="*/ 3656292 h 3784177"/>
              <a:gd name="connsiteX101" fmla="*/ 72220 w 8037833"/>
              <a:gd name="connsiteY101" fmla="*/ 3645272 h 3784177"/>
              <a:gd name="connsiteX102" fmla="*/ 44395 w 8037833"/>
              <a:gd name="connsiteY102" fmla="*/ 3639455 h 3784177"/>
              <a:gd name="connsiteX103" fmla="*/ 1962 w 8037833"/>
              <a:gd name="connsiteY103" fmla="*/ 3635948 h 3784177"/>
              <a:gd name="connsiteX104" fmla="*/ 0 w 8037833"/>
              <a:gd name="connsiteY104" fmla="*/ 3635261 h 3784177"/>
              <a:gd name="connsiteX105" fmla="*/ 0 w 8037833"/>
              <a:gd name="connsiteY105"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4987020 w 8037833"/>
              <a:gd name="connsiteY32" fmla="*/ 3461263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81340 w 8037833"/>
              <a:gd name="connsiteY47" fmla="*/ 3701729 h 3784177"/>
              <a:gd name="connsiteX48" fmla="*/ 4133816 w 8037833"/>
              <a:gd name="connsiteY48" fmla="*/ 3690565 h 3784177"/>
              <a:gd name="connsiteX49" fmla="*/ 4071732 w 8037833"/>
              <a:gd name="connsiteY49" fmla="*/ 3732513 h 3784177"/>
              <a:gd name="connsiteX50" fmla="*/ 4045924 w 8037833"/>
              <a:gd name="connsiteY50" fmla="*/ 3739404 h 3784177"/>
              <a:gd name="connsiteX51" fmla="*/ 4032171 w 8037833"/>
              <a:gd name="connsiteY51" fmla="*/ 3745523 h 3784177"/>
              <a:gd name="connsiteX52" fmla="*/ 4011556 w 8037833"/>
              <a:gd name="connsiteY52" fmla="*/ 3729673 h 3784177"/>
              <a:gd name="connsiteX53" fmla="*/ 3985774 w 8037833"/>
              <a:gd name="connsiteY53" fmla="*/ 3736547 h 3784177"/>
              <a:gd name="connsiteX54" fmla="*/ 3979769 w 8037833"/>
              <a:gd name="connsiteY54" fmla="*/ 3738769 h 3784177"/>
              <a:gd name="connsiteX55" fmla="*/ 3950014 w 8037833"/>
              <a:gd name="connsiteY55" fmla="*/ 3726942 h 3784177"/>
              <a:gd name="connsiteX56" fmla="*/ 3934671 w 8037833"/>
              <a:gd name="connsiteY56" fmla="*/ 3723339 h 3784177"/>
              <a:gd name="connsiteX57" fmla="*/ 3930274 w 8037833"/>
              <a:gd name="connsiteY57" fmla="*/ 3717148 h 3784177"/>
              <a:gd name="connsiteX58" fmla="*/ 3907660 w 8037833"/>
              <a:gd name="connsiteY58" fmla="*/ 3714456 h 3784177"/>
              <a:gd name="connsiteX59" fmla="*/ 3905087 w 8037833"/>
              <a:gd name="connsiteY59" fmla="*/ 3716098 h 3784177"/>
              <a:gd name="connsiteX60" fmla="*/ 3886347 w 8037833"/>
              <a:gd name="connsiteY60" fmla="*/ 3706620 h 3784177"/>
              <a:gd name="connsiteX61" fmla="*/ 3870533 w 8037833"/>
              <a:gd name="connsiteY61" fmla="*/ 3689905 h 3784177"/>
              <a:gd name="connsiteX62" fmla="*/ 3678563 w 8037833"/>
              <a:gd name="connsiteY62" fmla="*/ 3694486 h 3784177"/>
              <a:gd name="connsiteX63" fmla="*/ 3524121 w 8037833"/>
              <a:gd name="connsiteY63" fmla="*/ 3642736 h 3784177"/>
              <a:gd name="connsiteX64" fmla="*/ 3373519 w 8037833"/>
              <a:gd name="connsiteY64" fmla="*/ 3665785 h 3784177"/>
              <a:gd name="connsiteX65" fmla="*/ 3114267 w 8037833"/>
              <a:gd name="connsiteY65" fmla="*/ 3638983 h 3784177"/>
              <a:gd name="connsiteX66" fmla="*/ 2989722 w 8037833"/>
              <a:gd name="connsiteY66" fmla="*/ 3623230 h 3784177"/>
              <a:gd name="connsiteX67" fmla="*/ 2965734 w 8037833"/>
              <a:gd name="connsiteY67" fmla="*/ 3635676 h 3784177"/>
              <a:gd name="connsiteX68" fmla="*/ 2961603 w 8037833"/>
              <a:gd name="connsiteY68" fmla="*/ 3638221 h 3784177"/>
              <a:gd name="connsiteX69" fmla="*/ 2944959 w 8037833"/>
              <a:gd name="connsiteY69" fmla="*/ 3639723 h 3784177"/>
              <a:gd name="connsiteX70" fmla="*/ 2940402 w 8037833"/>
              <a:gd name="connsiteY70" fmla="*/ 3651000 h 3784177"/>
              <a:gd name="connsiteX71" fmla="*/ 2884777 w 8037833"/>
              <a:gd name="connsiteY71" fmla="*/ 3660775 h 3784177"/>
              <a:gd name="connsiteX72" fmla="*/ 2739034 w 8037833"/>
              <a:gd name="connsiteY72" fmla="*/ 3647396 h 3784177"/>
              <a:gd name="connsiteX73" fmla="*/ 2651827 w 8037833"/>
              <a:gd name="connsiteY73" fmla="*/ 3646306 h 3784177"/>
              <a:gd name="connsiteX74" fmla="*/ 2618680 w 8037833"/>
              <a:gd name="connsiteY74" fmla="*/ 3656755 h 3784177"/>
              <a:gd name="connsiteX75" fmla="*/ 2572404 w 8037833"/>
              <a:gd name="connsiteY75" fmla="*/ 3664043 h 3784177"/>
              <a:gd name="connsiteX76" fmla="*/ 2423704 w 8037833"/>
              <a:gd name="connsiteY76" fmla="*/ 3658079 h 3784177"/>
              <a:gd name="connsiteX77" fmla="*/ 2301172 w 8037833"/>
              <a:gd name="connsiteY77" fmla="*/ 3663053 h 3784177"/>
              <a:gd name="connsiteX78" fmla="*/ 2258745 w 8037833"/>
              <a:gd name="connsiteY78" fmla="*/ 3673229 h 3784177"/>
              <a:gd name="connsiteX79" fmla="*/ 2082844 w 8037833"/>
              <a:gd name="connsiteY79" fmla="*/ 3645349 h 3784177"/>
              <a:gd name="connsiteX80" fmla="*/ 1938480 w 8037833"/>
              <a:gd name="connsiteY80" fmla="*/ 3601439 h 3784177"/>
              <a:gd name="connsiteX81" fmla="*/ 1900166 w 8037833"/>
              <a:gd name="connsiteY81" fmla="*/ 3609358 h 3784177"/>
              <a:gd name="connsiteX82" fmla="*/ 1704758 w 8037833"/>
              <a:gd name="connsiteY82" fmla="*/ 3637625 h 3784177"/>
              <a:gd name="connsiteX83" fmla="*/ 1664576 w 8037833"/>
              <a:gd name="connsiteY83" fmla="*/ 3638572 h 3784177"/>
              <a:gd name="connsiteX84" fmla="*/ 1577459 w 8037833"/>
              <a:gd name="connsiteY84" fmla="*/ 3658824 h 3784177"/>
              <a:gd name="connsiteX85" fmla="*/ 1527269 w 8037833"/>
              <a:gd name="connsiteY85" fmla="*/ 3663088 h 3784177"/>
              <a:gd name="connsiteX86" fmla="*/ 1390118 w 8037833"/>
              <a:gd name="connsiteY86" fmla="*/ 3682789 h 3784177"/>
              <a:gd name="connsiteX87" fmla="*/ 1252698 w 8037833"/>
              <a:gd name="connsiteY87" fmla="*/ 3708662 h 3784177"/>
              <a:gd name="connsiteX88" fmla="*/ 1206642 w 8037833"/>
              <a:gd name="connsiteY88" fmla="*/ 3736384 h 3784177"/>
              <a:gd name="connsiteX89" fmla="*/ 1058106 w 8037833"/>
              <a:gd name="connsiteY89" fmla="*/ 3776166 h 3784177"/>
              <a:gd name="connsiteX90" fmla="*/ 1039167 w 8037833"/>
              <a:gd name="connsiteY90" fmla="*/ 3784177 h 3784177"/>
              <a:gd name="connsiteX91" fmla="*/ 989223 w 8037833"/>
              <a:gd name="connsiteY91" fmla="*/ 3770303 h 3784177"/>
              <a:gd name="connsiteX92" fmla="*/ 907906 w 8037833"/>
              <a:gd name="connsiteY92" fmla="*/ 3757678 h 3784177"/>
              <a:gd name="connsiteX93" fmla="*/ 825226 w 8037833"/>
              <a:gd name="connsiteY93" fmla="*/ 3726369 h 3784177"/>
              <a:gd name="connsiteX94" fmla="*/ 722264 w 8037833"/>
              <a:gd name="connsiteY94" fmla="*/ 3747612 h 3784177"/>
              <a:gd name="connsiteX95" fmla="*/ 659460 w 8037833"/>
              <a:gd name="connsiteY95" fmla="*/ 3740429 h 3784177"/>
              <a:gd name="connsiteX96" fmla="*/ 556552 w 8037833"/>
              <a:gd name="connsiteY96" fmla="*/ 3739124 h 3784177"/>
              <a:gd name="connsiteX97" fmla="*/ 385384 w 8037833"/>
              <a:gd name="connsiteY97" fmla="*/ 3726388 h 3784177"/>
              <a:gd name="connsiteX98" fmla="*/ 339711 w 8037833"/>
              <a:gd name="connsiteY98" fmla="*/ 3718242 h 3784177"/>
              <a:gd name="connsiteX99" fmla="*/ 222239 w 8037833"/>
              <a:gd name="connsiteY99" fmla="*/ 3672335 h 3784177"/>
              <a:gd name="connsiteX100" fmla="*/ 163578 w 8037833"/>
              <a:gd name="connsiteY100" fmla="*/ 3656292 h 3784177"/>
              <a:gd name="connsiteX101" fmla="*/ 72220 w 8037833"/>
              <a:gd name="connsiteY101" fmla="*/ 3645272 h 3784177"/>
              <a:gd name="connsiteX102" fmla="*/ 44395 w 8037833"/>
              <a:gd name="connsiteY102" fmla="*/ 3639455 h 3784177"/>
              <a:gd name="connsiteX103" fmla="*/ 1962 w 8037833"/>
              <a:gd name="connsiteY103" fmla="*/ 3635948 h 3784177"/>
              <a:gd name="connsiteX104" fmla="*/ 0 w 8037833"/>
              <a:gd name="connsiteY104" fmla="*/ 3635261 h 3784177"/>
              <a:gd name="connsiteX105" fmla="*/ 0 w 8037833"/>
              <a:gd name="connsiteY105"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4987020 w 8037833"/>
              <a:gd name="connsiteY32" fmla="*/ 3461263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81340 w 8037833"/>
              <a:gd name="connsiteY47" fmla="*/ 3701729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52698 w 8037833"/>
              <a:gd name="connsiteY86" fmla="*/ 3708662 h 3784177"/>
              <a:gd name="connsiteX87" fmla="*/ 1206642 w 8037833"/>
              <a:gd name="connsiteY87" fmla="*/ 3736384 h 3784177"/>
              <a:gd name="connsiteX88" fmla="*/ 1058106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25226 w 8037833"/>
              <a:gd name="connsiteY92" fmla="*/ 3726369 h 3784177"/>
              <a:gd name="connsiteX93" fmla="*/ 722264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4987020 w 8037833"/>
              <a:gd name="connsiteY32" fmla="*/ 3461263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52698 w 8037833"/>
              <a:gd name="connsiteY86" fmla="*/ 3708662 h 3784177"/>
              <a:gd name="connsiteX87" fmla="*/ 1206642 w 8037833"/>
              <a:gd name="connsiteY87" fmla="*/ 3736384 h 3784177"/>
              <a:gd name="connsiteX88" fmla="*/ 1058106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25226 w 8037833"/>
              <a:gd name="connsiteY92" fmla="*/ 3726369 h 3784177"/>
              <a:gd name="connsiteX93" fmla="*/ 722264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52698 w 8037833"/>
              <a:gd name="connsiteY86" fmla="*/ 3708662 h 3784177"/>
              <a:gd name="connsiteX87" fmla="*/ 1206642 w 8037833"/>
              <a:gd name="connsiteY87" fmla="*/ 3736384 h 3784177"/>
              <a:gd name="connsiteX88" fmla="*/ 1058106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25226 w 8037833"/>
              <a:gd name="connsiteY92" fmla="*/ 3726369 h 3784177"/>
              <a:gd name="connsiteX93" fmla="*/ 722264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52698 w 8037833"/>
              <a:gd name="connsiteY86" fmla="*/ 3708662 h 3784177"/>
              <a:gd name="connsiteX87" fmla="*/ 1206642 w 8037833"/>
              <a:gd name="connsiteY87" fmla="*/ 3736384 h 3784177"/>
              <a:gd name="connsiteX88" fmla="*/ 1058106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25226 w 8037833"/>
              <a:gd name="connsiteY92" fmla="*/ 3726369 h 3784177"/>
              <a:gd name="connsiteX93" fmla="*/ 722264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52698 w 8037833"/>
              <a:gd name="connsiteY86" fmla="*/ 3708662 h 3784177"/>
              <a:gd name="connsiteX87" fmla="*/ 1206642 w 8037833"/>
              <a:gd name="connsiteY87" fmla="*/ 3736384 h 3784177"/>
              <a:gd name="connsiteX88" fmla="*/ 1058106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25226 w 8037833"/>
              <a:gd name="connsiteY92" fmla="*/ 3726369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52698 w 8037833"/>
              <a:gd name="connsiteY86" fmla="*/ 3708662 h 3784177"/>
              <a:gd name="connsiteX87" fmla="*/ 1206642 w 8037833"/>
              <a:gd name="connsiteY87" fmla="*/ 3736384 h 3784177"/>
              <a:gd name="connsiteX88" fmla="*/ 1058106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25226 w 8037833"/>
              <a:gd name="connsiteY92" fmla="*/ 3726369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52698 w 8037833"/>
              <a:gd name="connsiteY86" fmla="*/ 3708662 h 3784177"/>
              <a:gd name="connsiteX87" fmla="*/ 1206642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25226 w 8037833"/>
              <a:gd name="connsiteY92" fmla="*/ 3726369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52698 w 8037833"/>
              <a:gd name="connsiteY86" fmla="*/ 3708662 h 3784177"/>
              <a:gd name="connsiteX87" fmla="*/ 1206642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25226 w 8037833"/>
              <a:gd name="connsiteY92" fmla="*/ 3726369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52698 w 8037833"/>
              <a:gd name="connsiteY86" fmla="*/ 3708662 h 3784177"/>
              <a:gd name="connsiteX87" fmla="*/ 1206642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25226 w 8037833"/>
              <a:gd name="connsiteY92" fmla="*/ 3726369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52698 w 8037833"/>
              <a:gd name="connsiteY86" fmla="*/ 3708662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25226 w 8037833"/>
              <a:gd name="connsiteY92" fmla="*/ 3726369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25226 w 8037833"/>
              <a:gd name="connsiteY92" fmla="*/ 3726369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25226 w 8037833"/>
              <a:gd name="connsiteY92" fmla="*/ 3726369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25226 w 8037833"/>
              <a:gd name="connsiteY92" fmla="*/ 3726369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25226 w 8037833"/>
              <a:gd name="connsiteY92" fmla="*/ 3726369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25226 w 8037833"/>
              <a:gd name="connsiteY92" fmla="*/ 3726369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51256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94769 w 8037833"/>
              <a:gd name="connsiteY7" fmla="*/ 3276296 h 3784177"/>
              <a:gd name="connsiteX8" fmla="*/ 7241630 w 8037833"/>
              <a:gd name="connsiteY8" fmla="*/ 3258619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94769 w 8037833"/>
              <a:gd name="connsiteY7" fmla="*/ 3276296 h 3784177"/>
              <a:gd name="connsiteX8" fmla="*/ 7293055 w 8037833"/>
              <a:gd name="connsiteY8" fmla="*/ 3276425 h 3784177"/>
              <a:gd name="connsiteX9" fmla="*/ 7197338 w 8037833"/>
              <a:gd name="connsiteY9" fmla="*/ 3224751 h 3784177"/>
              <a:gd name="connsiteX10" fmla="*/ 7180777 w 8037833"/>
              <a:gd name="connsiteY10" fmla="*/ 3222826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94769 w 8037833"/>
              <a:gd name="connsiteY7" fmla="*/ 3276296 h 3784177"/>
              <a:gd name="connsiteX8" fmla="*/ 7293055 w 8037833"/>
              <a:gd name="connsiteY8" fmla="*/ 3276425 h 3784177"/>
              <a:gd name="connsiteX9" fmla="*/ 7197338 w 8037833"/>
              <a:gd name="connsiteY9" fmla="*/ 3224751 h 3784177"/>
              <a:gd name="connsiteX10" fmla="*/ 7176821 w 8037833"/>
              <a:gd name="connsiteY10" fmla="*/ 3236181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76821 w 8037833"/>
              <a:gd name="connsiteY10" fmla="*/ 3236181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88760 w 8037833"/>
              <a:gd name="connsiteY6" fmla="*/ 3183782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52740 w 8037833"/>
              <a:gd name="connsiteY5" fmla="*/ 3181149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7229 w 8037833"/>
              <a:gd name="connsiteY4" fmla="*/ 3143819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26577 w 8037833"/>
              <a:gd name="connsiteY32" fmla="*/ 3465714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47844 w 8037833"/>
              <a:gd name="connsiteY13" fmla="*/ 3303791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66539 w 8037833"/>
              <a:gd name="connsiteY18" fmla="*/ 3382500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11718 w 8037833"/>
              <a:gd name="connsiteY20" fmla="*/ 3357536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70533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11197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50014 w 8037833"/>
              <a:gd name="connsiteY54" fmla="*/ 3726942 h 3784177"/>
              <a:gd name="connsiteX55" fmla="*/ 3934671 w 8037833"/>
              <a:gd name="connsiteY55" fmla="*/ 3723339 h 3784177"/>
              <a:gd name="connsiteX56" fmla="*/ 3930274 w 8037833"/>
              <a:gd name="connsiteY56" fmla="*/ 3717148 h 3784177"/>
              <a:gd name="connsiteX57" fmla="*/ 3907660 w 8037833"/>
              <a:gd name="connsiteY57" fmla="*/ 3714456 h 3784177"/>
              <a:gd name="connsiteX58" fmla="*/ 3905087 w 8037833"/>
              <a:gd name="connsiteY58" fmla="*/ 3716098 h 3784177"/>
              <a:gd name="connsiteX59" fmla="*/ 3886347 w 8037833"/>
              <a:gd name="connsiteY59" fmla="*/ 3706620 h 3784177"/>
              <a:gd name="connsiteX60" fmla="*/ 3811197 w 8037833"/>
              <a:gd name="connsiteY60" fmla="*/ 3689905 h 3784177"/>
              <a:gd name="connsiteX61" fmla="*/ 3678563 w 8037833"/>
              <a:gd name="connsiteY61" fmla="*/ 3694486 h 3784177"/>
              <a:gd name="connsiteX62" fmla="*/ 3524121 w 8037833"/>
              <a:gd name="connsiteY62" fmla="*/ 3642736 h 3784177"/>
              <a:gd name="connsiteX63" fmla="*/ 3373519 w 8037833"/>
              <a:gd name="connsiteY63" fmla="*/ 3665785 h 3784177"/>
              <a:gd name="connsiteX64" fmla="*/ 3114267 w 8037833"/>
              <a:gd name="connsiteY64" fmla="*/ 3638983 h 3784177"/>
              <a:gd name="connsiteX65" fmla="*/ 2989722 w 8037833"/>
              <a:gd name="connsiteY65" fmla="*/ 3623230 h 3784177"/>
              <a:gd name="connsiteX66" fmla="*/ 2965734 w 8037833"/>
              <a:gd name="connsiteY66" fmla="*/ 3635676 h 3784177"/>
              <a:gd name="connsiteX67" fmla="*/ 2961603 w 8037833"/>
              <a:gd name="connsiteY67" fmla="*/ 3638221 h 3784177"/>
              <a:gd name="connsiteX68" fmla="*/ 2944959 w 8037833"/>
              <a:gd name="connsiteY68" fmla="*/ 3639723 h 3784177"/>
              <a:gd name="connsiteX69" fmla="*/ 2940402 w 8037833"/>
              <a:gd name="connsiteY69" fmla="*/ 3651000 h 3784177"/>
              <a:gd name="connsiteX70" fmla="*/ 2884777 w 8037833"/>
              <a:gd name="connsiteY70" fmla="*/ 3660775 h 3784177"/>
              <a:gd name="connsiteX71" fmla="*/ 2739034 w 8037833"/>
              <a:gd name="connsiteY71" fmla="*/ 3647396 h 3784177"/>
              <a:gd name="connsiteX72" fmla="*/ 2651827 w 8037833"/>
              <a:gd name="connsiteY72" fmla="*/ 3646306 h 3784177"/>
              <a:gd name="connsiteX73" fmla="*/ 2618680 w 8037833"/>
              <a:gd name="connsiteY73" fmla="*/ 3656755 h 3784177"/>
              <a:gd name="connsiteX74" fmla="*/ 2572404 w 8037833"/>
              <a:gd name="connsiteY74" fmla="*/ 3664043 h 3784177"/>
              <a:gd name="connsiteX75" fmla="*/ 2423704 w 8037833"/>
              <a:gd name="connsiteY75" fmla="*/ 3658079 h 3784177"/>
              <a:gd name="connsiteX76" fmla="*/ 2301172 w 8037833"/>
              <a:gd name="connsiteY76" fmla="*/ 3663053 h 3784177"/>
              <a:gd name="connsiteX77" fmla="*/ 2258745 w 8037833"/>
              <a:gd name="connsiteY77" fmla="*/ 3673229 h 3784177"/>
              <a:gd name="connsiteX78" fmla="*/ 2082844 w 8037833"/>
              <a:gd name="connsiteY78" fmla="*/ 3645349 h 3784177"/>
              <a:gd name="connsiteX79" fmla="*/ 1938480 w 8037833"/>
              <a:gd name="connsiteY79" fmla="*/ 3601439 h 3784177"/>
              <a:gd name="connsiteX80" fmla="*/ 1900166 w 8037833"/>
              <a:gd name="connsiteY80" fmla="*/ 3609358 h 3784177"/>
              <a:gd name="connsiteX81" fmla="*/ 1704758 w 8037833"/>
              <a:gd name="connsiteY81" fmla="*/ 3637625 h 3784177"/>
              <a:gd name="connsiteX82" fmla="*/ 1664576 w 8037833"/>
              <a:gd name="connsiteY82" fmla="*/ 3638572 h 3784177"/>
              <a:gd name="connsiteX83" fmla="*/ 1577459 w 8037833"/>
              <a:gd name="connsiteY83" fmla="*/ 3658824 h 3784177"/>
              <a:gd name="connsiteX84" fmla="*/ 1527269 w 8037833"/>
              <a:gd name="connsiteY84" fmla="*/ 3663088 h 3784177"/>
              <a:gd name="connsiteX85" fmla="*/ 1390118 w 8037833"/>
              <a:gd name="connsiteY85" fmla="*/ 3682789 h 3784177"/>
              <a:gd name="connsiteX86" fmla="*/ 1268521 w 8037833"/>
              <a:gd name="connsiteY86" fmla="*/ 3713114 h 3784177"/>
              <a:gd name="connsiteX87" fmla="*/ 1186863 w 8037833"/>
              <a:gd name="connsiteY87" fmla="*/ 3736384 h 3784177"/>
              <a:gd name="connsiteX88" fmla="*/ 1073929 w 8037833"/>
              <a:gd name="connsiteY88" fmla="*/ 3776166 h 3784177"/>
              <a:gd name="connsiteX89" fmla="*/ 1039167 w 8037833"/>
              <a:gd name="connsiteY89" fmla="*/ 3784177 h 3784177"/>
              <a:gd name="connsiteX90" fmla="*/ 989223 w 8037833"/>
              <a:gd name="connsiteY90" fmla="*/ 3770303 h 3784177"/>
              <a:gd name="connsiteX91" fmla="*/ 907906 w 8037833"/>
              <a:gd name="connsiteY91" fmla="*/ 3757678 h 3784177"/>
              <a:gd name="connsiteX92" fmla="*/ 833137 w 8037833"/>
              <a:gd name="connsiteY92" fmla="*/ 3744175 h 3784177"/>
              <a:gd name="connsiteX93" fmla="*/ 742042 w 8037833"/>
              <a:gd name="connsiteY93" fmla="*/ 3747612 h 3784177"/>
              <a:gd name="connsiteX94" fmla="*/ 659460 w 8037833"/>
              <a:gd name="connsiteY94" fmla="*/ 3740429 h 3784177"/>
              <a:gd name="connsiteX95" fmla="*/ 556552 w 8037833"/>
              <a:gd name="connsiteY95" fmla="*/ 3739124 h 3784177"/>
              <a:gd name="connsiteX96" fmla="*/ 385384 w 8037833"/>
              <a:gd name="connsiteY96" fmla="*/ 3726388 h 3784177"/>
              <a:gd name="connsiteX97" fmla="*/ 339711 w 8037833"/>
              <a:gd name="connsiteY97" fmla="*/ 3718242 h 3784177"/>
              <a:gd name="connsiteX98" fmla="*/ 222239 w 8037833"/>
              <a:gd name="connsiteY98" fmla="*/ 3672335 h 3784177"/>
              <a:gd name="connsiteX99" fmla="*/ 163578 w 8037833"/>
              <a:gd name="connsiteY99" fmla="*/ 3656292 h 3784177"/>
              <a:gd name="connsiteX100" fmla="*/ 72220 w 8037833"/>
              <a:gd name="connsiteY100" fmla="*/ 3645272 h 3784177"/>
              <a:gd name="connsiteX101" fmla="*/ 44395 w 8037833"/>
              <a:gd name="connsiteY101" fmla="*/ 3639455 h 3784177"/>
              <a:gd name="connsiteX102" fmla="*/ 1962 w 8037833"/>
              <a:gd name="connsiteY102" fmla="*/ 3635948 h 3784177"/>
              <a:gd name="connsiteX103" fmla="*/ 0 w 8037833"/>
              <a:gd name="connsiteY103" fmla="*/ 3635261 h 3784177"/>
              <a:gd name="connsiteX104" fmla="*/ 0 w 8037833"/>
              <a:gd name="connsiteY104"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34671 w 8037833"/>
              <a:gd name="connsiteY54" fmla="*/ 3723339 h 3784177"/>
              <a:gd name="connsiteX55" fmla="*/ 3930274 w 8037833"/>
              <a:gd name="connsiteY55" fmla="*/ 3717148 h 3784177"/>
              <a:gd name="connsiteX56" fmla="*/ 3907660 w 8037833"/>
              <a:gd name="connsiteY56" fmla="*/ 3714456 h 3784177"/>
              <a:gd name="connsiteX57" fmla="*/ 3905087 w 8037833"/>
              <a:gd name="connsiteY57" fmla="*/ 3716098 h 3784177"/>
              <a:gd name="connsiteX58" fmla="*/ 3886347 w 8037833"/>
              <a:gd name="connsiteY58" fmla="*/ 3706620 h 3784177"/>
              <a:gd name="connsiteX59" fmla="*/ 3811197 w 8037833"/>
              <a:gd name="connsiteY59" fmla="*/ 3689905 h 3784177"/>
              <a:gd name="connsiteX60" fmla="*/ 3678563 w 8037833"/>
              <a:gd name="connsiteY60" fmla="*/ 3694486 h 3784177"/>
              <a:gd name="connsiteX61" fmla="*/ 3524121 w 8037833"/>
              <a:gd name="connsiteY61" fmla="*/ 3642736 h 3784177"/>
              <a:gd name="connsiteX62" fmla="*/ 3373519 w 8037833"/>
              <a:gd name="connsiteY62" fmla="*/ 3665785 h 3784177"/>
              <a:gd name="connsiteX63" fmla="*/ 3114267 w 8037833"/>
              <a:gd name="connsiteY63" fmla="*/ 3638983 h 3784177"/>
              <a:gd name="connsiteX64" fmla="*/ 2989722 w 8037833"/>
              <a:gd name="connsiteY64" fmla="*/ 3623230 h 3784177"/>
              <a:gd name="connsiteX65" fmla="*/ 2965734 w 8037833"/>
              <a:gd name="connsiteY65" fmla="*/ 3635676 h 3784177"/>
              <a:gd name="connsiteX66" fmla="*/ 2961603 w 8037833"/>
              <a:gd name="connsiteY66" fmla="*/ 3638221 h 3784177"/>
              <a:gd name="connsiteX67" fmla="*/ 2944959 w 8037833"/>
              <a:gd name="connsiteY67" fmla="*/ 3639723 h 3784177"/>
              <a:gd name="connsiteX68" fmla="*/ 2940402 w 8037833"/>
              <a:gd name="connsiteY68" fmla="*/ 3651000 h 3784177"/>
              <a:gd name="connsiteX69" fmla="*/ 2884777 w 8037833"/>
              <a:gd name="connsiteY69" fmla="*/ 3660775 h 3784177"/>
              <a:gd name="connsiteX70" fmla="*/ 2739034 w 8037833"/>
              <a:gd name="connsiteY70" fmla="*/ 3647396 h 3784177"/>
              <a:gd name="connsiteX71" fmla="*/ 2651827 w 8037833"/>
              <a:gd name="connsiteY71" fmla="*/ 3646306 h 3784177"/>
              <a:gd name="connsiteX72" fmla="*/ 2618680 w 8037833"/>
              <a:gd name="connsiteY72" fmla="*/ 3656755 h 3784177"/>
              <a:gd name="connsiteX73" fmla="*/ 2572404 w 8037833"/>
              <a:gd name="connsiteY73" fmla="*/ 3664043 h 3784177"/>
              <a:gd name="connsiteX74" fmla="*/ 2423704 w 8037833"/>
              <a:gd name="connsiteY74" fmla="*/ 3658079 h 3784177"/>
              <a:gd name="connsiteX75" fmla="*/ 2301172 w 8037833"/>
              <a:gd name="connsiteY75" fmla="*/ 3663053 h 3784177"/>
              <a:gd name="connsiteX76" fmla="*/ 2258745 w 8037833"/>
              <a:gd name="connsiteY76" fmla="*/ 3673229 h 3784177"/>
              <a:gd name="connsiteX77" fmla="*/ 2082844 w 8037833"/>
              <a:gd name="connsiteY77" fmla="*/ 3645349 h 3784177"/>
              <a:gd name="connsiteX78" fmla="*/ 1938480 w 8037833"/>
              <a:gd name="connsiteY78" fmla="*/ 3601439 h 3784177"/>
              <a:gd name="connsiteX79" fmla="*/ 1900166 w 8037833"/>
              <a:gd name="connsiteY79" fmla="*/ 3609358 h 3784177"/>
              <a:gd name="connsiteX80" fmla="*/ 1704758 w 8037833"/>
              <a:gd name="connsiteY80" fmla="*/ 3637625 h 3784177"/>
              <a:gd name="connsiteX81" fmla="*/ 1664576 w 8037833"/>
              <a:gd name="connsiteY81" fmla="*/ 3638572 h 3784177"/>
              <a:gd name="connsiteX82" fmla="*/ 1577459 w 8037833"/>
              <a:gd name="connsiteY82" fmla="*/ 3658824 h 3784177"/>
              <a:gd name="connsiteX83" fmla="*/ 1527269 w 8037833"/>
              <a:gd name="connsiteY83" fmla="*/ 3663088 h 3784177"/>
              <a:gd name="connsiteX84" fmla="*/ 1390118 w 8037833"/>
              <a:gd name="connsiteY84" fmla="*/ 3682789 h 3784177"/>
              <a:gd name="connsiteX85" fmla="*/ 1268521 w 8037833"/>
              <a:gd name="connsiteY85" fmla="*/ 3713114 h 3784177"/>
              <a:gd name="connsiteX86" fmla="*/ 1186863 w 8037833"/>
              <a:gd name="connsiteY86" fmla="*/ 3736384 h 3784177"/>
              <a:gd name="connsiteX87" fmla="*/ 1073929 w 8037833"/>
              <a:gd name="connsiteY87" fmla="*/ 3776166 h 3784177"/>
              <a:gd name="connsiteX88" fmla="*/ 1039167 w 8037833"/>
              <a:gd name="connsiteY88" fmla="*/ 3784177 h 3784177"/>
              <a:gd name="connsiteX89" fmla="*/ 989223 w 8037833"/>
              <a:gd name="connsiteY89" fmla="*/ 3770303 h 3784177"/>
              <a:gd name="connsiteX90" fmla="*/ 907906 w 8037833"/>
              <a:gd name="connsiteY90" fmla="*/ 3757678 h 3784177"/>
              <a:gd name="connsiteX91" fmla="*/ 833137 w 8037833"/>
              <a:gd name="connsiteY91" fmla="*/ 3744175 h 3784177"/>
              <a:gd name="connsiteX92" fmla="*/ 742042 w 8037833"/>
              <a:gd name="connsiteY92" fmla="*/ 3747612 h 3784177"/>
              <a:gd name="connsiteX93" fmla="*/ 659460 w 8037833"/>
              <a:gd name="connsiteY93" fmla="*/ 3740429 h 3784177"/>
              <a:gd name="connsiteX94" fmla="*/ 556552 w 8037833"/>
              <a:gd name="connsiteY94" fmla="*/ 3739124 h 3784177"/>
              <a:gd name="connsiteX95" fmla="*/ 385384 w 8037833"/>
              <a:gd name="connsiteY95" fmla="*/ 3726388 h 3784177"/>
              <a:gd name="connsiteX96" fmla="*/ 339711 w 8037833"/>
              <a:gd name="connsiteY96" fmla="*/ 3718242 h 3784177"/>
              <a:gd name="connsiteX97" fmla="*/ 222239 w 8037833"/>
              <a:gd name="connsiteY97" fmla="*/ 3672335 h 3784177"/>
              <a:gd name="connsiteX98" fmla="*/ 163578 w 8037833"/>
              <a:gd name="connsiteY98" fmla="*/ 3656292 h 3784177"/>
              <a:gd name="connsiteX99" fmla="*/ 72220 w 8037833"/>
              <a:gd name="connsiteY99" fmla="*/ 3645272 h 3784177"/>
              <a:gd name="connsiteX100" fmla="*/ 44395 w 8037833"/>
              <a:gd name="connsiteY100" fmla="*/ 3639455 h 3784177"/>
              <a:gd name="connsiteX101" fmla="*/ 1962 w 8037833"/>
              <a:gd name="connsiteY101" fmla="*/ 3635948 h 3784177"/>
              <a:gd name="connsiteX102" fmla="*/ 0 w 8037833"/>
              <a:gd name="connsiteY102" fmla="*/ 3635261 h 3784177"/>
              <a:gd name="connsiteX103" fmla="*/ 0 w 8037833"/>
              <a:gd name="connsiteY103"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34671 w 8037833"/>
              <a:gd name="connsiteY54" fmla="*/ 3723339 h 3784177"/>
              <a:gd name="connsiteX55" fmla="*/ 3930274 w 8037833"/>
              <a:gd name="connsiteY55" fmla="*/ 3717148 h 3784177"/>
              <a:gd name="connsiteX56" fmla="*/ 3907660 w 8037833"/>
              <a:gd name="connsiteY56" fmla="*/ 3714456 h 3784177"/>
              <a:gd name="connsiteX57" fmla="*/ 3905087 w 8037833"/>
              <a:gd name="connsiteY57" fmla="*/ 3716098 h 3784177"/>
              <a:gd name="connsiteX58" fmla="*/ 3886347 w 8037833"/>
              <a:gd name="connsiteY58" fmla="*/ 3706620 h 3784177"/>
              <a:gd name="connsiteX59" fmla="*/ 3811197 w 8037833"/>
              <a:gd name="connsiteY59" fmla="*/ 3689905 h 3784177"/>
              <a:gd name="connsiteX60" fmla="*/ 3666696 w 8037833"/>
              <a:gd name="connsiteY60" fmla="*/ 3681132 h 3784177"/>
              <a:gd name="connsiteX61" fmla="*/ 3524121 w 8037833"/>
              <a:gd name="connsiteY61" fmla="*/ 3642736 h 3784177"/>
              <a:gd name="connsiteX62" fmla="*/ 3373519 w 8037833"/>
              <a:gd name="connsiteY62" fmla="*/ 3665785 h 3784177"/>
              <a:gd name="connsiteX63" fmla="*/ 3114267 w 8037833"/>
              <a:gd name="connsiteY63" fmla="*/ 3638983 h 3784177"/>
              <a:gd name="connsiteX64" fmla="*/ 2989722 w 8037833"/>
              <a:gd name="connsiteY64" fmla="*/ 3623230 h 3784177"/>
              <a:gd name="connsiteX65" fmla="*/ 2965734 w 8037833"/>
              <a:gd name="connsiteY65" fmla="*/ 3635676 h 3784177"/>
              <a:gd name="connsiteX66" fmla="*/ 2961603 w 8037833"/>
              <a:gd name="connsiteY66" fmla="*/ 3638221 h 3784177"/>
              <a:gd name="connsiteX67" fmla="*/ 2944959 w 8037833"/>
              <a:gd name="connsiteY67" fmla="*/ 3639723 h 3784177"/>
              <a:gd name="connsiteX68" fmla="*/ 2940402 w 8037833"/>
              <a:gd name="connsiteY68" fmla="*/ 3651000 h 3784177"/>
              <a:gd name="connsiteX69" fmla="*/ 2884777 w 8037833"/>
              <a:gd name="connsiteY69" fmla="*/ 3660775 h 3784177"/>
              <a:gd name="connsiteX70" fmla="*/ 2739034 w 8037833"/>
              <a:gd name="connsiteY70" fmla="*/ 3647396 h 3784177"/>
              <a:gd name="connsiteX71" fmla="*/ 2651827 w 8037833"/>
              <a:gd name="connsiteY71" fmla="*/ 3646306 h 3784177"/>
              <a:gd name="connsiteX72" fmla="*/ 2618680 w 8037833"/>
              <a:gd name="connsiteY72" fmla="*/ 3656755 h 3784177"/>
              <a:gd name="connsiteX73" fmla="*/ 2572404 w 8037833"/>
              <a:gd name="connsiteY73" fmla="*/ 3664043 h 3784177"/>
              <a:gd name="connsiteX74" fmla="*/ 2423704 w 8037833"/>
              <a:gd name="connsiteY74" fmla="*/ 3658079 h 3784177"/>
              <a:gd name="connsiteX75" fmla="*/ 2301172 w 8037833"/>
              <a:gd name="connsiteY75" fmla="*/ 3663053 h 3784177"/>
              <a:gd name="connsiteX76" fmla="*/ 2258745 w 8037833"/>
              <a:gd name="connsiteY76" fmla="*/ 3673229 h 3784177"/>
              <a:gd name="connsiteX77" fmla="*/ 2082844 w 8037833"/>
              <a:gd name="connsiteY77" fmla="*/ 3645349 h 3784177"/>
              <a:gd name="connsiteX78" fmla="*/ 1938480 w 8037833"/>
              <a:gd name="connsiteY78" fmla="*/ 3601439 h 3784177"/>
              <a:gd name="connsiteX79" fmla="*/ 1900166 w 8037833"/>
              <a:gd name="connsiteY79" fmla="*/ 3609358 h 3784177"/>
              <a:gd name="connsiteX80" fmla="*/ 1704758 w 8037833"/>
              <a:gd name="connsiteY80" fmla="*/ 3637625 h 3784177"/>
              <a:gd name="connsiteX81" fmla="*/ 1664576 w 8037833"/>
              <a:gd name="connsiteY81" fmla="*/ 3638572 h 3784177"/>
              <a:gd name="connsiteX82" fmla="*/ 1577459 w 8037833"/>
              <a:gd name="connsiteY82" fmla="*/ 3658824 h 3784177"/>
              <a:gd name="connsiteX83" fmla="*/ 1527269 w 8037833"/>
              <a:gd name="connsiteY83" fmla="*/ 3663088 h 3784177"/>
              <a:gd name="connsiteX84" fmla="*/ 1390118 w 8037833"/>
              <a:gd name="connsiteY84" fmla="*/ 3682789 h 3784177"/>
              <a:gd name="connsiteX85" fmla="*/ 1268521 w 8037833"/>
              <a:gd name="connsiteY85" fmla="*/ 3713114 h 3784177"/>
              <a:gd name="connsiteX86" fmla="*/ 1186863 w 8037833"/>
              <a:gd name="connsiteY86" fmla="*/ 3736384 h 3784177"/>
              <a:gd name="connsiteX87" fmla="*/ 1073929 w 8037833"/>
              <a:gd name="connsiteY87" fmla="*/ 3776166 h 3784177"/>
              <a:gd name="connsiteX88" fmla="*/ 1039167 w 8037833"/>
              <a:gd name="connsiteY88" fmla="*/ 3784177 h 3784177"/>
              <a:gd name="connsiteX89" fmla="*/ 989223 w 8037833"/>
              <a:gd name="connsiteY89" fmla="*/ 3770303 h 3784177"/>
              <a:gd name="connsiteX90" fmla="*/ 907906 w 8037833"/>
              <a:gd name="connsiteY90" fmla="*/ 3757678 h 3784177"/>
              <a:gd name="connsiteX91" fmla="*/ 833137 w 8037833"/>
              <a:gd name="connsiteY91" fmla="*/ 3744175 h 3784177"/>
              <a:gd name="connsiteX92" fmla="*/ 742042 w 8037833"/>
              <a:gd name="connsiteY92" fmla="*/ 3747612 h 3784177"/>
              <a:gd name="connsiteX93" fmla="*/ 659460 w 8037833"/>
              <a:gd name="connsiteY93" fmla="*/ 3740429 h 3784177"/>
              <a:gd name="connsiteX94" fmla="*/ 556552 w 8037833"/>
              <a:gd name="connsiteY94" fmla="*/ 3739124 h 3784177"/>
              <a:gd name="connsiteX95" fmla="*/ 385384 w 8037833"/>
              <a:gd name="connsiteY95" fmla="*/ 3726388 h 3784177"/>
              <a:gd name="connsiteX96" fmla="*/ 339711 w 8037833"/>
              <a:gd name="connsiteY96" fmla="*/ 3718242 h 3784177"/>
              <a:gd name="connsiteX97" fmla="*/ 222239 w 8037833"/>
              <a:gd name="connsiteY97" fmla="*/ 3672335 h 3784177"/>
              <a:gd name="connsiteX98" fmla="*/ 163578 w 8037833"/>
              <a:gd name="connsiteY98" fmla="*/ 3656292 h 3784177"/>
              <a:gd name="connsiteX99" fmla="*/ 72220 w 8037833"/>
              <a:gd name="connsiteY99" fmla="*/ 3645272 h 3784177"/>
              <a:gd name="connsiteX100" fmla="*/ 44395 w 8037833"/>
              <a:gd name="connsiteY100" fmla="*/ 3639455 h 3784177"/>
              <a:gd name="connsiteX101" fmla="*/ 1962 w 8037833"/>
              <a:gd name="connsiteY101" fmla="*/ 3635948 h 3784177"/>
              <a:gd name="connsiteX102" fmla="*/ 0 w 8037833"/>
              <a:gd name="connsiteY102" fmla="*/ 3635261 h 3784177"/>
              <a:gd name="connsiteX103" fmla="*/ 0 w 8037833"/>
              <a:gd name="connsiteY103"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34671 w 8037833"/>
              <a:gd name="connsiteY54" fmla="*/ 3723339 h 3784177"/>
              <a:gd name="connsiteX55" fmla="*/ 3930274 w 8037833"/>
              <a:gd name="connsiteY55" fmla="*/ 3717148 h 3784177"/>
              <a:gd name="connsiteX56" fmla="*/ 3907660 w 8037833"/>
              <a:gd name="connsiteY56" fmla="*/ 3714456 h 3784177"/>
              <a:gd name="connsiteX57" fmla="*/ 3905087 w 8037833"/>
              <a:gd name="connsiteY57" fmla="*/ 3716098 h 3784177"/>
              <a:gd name="connsiteX58" fmla="*/ 3886347 w 8037833"/>
              <a:gd name="connsiteY58" fmla="*/ 3706620 h 3784177"/>
              <a:gd name="connsiteX59" fmla="*/ 3811197 w 8037833"/>
              <a:gd name="connsiteY59" fmla="*/ 3689905 h 3784177"/>
              <a:gd name="connsiteX60" fmla="*/ 3666696 w 8037833"/>
              <a:gd name="connsiteY60" fmla="*/ 3681132 h 3784177"/>
              <a:gd name="connsiteX61" fmla="*/ 3516210 w 8037833"/>
              <a:gd name="connsiteY61" fmla="*/ 3656091 h 3784177"/>
              <a:gd name="connsiteX62" fmla="*/ 3373519 w 8037833"/>
              <a:gd name="connsiteY62" fmla="*/ 3665785 h 3784177"/>
              <a:gd name="connsiteX63" fmla="*/ 3114267 w 8037833"/>
              <a:gd name="connsiteY63" fmla="*/ 3638983 h 3784177"/>
              <a:gd name="connsiteX64" fmla="*/ 2989722 w 8037833"/>
              <a:gd name="connsiteY64" fmla="*/ 3623230 h 3784177"/>
              <a:gd name="connsiteX65" fmla="*/ 2965734 w 8037833"/>
              <a:gd name="connsiteY65" fmla="*/ 3635676 h 3784177"/>
              <a:gd name="connsiteX66" fmla="*/ 2961603 w 8037833"/>
              <a:gd name="connsiteY66" fmla="*/ 3638221 h 3784177"/>
              <a:gd name="connsiteX67" fmla="*/ 2944959 w 8037833"/>
              <a:gd name="connsiteY67" fmla="*/ 3639723 h 3784177"/>
              <a:gd name="connsiteX68" fmla="*/ 2940402 w 8037833"/>
              <a:gd name="connsiteY68" fmla="*/ 3651000 h 3784177"/>
              <a:gd name="connsiteX69" fmla="*/ 2884777 w 8037833"/>
              <a:gd name="connsiteY69" fmla="*/ 3660775 h 3784177"/>
              <a:gd name="connsiteX70" fmla="*/ 2739034 w 8037833"/>
              <a:gd name="connsiteY70" fmla="*/ 3647396 h 3784177"/>
              <a:gd name="connsiteX71" fmla="*/ 2651827 w 8037833"/>
              <a:gd name="connsiteY71" fmla="*/ 3646306 h 3784177"/>
              <a:gd name="connsiteX72" fmla="*/ 2618680 w 8037833"/>
              <a:gd name="connsiteY72" fmla="*/ 3656755 h 3784177"/>
              <a:gd name="connsiteX73" fmla="*/ 2572404 w 8037833"/>
              <a:gd name="connsiteY73" fmla="*/ 3664043 h 3784177"/>
              <a:gd name="connsiteX74" fmla="*/ 2423704 w 8037833"/>
              <a:gd name="connsiteY74" fmla="*/ 3658079 h 3784177"/>
              <a:gd name="connsiteX75" fmla="*/ 2301172 w 8037833"/>
              <a:gd name="connsiteY75" fmla="*/ 3663053 h 3784177"/>
              <a:gd name="connsiteX76" fmla="*/ 2258745 w 8037833"/>
              <a:gd name="connsiteY76" fmla="*/ 3673229 h 3784177"/>
              <a:gd name="connsiteX77" fmla="*/ 2082844 w 8037833"/>
              <a:gd name="connsiteY77" fmla="*/ 3645349 h 3784177"/>
              <a:gd name="connsiteX78" fmla="*/ 1938480 w 8037833"/>
              <a:gd name="connsiteY78" fmla="*/ 3601439 h 3784177"/>
              <a:gd name="connsiteX79" fmla="*/ 1900166 w 8037833"/>
              <a:gd name="connsiteY79" fmla="*/ 3609358 h 3784177"/>
              <a:gd name="connsiteX80" fmla="*/ 1704758 w 8037833"/>
              <a:gd name="connsiteY80" fmla="*/ 3637625 h 3784177"/>
              <a:gd name="connsiteX81" fmla="*/ 1664576 w 8037833"/>
              <a:gd name="connsiteY81" fmla="*/ 3638572 h 3784177"/>
              <a:gd name="connsiteX82" fmla="*/ 1577459 w 8037833"/>
              <a:gd name="connsiteY82" fmla="*/ 3658824 h 3784177"/>
              <a:gd name="connsiteX83" fmla="*/ 1527269 w 8037833"/>
              <a:gd name="connsiteY83" fmla="*/ 3663088 h 3784177"/>
              <a:gd name="connsiteX84" fmla="*/ 1390118 w 8037833"/>
              <a:gd name="connsiteY84" fmla="*/ 3682789 h 3784177"/>
              <a:gd name="connsiteX85" fmla="*/ 1268521 w 8037833"/>
              <a:gd name="connsiteY85" fmla="*/ 3713114 h 3784177"/>
              <a:gd name="connsiteX86" fmla="*/ 1186863 w 8037833"/>
              <a:gd name="connsiteY86" fmla="*/ 3736384 h 3784177"/>
              <a:gd name="connsiteX87" fmla="*/ 1073929 w 8037833"/>
              <a:gd name="connsiteY87" fmla="*/ 3776166 h 3784177"/>
              <a:gd name="connsiteX88" fmla="*/ 1039167 w 8037833"/>
              <a:gd name="connsiteY88" fmla="*/ 3784177 h 3784177"/>
              <a:gd name="connsiteX89" fmla="*/ 989223 w 8037833"/>
              <a:gd name="connsiteY89" fmla="*/ 3770303 h 3784177"/>
              <a:gd name="connsiteX90" fmla="*/ 907906 w 8037833"/>
              <a:gd name="connsiteY90" fmla="*/ 3757678 h 3784177"/>
              <a:gd name="connsiteX91" fmla="*/ 833137 w 8037833"/>
              <a:gd name="connsiteY91" fmla="*/ 3744175 h 3784177"/>
              <a:gd name="connsiteX92" fmla="*/ 742042 w 8037833"/>
              <a:gd name="connsiteY92" fmla="*/ 3747612 h 3784177"/>
              <a:gd name="connsiteX93" fmla="*/ 659460 w 8037833"/>
              <a:gd name="connsiteY93" fmla="*/ 3740429 h 3784177"/>
              <a:gd name="connsiteX94" fmla="*/ 556552 w 8037833"/>
              <a:gd name="connsiteY94" fmla="*/ 3739124 h 3784177"/>
              <a:gd name="connsiteX95" fmla="*/ 385384 w 8037833"/>
              <a:gd name="connsiteY95" fmla="*/ 3726388 h 3784177"/>
              <a:gd name="connsiteX96" fmla="*/ 339711 w 8037833"/>
              <a:gd name="connsiteY96" fmla="*/ 3718242 h 3784177"/>
              <a:gd name="connsiteX97" fmla="*/ 222239 w 8037833"/>
              <a:gd name="connsiteY97" fmla="*/ 3672335 h 3784177"/>
              <a:gd name="connsiteX98" fmla="*/ 163578 w 8037833"/>
              <a:gd name="connsiteY98" fmla="*/ 3656292 h 3784177"/>
              <a:gd name="connsiteX99" fmla="*/ 72220 w 8037833"/>
              <a:gd name="connsiteY99" fmla="*/ 3645272 h 3784177"/>
              <a:gd name="connsiteX100" fmla="*/ 44395 w 8037833"/>
              <a:gd name="connsiteY100" fmla="*/ 3639455 h 3784177"/>
              <a:gd name="connsiteX101" fmla="*/ 1962 w 8037833"/>
              <a:gd name="connsiteY101" fmla="*/ 3635948 h 3784177"/>
              <a:gd name="connsiteX102" fmla="*/ 0 w 8037833"/>
              <a:gd name="connsiteY102" fmla="*/ 3635261 h 3784177"/>
              <a:gd name="connsiteX103" fmla="*/ 0 w 8037833"/>
              <a:gd name="connsiteY103"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34671 w 8037833"/>
              <a:gd name="connsiteY54" fmla="*/ 3723339 h 3784177"/>
              <a:gd name="connsiteX55" fmla="*/ 3930274 w 8037833"/>
              <a:gd name="connsiteY55" fmla="*/ 3717148 h 3784177"/>
              <a:gd name="connsiteX56" fmla="*/ 3907660 w 8037833"/>
              <a:gd name="connsiteY56" fmla="*/ 3714456 h 3784177"/>
              <a:gd name="connsiteX57" fmla="*/ 3905087 w 8037833"/>
              <a:gd name="connsiteY57" fmla="*/ 3716098 h 3784177"/>
              <a:gd name="connsiteX58" fmla="*/ 3886347 w 8037833"/>
              <a:gd name="connsiteY58" fmla="*/ 3706620 h 3784177"/>
              <a:gd name="connsiteX59" fmla="*/ 3811197 w 8037833"/>
              <a:gd name="connsiteY59" fmla="*/ 3689905 h 3784177"/>
              <a:gd name="connsiteX60" fmla="*/ 3666696 w 8037833"/>
              <a:gd name="connsiteY60" fmla="*/ 3681132 h 3784177"/>
              <a:gd name="connsiteX61" fmla="*/ 3516210 w 8037833"/>
              <a:gd name="connsiteY61" fmla="*/ 3656091 h 3784177"/>
              <a:gd name="connsiteX62" fmla="*/ 3373519 w 8037833"/>
              <a:gd name="connsiteY62" fmla="*/ 3665785 h 3784177"/>
              <a:gd name="connsiteX63" fmla="*/ 3114267 w 8037833"/>
              <a:gd name="connsiteY63" fmla="*/ 3638983 h 3784177"/>
              <a:gd name="connsiteX64" fmla="*/ 2989722 w 8037833"/>
              <a:gd name="connsiteY64" fmla="*/ 3623230 h 3784177"/>
              <a:gd name="connsiteX65" fmla="*/ 2965734 w 8037833"/>
              <a:gd name="connsiteY65" fmla="*/ 3635676 h 3784177"/>
              <a:gd name="connsiteX66" fmla="*/ 2961603 w 8037833"/>
              <a:gd name="connsiteY66" fmla="*/ 3638221 h 3784177"/>
              <a:gd name="connsiteX67" fmla="*/ 2944959 w 8037833"/>
              <a:gd name="connsiteY67" fmla="*/ 3639723 h 3784177"/>
              <a:gd name="connsiteX68" fmla="*/ 2940402 w 8037833"/>
              <a:gd name="connsiteY68" fmla="*/ 3651000 h 3784177"/>
              <a:gd name="connsiteX69" fmla="*/ 2884777 w 8037833"/>
              <a:gd name="connsiteY69" fmla="*/ 3660775 h 3784177"/>
              <a:gd name="connsiteX70" fmla="*/ 2739034 w 8037833"/>
              <a:gd name="connsiteY70" fmla="*/ 3647396 h 3784177"/>
              <a:gd name="connsiteX71" fmla="*/ 2651827 w 8037833"/>
              <a:gd name="connsiteY71" fmla="*/ 3646306 h 3784177"/>
              <a:gd name="connsiteX72" fmla="*/ 2618680 w 8037833"/>
              <a:gd name="connsiteY72" fmla="*/ 3656755 h 3784177"/>
              <a:gd name="connsiteX73" fmla="*/ 2572404 w 8037833"/>
              <a:gd name="connsiteY73" fmla="*/ 3664043 h 3784177"/>
              <a:gd name="connsiteX74" fmla="*/ 2423704 w 8037833"/>
              <a:gd name="connsiteY74" fmla="*/ 3658079 h 3784177"/>
              <a:gd name="connsiteX75" fmla="*/ 2301172 w 8037833"/>
              <a:gd name="connsiteY75" fmla="*/ 3663053 h 3784177"/>
              <a:gd name="connsiteX76" fmla="*/ 2258745 w 8037833"/>
              <a:gd name="connsiteY76" fmla="*/ 3673229 h 3784177"/>
              <a:gd name="connsiteX77" fmla="*/ 2082844 w 8037833"/>
              <a:gd name="connsiteY77" fmla="*/ 3645349 h 3784177"/>
              <a:gd name="connsiteX78" fmla="*/ 1938480 w 8037833"/>
              <a:gd name="connsiteY78" fmla="*/ 3601439 h 3784177"/>
              <a:gd name="connsiteX79" fmla="*/ 1900166 w 8037833"/>
              <a:gd name="connsiteY79" fmla="*/ 3609358 h 3784177"/>
              <a:gd name="connsiteX80" fmla="*/ 1704758 w 8037833"/>
              <a:gd name="connsiteY80" fmla="*/ 3637625 h 3784177"/>
              <a:gd name="connsiteX81" fmla="*/ 1664576 w 8037833"/>
              <a:gd name="connsiteY81" fmla="*/ 3638572 h 3784177"/>
              <a:gd name="connsiteX82" fmla="*/ 1577459 w 8037833"/>
              <a:gd name="connsiteY82" fmla="*/ 3658824 h 3784177"/>
              <a:gd name="connsiteX83" fmla="*/ 1527269 w 8037833"/>
              <a:gd name="connsiteY83" fmla="*/ 3663088 h 3784177"/>
              <a:gd name="connsiteX84" fmla="*/ 1390118 w 8037833"/>
              <a:gd name="connsiteY84" fmla="*/ 3682789 h 3784177"/>
              <a:gd name="connsiteX85" fmla="*/ 1268521 w 8037833"/>
              <a:gd name="connsiteY85" fmla="*/ 3713114 h 3784177"/>
              <a:gd name="connsiteX86" fmla="*/ 1186863 w 8037833"/>
              <a:gd name="connsiteY86" fmla="*/ 3736384 h 3784177"/>
              <a:gd name="connsiteX87" fmla="*/ 1073929 w 8037833"/>
              <a:gd name="connsiteY87" fmla="*/ 3776166 h 3784177"/>
              <a:gd name="connsiteX88" fmla="*/ 1039167 w 8037833"/>
              <a:gd name="connsiteY88" fmla="*/ 3784177 h 3784177"/>
              <a:gd name="connsiteX89" fmla="*/ 989223 w 8037833"/>
              <a:gd name="connsiteY89" fmla="*/ 3770303 h 3784177"/>
              <a:gd name="connsiteX90" fmla="*/ 907906 w 8037833"/>
              <a:gd name="connsiteY90" fmla="*/ 3757678 h 3784177"/>
              <a:gd name="connsiteX91" fmla="*/ 833137 w 8037833"/>
              <a:gd name="connsiteY91" fmla="*/ 3744175 h 3784177"/>
              <a:gd name="connsiteX92" fmla="*/ 742042 w 8037833"/>
              <a:gd name="connsiteY92" fmla="*/ 3747612 h 3784177"/>
              <a:gd name="connsiteX93" fmla="*/ 659460 w 8037833"/>
              <a:gd name="connsiteY93" fmla="*/ 3740429 h 3784177"/>
              <a:gd name="connsiteX94" fmla="*/ 556552 w 8037833"/>
              <a:gd name="connsiteY94" fmla="*/ 3739124 h 3784177"/>
              <a:gd name="connsiteX95" fmla="*/ 385384 w 8037833"/>
              <a:gd name="connsiteY95" fmla="*/ 3726388 h 3784177"/>
              <a:gd name="connsiteX96" fmla="*/ 339711 w 8037833"/>
              <a:gd name="connsiteY96" fmla="*/ 3718242 h 3784177"/>
              <a:gd name="connsiteX97" fmla="*/ 222239 w 8037833"/>
              <a:gd name="connsiteY97" fmla="*/ 3672335 h 3784177"/>
              <a:gd name="connsiteX98" fmla="*/ 163578 w 8037833"/>
              <a:gd name="connsiteY98" fmla="*/ 3656292 h 3784177"/>
              <a:gd name="connsiteX99" fmla="*/ 72220 w 8037833"/>
              <a:gd name="connsiteY99" fmla="*/ 3645272 h 3784177"/>
              <a:gd name="connsiteX100" fmla="*/ 44395 w 8037833"/>
              <a:gd name="connsiteY100" fmla="*/ 3639455 h 3784177"/>
              <a:gd name="connsiteX101" fmla="*/ 1962 w 8037833"/>
              <a:gd name="connsiteY101" fmla="*/ 3635948 h 3784177"/>
              <a:gd name="connsiteX102" fmla="*/ 0 w 8037833"/>
              <a:gd name="connsiteY102" fmla="*/ 3635261 h 3784177"/>
              <a:gd name="connsiteX103" fmla="*/ 0 w 8037833"/>
              <a:gd name="connsiteY103"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34671 w 8037833"/>
              <a:gd name="connsiteY54" fmla="*/ 3723339 h 3784177"/>
              <a:gd name="connsiteX55" fmla="*/ 3930274 w 8037833"/>
              <a:gd name="connsiteY55" fmla="*/ 3717148 h 3784177"/>
              <a:gd name="connsiteX56" fmla="*/ 3907660 w 8037833"/>
              <a:gd name="connsiteY56" fmla="*/ 3714456 h 3784177"/>
              <a:gd name="connsiteX57" fmla="*/ 3905087 w 8037833"/>
              <a:gd name="connsiteY57" fmla="*/ 3716098 h 3784177"/>
              <a:gd name="connsiteX58" fmla="*/ 3886347 w 8037833"/>
              <a:gd name="connsiteY58" fmla="*/ 3706620 h 3784177"/>
              <a:gd name="connsiteX59" fmla="*/ 3811197 w 8037833"/>
              <a:gd name="connsiteY59" fmla="*/ 3689905 h 3784177"/>
              <a:gd name="connsiteX60" fmla="*/ 3666696 w 8037833"/>
              <a:gd name="connsiteY60" fmla="*/ 3681132 h 3784177"/>
              <a:gd name="connsiteX61" fmla="*/ 3516210 w 8037833"/>
              <a:gd name="connsiteY61" fmla="*/ 3656091 h 3784177"/>
              <a:gd name="connsiteX62" fmla="*/ 3373519 w 8037833"/>
              <a:gd name="connsiteY62" fmla="*/ 3665785 h 3784177"/>
              <a:gd name="connsiteX63" fmla="*/ 3114267 w 8037833"/>
              <a:gd name="connsiteY63" fmla="*/ 3638983 h 3784177"/>
              <a:gd name="connsiteX64" fmla="*/ 2989722 w 8037833"/>
              <a:gd name="connsiteY64" fmla="*/ 3623230 h 3784177"/>
              <a:gd name="connsiteX65" fmla="*/ 2965734 w 8037833"/>
              <a:gd name="connsiteY65" fmla="*/ 3635676 h 3784177"/>
              <a:gd name="connsiteX66" fmla="*/ 2961603 w 8037833"/>
              <a:gd name="connsiteY66" fmla="*/ 3638221 h 3784177"/>
              <a:gd name="connsiteX67" fmla="*/ 2944959 w 8037833"/>
              <a:gd name="connsiteY67" fmla="*/ 3639723 h 3784177"/>
              <a:gd name="connsiteX68" fmla="*/ 2940402 w 8037833"/>
              <a:gd name="connsiteY68" fmla="*/ 3651000 h 3784177"/>
              <a:gd name="connsiteX69" fmla="*/ 2884777 w 8037833"/>
              <a:gd name="connsiteY69" fmla="*/ 3660775 h 3784177"/>
              <a:gd name="connsiteX70" fmla="*/ 2739034 w 8037833"/>
              <a:gd name="connsiteY70" fmla="*/ 3647396 h 3784177"/>
              <a:gd name="connsiteX71" fmla="*/ 2651827 w 8037833"/>
              <a:gd name="connsiteY71" fmla="*/ 3646306 h 3784177"/>
              <a:gd name="connsiteX72" fmla="*/ 2618680 w 8037833"/>
              <a:gd name="connsiteY72" fmla="*/ 3656755 h 3784177"/>
              <a:gd name="connsiteX73" fmla="*/ 2572404 w 8037833"/>
              <a:gd name="connsiteY73" fmla="*/ 3664043 h 3784177"/>
              <a:gd name="connsiteX74" fmla="*/ 2423704 w 8037833"/>
              <a:gd name="connsiteY74" fmla="*/ 3658079 h 3784177"/>
              <a:gd name="connsiteX75" fmla="*/ 2301172 w 8037833"/>
              <a:gd name="connsiteY75" fmla="*/ 3663053 h 3784177"/>
              <a:gd name="connsiteX76" fmla="*/ 2258745 w 8037833"/>
              <a:gd name="connsiteY76" fmla="*/ 3673229 h 3784177"/>
              <a:gd name="connsiteX77" fmla="*/ 2082844 w 8037833"/>
              <a:gd name="connsiteY77" fmla="*/ 3645349 h 3784177"/>
              <a:gd name="connsiteX78" fmla="*/ 1938480 w 8037833"/>
              <a:gd name="connsiteY78" fmla="*/ 3601439 h 3784177"/>
              <a:gd name="connsiteX79" fmla="*/ 1900166 w 8037833"/>
              <a:gd name="connsiteY79" fmla="*/ 3609358 h 3784177"/>
              <a:gd name="connsiteX80" fmla="*/ 1704758 w 8037833"/>
              <a:gd name="connsiteY80" fmla="*/ 3637625 h 3784177"/>
              <a:gd name="connsiteX81" fmla="*/ 1664576 w 8037833"/>
              <a:gd name="connsiteY81" fmla="*/ 3638572 h 3784177"/>
              <a:gd name="connsiteX82" fmla="*/ 1577459 w 8037833"/>
              <a:gd name="connsiteY82" fmla="*/ 3658824 h 3784177"/>
              <a:gd name="connsiteX83" fmla="*/ 1527269 w 8037833"/>
              <a:gd name="connsiteY83" fmla="*/ 3663088 h 3784177"/>
              <a:gd name="connsiteX84" fmla="*/ 1390118 w 8037833"/>
              <a:gd name="connsiteY84" fmla="*/ 3682789 h 3784177"/>
              <a:gd name="connsiteX85" fmla="*/ 1268521 w 8037833"/>
              <a:gd name="connsiteY85" fmla="*/ 3713114 h 3784177"/>
              <a:gd name="connsiteX86" fmla="*/ 1186863 w 8037833"/>
              <a:gd name="connsiteY86" fmla="*/ 3736384 h 3784177"/>
              <a:gd name="connsiteX87" fmla="*/ 1073929 w 8037833"/>
              <a:gd name="connsiteY87" fmla="*/ 3776166 h 3784177"/>
              <a:gd name="connsiteX88" fmla="*/ 1039167 w 8037833"/>
              <a:gd name="connsiteY88" fmla="*/ 3784177 h 3784177"/>
              <a:gd name="connsiteX89" fmla="*/ 989223 w 8037833"/>
              <a:gd name="connsiteY89" fmla="*/ 3770303 h 3784177"/>
              <a:gd name="connsiteX90" fmla="*/ 907906 w 8037833"/>
              <a:gd name="connsiteY90" fmla="*/ 3757678 h 3784177"/>
              <a:gd name="connsiteX91" fmla="*/ 833137 w 8037833"/>
              <a:gd name="connsiteY91" fmla="*/ 3744175 h 3784177"/>
              <a:gd name="connsiteX92" fmla="*/ 742042 w 8037833"/>
              <a:gd name="connsiteY92" fmla="*/ 3747612 h 3784177"/>
              <a:gd name="connsiteX93" fmla="*/ 659460 w 8037833"/>
              <a:gd name="connsiteY93" fmla="*/ 3740429 h 3784177"/>
              <a:gd name="connsiteX94" fmla="*/ 556552 w 8037833"/>
              <a:gd name="connsiteY94" fmla="*/ 3739124 h 3784177"/>
              <a:gd name="connsiteX95" fmla="*/ 385384 w 8037833"/>
              <a:gd name="connsiteY95" fmla="*/ 3726388 h 3784177"/>
              <a:gd name="connsiteX96" fmla="*/ 339711 w 8037833"/>
              <a:gd name="connsiteY96" fmla="*/ 3718242 h 3784177"/>
              <a:gd name="connsiteX97" fmla="*/ 222239 w 8037833"/>
              <a:gd name="connsiteY97" fmla="*/ 3672335 h 3784177"/>
              <a:gd name="connsiteX98" fmla="*/ 163578 w 8037833"/>
              <a:gd name="connsiteY98" fmla="*/ 3656292 h 3784177"/>
              <a:gd name="connsiteX99" fmla="*/ 72220 w 8037833"/>
              <a:gd name="connsiteY99" fmla="*/ 3645272 h 3784177"/>
              <a:gd name="connsiteX100" fmla="*/ 44395 w 8037833"/>
              <a:gd name="connsiteY100" fmla="*/ 3639455 h 3784177"/>
              <a:gd name="connsiteX101" fmla="*/ 1962 w 8037833"/>
              <a:gd name="connsiteY101" fmla="*/ 3635948 h 3784177"/>
              <a:gd name="connsiteX102" fmla="*/ 0 w 8037833"/>
              <a:gd name="connsiteY102" fmla="*/ 3635261 h 3784177"/>
              <a:gd name="connsiteX103" fmla="*/ 0 w 8037833"/>
              <a:gd name="connsiteY103"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34671 w 8037833"/>
              <a:gd name="connsiteY54" fmla="*/ 3723339 h 3784177"/>
              <a:gd name="connsiteX55" fmla="*/ 3930274 w 8037833"/>
              <a:gd name="connsiteY55" fmla="*/ 3717148 h 3784177"/>
              <a:gd name="connsiteX56" fmla="*/ 3907660 w 8037833"/>
              <a:gd name="connsiteY56" fmla="*/ 3714456 h 3784177"/>
              <a:gd name="connsiteX57" fmla="*/ 3905087 w 8037833"/>
              <a:gd name="connsiteY57" fmla="*/ 3716098 h 3784177"/>
              <a:gd name="connsiteX58" fmla="*/ 3886347 w 8037833"/>
              <a:gd name="connsiteY58" fmla="*/ 3706620 h 3784177"/>
              <a:gd name="connsiteX59" fmla="*/ 3811197 w 8037833"/>
              <a:gd name="connsiteY59" fmla="*/ 3689905 h 3784177"/>
              <a:gd name="connsiteX60" fmla="*/ 3666696 w 8037833"/>
              <a:gd name="connsiteY60" fmla="*/ 3681132 h 3784177"/>
              <a:gd name="connsiteX61" fmla="*/ 3516210 w 8037833"/>
              <a:gd name="connsiteY61" fmla="*/ 3656091 h 3784177"/>
              <a:gd name="connsiteX62" fmla="*/ 3373519 w 8037833"/>
              <a:gd name="connsiteY62" fmla="*/ 3665785 h 3784177"/>
              <a:gd name="connsiteX63" fmla="*/ 3114267 w 8037833"/>
              <a:gd name="connsiteY63" fmla="*/ 3638983 h 3784177"/>
              <a:gd name="connsiteX64" fmla="*/ 2989722 w 8037833"/>
              <a:gd name="connsiteY64" fmla="*/ 3623230 h 3784177"/>
              <a:gd name="connsiteX65" fmla="*/ 2965734 w 8037833"/>
              <a:gd name="connsiteY65" fmla="*/ 3635676 h 3784177"/>
              <a:gd name="connsiteX66" fmla="*/ 2961603 w 8037833"/>
              <a:gd name="connsiteY66" fmla="*/ 3638221 h 3784177"/>
              <a:gd name="connsiteX67" fmla="*/ 2944959 w 8037833"/>
              <a:gd name="connsiteY67" fmla="*/ 3639723 h 3784177"/>
              <a:gd name="connsiteX68" fmla="*/ 2940402 w 8037833"/>
              <a:gd name="connsiteY68" fmla="*/ 3651000 h 3784177"/>
              <a:gd name="connsiteX69" fmla="*/ 2884777 w 8037833"/>
              <a:gd name="connsiteY69" fmla="*/ 3660775 h 3784177"/>
              <a:gd name="connsiteX70" fmla="*/ 2739034 w 8037833"/>
              <a:gd name="connsiteY70" fmla="*/ 3647396 h 3784177"/>
              <a:gd name="connsiteX71" fmla="*/ 2651827 w 8037833"/>
              <a:gd name="connsiteY71" fmla="*/ 3646306 h 3784177"/>
              <a:gd name="connsiteX72" fmla="*/ 2618680 w 8037833"/>
              <a:gd name="connsiteY72" fmla="*/ 3656755 h 3784177"/>
              <a:gd name="connsiteX73" fmla="*/ 2572404 w 8037833"/>
              <a:gd name="connsiteY73" fmla="*/ 3664043 h 3784177"/>
              <a:gd name="connsiteX74" fmla="*/ 2423704 w 8037833"/>
              <a:gd name="connsiteY74" fmla="*/ 3658079 h 3784177"/>
              <a:gd name="connsiteX75" fmla="*/ 2301172 w 8037833"/>
              <a:gd name="connsiteY75" fmla="*/ 3663053 h 3784177"/>
              <a:gd name="connsiteX76" fmla="*/ 2258745 w 8037833"/>
              <a:gd name="connsiteY76" fmla="*/ 3673229 h 3784177"/>
              <a:gd name="connsiteX77" fmla="*/ 2082844 w 8037833"/>
              <a:gd name="connsiteY77" fmla="*/ 3645349 h 3784177"/>
              <a:gd name="connsiteX78" fmla="*/ 1938480 w 8037833"/>
              <a:gd name="connsiteY78" fmla="*/ 3601439 h 3784177"/>
              <a:gd name="connsiteX79" fmla="*/ 1900166 w 8037833"/>
              <a:gd name="connsiteY79" fmla="*/ 3609358 h 3784177"/>
              <a:gd name="connsiteX80" fmla="*/ 1704758 w 8037833"/>
              <a:gd name="connsiteY80" fmla="*/ 3637625 h 3784177"/>
              <a:gd name="connsiteX81" fmla="*/ 1664576 w 8037833"/>
              <a:gd name="connsiteY81" fmla="*/ 3638572 h 3784177"/>
              <a:gd name="connsiteX82" fmla="*/ 1577459 w 8037833"/>
              <a:gd name="connsiteY82" fmla="*/ 3658824 h 3784177"/>
              <a:gd name="connsiteX83" fmla="*/ 1527269 w 8037833"/>
              <a:gd name="connsiteY83" fmla="*/ 3663088 h 3784177"/>
              <a:gd name="connsiteX84" fmla="*/ 1390118 w 8037833"/>
              <a:gd name="connsiteY84" fmla="*/ 3682789 h 3784177"/>
              <a:gd name="connsiteX85" fmla="*/ 1268521 w 8037833"/>
              <a:gd name="connsiteY85" fmla="*/ 3713114 h 3784177"/>
              <a:gd name="connsiteX86" fmla="*/ 1186863 w 8037833"/>
              <a:gd name="connsiteY86" fmla="*/ 3736384 h 3784177"/>
              <a:gd name="connsiteX87" fmla="*/ 1073929 w 8037833"/>
              <a:gd name="connsiteY87" fmla="*/ 3776166 h 3784177"/>
              <a:gd name="connsiteX88" fmla="*/ 1039167 w 8037833"/>
              <a:gd name="connsiteY88" fmla="*/ 3784177 h 3784177"/>
              <a:gd name="connsiteX89" fmla="*/ 989223 w 8037833"/>
              <a:gd name="connsiteY89" fmla="*/ 3770303 h 3784177"/>
              <a:gd name="connsiteX90" fmla="*/ 907906 w 8037833"/>
              <a:gd name="connsiteY90" fmla="*/ 3757678 h 3784177"/>
              <a:gd name="connsiteX91" fmla="*/ 833137 w 8037833"/>
              <a:gd name="connsiteY91" fmla="*/ 3744175 h 3784177"/>
              <a:gd name="connsiteX92" fmla="*/ 742042 w 8037833"/>
              <a:gd name="connsiteY92" fmla="*/ 3747612 h 3784177"/>
              <a:gd name="connsiteX93" fmla="*/ 659460 w 8037833"/>
              <a:gd name="connsiteY93" fmla="*/ 3740429 h 3784177"/>
              <a:gd name="connsiteX94" fmla="*/ 556552 w 8037833"/>
              <a:gd name="connsiteY94" fmla="*/ 3739124 h 3784177"/>
              <a:gd name="connsiteX95" fmla="*/ 385384 w 8037833"/>
              <a:gd name="connsiteY95" fmla="*/ 3726388 h 3784177"/>
              <a:gd name="connsiteX96" fmla="*/ 339711 w 8037833"/>
              <a:gd name="connsiteY96" fmla="*/ 3718242 h 3784177"/>
              <a:gd name="connsiteX97" fmla="*/ 222239 w 8037833"/>
              <a:gd name="connsiteY97" fmla="*/ 3672335 h 3784177"/>
              <a:gd name="connsiteX98" fmla="*/ 163578 w 8037833"/>
              <a:gd name="connsiteY98" fmla="*/ 3656292 h 3784177"/>
              <a:gd name="connsiteX99" fmla="*/ 72220 w 8037833"/>
              <a:gd name="connsiteY99" fmla="*/ 3645272 h 3784177"/>
              <a:gd name="connsiteX100" fmla="*/ 44395 w 8037833"/>
              <a:gd name="connsiteY100" fmla="*/ 3639455 h 3784177"/>
              <a:gd name="connsiteX101" fmla="*/ 1962 w 8037833"/>
              <a:gd name="connsiteY101" fmla="*/ 3635948 h 3784177"/>
              <a:gd name="connsiteX102" fmla="*/ 0 w 8037833"/>
              <a:gd name="connsiteY102" fmla="*/ 3635261 h 3784177"/>
              <a:gd name="connsiteX103" fmla="*/ 0 w 8037833"/>
              <a:gd name="connsiteY103"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34671 w 8037833"/>
              <a:gd name="connsiteY54" fmla="*/ 3723339 h 3784177"/>
              <a:gd name="connsiteX55" fmla="*/ 3930274 w 8037833"/>
              <a:gd name="connsiteY55" fmla="*/ 3717148 h 3784177"/>
              <a:gd name="connsiteX56" fmla="*/ 3907660 w 8037833"/>
              <a:gd name="connsiteY56" fmla="*/ 3714456 h 3784177"/>
              <a:gd name="connsiteX57" fmla="*/ 3905087 w 8037833"/>
              <a:gd name="connsiteY57" fmla="*/ 3716098 h 3784177"/>
              <a:gd name="connsiteX58" fmla="*/ 3886347 w 8037833"/>
              <a:gd name="connsiteY58" fmla="*/ 3706620 h 3784177"/>
              <a:gd name="connsiteX59" fmla="*/ 3811197 w 8037833"/>
              <a:gd name="connsiteY59" fmla="*/ 3689905 h 3784177"/>
              <a:gd name="connsiteX60" fmla="*/ 3666696 w 8037833"/>
              <a:gd name="connsiteY60" fmla="*/ 3681132 h 3784177"/>
              <a:gd name="connsiteX61" fmla="*/ 3516210 w 8037833"/>
              <a:gd name="connsiteY61" fmla="*/ 3656091 h 3784177"/>
              <a:gd name="connsiteX62" fmla="*/ 3373519 w 8037833"/>
              <a:gd name="connsiteY62" fmla="*/ 3665785 h 3784177"/>
              <a:gd name="connsiteX63" fmla="*/ 3114267 w 8037833"/>
              <a:gd name="connsiteY63" fmla="*/ 3638983 h 3784177"/>
              <a:gd name="connsiteX64" fmla="*/ 3025324 w 8037833"/>
              <a:gd name="connsiteY64" fmla="*/ 3636584 h 3784177"/>
              <a:gd name="connsiteX65" fmla="*/ 2965734 w 8037833"/>
              <a:gd name="connsiteY65" fmla="*/ 3635676 h 3784177"/>
              <a:gd name="connsiteX66" fmla="*/ 2961603 w 8037833"/>
              <a:gd name="connsiteY66" fmla="*/ 3638221 h 3784177"/>
              <a:gd name="connsiteX67" fmla="*/ 2944959 w 8037833"/>
              <a:gd name="connsiteY67" fmla="*/ 3639723 h 3784177"/>
              <a:gd name="connsiteX68" fmla="*/ 2940402 w 8037833"/>
              <a:gd name="connsiteY68" fmla="*/ 3651000 h 3784177"/>
              <a:gd name="connsiteX69" fmla="*/ 2884777 w 8037833"/>
              <a:gd name="connsiteY69" fmla="*/ 3660775 h 3784177"/>
              <a:gd name="connsiteX70" fmla="*/ 2739034 w 8037833"/>
              <a:gd name="connsiteY70" fmla="*/ 3647396 h 3784177"/>
              <a:gd name="connsiteX71" fmla="*/ 2651827 w 8037833"/>
              <a:gd name="connsiteY71" fmla="*/ 3646306 h 3784177"/>
              <a:gd name="connsiteX72" fmla="*/ 2618680 w 8037833"/>
              <a:gd name="connsiteY72" fmla="*/ 3656755 h 3784177"/>
              <a:gd name="connsiteX73" fmla="*/ 2572404 w 8037833"/>
              <a:gd name="connsiteY73" fmla="*/ 3664043 h 3784177"/>
              <a:gd name="connsiteX74" fmla="*/ 2423704 w 8037833"/>
              <a:gd name="connsiteY74" fmla="*/ 3658079 h 3784177"/>
              <a:gd name="connsiteX75" fmla="*/ 2301172 w 8037833"/>
              <a:gd name="connsiteY75" fmla="*/ 3663053 h 3784177"/>
              <a:gd name="connsiteX76" fmla="*/ 2258745 w 8037833"/>
              <a:gd name="connsiteY76" fmla="*/ 3673229 h 3784177"/>
              <a:gd name="connsiteX77" fmla="*/ 2082844 w 8037833"/>
              <a:gd name="connsiteY77" fmla="*/ 3645349 h 3784177"/>
              <a:gd name="connsiteX78" fmla="*/ 1938480 w 8037833"/>
              <a:gd name="connsiteY78" fmla="*/ 3601439 h 3784177"/>
              <a:gd name="connsiteX79" fmla="*/ 1900166 w 8037833"/>
              <a:gd name="connsiteY79" fmla="*/ 3609358 h 3784177"/>
              <a:gd name="connsiteX80" fmla="*/ 1704758 w 8037833"/>
              <a:gd name="connsiteY80" fmla="*/ 3637625 h 3784177"/>
              <a:gd name="connsiteX81" fmla="*/ 1664576 w 8037833"/>
              <a:gd name="connsiteY81" fmla="*/ 3638572 h 3784177"/>
              <a:gd name="connsiteX82" fmla="*/ 1577459 w 8037833"/>
              <a:gd name="connsiteY82" fmla="*/ 3658824 h 3784177"/>
              <a:gd name="connsiteX83" fmla="*/ 1527269 w 8037833"/>
              <a:gd name="connsiteY83" fmla="*/ 3663088 h 3784177"/>
              <a:gd name="connsiteX84" fmla="*/ 1390118 w 8037833"/>
              <a:gd name="connsiteY84" fmla="*/ 3682789 h 3784177"/>
              <a:gd name="connsiteX85" fmla="*/ 1268521 w 8037833"/>
              <a:gd name="connsiteY85" fmla="*/ 3713114 h 3784177"/>
              <a:gd name="connsiteX86" fmla="*/ 1186863 w 8037833"/>
              <a:gd name="connsiteY86" fmla="*/ 3736384 h 3784177"/>
              <a:gd name="connsiteX87" fmla="*/ 1073929 w 8037833"/>
              <a:gd name="connsiteY87" fmla="*/ 3776166 h 3784177"/>
              <a:gd name="connsiteX88" fmla="*/ 1039167 w 8037833"/>
              <a:gd name="connsiteY88" fmla="*/ 3784177 h 3784177"/>
              <a:gd name="connsiteX89" fmla="*/ 989223 w 8037833"/>
              <a:gd name="connsiteY89" fmla="*/ 3770303 h 3784177"/>
              <a:gd name="connsiteX90" fmla="*/ 907906 w 8037833"/>
              <a:gd name="connsiteY90" fmla="*/ 3757678 h 3784177"/>
              <a:gd name="connsiteX91" fmla="*/ 833137 w 8037833"/>
              <a:gd name="connsiteY91" fmla="*/ 3744175 h 3784177"/>
              <a:gd name="connsiteX92" fmla="*/ 742042 w 8037833"/>
              <a:gd name="connsiteY92" fmla="*/ 3747612 h 3784177"/>
              <a:gd name="connsiteX93" fmla="*/ 659460 w 8037833"/>
              <a:gd name="connsiteY93" fmla="*/ 3740429 h 3784177"/>
              <a:gd name="connsiteX94" fmla="*/ 556552 w 8037833"/>
              <a:gd name="connsiteY94" fmla="*/ 3739124 h 3784177"/>
              <a:gd name="connsiteX95" fmla="*/ 385384 w 8037833"/>
              <a:gd name="connsiteY95" fmla="*/ 3726388 h 3784177"/>
              <a:gd name="connsiteX96" fmla="*/ 339711 w 8037833"/>
              <a:gd name="connsiteY96" fmla="*/ 3718242 h 3784177"/>
              <a:gd name="connsiteX97" fmla="*/ 222239 w 8037833"/>
              <a:gd name="connsiteY97" fmla="*/ 3672335 h 3784177"/>
              <a:gd name="connsiteX98" fmla="*/ 163578 w 8037833"/>
              <a:gd name="connsiteY98" fmla="*/ 3656292 h 3784177"/>
              <a:gd name="connsiteX99" fmla="*/ 72220 w 8037833"/>
              <a:gd name="connsiteY99" fmla="*/ 3645272 h 3784177"/>
              <a:gd name="connsiteX100" fmla="*/ 44395 w 8037833"/>
              <a:gd name="connsiteY100" fmla="*/ 3639455 h 3784177"/>
              <a:gd name="connsiteX101" fmla="*/ 1962 w 8037833"/>
              <a:gd name="connsiteY101" fmla="*/ 3635948 h 3784177"/>
              <a:gd name="connsiteX102" fmla="*/ 0 w 8037833"/>
              <a:gd name="connsiteY102" fmla="*/ 3635261 h 3784177"/>
              <a:gd name="connsiteX103" fmla="*/ 0 w 8037833"/>
              <a:gd name="connsiteY103"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34671 w 8037833"/>
              <a:gd name="connsiteY54" fmla="*/ 3723339 h 3784177"/>
              <a:gd name="connsiteX55" fmla="*/ 3930274 w 8037833"/>
              <a:gd name="connsiteY55" fmla="*/ 3717148 h 3784177"/>
              <a:gd name="connsiteX56" fmla="*/ 3907660 w 8037833"/>
              <a:gd name="connsiteY56" fmla="*/ 3714456 h 3784177"/>
              <a:gd name="connsiteX57" fmla="*/ 3905087 w 8037833"/>
              <a:gd name="connsiteY57" fmla="*/ 3716098 h 3784177"/>
              <a:gd name="connsiteX58" fmla="*/ 3886347 w 8037833"/>
              <a:gd name="connsiteY58" fmla="*/ 3706620 h 3784177"/>
              <a:gd name="connsiteX59" fmla="*/ 3811197 w 8037833"/>
              <a:gd name="connsiteY59" fmla="*/ 3689905 h 3784177"/>
              <a:gd name="connsiteX60" fmla="*/ 3666696 w 8037833"/>
              <a:gd name="connsiteY60" fmla="*/ 3681132 h 3784177"/>
              <a:gd name="connsiteX61" fmla="*/ 3516210 w 8037833"/>
              <a:gd name="connsiteY61" fmla="*/ 3656091 h 3784177"/>
              <a:gd name="connsiteX62" fmla="*/ 3373519 w 8037833"/>
              <a:gd name="connsiteY62" fmla="*/ 3665785 h 3784177"/>
              <a:gd name="connsiteX63" fmla="*/ 3114267 w 8037833"/>
              <a:gd name="connsiteY63" fmla="*/ 3638983 h 3784177"/>
              <a:gd name="connsiteX64" fmla="*/ 3025324 w 8037833"/>
              <a:gd name="connsiteY64" fmla="*/ 3636584 h 3784177"/>
              <a:gd name="connsiteX65" fmla="*/ 2965734 w 8037833"/>
              <a:gd name="connsiteY65" fmla="*/ 3635676 h 3784177"/>
              <a:gd name="connsiteX66" fmla="*/ 2961603 w 8037833"/>
              <a:gd name="connsiteY66" fmla="*/ 3638221 h 3784177"/>
              <a:gd name="connsiteX67" fmla="*/ 2944959 w 8037833"/>
              <a:gd name="connsiteY67" fmla="*/ 3639723 h 3784177"/>
              <a:gd name="connsiteX68" fmla="*/ 2940402 w 8037833"/>
              <a:gd name="connsiteY68" fmla="*/ 3651000 h 3784177"/>
              <a:gd name="connsiteX69" fmla="*/ 2884777 w 8037833"/>
              <a:gd name="connsiteY69" fmla="*/ 3660775 h 3784177"/>
              <a:gd name="connsiteX70" fmla="*/ 2762769 w 8037833"/>
              <a:gd name="connsiteY70" fmla="*/ 3651848 h 3784177"/>
              <a:gd name="connsiteX71" fmla="*/ 2651827 w 8037833"/>
              <a:gd name="connsiteY71" fmla="*/ 3646306 h 3784177"/>
              <a:gd name="connsiteX72" fmla="*/ 2618680 w 8037833"/>
              <a:gd name="connsiteY72" fmla="*/ 3656755 h 3784177"/>
              <a:gd name="connsiteX73" fmla="*/ 2572404 w 8037833"/>
              <a:gd name="connsiteY73" fmla="*/ 3664043 h 3784177"/>
              <a:gd name="connsiteX74" fmla="*/ 2423704 w 8037833"/>
              <a:gd name="connsiteY74" fmla="*/ 3658079 h 3784177"/>
              <a:gd name="connsiteX75" fmla="*/ 2301172 w 8037833"/>
              <a:gd name="connsiteY75" fmla="*/ 3663053 h 3784177"/>
              <a:gd name="connsiteX76" fmla="*/ 2258745 w 8037833"/>
              <a:gd name="connsiteY76" fmla="*/ 3673229 h 3784177"/>
              <a:gd name="connsiteX77" fmla="*/ 2082844 w 8037833"/>
              <a:gd name="connsiteY77" fmla="*/ 3645349 h 3784177"/>
              <a:gd name="connsiteX78" fmla="*/ 1938480 w 8037833"/>
              <a:gd name="connsiteY78" fmla="*/ 3601439 h 3784177"/>
              <a:gd name="connsiteX79" fmla="*/ 1900166 w 8037833"/>
              <a:gd name="connsiteY79" fmla="*/ 3609358 h 3784177"/>
              <a:gd name="connsiteX80" fmla="*/ 1704758 w 8037833"/>
              <a:gd name="connsiteY80" fmla="*/ 3637625 h 3784177"/>
              <a:gd name="connsiteX81" fmla="*/ 1664576 w 8037833"/>
              <a:gd name="connsiteY81" fmla="*/ 3638572 h 3784177"/>
              <a:gd name="connsiteX82" fmla="*/ 1577459 w 8037833"/>
              <a:gd name="connsiteY82" fmla="*/ 3658824 h 3784177"/>
              <a:gd name="connsiteX83" fmla="*/ 1527269 w 8037833"/>
              <a:gd name="connsiteY83" fmla="*/ 3663088 h 3784177"/>
              <a:gd name="connsiteX84" fmla="*/ 1390118 w 8037833"/>
              <a:gd name="connsiteY84" fmla="*/ 3682789 h 3784177"/>
              <a:gd name="connsiteX85" fmla="*/ 1268521 w 8037833"/>
              <a:gd name="connsiteY85" fmla="*/ 3713114 h 3784177"/>
              <a:gd name="connsiteX86" fmla="*/ 1186863 w 8037833"/>
              <a:gd name="connsiteY86" fmla="*/ 3736384 h 3784177"/>
              <a:gd name="connsiteX87" fmla="*/ 1073929 w 8037833"/>
              <a:gd name="connsiteY87" fmla="*/ 3776166 h 3784177"/>
              <a:gd name="connsiteX88" fmla="*/ 1039167 w 8037833"/>
              <a:gd name="connsiteY88" fmla="*/ 3784177 h 3784177"/>
              <a:gd name="connsiteX89" fmla="*/ 989223 w 8037833"/>
              <a:gd name="connsiteY89" fmla="*/ 3770303 h 3784177"/>
              <a:gd name="connsiteX90" fmla="*/ 907906 w 8037833"/>
              <a:gd name="connsiteY90" fmla="*/ 3757678 h 3784177"/>
              <a:gd name="connsiteX91" fmla="*/ 833137 w 8037833"/>
              <a:gd name="connsiteY91" fmla="*/ 3744175 h 3784177"/>
              <a:gd name="connsiteX92" fmla="*/ 742042 w 8037833"/>
              <a:gd name="connsiteY92" fmla="*/ 3747612 h 3784177"/>
              <a:gd name="connsiteX93" fmla="*/ 659460 w 8037833"/>
              <a:gd name="connsiteY93" fmla="*/ 3740429 h 3784177"/>
              <a:gd name="connsiteX94" fmla="*/ 556552 w 8037833"/>
              <a:gd name="connsiteY94" fmla="*/ 3739124 h 3784177"/>
              <a:gd name="connsiteX95" fmla="*/ 385384 w 8037833"/>
              <a:gd name="connsiteY95" fmla="*/ 3726388 h 3784177"/>
              <a:gd name="connsiteX96" fmla="*/ 339711 w 8037833"/>
              <a:gd name="connsiteY96" fmla="*/ 3718242 h 3784177"/>
              <a:gd name="connsiteX97" fmla="*/ 222239 w 8037833"/>
              <a:gd name="connsiteY97" fmla="*/ 3672335 h 3784177"/>
              <a:gd name="connsiteX98" fmla="*/ 163578 w 8037833"/>
              <a:gd name="connsiteY98" fmla="*/ 3656292 h 3784177"/>
              <a:gd name="connsiteX99" fmla="*/ 72220 w 8037833"/>
              <a:gd name="connsiteY99" fmla="*/ 3645272 h 3784177"/>
              <a:gd name="connsiteX100" fmla="*/ 44395 w 8037833"/>
              <a:gd name="connsiteY100" fmla="*/ 3639455 h 3784177"/>
              <a:gd name="connsiteX101" fmla="*/ 1962 w 8037833"/>
              <a:gd name="connsiteY101" fmla="*/ 3635948 h 3784177"/>
              <a:gd name="connsiteX102" fmla="*/ 0 w 8037833"/>
              <a:gd name="connsiteY102" fmla="*/ 3635261 h 3784177"/>
              <a:gd name="connsiteX103" fmla="*/ 0 w 8037833"/>
              <a:gd name="connsiteY103"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34671 w 8037833"/>
              <a:gd name="connsiteY54" fmla="*/ 3723339 h 3784177"/>
              <a:gd name="connsiteX55" fmla="*/ 3930274 w 8037833"/>
              <a:gd name="connsiteY55" fmla="*/ 3717148 h 3784177"/>
              <a:gd name="connsiteX56" fmla="*/ 3907660 w 8037833"/>
              <a:gd name="connsiteY56" fmla="*/ 3714456 h 3784177"/>
              <a:gd name="connsiteX57" fmla="*/ 3905087 w 8037833"/>
              <a:gd name="connsiteY57" fmla="*/ 3716098 h 3784177"/>
              <a:gd name="connsiteX58" fmla="*/ 3886347 w 8037833"/>
              <a:gd name="connsiteY58" fmla="*/ 3706620 h 3784177"/>
              <a:gd name="connsiteX59" fmla="*/ 3811197 w 8037833"/>
              <a:gd name="connsiteY59" fmla="*/ 3689905 h 3784177"/>
              <a:gd name="connsiteX60" fmla="*/ 3666696 w 8037833"/>
              <a:gd name="connsiteY60" fmla="*/ 3681132 h 3784177"/>
              <a:gd name="connsiteX61" fmla="*/ 3516210 w 8037833"/>
              <a:gd name="connsiteY61" fmla="*/ 3656091 h 3784177"/>
              <a:gd name="connsiteX62" fmla="*/ 3373519 w 8037833"/>
              <a:gd name="connsiteY62" fmla="*/ 3665785 h 3784177"/>
              <a:gd name="connsiteX63" fmla="*/ 3114267 w 8037833"/>
              <a:gd name="connsiteY63" fmla="*/ 3638983 h 3784177"/>
              <a:gd name="connsiteX64" fmla="*/ 3025324 w 8037833"/>
              <a:gd name="connsiteY64" fmla="*/ 3636584 h 3784177"/>
              <a:gd name="connsiteX65" fmla="*/ 2965734 w 8037833"/>
              <a:gd name="connsiteY65" fmla="*/ 3635676 h 3784177"/>
              <a:gd name="connsiteX66" fmla="*/ 2961603 w 8037833"/>
              <a:gd name="connsiteY66" fmla="*/ 3638221 h 3784177"/>
              <a:gd name="connsiteX67" fmla="*/ 2944959 w 8037833"/>
              <a:gd name="connsiteY67" fmla="*/ 3639723 h 3784177"/>
              <a:gd name="connsiteX68" fmla="*/ 2940402 w 8037833"/>
              <a:gd name="connsiteY68" fmla="*/ 3651000 h 3784177"/>
              <a:gd name="connsiteX69" fmla="*/ 2884777 w 8037833"/>
              <a:gd name="connsiteY69" fmla="*/ 3660775 h 3784177"/>
              <a:gd name="connsiteX70" fmla="*/ 2750902 w 8037833"/>
              <a:gd name="connsiteY70" fmla="*/ 3665203 h 3784177"/>
              <a:gd name="connsiteX71" fmla="*/ 2651827 w 8037833"/>
              <a:gd name="connsiteY71" fmla="*/ 3646306 h 3784177"/>
              <a:gd name="connsiteX72" fmla="*/ 2618680 w 8037833"/>
              <a:gd name="connsiteY72" fmla="*/ 3656755 h 3784177"/>
              <a:gd name="connsiteX73" fmla="*/ 2572404 w 8037833"/>
              <a:gd name="connsiteY73" fmla="*/ 3664043 h 3784177"/>
              <a:gd name="connsiteX74" fmla="*/ 2423704 w 8037833"/>
              <a:gd name="connsiteY74" fmla="*/ 3658079 h 3784177"/>
              <a:gd name="connsiteX75" fmla="*/ 2301172 w 8037833"/>
              <a:gd name="connsiteY75" fmla="*/ 3663053 h 3784177"/>
              <a:gd name="connsiteX76" fmla="*/ 2258745 w 8037833"/>
              <a:gd name="connsiteY76" fmla="*/ 3673229 h 3784177"/>
              <a:gd name="connsiteX77" fmla="*/ 2082844 w 8037833"/>
              <a:gd name="connsiteY77" fmla="*/ 3645349 h 3784177"/>
              <a:gd name="connsiteX78" fmla="*/ 1938480 w 8037833"/>
              <a:gd name="connsiteY78" fmla="*/ 3601439 h 3784177"/>
              <a:gd name="connsiteX79" fmla="*/ 1900166 w 8037833"/>
              <a:gd name="connsiteY79" fmla="*/ 3609358 h 3784177"/>
              <a:gd name="connsiteX80" fmla="*/ 1704758 w 8037833"/>
              <a:gd name="connsiteY80" fmla="*/ 3637625 h 3784177"/>
              <a:gd name="connsiteX81" fmla="*/ 1664576 w 8037833"/>
              <a:gd name="connsiteY81" fmla="*/ 3638572 h 3784177"/>
              <a:gd name="connsiteX82" fmla="*/ 1577459 w 8037833"/>
              <a:gd name="connsiteY82" fmla="*/ 3658824 h 3784177"/>
              <a:gd name="connsiteX83" fmla="*/ 1527269 w 8037833"/>
              <a:gd name="connsiteY83" fmla="*/ 3663088 h 3784177"/>
              <a:gd name="connsiteX84" fmla="*/ 1390118 w 8037833"/>
              <a:gd name="connsiteY84" fmla="*/ 3682789 h 3784177"/>
              <a:gd name="connsiteX85" fmla="*/ 1268521 w 8037833"/>
              <a:gd name="connsiteY85" fmla="*/ 3713114 h 3784177"/>
              <a:gd name="connsiteX86" fmla="*/ 1186863 w 8037833"/>
              <a:gd name="connsiteY86" fmla="*/ 3736384 h 3784177"/>
              <a:gd name="connsiteX87" fmla="*/ 1073929 w 8037833"/>
              <a:gd name="connsiteY87" fmla="*/ 3776166 h 3784177"/>
              <a:gd name="connsiteX88" fmla="*/ 1039167 w 8037833"/>
              <a:gd name="connsiteY88" fmla="*/ 3784177 h 3784177"/>
              <a:gd name="connsiteX89" fmla="*/ 989223 w 8037833"/>
              <a:gd name="connsiteY89" fmla="*/ 3770303 h 3784177"/>
              <a:gd name="connsiteX90" fmla="*/ 907906 w 8037833"/>
              <a:gd name="connsiteY90" fmla="*/ 3757678 h 3784177"/>
              <a:gd name="connsiteX91" fmla="*/ 833137 w 8037833"/>
              <a:gd name="connsiteY91" fmla="*/ 3744175 h 3784177"/>
              <a:gd name="connsiteX92" fmla="*/ 742042 w 8037833"/>
              <a:gd name="connsiteY92" fmla="*/ 3747612 h 3784177"/>
              <a:gd name="connsiteX93" fmla="*/ 659460 w 8037833"/>
              <a:gd name="connsiteY93" fmla="*/ 3740429 h 3784177"/>
              <a:gd name="connsiteX94" fmla="*/ 556552 w 8037833"/>
              <a:gd name="connsiteY94" fmla="*/ 3739124 h 3784177"/>
              <a:gd name="connsiteX95" fmla="*/ 385384 w 8037833"/>
              <a:gd name="connsiteY95" fmla="*/ 3726388 h 3784177"/>
              <a:gd name="connsiteX96" fmla="*/ 339711 w 8037833"/>
              <a:gd name="connsiteY96" fmla="*/ 3718242 h 3784177"/>
              <a:gd name="connsiteX97" fmla="*/ 222239 w 8037833"/>
              <a:gd name="connsiteY97" fmla="*/ 3672335 h 3784177"/>
              <a:gd name="connsiteX98" fmla="*/ 163578 w 8037833"/>
              <a:gd name="connsiteY98" fmla="*/ 3656292 h 3784177"/>
              <a:gd name="connsiteX99" fmla="*/ 72220 w 8037833"/>
              <a:gd name="connsiteY99" fmla="*/ 3645272 h 3784177"/>
              <a:gd name="connsiteX100" fmla="*/ 44395 w 8037833"/>
              <a:gd name="connsiteY100" fmla="*/ 3639455 h 3784177"/>
              <a:gd name="connsiteX101" fmla="*/ 1962 w 8037833"/>
              <a:gd name="connsiteY101" fmla="*/ 3635948 h 3784177"/>
              <a:gd name="connsiteX102" fmla="*/ 0 w 8037833"/>
              <a:gd name="connsiteY102" fmla="*/ 3635261 h 3784177"/>
              <a:gd name="connsiteX103" fmla="*/ 0 w 8037833"/>
              <a:gd name="connsiteY103"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34671 w 8037833"/>
              <a:gd name="connsiteY54" fmla="*/ 3723339 h 3784177"/>
              <a:gd name="connsiteX55" fmla="*/ 3930274 w 8037833"/>
              <a:gd name="connsiteY55" fmla="*/ 3717148 h 3784177"/>
              <a:gd name="connsiteX56" fmla="*/ 3907660 w 8037833"/>
              <a:gd name="connsiteY56" fmla="*/ 3714456 h 3784177"/>
              <a:gd name="connsiteX57" fmla="*/ 3905087 w 8037833"/>
              <a:gd name="connsiteY57" fmla="*/ 3716098 h 3784177"/>
              <a:gd name="connsiteX58" fmla="*/ 3886347 w 8037833"/>
              <a:gd name="connsiteY58" fmla="*/ 3706620 h 3784177"/>
              <a:gd name="connsiteX59" fmla="*/ 3811197 w 8037833"/>
              <a:gd name="connsiteY59" fmla="*/ 3689905 h 3784177"/>
              <a:gd name="connsiteX60" fmla="*/ 3666696 w 8037833"/>
              <a:gd name="connsiteY60" fmla="*/ 3681132 h 3784177"/>
              <a:gd name="connsiteX61" fmla="*/ 3516210 w 8037833"/>
              <a:gd name="connsiteY61" fmla="*/ 3656091 h 3784177"/>
              <a:gd name="connsiteX62" fmla="*/ 3373519 w 8037833"/>
              <a:gd name="connsiteY62" fmla="*/ 3665785 h 3784177"/>
              <a:gd name="connsiteX63" fmla="*/ 3114267 w 8037833"/>
              <a:gd name="connsiteY63" fmla="*/ 3638983 h 3784177"/>
              <a:gd name="connsiteX64" fmla="*/ 3025324 w 8037833"/>
              <a:gd name="connsiteY64" fmla="*/ 3636584 h 3784177"/>
              <a:gd name="connsiteX65" fmla="*/ 2965734 w 8037833"/>
              <a:gd name="connsiteY65" fmla="*/ 3635676 h 3784177"/>
              <a:gd name="connsiteX66" fmla="*/ 2961603 w 8037833"/>
              <a:gd name="connsiteY66" fmla="*/ 3638221 h 3784177"/>
              <a:gd name="connsiteX67" fmla="*/ 2944959 w 8037833"/>
              <a:gd name="connsiteY67" fmla="*/ 3639723 h 3784177"/>
              <a:gd name="connsiteX68" fmla="*/ 2940402 w 8037833"/>
              <a:gd name="connsiteY68" fmla="*/ 3651000 h 3784177"/>
              <a:gd name="connsiteX69" fmla="*/ 2884777 w 8037833"/>
              <a:gd name="connsiteY69" fmla="*/ 3660775 h 3784177"/>
              <a:gd name="connsiteX70" fmla="*/ 2750902 w 8037833"/>
              <a:gd name="connsiteY70" fmla="*/ 3665203 h 3784177"/>
              <a:gd name="connsiteX71" fmla="*/ 2651827 w 8037833"/>
              <a:gd name="connsiteY71" fmla="*/ 3646306 h 3784177"/>
              <a:gd name="connsiteX72" fmla="*/ 2618680 w 8037833"/>
              <a:gd name="connsiteY72" fmla="*/ 3656755 h 3784177"/>
              <a:gd name="connsiteX73" fmla="*/ 2572404 w 8037833"/>
              <a:gd name="connsiteY73" fmla="*/ 3664043 h 3784177"/>
              <a:gd name="connsiteX74" fmla="*/ 2423704 w 8037833"/>
              <a:gd name="connsiteY74" fmla="*/ 3658079 h 3784177"/>
              <a:gd name="connsiteX75" fmla="*/ 2301172 w 8037833"/>
              <a:gd name="connsiteY75" fmla="*/ 3663053 h 3784177"/>
              <a:gd name="connsiteX76" fmla="*/ 2258745 w 8037833"/>
              <a:gd name="connsiteY76" fmla="*/ 3673229 h 3784177"/>
              <a:gd name="connsiteX77" fmla="*/ 2082844 w 8037833"/>
              <a:gd name="connsiteY77" fmla="*/ 3645349 h 3784177"/>
              <a:gd name="connsiteX78" fmla="*/ 1938480 w 8037833"/>
              <a:gd name="connsiteY78" fmla="*/ 3601439 h 3784177"/>
              <a:gd name="connsiteX79" fmla="*/ 1900166 w 8037833"/>
              <a:gd name="connsiteY79" fmla="*/ 3609358 h 3784177"/>
              <a:gd name="connsiteX80" fmla="*/ 1704758 w 8037833"/>
              <a:gd name="connsiteY80" fmla="*/ 3637625 h 3784177"/>
              <a:gd name="connsiteX81" fmla="*/ 1664576 w 8037833"/>
              <a:gd name="connsiteY81" fmla="*/ 3638572 h 3784177"/>
              <a:gd name="connsiteX82" fmla="*/ 1577459 w 8037833"/>
              <a:gd name="connsiteY82" fmla="*/ 3658824 h 3784177"/>
              <a:gd name="connsiteX83" fmla="*/ 1527269 w 8037833"/>
              <a:gd name="connsiteY83" fmla="*/ 3663088 h 3784177"/>
              <a:gd name="connsiteX84" fmla="*/ 1390118 w 8037833"/>
              <a:gd name="connsiteY84" fmla="*/ 3682789 h 3784177"/>
              <a:gd name="connsiteX85" fmla="*/ 1268521 w 8037833"/>
              <a:gd name="connsiteY85" fmla="*/ 3713114 h 3784177"/>
              <a:gd name="connsiteX86" fmla="*/ 1186863 w 8037833"/>
              <a:gd name="connsiteY86" fmla="*/ 3736384 h 3784177"/>
              <a:gd name="connsiteX87" fmla="*/ 1073929 w 8037833"/>
              <a:gd name="connsiteY87" fmla="*/ 3776166 h 3784177"/>
              <a:gd name="connsiteX88" fmla="*/ 1039167 w 8037833"/>
              <a:gd name="connsiteY88" fmla="*/ 3784177 h 3784177"/>
              <a:gd name="connsiteX89" fmla="*/ 989223 w 8037833"/>
              <a:gd name="connsiteY89" fmla="*/ 3770303 h 3784177"/>
              <a:gd name="connsiteX90" fmla="*/ 907906 w 8037833"/>
              <a:gd name="connsiteY90" fmla="*/ 3757678 h 3784177"/>
              <a:gd name="connsiteX91" fmla="*/ 833137 w 8037833"/>
              <a:gd name="connsiteY91" fmla="*/ 3744175 h 3784177"/>
              <a:gd name="connsiteX92" fmla="*/ 742042 w 8037833"/>
              <a:gd name="connsiteY92" fmla="*/ 3747612 h 3784177"/>
              <a:gd name="connsiteX93" fmla="*/ 659460 w 8037833"/>
              <a:gd name="connsiteY93" fmla="*/ 3740429 h 3784177"/>
              <a:gd name="connsiteX94" fmla="*/ 556552 w 8037833"/>
              <a:gd name="connsiteY94" fmla="*/ 3739124 h 3784177"/>
              <a:gd name="connsiteX95" fmla="*/ 385384 w 8037833"/>
              <a:gd name="connsiteY95" fmla="*/ 3726388 h 3784177"/>
              <a:gd name="connsiteX96" fmla="*/ 339711 w 8037833"/>
              <a:gd name="connsiteY96" fmla="*/ 3718242 h 3784177"/>
              <a:gd name="connsiteX97" fmla="*/ 222239 w 8037833"/>
              <a:gd name="connsiteY97" fmla="*/ 3672335 h 3784177"/>
              <a:gd name="connsiteX98" fmla="*/ 163578 w 8037833"/>
              <a:gd name="connsiteY98" fmla="*/ 3656292 h 3784177"/>
              <a:gd name="connsiteX99" fmla="*/ 72220 w 8037833"/>
              <a:gd name="connsiteY99" fmla="*/ 3645272 h 3784177"/>
              <a:gd name="connsiteX100" fmla="*/ 44395 w 8037833"/>
              <a:gd name="connsiteY100" fmla="*/ 3639455 h 3784177"/>
              <a:gd name="connsiteX101" fmla="*/ 1962 w 8037833"/>
              <a:gd name="connsiteY101" fmla="*/ 3635948 h 3784177"/>
              <a:gd name="connsiteX102" fmla="*/ 0 w 8037833"/>
              <a:gd name="connsiteY102" fmla="*/ 3635261 h 3784177"/>
              <a:gd name="connsiteX103" fmla="*/ 0 w 8037833"/>
              <a:gd name="connsiteY103"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34671 w 8037833"/>
              <a:gd name="connsiteY54" fmla="*/ 3723339 h 3784177"/>
              <a:gd name="connsiteX55" fmla="*/ 3930274 w 8037833"/>
              <a:gd name="connsiteY55" fmla="*/ 3717148 h 3784177"/>
              <a:gd name="connsiteX56" fmla="*/ 3907660 w 8037833"/>
              <a:gd name="connsiteY56" fmla="*/ 3714456 h 3784177"/>
              <a:gd name="connsiteX57" fmla="*/ 3905087 w 8037833"/>
              <a:gd name="connsiteY57" fmla="*/ 3716098 h 3784177"/>
              <a:gd name="connsiteX58" fmla="*/ 3886347 w 8037833"/>
              <a:gd name="connsiteY58" fmla="*/ 3706620 h 3784177"/>
              <a:gd name="connsiteX59" fmla="*/ 3811197 w 8037833"/>
              <a:gd name="connsiteY59" fmla="*/ 3689905 h 3784177"/>
              <a:gd name="connsiteX60" fmla="*/ 3666696 w 8037833"/>
              <a:gd name="connsiteY60" fmla="*/ 3681132 h 3784177"/>
              <a:gd name="connsiteX61" fmla="*/ 3516210 w 8037833"/>
              <a:gd name="connsiteY61" fmla="*/ 3656091 h 3784177"/>
              <a:gd name="connsiteX62" fmla="*/ 3373519 w 8037833"/>
              <a:gd name="connsiteY62" fmla="*/ 3665785 h 3784177"/>
              <a:gd name="connsiteX63" fmla="*/ 3114267 w 8037833"/>
              <a:gd name="connsiteY63" fmla="*/ 3638983 h 3784177"/>
              <a:gd name="connsiteX64" fmla="*/ 3025324 w 8037833"/>
              <a:gd name="connsiteY64" fmla="*/ 3636584 h 3784177"/>
              <a:gd name="connsiteX65" fmla="*/ 2965734 w 8037833"/>
              <a:gd name="connsiteY65" fmla="*/ 3635676 h 3784177"/>
              <a:gd name="connsiteX66" fmla="*/ 2961603 w 8037833"/>
              <a:gd name="connsiteY66" fmla="*/ 3638221 h 3784177"/>
              <a:gd name="connsiteX67" fmla="*/ 2944959 w 8037833"/>
              <a:gd name="connsiteY67" fmla="*/ 3639723 h 3784177"/>
              <a:gd name="connsiteX68" fmla="*/ 2940402 w 8037833"/>
              <a:gd name="connsiteY68" fmla="*/ 3651000 h 3784177"/>
              <a:gd name="connsiteX69" fmla="*/ 2884777 w 8037833"/>
              <a:gd name="connsiteY69" fmla="*/ 3660775 h 3784177"/>
              <a:gd name="connsiteX70" fmla="*/ 2750902 w 8037833"/>
              <a:gd name="connsiteY70" fmla="*/ 3665203 h 3784177"/>
              <a:gd name="connsiteX71" fmla="*/ 2651827 w 8037833"/>
              <a:gd name="connsiteY71" fmla="*/ 3646306 h 3784177"/>
              <a:gd name="connsiteX72" fmla="*/ 2618680 w 8037833"/>
              <a:gd name="connsiteY72" fmla="*/ 3656755 h 3784177"/>
              <a:gd name="connsiteX73" fmla="*/ 2572404 w 8037833"/>
              <a:gd name="connsiteY73" fmla="*/ 3664043 h 3784177"/>
              <a:gd name="connsiteX74" fmla="*/ 2423704 w 8037833"/>
              <a:gd name="connsiteY74" fmla="*/ 3658079 h 3784177"/>
              <a:gd name="connsiteX75" fmla="*/ 2301172 w 8037833"/>
              <a:gd name="connsiteY75" fmla="*/ 3663053 h 3784177"/>
              <a:gd name="connsiteX76" fmla="*/ 2258745 w 8037833"/>
              <a:gd name="connsiteY76" fmla="*/ 3673229 h 3784177"/>
              <a:gd name="connsiteX77" fmla="*/ 2082844 w 8037833"/>
              <a:gd name="connsiteY77" fmla="*/ 3645349 h 3784177"/>
              <a:gd name="connsiteX78" fmla="*/ 1938480 w 8037833"/>
              <a:gd name="connsiteY78" fmla="*/ 3601439 h 3784177"/>
              <a:gd name="connsiteX79" fmla="*/ 1860608 w 8037833"/>
              <a:gd name="connsiteY79" fmla="*/ 3618261 h 3784177"/>
              <a:gd name="connsiteX80" fmla="*/ 1704758 w 8037833"/>
              <a:gd name="connsiteY80" fmla="*/ 3637625 h 3784177"/>
              <a:gd name="connsiteX81" fmla="*/ 1664576 w 8037833"/>
              <a:gd name="connsiteY81" fmla="*/ 3638572 h 3784177"/>
              <a:gd name="connsiteX82" fmla="*/ 1577459 w 8037833"/>
              <a:gd name="connsiteY82" fmla="*/ 3658824 h 3784177"/>
              <a:gd name="connsiteX83" fmla="*/ 1527269 w 8037833"/>
              <a:gd name="connsiteY83" fmla="*/ 3663088 h 3784177"/>
              <a:gd name="connsiteX84" fmla="*/ 1390118 w 8037833"/>
              <a:gd name="connsiteY84" fmla="*/ 3682789 h 3784177"/>
              <a:gd name="connsiteX85" fmla="*/ 1268521 w 8037833"/>
              <a:gd name="connsiteY85" fmla="*/ 3713114 h 3784177"/>
              <a:gd name="connsiteX86" fmla="*/ 1186863 w 8037833"/>
              <a:gd name="connsiteY86" fmla="*/ 3736384 h 3784177"/>
              <a:gd name="connsiteX87" fmla="*/ 1073929 w 8037833"/>
              <a:gd name="connsiteY87" fmla="*/ 3776166 h 3784177"/>
              <a:gd name="connsiteX88" fmla="*/ 1039167 w 8037833"/>
              <a:gd name="connsiteY88" fmla="*/ 3784177 h 3784177"/>
              <a:gd name="connsiteX89" fmla="*/ 989223 w 8037833"/>
              <a:gd name="connsiteY89" fmla="*/ 3770303 h 3784177"/>
              <a:gd name="connsiteX90" fmla="*/ 907906 w 8037833"/>
              <a:gd name="connsiteY90" fmla="*/ 3757678 h 3784177"/>
              <a:gd name="connsiteX91" fmla="*/ 833137 w 8037833"/>
              <a:gd name="connsiteY91" fmla="*/ 3744175 h 3784177"/>
              <a:gd name="connsiteX92" fmla="*/ 742042 w 8037833"/>
              <a:gd name="connsiteY92" fmla="*/ 3747612 h 3784177"/>
              <a:gd name="connsiteX93" fmla="*/ 659460 w 8037833"/>
              <a:gd name="connsiteY93" fmla="*/ 3740429 h 3784177"/>
              <a:gd name="connsiteX94" fmla="*/ 556552 w 8037833"/>
              <a:gd name="connsiteY94" fmla="*/ 3739124 h 3784177"/>
              <a:gd name="connsiteX95" fmla="*/ 385384 w 8037833"/>
              <a:gd name="connsiteY95" fmla="*/ 3726388 h 3784177"/>
              <a:gd name="connsiteX96" fmla="*/ 339711 w 8037833"/>
              <a:gd name="connsiteY96" fmla="*/ 3718242 h 3784177"/>
              <a:gd name="connsiteX97" fmla="*/ 222239 w 8037833"/>
              <a:gd name="connsiteY97" fmla="*/ 3672335 h 3784177"/>
              <a:gd name="connsiteX98" fmla="*/ 163578 w 8037833"/>
              <a:gd name="connsiteY98" fmla="*/ 3656292 h 3784177"/>
              <a:gd name="connsiteX99" fmla="*/ 72220 w 8037833"/>
              <a:gd name="connsiteY99" fmla="*/ 3645272 h 3784177"/>
              <a:gd name="connsiteX100" fmla="*/ 44395 w 8037833"/>
              <a:gd name="connsiteY100" fmla="*/ 3639455 h 3784177"/>
              <a:gd name="connsiteX101" fmla="*/ 1962 w 8037833"/>
              <a:gd name="connsiteY101" fmla="*/ 3635948 h 3784177"/>
              <a:gd name="connsiteX102" fmla="*/ 0 w 8037833"/>
              <a:gd name="connsiteY102" fmla="*/ 3635261 h 3784177"/>
              <a:gd name="connsiteX103" fmla="*/ 0 w 8037833"/>
              <a:gd name="connsiteY103"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34671 w 8037833"/>
              <a:gd name="connsiteY54" fmla="*/ 3723339 h 3784177"/>
              <a:gd name="connsiteX55" fmla="*/ 3930274 w 8037833"/>
              <a:gd name="connsiteY55" fmla="*/ 3717148 h 3784177"/>
              <a:gd name="connsiteX56" fmla="*/ 3907660 w 8037833"/>
              <a:gd name="connsiteY56" fmla="*/ 3714456 h 3784177"/>
              <a:gd name="connsiteX57" fmla="*/ 3905087 w 8037833"/>
              <a:gd name="connsiteY57" fmla="*/ 3716098 h 3784177"/>
              <a:gd name="connsiteX58" fmla="*/ 3886347 w 8037833"/>
              <a:gd name="connsiteY58" fmla="*/ 3706620 h 3784177"/>
              <a:gd name="connsiteX59" fmla="*/ 3811197 w 8037833"/>
              <a:gd name="connsiteY59" fmla="*/ 3689905 h 3784177"/>
              <a:gd name="connsiteX60" fmla="*/ 3666696 w 8037833"/>
              <a:gd name="connsiteY60" fmla="*/ 3681132 h 3784177"/>
              <a:gd name="connsiteX61" fmla="*/ 3516210 w 8037833"/>
              <a:gd name="connsiteY61" fmla="*/ 3656091 h 3784177"/>
              <a:gd name="connsiteX62" fmla="*/ 3373519 w 8037833"/>
              <a:gd name="connsiteY62" fmla="*/ 3665785 h 3784177"/>
              <a:gd name="connsiteX63" fmla="*/ 3114267 w 8037833"/>
              <a:gd name="connsiteY63" fmla="*/ 3638983 h 3784177"/>
              <a:gd name="connsiteX64" fmla="*/ 3025324 w 8037833"/>
              <a:gd name="connsiteY64" fmla="*/ 3636584 h 3784177"/>
              <a:gd name="connsiteX65" fmla="*/ 2965734 w 8037833"/>
              <a:gd name="connsiteY65" fmla="*/ 3635676 h 3784177"/>
              <a:gd name="connsiteX66" fmla="*/ 2961603 w 8037833"/>
              <a:gd name="connsiteY66" fmla="*/ 3638221 h 3784177"/>
              <a:gd name="connsiteX67" fmla="*/ 2944959 w 8037833"/>
              <a:gd name="connsiteY67" fmla="*/ 3639723 h 3784177"/>
              <a:gd name="connsiteX68" fmla="*/ 2940402 w 8037833"/>
              <a:gd name="connsiteY68" fmla="*/ 3651000 h 3784177"/>
              <a:gd name="connsiteX69" fmla="*/ 2884777 w 8037833"/>
              <a:gd name="connsiteY69" fmla="*/ 3660775 h 3784177"/>
              <a:gd name="connsiteX70" fmla="*/ 2750902 w 8037833"/>
              <a:gd name="connsiteY70" fmla="*/ 3665203 h 3784177"/>
              <a:gd name="connsiteX71" fmla="*/ 2651827 w 8037833"/>
              <a:gd name="connsiteY71" fmla="*/ 3646306 h 3784177"/>
              <a:gd name="connsiteX72" fmla="*/ 2618680 w 8037833"/>
              <a:gd name="connsiteY72" fmla="*/ 3656755 h 3784177"/>
              <a:gd name="connsiteX73" fmla="*/ 2572404 w 8037833"/>
              <a:gd name="connsiteY73" fmla="*/ 3664043 h 3784177"/>
              <a:gd name="connsiteX74" fmla="*/ 2423704 w 8037833"/>
              <a:gd name="connsiteY74" fmla="*/ 3658079 h 3784177"/>
              <a:gd name="connsiteX75" fmla="*/ 2301172 w 8037833"/>
              <a:gd name="connsiteY75" fmla="*/ 3663053 h 3784177"/>
              <a:gd name="connsiteX76" fmla="*/ 2258745 w 8037833"/>
              <a:gd name="connsiteY76" fmla="*/ 3673229 h 3784177"/>
              <a:gd name="connsiteX77" fmla="*/ 2082844 w 8037833"/>
              <a:gd name="connsiteY77" fmla="*/ 3645349 h 3784177"/>
              <a:gd name="connsiteX78" fmla="*/ 1938480 w 8037833"/>
              <a:gd name="connsiteY78" fmla="*/ 3632600 h 3784177"/>
              <a:gd name="connsiteX79" fmla="*/ 1860608 w 8037833"/>
              <a:gd name="connsiteY79" fmla="*/ 3618261 h 3784177"/>
              <a:gd name="connsiteX80" fmla="*/ 1704758 w 8037833"/>
              <a:gd name="connsiteY80" fmla="*/ 3637625 h 3784177"/>
              <a:gd name="connsiteX81" fmla="*/ 1664576 w 8037833"/>
              <a:gd name="connsiteY81" fmla="*/ 3638572 h 3784177"/>
              <a:gd name="connsiteX82" fmla="*/ 1577459 w 8037833"/>
              <a:gd name="connsiteY82" fmla="*/ 3658824 h 3784177"/>
              <a:gd name="connsiteX83" fmla="*/ 1527269 w 8037833"/>
              <a:gd name="connsiteY83" fmla="*/ 3663088 h 3784177"/>
              <a:gd name="connsiteX84" fmla="*/ 1390118 w 8037833"/>
              <a:gd name="connsiteY84" fmla="*/ 3682789 h 3784177"/>
              <a:gd name="connsiteX85" fmla="*/ 1268521 w 8037833"/>
              <a:gd name="connsiteY85" fmla="*/ 3713114 h 3784177"/>
              <a:gd name="connsiteX86" fmla="*/ 1186863 w 8037833"/>
              <a:gd name="connsiteY86" fmla="*/ 3736384 h 3784177"/>
              <a:gd name="connsiteX87" fmla="*/ 1073929 w 8037833"/>
              <a:gd name="connsiteY87" fmla="*/ 3776166 h 3784177"/>
              <a:gd name="connsiteX88" fmla="*/ 1039167 w 8037833"/>
              <a:gd name="connsiteY88" fmla="*/ 3784177 h 3784177"/>
              <a:gd name="connsiteX89" fmla="*/ 989223 w 8037833"/>
              <a:gd name="connsiteY89" fmla="*/ 3770303 h 3784177"/>
              <a:gd name="connsiteX90" fmla="*/ 907906 w 8037833"/>
              <a:gd name="connsiteY90" fmla="*/ 3757678 h 3784177"/>
              <a:gd name="connsiteX91" fmla="*/ 833137 w 8037833"/>
              <a:gd name="connsiteY91" fmla="*/ 3744175 h 3784177"/>
              <a:gd name="connsiteX92" fmla="*/ 742042 w 8037833"/>
              <a:gd name="connsiteY92" fmla="*/ 3747612 h 3784177"/>
              <a:gd name="connsiteX93" fmla="*/ 659460 w 8037833"/>
              <a:gd name="connsiteY93" fmla="*/ 3740429 h 3784177"/>
              <a:gd name="connsiteX94" fmla="*/ 556552 w 8037833"/>
              <a:gd name="connsiteY94" fmla="*/ 3739124 h 3784177"/>
              <a:gd name="connsiteX95" fmla="*/ 385384 w 8037833"/>
              <a:gd name="connsiteY95" fmla="*/ 3726388 h 3784177"/>
              <a:gd name="connsiteX96" fmla="*/ 339711 w 8037833"/>
              <a:gd name="connsiteY96" fmla="*/ 3718242 h 3784177"/>
              <a:gd name="connsiteX97" fmla="*/ 222239 w 8037833"/>
              <a:gd name="connsiteY97" fmla="*/ 3672335 h 3784177"/>
              <a:gd name="connsiteX98" fmla="*/ 163578 w 8037833"/>
              <a:gd name="connsiteY98" fmla="*/ 3656292 h 3784177"/>
              <a:gd name="connsiteX99" fmla="*/ 72220 w 8037833"/>
              <a:gd name="connsiteY99" fmla="*/ 3645272 h 3784177"/>
              <a:gd name="connsiteX100" fmla="*/ 44395 w 8037833"/>
              <a:gd name="connsiteY100" fmla="*/ 3639455 h 3784177"/>
              <a:gd name="connsiteX101" fmla="*/ 1962 w 8037833"/>
              <a:gd name="connsiteY101" fmla="*/ 3635948 h 3784177"/>
              <a:gd name="connsiteX102" fmla="*/ 0 w 8037833"/>
              <a:gd name="connsiteY102" fmla="*/ 3635261 h 3784177"/>
              <a:gd name="connsiteX103" fmla="*/ 0 w 8037833"/>
              <a:gd name="connsiteY103"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34671 w 8037833"/>
              <a:gd name="connsiteY54" fmla="*/ 3723339 h 3784177"/>
              <a:gd name="connsiteX55" fmla="*/ 3930274 w 8037833"/>
              <a:gd name="connsiteY55" fmla="*/ 3717148 h 3784177"/>
              <a:gd name="connsiteX56" fmla="*/ 3907660 w 8037833"/>
              <a:gd name="connsiteY56" fmla="*/ 3714456 h 3784177"/>
              <a:gd name="connsiteX57" fmla="*/ 3905087 w 8037833"/>
              <a:gd name="connsiteY57" fmla="*/ 3716098 h 3784177"/>
              <a:gd name="connsiteX58" fmla="*/ 3886347 w 8037833"/>
              <a:gd name="connsiteY58" fmla="*/ 3706620 h 3784177"/>
              <a:gd name="connsiteX59" fmla="*/ 3811197 w 8037833"/>
              <a:gd name="connsiteY59" fmla="*/ 3689905 h 3784177"/>
              <a:gd name="connsiteX60" fmla="*/ 3666696 w 8037833"/>
              <a:gd name="connsiteY60" fmla="*/ 3681132 h 3784177"/>
              <a:gd name="connsiteX61" fmla="*/ 3516210 w 8037833"/>
              <a:gd name="connsiteY61" fmla="*/ 3656091 h 3784177"/>
              <a:gd name="connsiteX62" fmla="*/ 3373519 w 8037833"/>
              <a:gd name="connsiteY62" fmla="*/ 3665785 h 3784177"/>
              <a:gd name="connsiteX63" fmla="*/ 3114267 w 8037833"/>
              <a:gd name="connsiteY63" fmla="*/ 3638983 h 3784177"/>
              <a:gd name="connsiteX64" fmla="*/ 3025324 w 8037833"/>
              <a:gd name="connsiteY64" fmla="*/ 3636584 h 3784177"/>
              <a:gd name="connsiteX65" fmla="*/ 2965734 w 8037833"/>
              <a:gd name="connsiteY65" fmla="*/ 3635676 h 3784177"/>
              <a:gd name="connsiteX66" fmla="*/ 2961603 w 8037833"/>
              <a:gd name="connsiteY66" fmla="*/ 3638221 h 3784177"/>
              <a:gd name="connsiteX67" fmla="*/ 2944959 w 8037833"/>
              <a:gd name="connsiteY67" fmla="*/ 3639723 h 3784177"/>
              <a:gd name="connsiteX68" fmla="*/ 2940402 w 8037833"/>
              <a:gd name="connsiteY68" fmla="*/ 3651000 h 3784177"/>
              <a:gd name="connsiteX69" fmla="*/ 2884777 w 8037833"/>
              <a:gd name="connsiteY69" fmla="*/ 3660775 h 3784177"/>
              <a:gd name="connsiteX70" fmla="*/ 2750902 w 8037833"/>
              <a:gd name="connsiteY70" fmla="*/ 3665203 h 3784177"/>
              <a:gd name="connsiteX71" fmla="*/ 2651827 w 8037833"/>
              <a:gd name="connsiteY71" fmla="*/ 3646306 h 3784177"/>
              <a:gd name="connsiteX72" fmla="*/ 2618680 w 8037833"/>
              <a:gd name="connsiteY72" fmla="*/ 3656755 h 3784177"/>
              <a:gd name="connsiteX73" fmla="*/ 2572404 w 8037833"/>
              <a:gd name="connsiteY73" fmla="*/ 3664043 h 3784177"/>
              <a:gd name="connsiteX74" fmla="*/ 2423704 w 8037833"/>
              <a:gd name="connsiteY74" fmla="*/ 3658079 h 3784177"/>
              <a:gd name="connsiteX75" fmla="*/ 2301172 w 8037833"/>
              <a:gd name="connsiteY75" fmla="*/ 3663053 h 3784177"/>
              <a:gd name="connsiteX76" fmla="*/ 2258745 w 8037833"/>
              <a:gd name="connsiteY76" fmla="*/ 3673229 h 3784177"/>
              <a:gd name="connsiteX77" fmla="*/ 2082844 w 8037833"/>
              <a:gd name="connsiteY77" fmla="*/ 3645349 h 3784177"/>
              <a:gd name="connsiteX78" fmla="*/ 1938480 w 8037833"/>
              <a:gd name="connsiteY78" fmla="*/ 3632600 h 3784177"/>
              <a:gd name="connsiteX79" fmla="*/ 1860608 w 8037833"/>
              <a:gd name="connsiteY79" fmla="*/ 3618261 h 3784177"/>
              <a:gd name="connsiteX80" fmla="*/ 1704758 w 8037833"/>
              <a:gd name="connsiteY80" fmla="*/ 3637625 h 3784177"/>
              <a:gd name="connsiteX81" fmla="*/ 1664576 w 8037833"/>
              <a:gd name="connsiteY81" fmla="*/ 3638572 h 3784177"/>
              <a:gd name="connsiteX82" fmla="*/ 1577459 w 8037833"/>
              <a:gd name="connsiteY82" fmla="*/ 3658824 h 3784177"/>
              <a:gd name="connsiteX83" fmla="*/ 1527269 w 8037833"/>
              <a:gd name="connsiteY83" fmla="*/ 3663088 h 3784177"/>
              <a:gd name="connsiteX84" fmla="*/ 1390118 w 8037833"/>
              <a:gd name="connsiteY84" fmla="*/ 3682789 h 3784177"/>
              <a:gd name="connsiteX85" fmla="*/ 1268521 w 8037833"/>
              <a:gd name="connsiteY85" fmla="*/ 3713114 h 3784177"/>
              <a:gd name="connsiteX86" fmla="*/ 1186863 w 8037833"/>
              <a:gd name="connsiteY86" fmla="*/ 3736384 h 3784177"/>
              <a:gd name="connsiteX87" fmla="*/ 1073929 w 8037833"/>
              <a:gd name="connsiteY87" fmla="*/ 3776166 h 3784177"/>
              <a:gd name="connsiteX88" fmla="*/ 1039167 w 8037833"/>
              <a:gd name="connsiteY88" fmla="*/ 3784177 h 3784177"/>
              <a:gd name="connsiteX89" fmla="*/ 989223 w 8037833"/>
              <a:gd name="connsiteY89" fmla="*/ 3770303 h 3784177"/>
              <a:gd name="connsiteX90" fmla="*/ 907906 w 8037833"/>
              <a:gd name="connsiteY90" fmla="*/ 3757678 h 3784177"/>
              <a:gd name="connsiteX91" fmla="*/ 833137 w 8037833"/>
              <a:gd name="connsiteY91" fmla="*/ 3744175 h 3784177"/>
              <a:gd name="connsiteX92" fmla="*/ 742042 w 8037833"/>
              <a:gd name="connsiteY92" fmla="*/ 3747612 h 3784177"/>
              <a:gd name="connsiteX93" fmla="*/ 659460 w 8037833"/>
              <a:gd name="connsiteY93" fmla="*/ 3740429 h 3784177"/>
              <a:gd name="connsiteX94" fmla="*/ 556552 w 8037833"/>
              <a:gd name="connsiteY94" fmla="*/ 3739124 h 3784177"/>
              <a:gd name="connsiteX95" fmla="*/ 385384 w 8037833"/>
              <a:gd name="connsiteY95" fmla="*/ 3726388 h 3784177"/>
              <a:gd name="connsiteX96" fmla="*/ 339711 w 8037833"/>
              <a:gd name="connsiteY96" fmla="*/ 3718242 h 3784177"/>
              <a:gd name="connsiteX97" fmla="*/ 222239 w 8037833"/>
              <a:gd name="connsiteY97" fmla="*/ 3672335 h 3784177"/>
              <a:gd name="connsiteX98" fmla="*/ 163578 w 8037833"/>
              <a:gd name="connsiteY98" fmla="*/ 3656292 h 3784177"/>
              <a:gd name="connsiteX99" fmla="*/ 72220 w 8037833"/>
              <a:gd name="connsiteY99" fmla="*/ 3645272 h 3784177"/>
              <a:gd name="connsiteX100" fmla="*/ 44395 w 8037833"/>
              <a:gd name="connsiteY100" fmla="*/ 3639455 h 3784177"/>
              <a:gd name="connsiteX101" fmla="*/ 1962 w 8037833"/>
              <a:gd name="connsiteY101" fmla="*/ 3635948 h 3784177"/>
              <a:gd name="connsiteX102" fmla="*/ 0 w 8037833"/>
              <a:gd name="connsiteY102" fmla="*/ 3635261 h 3784177"/>
              <a:gd name="connsiteX103" fmla="*/ 0 w 8037833"/>
              <a:gd name="connsiteY103"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34671 w 8037833"/>
              <a:gd name="connsiteY54" fmla="*/ 3723339 h 3784177"/>
              <a:gd name="connsiteX55" fmla="*/ 3930274 w 8037833"/>
              <a:gd name="connsiteY55" fmla="*/ 3717148 h 3784177"/>
              <a:gd name="connsiteX56" fmla="*/ 3907660 w 8037833"/>
              <a:gd name="connsiteY56" fmla="*/ 3714456 h 3784177"/>
              <a:gd name="connsiteX57" fmla="*/ 3905087 w 8037833"/>
              <a:gd name="connsiteY57" fmla="*/ 3716098 h 3784177"/>
              <a:gd name="connsiteX58" fmla="*/ 3886347 w 8037833"/>
              <a:gd name="connsiteY58" fmla="*/ 3706620 h 3784177"/>
              <a:gd name="connsiteX59" fmla="*/ 3811197 w 8037833"/>
              <a:gd name="connsiteY59" fmla="*/ 3689905 h 3784177"/>
              <a:gd name="connsiteX60" fmla="*/ 3666696 w 8037833"/>
              <a:gd name="connsiteY60" fmla="*/ 3681132 h 3784177"/>
              <a:gd name="connsiteX61" fmla="*/ 3516210 w 8037833"/>
              <a:gd name="connsiteY61" fmla="*/ 3656091 h 3784177"/>
              <a:gd name="connsiteX62" fmla="*/ 3373519 w 8037833"/>
              <a:gd name="connsiteY62" fmla="*/ 3665785 h 3784177"/>
              <a:gd name="connsiteX63" fmla="*/ 3114267 w 8037833"/>
              <a:gd name="connsiteY63" fmla="*/ 3638983 h 3784177"/>
              <a:gd name="connsiteX64" fmla="*/ 3025324 w 8037833"/>
              <a:gd name="connsiteY64" fmla="*/ 3636584 h 3784177"/>
              <a:gd name="connsiteX65" fmla="*/ 2965734 w 8037833"/>
              <a:gd name="connsiteY65" fmla="*/ 3635676 h 3784177"/>
              <a:gd name="connsiteX66" fmla="*/ 2961603 w 8037833"/>
              <a:gd name="connsiteY66" fmla="*/ 3638221 h 3784177"/>
              <a:gd name="connsiteX67" fmla="*/ 2944959 w 8037833"/>
              <a:gd name="connsiteY67" fmla="*/ 3639723 h 3784177"/>
              <a:gd name="connsiteX68" fmla="*/ 2940402 w 8037833"/>
              <a:gd name="connsiteY68" fmla="*/ 3651000 h 3784177"/>
              <a:gd name="connsiteX69" fmla="*/ 2884777 w 8037833"/>
              <a:gd name="connsiteY69" fmla="*/ 3660775 h 3784177"/>
              <a:gd name="connsiteX70" fmla="*/ 2750902 w 8037833"/>
              <a:gd name="connsiteY70" fmla="*/ 3665203 h 3784177"/>
              <a:gd name="connsiteX71" fmla="*/ 2651827 w 8037833"/>
              <a:gd name="connsiteY71" fmla="*/ 3646306 h 3784177"/>
              <a:gd name="connsiteX72" fmla="*/ 2618680 w 8037833"/>
              <a:gd name="connsiteY72" fmla="*/ 3656755 h 3784177"/>
              <a:gd name="connsiteX73" fmla="*/ 2572404 w 8037833"/>
              <a:gd name="connsiteY73" fmla="*/ 3664043 h 3784177"/>
              <a:gd name="connsiteX74" fmla="*/ 2423704 w 8037833"/>
              <a:gd name="connsiteY74" fmla="*/ 3658079 h 3784177"/>
              <a:gd name="connsiteX75" fmla="*/ 2301172 w 8037833"/>
              <a:gd name="connsiteY75" fmla="*/ 3663053 h 3784177"/>
              <a:gd name="connsiteX76" fmla="*/ 2258745 w 8037833"/>
              <a:gd name="connsiteY76" fmla="*/ 3673229 h 3784177"/>
              <a:gd name="connsiteX77" fmla="*/ 2082844 w 8037833"/>
              <a:gd name="connsiteY77" fmla="*/ 3645349 h 3784177"/>
              <a:gd name="connsiteX78" fmla="*/ 1938480 w 8037833"/>
              <a:gd name="connsiteY78" fmla="*/ 3632600 h 3784177"/>
              <a:gd name="connsiteX79" fmla="*/ 1860608 w 8037833"/>
              <a:gd name="connsiteY79" fmla="*/ 3618261 h 3784177"/>
              <a:gd name="connsiteX80" fmla="*/ 1704758 w 8037833"/>
              <a:gd name="connsiteY80" fmla="*/ 3637625 h 3784177"/>
              <a:gd name="connsiteX81" fmla="*/ 1664576 w 8037833"/>
              <a:gd name="connsiteY81" fmla="*/ 3638572 h 3784177"/>
              <a:gd name="connsiteX82" fmla="*/ 1577459 w 8037833"/>
              <a:gd name="connsiteY82" fmla="*/ 3658824 h 3784177"/>
              <a:gd name="connsiteX83" fmla="*/ 1527269 w 8037833"/>
              <a:gd name="connsiteY83" fmla="*/ 3663088 h 3784177"/>
              <a:gd name="connsiteX84" fmla="*/ 1390118 w 8037833"/>
              <a:gd name="connsiteY84" fmla="*/ 3682789 h 3784177"/>
              <a:gd name="connsiteX85" fmla="*/ 1268521 w 8037833"/>
              <a:gd name="connsiteY85" fmla="*/ 3713114 h 3784177"/>
              <a:gd name="connsiteX86" fmla="*/ 1186863 w 8037833"/>
              <a:gd name="connsiteY86" fmla="*/ 3736384 h 3784177"/>
              <a:gd name="connsiteX87" fmla="*/ 1073929 w 8037833"/>
              <a:gd name="connsiteY87" fmla="*/ 3776166 h 3784177"/>
              <a:gd name="connsiteX88" fmla="*/ 1039167 w 8037833"/>
              <a:gd name="connsiteY88" fmla="*/ 3784177 h 3784177"/>
              <a:gd name="connsiteX89" fmla="*/ 989223 w 8037833"/>
              <a:gd name="connsiteY89" fmla="*/ 3770303 h 3784177"/>
              <a:gd name="connsiteX90" fmla="*/ 907906 w 8037833"/>
              <a:gd name="connsiteY90" fmla="*/ 3757678 h 3784177"/>
              <a:gd name="connsiteX91" fmla="*/ 833137 w 8037833"/>
              <a:gd name="connsiteY91" fmla="*/ 3744175 h 3784177"/>
              <a:gd name="connsiteX92" fmla="*/ 742042 w 8037833"/>
              <a:gd name="connsiteY92" fmla="*/ 3747612 h 3784177"/>
              <a:gd name="connsiteX93" fmla="*/ 659460 w 8037833"/>
              <a:gd name="connsiteY93" fmla="*/ 3740429 h 3784177"/>
              <a:gd name="connsiteX94" fmla="*/ 556552 w 8037833"/>
              <a:gd name="connsiteY94" fmla="*/ 3739124 h 3784177"/>
              <a:gd name="connsiteX95" fmla="*/ 385384 w 8037833"/>
              <a:gd name="connsiteY95" fmla="*/ 3726388 h 3784177"/>
              <a:gd name="connsiteX96" fmla="*/ 339711 w 8037833"/>
              <a:gd name="connsiteY96" fmla="*/ 3718242 h 3784177"/>
              <a:gd name="connsiteX97" fmla="*/ 222239 w 8037833"/>
              <a:gd name="connsiteY97" fmla="*/ 3672335 h 3784177"/>
              <a:gd name="connsiteX98" fmla="*/ 163578 w 8037833"/>
              <a:gd name="connsiteY98" fmla="*/ 3656292 h 3784177"/>
              <a:gd name="connsiteX99" fmla="*/ 72220 w 8037833"/>
              <a:gd name="connsiteY99" fmla="*/ 3645272 h 3784177"/>
              <a:gd name="connsiteX100" fmla="*/ 44395 w 8037833"/>
              <a:gd name="connsiteY100" fmla="*/ 3639455 h 3784177"/>
              <a:gd name="connsiteX101" fmla="*/ 1962 w 8037833"/>
              <a:gd name="connsiteY101" fmla="*/ 3635948 h 3784177"/>
              <a:gd name="connsiteX102" fmla="*/ 0 w 8037833"/>
              <a:gd name="connsiteY102" fmla="*/ 3635261 h 3784177"/>
              <a:gd name="connsiteX103" fmla="*/ 0 w 8037833"/>
              <a:gd name="connsiteY103"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34671 w 8037833"/>
              <a:gd name="connsiteY54" fmla="*/ 3723339 h 3784177"/>
              <a:gd name="connsiteX55" fmla="*/ 3930274 w 8037833"/>
              <a:gd name="connsiteY55" fmla="*/ 3717148 h 3784177"/>
              <a:gd name="connsiteX56" fmla="*/ 3907660 w 8037833"/>
              <a:gd name="connsiteY56" fmla="*/ 3714456 h 3784177"/>
              <a:gd name="connsiteX57" fmla="*/ 3905087 w 8037833"/>
              <a:gd name="connsiteY57" fmla="*/ 3716098 h 3784177"/>
              <a:gd name="connsiteX58" fmla="*/ 3886347 w 8037833"/>
              <a:gd name="connsiteY58" fmla="*/ 3706620 h 3784177"/>
              <a:gd name="connsiteX59" fmla="*/ 3811197 w 8037833"/>
              <a:gd name="connsiteY59" fmla="*/ 3689905 h 3784177"/>
              <a:gd name="connsiteX60" fmla="*/ 3666696 w 8037833"/>
              <a:gd name="connsiteY60" fmla="*/ 3681132 h 3784177"/>
              <a:gd name="connsiteX61" fmla="*/ 3516210 w 8037833"/>
              <a:gd name="connsiteY61" fmla="*/ 3656091 h 3784177"/>
              <a:gd name="connsiteX62" fmla="*/ 3373519 w 8037833"/>
              <a:gd name="connsiteY62" fmla="*/ 3665785 h 3784177"/>
              <a:gd name="connsiteX63" fmla="*/ 3114267 w 8037833"/>
              <a:gd name="connsiteY63" fmla="*/ 3638983 h 3784177"/>
              <a:gd name="connsiteX64" fmla="*/ 3025324 w 8037833"/>
              <a:gd name="connsiteY64" fmla="*/ 3636584 h 3784177"/>
              <a:gd name="connsiteX65" fmla="*/ 2965734 w 8037833"/>
              <a:gd name="connsiteY65" fmla="*/ 3635676 h 3784177"/>
              <a:gd name="connsiteX66" fmla="*/ 2961603 w 8037833"/>
              <a:gd name="connsiteY66" fmla="*/ 3638221 h 3784177"/>
              <a:gd name="connsiteX67" fmla="*/ 2944959 w 8037833"/>
              <a:gd name="connsiteY67" fmla="*/ 3639723 h 3784177"/>
              <a:gd name="connsiteX68" fmla="*/ 2940402 w 8037833"/>
              <a:gd name="connsiteY68" fmla="*/ 3651000 h 3784177"/>
              <a:gd name="connsiteX69" fmla="*/ 2884777 w 8037833"/>
              <a:gd name="connsiteY69" fmla="*/ 3660775 h 3784177"/>
              <a:gd name="connsiteX70" fmla="*/ 2750902 w 8037833"/>
              <a:gd name="connsiteY70" fmla="*/ 3665203 h 3784177"/>
              <a:gd name="connsiteX71" fmla="*/ 2651827 w 8037833"/>
              <a:gd name="connsiteY71" fmla="*/ 3646306 h 3784177"/>
              <a:gd name="connsiteX72" fmla="*/ 2618680 w 8037833"/>
              <a:gd name="connsiteY72" fmla="*/ 3656755 h 3784177"/>
              <a:gd name="connsiteX73" fmla="*/ 2572404 w 8037833"/>
              <a:gd name="connsiteY73" fmla="*/ 3664043 h 3784177"/>
              <a:gd name="connsiteX74" fmla="*/ 2423704 w 8037833"/>
              <a:gd name="connsiteY74" fmla="*/ 3658079 h 3784177"/>
              <a:gd name="connsiteX75" fmla="*/ 2301172 w 8037833"/>
              <a:gd name="connsiteY75" fmla="*/ 3663053 h 3784177"/>
              <a:gd name="connsiteX76" fmla="*/ 2258745 w 8037833"/>
              <a:gd name="connsiteY76" fmla="*/ 3673229 h 3784177"/>
              <a:gd name="connsiteX77" fmla="*/ 2082844 w 8037833"/>
              <a:gd name="connsiteY77" fmla="*/ 3645349 h 3784177"/>
              <a:gd name="connsiteX78" fmla="*/ 1938480 w 8037833"/>
              <a:gd name="connsiteY78" fmla="*/ 3632600 h 3784177"/>
              <a:gd name="connsiteX79" fmla="*/ 1860608 w 8037833"/>
              <a:gd name="connsiteY79" fmla="*/ 3618261 h 3784177"/>
              <a:gd name="connsiteX80" fmla="*/ 1704758 w 8037833"/>
              <a:gd name="connsiteY80" fmla="*/ 3637625 h 3784177"/>
              <a:gd name="connsiteX81" fmla="*/ 1664576 w 8037833"/>
              <a:gd name="connsiteY81" fmla="*/ 3638572 h 3784177"/>
              <a:gd name="connsiteX82" fmla="*/ 1577459 w 8037833"/>
              <a:gd name="connsiteY82" fmla="*/ 3658824 h 3784177"/>
              <a:gd name="connsiteX83" fmla="*/ 1527269 w 8037833"/>
              <a:gd name="connsiteY83" fmla="*/ 3663088 h 3784177"/>
              <a:gd name="connsiteX84" fmla="*/ 1390118 w 8037833"/>
              <a:gd name="connsiteY84" fmla="*/ 3682789 h 3784177"/>
              <a:gd name="connsiteX85" fmla="*/ 1268521 w 8037833"/>
              <a:gd name="connsiteY85" fmla="*/ 3713114 h 3784177"/>
              <a:gd name="connsiteX86" fmla="*/ 1186863 w 8037833"/>
              <a:gd name="connsiteY86" fmla="*/ 3736384 h 3784177"/>
              <a:gd name="connsiteX87" fmla="*/ 1073929 w 8037833"/>
              <a:gd name="connsiteY87" fmla="*/ 3776166 h 3784177"/>
              <a:gd name="connsiteX88" fmla="*/ 1039167 w 8037833"/>
              <a:gd name="connsiteY88" fmla="*/ 3784177 h 3784177"/>
              <a:gd name="connsiteX89" fmla="*/ 989223 w 8037833"/>
              <a:gd name="connsiteY89" fmla="*/ 3770303 h 3784177"/>
              <a:gd name="connsiteX90" fmla="*/ 907906 w 8037833"/>
              <a:gd name="connsiteY90" fmla="*/ 3757678 h 3784177"/>
              <a:gd name="connsiteX91" fmla="*/ 833137 w 8037833"/>
              <a:gd name="connsiteY91" fmla="*/ 3744175 h 3784177"/>
              <a:gd name="connsiteX92" fmla="*/ 742042 w 8037833"/>
              <a:gd name="connsiteY92" fmla="*/ 3747612 h 3784177"/>
              <a:gd name="connsiteX93" fmla="*/ 659460 w 8037833"/>
              <a:gd name="connsiteY93" fmla="*/ 3740429 h 3784177"/>
              <a:gd name="connsiteX94" fmla="*/ 556552 w 8037833"/>
              <a:gd name="connsiteY94" fmla="*/ 3739124 h 3784177"/>
              <a:gd name="connsiteX95" fmla="*/ 385384 w 8037833"/>
              <a:gd name="connsiteY95" fmla="*/ 3726388 h 3784177"/>
              <a:gd name="connsiteX96" fmla="*/ 339711 w 8037833"/>
              <a:gd name="connsiteY96" fmla="*/ 3718242 h 3784177"/>
              <a:gd name="connsiteX97" fmla="*/ 222239 w 8037833"/>
              <a:gd name="connsiteY97" fmla="*/ 3672335 h 3784177"/>
              <a:gd name="connsiteX98" fmla="*/ 163578 w 8037833"/>
              <a:gd name="connsiteY98" fmla="*/ 3656292 h 3784177"/>
              <a:gd name="connsiteX99" fmla="*/ 72220 w 8037833"/>
              <a:gd name="connsiteY99" fmla="*/ 3645272 h 3784177"/>
              <a:gd name="connsiteX100" fmla="*/ 44395 w 8037833"/>
              <a:gd name="connsiteY100" fmla="*/ 3639455 h 3784177"/>
              <a:gd name="connsiteX101" fmla="*/ 1962 w 8037833"/>
              <a:gd name="connsiteY101" fmla="*/ 3635948 h 3784177"/>
              <a:gd name="connsiteX102" fmla="*/ 0 w 8037833"/>
              <a:gd name="connsiteY102" fmla="*/ 3635261 h 3784177"/>
              <a:gd name="connsiteX103" fmla="*/ 0 w 8037833"/>
              <a:gd name="connsiteY103"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34671 w 8037833"/>
              <a:gd name="connsiteY54" fmla="*/ 3723339 h 3784177"/>
              <a:gd name="connsiteX55" fmla="*/ 3930274 w 8037833"/>
              <a:gd name="connsiteY55" fmla="*/ 3717148 h 3784177"/>
              <a:gd name="connsiteX56" fmla="*/ 3907660 w 8037833"/>
              <a:gd name="connsiteY56" fmla="*/ 3714456 h 3784177"/>
              <a:gd name="connsiteX57" fmla="*/ 3905087 w 8037833"/>
              <a:gd name="connsiteY57" fmla="*/ 3716098 h 3784177"/>
              <a:gd name="connsiteX58" fmla="*/ 3886347 w 8037833"/>
              <a:gd name="connsiteY58" fmla="*/ 3706620 h 3784177"/>
              <a:gd name="connsiteX59" fmla="*/ 3811197 w 8037833"/>
              <a:gd name="connsiteY59" fmla="*/ 3689905 h 3784177"/>
              <a:gd name="connsiteX60" fmla="*/ 3666696 w 8037833"/>
              <a:gd name="connsiteY60" fmla="*/ 3681132 h 3784177"/>
              <a:gd name="connsiteX61" fmla="*/ 3516210 w 8037833"/>
              <a:gd name="connsiteY61" fmla="*/ 3656091 h 3784177"/>
              <a:gd name="connsiteX62" fmla="*/ 3373519 w 8037833"/>
              <a:gd name="connsiteY62" fmla="*/ 3665785 h 3784177"/>
              <a:gd name="connsiteX63" fmla="*/ 3114267 w 8037833"/>
              <a:gd name="connsiteY63" fmla="*/ 3638983 h 3784177"/>
              <a:gd name="connsiteX64" fmla="*/ 3025324 w 8037833"/>
              <a:gd name="connsiteY64" fmla="*/ 3636584 h 3784177"/>
              <a:gd name="connsiteX65" fmla="*/ 2965734 w 8037833"/>
              <a:gd name="connsiteY65" fmla="*/ 3635676 h 3784177"/>
              <a:gd name="connsiteX66" fmla="*/ 2961603 w 8037833"/>
              <a:gd name="connsiteY66" fmla="*/ 3638221 h 3784177"/>
              <a:gd name="connsiteX67" fmla="*/ 2944959 w 8037833"/>
              <a:gd name="connsiteY67" fmla="*/ 3639723 h 3784177"/>
              <a:gd name="connsiteX68" fmla="*/ 2940402 w 8037833"/>
              <a:gd name="connsiteY68" fmla="*/ 3651000 h 3784177"/>
              <a:gd name="connsiteX69" fmla="*/ 2884777 w 8037833"/>
              <a:gd name="connsiteY69" fmla="*/ 3660775 h 3784177"/>
              <a:gd name="connsiteX70" fmla="*/ 2750902 w 8037833"/>
              <a:gd name="connsiteY70" fmla="*/ 3665203 h 3784177"/>
              <a:gd name="connsiteX71" fmla="*/ 2651827 w 8037833"/>
              <a:gd name="connsiteY71" fmla="*/ 3646306 h 3784177"/>
              <a:gd name="connsiteX72" fmla="*/ 2618680 w 8037833"/>
              <a:gd name="connsiteY72" fmla="*/ 3656755 h 3784177"/>
              <a:gd name="connsiteX73" fmla="*/ 2572404 w 8037833"/>
              <a:gd name="connsiteY73" fmla="*/ 3664043 h 3784177"/>
              <a:gd name="connsiteX74" fmla="*/ 2423704 w 8037833"/>
              <a:gd name="connsiteY74" fmla="*/ 3658079 h 3784177"/>
              <a:gd name="connsiteX75" fmla="*/ 2301172 w 8037833"/>
              <a:gd name="connsiteY75" fmla="*/ 3663053 h 3784177"/>
              <a:gd name="connsiteX76" fmla="*/ 2231055 w 8037833"/>
              <a:gd name="connsiteY76" fmla="*/ 3673230 h 3784177"/>
              <a:gd name="connsiteX77" fmla="*/ 2082844 w 8037833"/>
              <a:gd name="connsiteY77" fmla="*/ 3645349 h 3784177"/>
              <a:gd name="connsiteX78" fmla="*/ 1938480 w 8037833"/>
              <a:gd name="connsiteY78" fmla="*/ 3632600 h 3784177"/>
              <a:gd name="connsiteX79" fmla="*/ 1860608 w 8037833"/>
              <a:gd name="connsiteY79" fmla="*/ 3618261 h 3784177"/>
              <a:gd name="connsiteX80" fmla="*/ 1704758 w 8037833"/>
              <a:gd name="connsiteY80" fmla="*/ 3637625 h 3784177"/>
              <a:gd name="connsiteX81" fmla="*/ 1664576 w 8037833"/>
              <a:gd name="connsiteY81" fmla="*/ 3638572 h 3784177"/>
              <a:gd name="connsiteX82" fmla="*/ 1577459 w 8037833"/>
              <a:gd name="connsiteY82" fmla="*/ 3658824 h 3784177"/>
              <a:gd name="connsiteX83" fmla="*/ 1527269 w 8037833"/>
              <a:gd name="connsiteY83" fmla="*/ 3663088 h 3784177"/>
              <a:gd name="connsiteX84" fmla="*/ 1390118 w 8037833"/>
              <a:gd name="connsiteY84" fmla="*/ 3682789 h 3784177"/>
              <a:gd name="connsiteX85" fmla="*/ 1268521 w 8037833"/>
              <a:gd name="connsiteY85" fmla="*/ 3713114 h 3784177"/>
              <a:gd name="connsiteX86" fmla="*/ 1186863 w 8037833"/>
              <a:gd name="connsiteY86" fmla="*/ 3736384 h 3784177"/>
              <a:gd name="connsiteX87" fmla="*/ 1073929 w 8037833"/>
              <a:gd name="connsiteY87" fmla="*/ 3776166 h 3784177"/>
              <a:gd name="connsiteX88" fmla="*/ 1039167 w 8037833"/>
              <a:gd name="connsiteY88" fmla="*/ 3784177 h 3784177"/>
              <a:gd name="connsiteX89" fmla="*/ 989223 w 8037833"/>
              <a:gd name="connsiteY89" fmla="*/ 3770303 h 3784177"/>
              <a:gd name="connsiteX90" fmla="*/ 907906 w 8037833"/>
              <a:gd name="connsiteY90" fmla="*/ 3757678 h 3784177"/>
              <a:gd name="connsiteX91" fmla="*/ 833137 w 8037833"/>
              <a:gd name="connsiteY91" fmla="*/ 3744175 h 3784177"/>
              <a:gd name="connsiteX92" fmla="*/ 742042 w 8037833"/>
              <a:gd name="connsiteY92" fmla="*/ 3747612 h 3784177"/>
              <a:gd name="connsiteX93" fmla="*/ 659460 w 8037833"/>
              <a:gd name="connsiteY93" fmla="*/ 3740429 h 3784177"/>
              <a:gd name="connsiteX94" fmla="*/ 556552 w 8037833"/>
              <a:gd name="connsiteY94" fmla="*/ 3739124 h 3784177"/>
              <a:gd name="connsiteX95" fmla="*/ 385384 w 8037833"/>
              <a:gd name="connsiteY95" fmla="*/ 3726388 h 3784177"/>
              <a:gd name="connsiteX96" fmla="*/ 339711 w 8037833"/>
              <a:gd name="connsiteY96" fmla="*/ 3718242 h 3784177"/>
              <a:gd name="connsiteX97" fmla="*/ 222239 w 8037833"/>
              <a:gd name="connsiteY97" fmla="*/ 3672335 h 3784177"/>
              <a:gd name="connsiteX98" fmla="*/ 163578 w 8037833"/>
              <a:gd name="connsiteY98" fmla="*/ 3656292 h 3784177"/>
              <a:gd name="connsiteX99" fmla="*/ 72220 w 8037833"/>
              <a:gd name="connsiteY99" fmla="*/ 3645272 h 3784177"/>
              <a:gd name="connsiteX100" fmla="*/ 44395 w 8037833"/>
              <a:gd name="connsiteY100" fmla="*/ 3639455 h 3784177"/>
              <a:gd name="connsiteX101" fmla="*/ 1962 w 8037833"/>
              <a:gd name="connsiteY101" fmla="*/ 3635948 h 3784177"/>
              <a:gd name="connsiteX102" fmla="*/ 0 w 8037833"/>
              <a:gd name="connsiteY102" fmla="*/ 3635261 h 3784177"/>
              <a:gd name="connsiteX103" fmla="*/ 0 w 8037833"/>
              <a:gd name="connsiteY103" fmla="*/ 12763 h 3784177"/>
              <a:gd name="connsiteX0" fmla="*/ 0 w 8037833"/>
              <a:gd name="connsiteY0" fmla="*/ 12763 h 3784177"/>
              <a:gd name="connsiteX1" fmla="*/ 8037833 w 8037833"/>
              <a:gd name="connsiteY1" fmla="*/ 0 h 3784177"/>
              <a:gd name="connsiteX2" fmla="*/ 8037833 w 8037833"/>
              <a:gd name="connsiteY2" fmla="*/ 3123098 h 3784177"/>
              <a:gd name="connsiteX3" fmla="*/ 8034343 w 8037833"/>
              <a:gd name="connsiteY3" fmla="*/ 3122573 h 3784177"/>
              <a:gd name="connsiteX4" fmla="*/ 7873273 w 8037833"/>
              <a:gd name="connsiteY4" fmla="*/ 3143820 h 3784177"/>
              <a:gd name="connsiteX5" fmla="*/ 7725050 w 8037833"/>
              <a:gd name="connsiteY5" fmla="*/ 3176697 h 3784177"/>
              <a:gd name="connsiteX6" fmla="*/ 7576893 w 8037833"/>
              <a:gd name="connsiteY6" fmla="*/ 3201588 h 3784177"/>
              <a:gd name="connsiteX7" fmla="*/ 7394769 w 8037833"/>
              <a:gd name="connsiteY7" fmla="*/ 3276296 h 3784177"/>
              <a:gd name="connsiteX8" fmla="*/ 7293055 w 8037833"/>
              <a:gd name="connsiteY8" fmla="*/ 3276425 h 3784177"/>
              <a:gd name="connsiteX9" fmla="*/ 7225028 w 8037833"/>
              <a:gd name="connsiteY9" fmla="*/ 3269266 h 3784177"/>
              <a:gd name="connsiteX10" fmla="*/ 7180777 w 8037833"/>
              <a:gd name="connsiteY10" fmla="*/ 3262890 h 3784177"/>
              <a:gd name="connsiteX11" fmla="*/ 7146896 w 8037833"/>
              <a:gd name="connsiteY11" fmla="*/ 3256975 h 3784177"/>
              <a:gd name="connsiteX12" fmla="*/ 7101771 w 8037833"/>
              <a:gd name="connsiteY12" fmla="*/ 3257015 h 3784177"/>
              <a:gd name="connsiteX13" fmla="*/ 7028065 w 8037833"/>
              <a:gd name="connsiteY13" fmla="*/ 3312694 h 3784177"/>
              <a:gd name="connsiteX14" fmla="*/ 6912506 w 8037833"/>
              <a:gd name="connsiteY14" fmla="*/ 3361478 h 3784177"/>
              <a:gd name="connsiteX15" fmla="*/ 6819463 w 8037833"/>
              <a:gd name="connsiteY15" fmla="*/ 3368624 h 3784177"/>
              <a:gd name="connsiteX16" fmla="*/ 6797198 w 8037833"/>
              <a:gd name="connsiteY16" fmla="*/ 3378256 h 3784177"/>
              <a:gd name="connsiteX17" fmla="*/ 6687784 w 8037833"/>
              <a:gd name="connsiteY17" fmla="*/ 3376132 h 3784177"/>
              <a:gd name="connsiteX18" fmla="*/ 6526982 w 8037833"/>
              <a:gd name="connsiteY18" fmla="*/ 3395855 h 3784177"/>
              <a:gd name="connsiteX19" fmla="*/ 6352283 w 8037833"/>
              <a:gd name="connsiteY19" fmla="*/ 3374762 h 3784177"/>
              <a:gd name="connsiteX20" fmla="*/ 6151276 w 8037833"/>
              <a:gd name="connsiteY20" fmla="*/ 3366439 h 3784177"/>
              <a:gd name="connsiteX21" fmla="*/ 6022263 w 8037833"/>
              <a:gd name="connsiteY21" fmla="*/ 3359057 h 3784177"/>
              <a:gd name="connsiteX22" fmla="*/ 5891274 w 8037833"/>
              <a:gd name="connsiteY22" fmla="*/ 3397681 h 3784177"/>
              <a:gd name="connsiteX23" fmla="*/ 5746050 w 8037833"/>
              <a:gd name="connsiteY23" fmla="*/ 3426142 h 3784177"/>
              <a:gd name="connsiteX24" fmla="*/ 5613670 w 8037833"/>
              <a:gd name="connsiteY24" fmla="*/ 3428671 h 3784177"/>
              <a:gd name="connsiteX25" fmla="*/ 5535334 w 8037833"/>
              <a:gd name="connsiteY25" fmla="*/ 3437044 h 3784177"/>
              <a:gd name="connsiteX26" fmla="*/ 5506940 w 8037833"/>
              <a:gd name="connsiteY26" fmla="*/ 3450999 h 3784177"/>
              <a:gd name="connsiteX27" fmla="*/ 5466372 w 8037833"/>
              <a:gd name="connsiteY27" fmla="*/ 3463245 h 3784177"/>
              <a:gd name="connsiteX28" fmla="*/ 5395833 w 8037833"/>
              <a:gd name="connsiteY28" fmla="*/ 3493194 h 3784177"/>
              <a:gd name="connsiteX29" fmla="*/ 5305325 w 8037833"/>
              <a:gd name="connsiteY29" fmla="*/ 3505200 h 3784177"/>
              <a:gd name="connsiteX30" fmla="*/ 5223043 w 8037833"/>
              <a:gd name="connsiteY30" fmla="*/ 3491664 h 3784177"/>
              <a:gd name="connsiteX31" fmla="*/ 5167992 w 8037833"/>
              <a:gd name="connsiteY31" fmla="*/ 3486279 h 3784177"/>
              <a:gd name="connsiteX32" fmla="*/ 5034489 w 8037833"/>
              <a:gd name="connsiteY32" fmla="*/ 3483520 h 3784177"/>
              <a:gd name="connsiteX33" fmla="*/ 4890003 w 8037833"/>
              <a:gd name="connsiteY33" fmla="*/ 3469874 h 3784177"/>
              <a:gd name="connsiteX34" fmla="*/ 4856654 w 8037833"/>
              <a:gd name="connsiteY34" fmla="*/ 3481880 h 3784177"/>
              <a:gd name="connsiteX35" fmla="*/ 4800711 w 8037833"/>
              <a:gd name="connsiteY35" fmla="*/ 3501441 h 3784177"/>
              <a:gd name="connsiteX36" fmla="*/ 4761569 w 8037833"/>
              <a:gd name="connsiteY36" fmla="*/ 3538103 h 3784177"/>
              <a:gd name="connsiteX37" fmla="*/ 4713734 w 8037833"/>
              <a:gd name="connsiteY37" fmla="*/ 3545724 h 3784177"/>
              <a:gd name="connsiteX38" fmla="*/ 4649120 w 8037833"/>
              <a:gd name="connsiteY38" fmla="*/ 3536392 h 3784177"/>
              <a:gd name="connsiteX39" fmla="*/ 4573578 w 8037833"/>
              <a:gd name="connsiteY39" fmla="*/ 3565923 h 3784177"/>
              <a:gd name="connsiteX40" fmla="*/ 4529117 w 8037833"/>
              <a:gd name="connsiteY40" fmla="*/ 3575592 h 3784177"/>
              <a:gd name="connsiteX41" fmla="*/ 4408641 w 8037833"/>
              <a:gd name="connsiteY41" fmla="*/ 3610000 h 3784177"/>
              <a:gd name="connsiteX42" fmla="*/ 4356402 w 8037833"/>
              <a:gd name="connsiteY42" fmla="*/ 3642792 h 3784177"/>
              <a:gd name="connsiteX43" fmla="*/ 4270245 w 8037833"/>
              <a:gd name="connsiteY43" fmla="*/ 3665789 h 3784177"/>
              <a:gd name="connsiteX44" fmla="*/ 4208725 w 8037833"/>
              <a:gd name="connsiteY44" fmla="*/ 3678132 h 3784177"/>
              <a:gd name="connsiteX45" fmla="*/ 4191289 w 8037833"/>
              <a:gd name="connsiteY45" fmla="*/ 3702380 h 3784177"/>
              <a:gd name="connsiteX46" fmla="*/ 4191039 w 8037833"/>
              <a:gd name="connsiteY46" fmla="*/ 3702831 h 3784177"/>
              <a:gd name="connsiteX47" fmla="*/ 4153651 w 8037833"/>
              <a:gd name="connsiteY47" fmla="*/ 3706181 h 3784177"/>
              <a:gd name="connsiteX48" fmla="*/ 4071732 w 8037833"/>
              <a:gd name="connsiteY48" fmla="*/ 3732513 h 3784177"/>
              <a:gd name="connsiteX49" fmla="*/ 4045924 w 8037833"/>
              <a:gd name="connsiteY49" fmla="*/ 3739404 h 3784177"/>
              <a:gd name="connsiteX50" fmla="*/ 4032171 w 8037833"/>
              <a:gd name="connsiteY50" fmla="*/ 3745523 h 3784177"/>
              <a:gd name="connsiteX51" fmla="*/ 4011556 w 8037833"/>
              <a:gd name="connsiteY51" fmla="*/ 3729673 h 3784177"/>
              <a:gd name="connsiteX52" fmla="*/ 3985774 w 8037833"/>
              <a:gd name="connsiteY52" fmla="*/ 3736547 h 3784177"/>
              <a:gd name="connsiteX53" fmla="*/ 3979769 w 8037833"/>
              <a:gd name="connsiteY53" fmla="*/ 3738769 h 3784177"/>
              <a:gd name="connsiteX54" fmla="*/ 3934671 w 8037833"/>
              <a:gd name="connsiteY54" fmla="*/ 3723339 h 3784177"/>
              <a:gd name="connsiteX55" fmla="*/ 3930274 w 8037833"/>
              <a:gd name="connsiteY55" fmla="*/ 3717148 h 3784177"/>
              <a:gd name="connsiteX56" fmla="*/ 3907660 w 8037833"/>
              <a:gd name="connsiteY56" fmla="*/ 3714456 h 3784177"/>
              <a:gd name="connsiteX57" fmla="*/ 3905087 w 8037833"/>
              <a:gd name="connsiteY57" fmla="*/ 3716098 h 3784177"/>
              <a:gd name="connsiteX58" fmla="*/ 3886347 w 8037833"/>
              <a:gd name="connsiteY58" fmla="*/ 3706620 h 3784177"/>
              <a:gd name="connsiteX59" fmla="*/ 3811197 w 8037833"/>
              <a:gd name="connsiteY59" fmla="*/ 3689905 h 3784177"/>
              <a:gd name="connsiteX60" fmla="*/ 3666696 w 8037833"/>
              <a:gd name="connsiteY60" fmla="*/ 3681132 h 3784177"/>
              <a:gd name="connsiteX61" fmla="*/ 3516210 w 8037833"/>
              <a:gd name="connsiteY61" fmla="*/ 3656091 h 3784177"/>
              <a:gd name="connsiteX62" fmla="*/ 3373519 w 8037833"/>
              <a:gd name="connsiteY62" fmla="*/ 3665785 h 3784177"/>
              <a:gd name="connsiteX63" fmla="*/ 3114267 w 8037833"/>
              <a:gd name="connsiteY63" fmla="*/ 3638983 h 3784177"/>
              <a:gd name="connsiteX64" fmla="*/ 3025324 w 8037833"/>
              <a:gd name="connsiteY64" fmla="*/ 3636584 h 3784177"/>
              <a:gd name="connsiteX65" fmla="*/ 2965734 w 8037833"/>
              <a:gd name="connsiteY65" fmla="*/ 3635676 h 3784177"/>
              <a:gd name="connsiteX66" fmla="*/ 2961603 w 8037833"/>
              <a:gd name="connsiteY66" fmla="*/ 3638221 h 3784177"/>
              <a:gd name="connsiteX67" fmla="*/ 2944959 w 8037833"/>
              <a:gd name="connsiteY67" fmla="*/ 3639723 h 3784177"/>
              <a:gd name="connsiteX68" fmla="*/ 2940402 w 8037833"/>
              <a:gd name="connsiteY68" fmla="*/ 3651000 h 3784177"/>
              <a:gd name="connsiteX69" fmla="*/ 2884777 w 8037833"/>
              <a:gd name="connsiteY69" fmla="*/ 3660775 h 3784177"/>
              <a:gd name="connsiteX70" fmla="*/ 2750902 w 8037833"/>
              <a:gd name="connsiteY70" fmla="*/ 3665203 h 3784177"/>
              <a:gd name="connsiteX71" fmla="*/ 2651827 w 8037833"/>
              <a:gd name="connsiteY71" fmla="*/ 3646306 h 3784177"/>
              <a:gd name="connsiteX72" fmla="*/ 2618680 w 8037833"/>
              <a:gd name="connsiteY72" fmla="*/ 3656755 h 3784177"/>
              <a:gd name="connsiteX73" fmla="*/ 2572404 w 8037833"/>
              <a:gd name="connsiteY73" fmla="*/ 3664043 h 3784177"/>
              <a:gd name="connsiteX74" fmla="*/ 2423704 w 8037833"/>
              <a:gd name="connsiteY74" fmla="*/ 3658079 h 3784177"/>
              <a:gd name="connsiteX75" fmla="*/ 2301172 w 8037833"/>
              <a:gd name="connsiteY75" fmla="*/ 3663053 h 3784177"/>
              <a:gd name="connsiteX76" fmla="*/ 2231055 w 8037833"/>
              <a:gd name="connsiteY76" fmla="*/ 3673230 h 3784177"/>
              <a:gd name="connsiteX77" fmla="*/ 2082844 w 8037833"/>
              <a:gd name="connsiteY77" fmla="*/ 3645349 h 3784177"/>
              <a:gd name="connsiteX78" fmla="*/ 1938480 w 8037833"/>
              <a:gd name="connsiteY78" fmla="*/ 3632600 h 3784177"/>
              <a:gd name="connsiteX79" fmla="*/ 1860608 w 8037833"/>
              <a:gd name="connsiteY79" fmla="*/ 3618261 h 3784177"/>
              <a:gd name="connsiteX80" fmla="*/ 1704758 w 8037833"/>
              <a:gd name="connsiteY80" fmla="*/ 3637625 h 3784177"/>
              <a:gd name="connsiteX81" fmla="*/ 1664576 w 8037833"/>
              <a:gd name="connsiteY81" fmla="*/ 3638572 h 3784177"/>
              <a:gd name="connsiteX82" fmla="*/ 1577459 w 8037833"/>
              <a:gd name="connsiteY82" fmla="*/ 3658824 h 3784177"/>
              <a:gd name="connsiteX83" fmla="*/ 1527269 w 8037833"/>
              <a:gd name="connsiteY83" fmla="*/ 3663088 h 3784177"/>
              <a:gd name="connsiteX84" fmla="*/ 1390118 w 8037833"/>
              <a:gd name="connsiteY84" fmla="*/ 3682789 h 3784177"/>
              <a:gd name="connsiteX85" fmla="*/ 1268521 w 8037833"/>
              <a:gd name="connsiteY85" fmla="*/ 3713114 h 3784177"/>
              <a:gd name="connsiteX86" fmla="*/ 1186863 w 8037833"/>
              <a:gd name="connsiteY86" fmla="*/ 3736384 h 3784177"/>
              <a:gd name="connsiteX87" fmla="*/ 1073929 w 8037833"/>
              <a:gd name="connsiteY87" fmla="*/ 3776166 h 3784177"/>
              <a:gd name="connsiteX88" fmla="*/ 1039167 w 8037833"/>
              <a:gd name="connsiteY88" fmla="*/ 3784177 h 3784177"/>
              <a:gd name="connsiteX89" fmla="*/ 989223 w 8037833"/>
              <a:gd name="connsiteY89" fmla="*/ 3770303 h 3784177"/>
              <a:gd name="connsiteX90" fmla="*/ 907906 w 8037833"/>
              <a:gd name="connsiteY90" fmla="*/ 3757678 h 3784177"/>
              <a:gd name="connsiteX91" fmla="*/ 833137 w 8037833"/>
              <a:gd name="connsiteY91" fmla="*/ 3744175 h 3784177"/>
              <a:gd name="connsiteX92" fmla="*/ 742042 w 8037833"/>
              <a:gd name="connsiteY92" fmla="*/ 3747612 h 3784177"/>
              <a:gd name="connsiteX93" fmla="*/ 659460 w 8037833"/>
              <a:gd name="connsiteY93" fmla="*/ 3740429 h 3784177"/>
              <a:gd name="connsiteX94" fmla="*/ 556552 w 8037833"/>
              <a:gd name="connsiteY94" fmla="*/ 3739124 h 3784177"/>
              <a:gd name="connsiteX95" fmla="*/ 385384 w 8037833"/>
              <a:gd name="connsiteY95" fmla="*/ 3726388 h 3784177"/>
              <a:gd name="connsiteX96" fmla="*/ 339711 w 8037833"/>
              <a:gd name="connsiteY96" fmla="*/ 3718242 h 3784177"/>
              <a:gd name="connsiteX97" fmla="*/ 222239 w 8037833"/>
              <a:gd name="connsiteY97" fmla="*/ 3672335 h 3784177"/>
              <a:gd name="connsiteX98" fmla="*/ 163578 w 8037833"/>
              <a:gd name="connsiteY98" fmla="*/ 3656292 h 3784177"/>
              <a:gd name="connsiteX99" fmla="*/ 72220 w 8037833"/>
              <a:gd name="connsiteY99" fmla="*/ 3645272 h 3784177"/>
              <a:gd name="connsiteX100" fmla="*/ 44395 w 8037833"/>
              <a:gd name="connsiteY100" fmla="*/ 3639455 h 3784177"/>
              <a:gd name="connsiteX101" fmla="*/ 1962 w 8037833"/>
              <a:gd name="connsiteY101" fmla="*/ 3635948 h 3784177"/>
              <a:gd name="connsiteX102" fmla="*/ 0 w 8037833"/>
              <a:gd name="connsiteY102" fmla="*/ 3635261 h 3784177"/>
              <a:gd name="connsiteX103" fmla="*/ 0 w 8037833"/>
              <a:gd name="connsiteY103" fmla="*/ 12763 h 37841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8037833" h="3784177">
                <a:moveTo>
                  <a:pt x="0" y="12763"/>
                </a:moveTo>
                <a:lnTo>
                  <a:pt x="8037833" y="0"/>
                </a:lnTo>
                <a:lnTo>
                  <a:pt x="8037833" y="3123098"/>
                </a:lnTo>
                <a:lnTo>
                  <a:pt x="8034343" y="3122573"/>
                </a:lnTo>
                <a:cubicBezTo>
                  <a:pt x="7983474" y="3121603"/>
                  <a:pt x="7950774" y="3135358"/>
                  <a:pt x="7873273" y="3143820"/>
                </a:cubicBezTo>
                <a:cubicBezTo>
                  <a:pt x="7815955" y="3157300"/>
                  <a:pt x="7736505" y="3157529"/>
                  <a:pt x="7725050" y="3176697"/>
                </a:cubicBezTo>
                <a:cubicBezTo>
                  <a:pt x="7648512" y="3193606"/>
                  <a:pt x="7643300" y="3178029"/>
                  <a:pt x="7576893" y="3201588"/>
                </a:cubicBezTo>
                <a:cubicBezTo>
                  <a:pt x="7520245" y="3242172"/>
                  <a:pt x="7469878" y="3228579"/>
                  <a:pt x="7394769" y="3276296"/>
                </a:cubicBezTo>
                <a:cubicBezTo>
                  <a:pt x="7357768" y="3274736"/>
                  <a:pt x="7328904" y="3286613"/>
                  <a:pt x="7293055" y="3276425"/>
                </a:cubicBezTo>
                <a:cubicBezTo>
                  <a:pt x="7277199" y="3267084"/>
                  <a:pt x="7243628" y="3294904"/>
                  <a:pt x="7225028" y="3269266"/>
                </a:cubicBezTo>
                <a:cubicBezTo>
                  <a:pt x="7223645" y="3287895"/>
                  <a:pt x="7188542" y="3271541"/>
                  <a:pt x="7180777" y="3262890"/>
                </a:cubicBezTo>
                <a:cubicBezTo>
                  <a:pt x="7171770" y="3271019"/>
                  <a:pt x="7156637" y="3256184"/>
                  <a:pt x="7146896" y="3256975"/>
                </a:cubicBezTo>
                <a:cubicBezTo>
                  <a:pt x="7127629" y="3216232"/>
                  <a:pt x="7125488" y="3280164"/>
                  <a:pt x="7101771" y="3257015"/>
                </a:cubicBezTo>
                <a:cubicBezTo>
                  <a:pt x="7091351" y="3270846"/>
                  <a:pt x="7056023" y="3300186"/>
                  <a:pt x="7028065" y="3312694"/>
                </a:cubicBezTo>
                <a:cubicBezTo>
                  <a:pt x="6973069" y="3340015"/>
                  <a:pt x="6969266" y="3372516"/>
                  <a:pt x="6912506" y="3361478"/>
                </a:cubicBezTo>
                <a:cubicBezTo>
                  <a:pt x="6904521" y="3387853"/>
                  <a:pt x="6807293" y="3321424"/>
                  <a:pt x="6819463" y="3368624"/>
                </a:cubicBezTo>
                <a:cubicBezTo>
                  <a:pt x="6800520" y="3366318"/>
                  <a:pt x="6786640" y="3347534"/>
                  <a:pt x="6797198" y="3378256"/>
                </a:cubicBezTo>
                <a:lnTo>
                  <a:pt x="6687784" y="3376132"/>
                </a:lnTo>
                <a:cubicBezTo>
                  <a:pt x="6627134" y="3384700"/>
                  <a:pt x="6589262" y="3407309"/>
                  <a:pt x="6526982" y="3395855"/>
                </a:cubicBezTo>
                <a:cubicBezTo>
                  <a:pt x="6465982" y="3394483"/>
                  <a:pt x="6435204" y="3374346"/>
                  <a:pt x="6352283" y="3374762"/>
                </a:cubicBezTo>
                <a:cubicBezTo>
                  <a:pt x="6293888" y="3372097"/>
                  <a:pt x="6210346" y="3356471"/>
                  <a:pt x="6151276" y="3366439"/>
                </a:cubicBezTo>
                <a:cubicBezTo>
                  <a:pt x="6080563" y="3342600"/>
                  <a:pt x="6098061" y="3372084"/>
                  <a:pt x="6022263" y="3359057"/>
                </a:cubicBezTo>
                <a:cubicBezTo>
                  <a:pt x="5989123" y="3410585"/>
                  <a:pt x="5931322" y="3384912"/>
                  <a:pt x="5891274" y="3397681"/>
                </a:cubicBezTo>
                <a:cubicBezTo>
                  <a:pt x="5845239" y="3408862"/>
                  <a:pt x="5792317" y="3420977"/>
                  <a:pt x="5746050" y="3426142"/>
                </a:cubicBezTo>
                <a:cubicBezTo>
                  <a:pt x="5709404" y="3402923"/>
                  <a:pt x="5659139" y="3459917"/>
                  <a:pt x="5613670" y="3428671"/>
                </a:cubicBezTo>
                <a:cubicBezTo>
                  <a:pt x="5596941" y="3421144"/>
                  <a:pt x="5545141" y="3422095"/>
                  <a:pt x="5535334" y="3437044"/>
                </a:cubicBezTo>
                <a:cubicBezTo>
                  <a:pt x="5524532" y="3440286"/>
                  <a:pt x="5511933" y="3434991"/>
                  <a:pt x="5506940" y="3450999"/>
                </a:cubicBezTo>
                <a:cubicBezTo>
                  <a:pt x="5498692" y="3470265"/>
                  <a:pt x="5461008" y="3440518"/>
                  <a:pt x="5466372" y="3463245"/>
                </a:cubicBezTo>
                <a:cubicBezTo>
                  <a:pt x="5439614" y="3442862"/>
                  <a:pt x="5418331" y="3483220"/>
                  <a:pt x="5395833" y="3493194"/>
                </a:cubicBezTo>
                <a:cubicBezTo>
                  <a:pt x="5374758" y="3472971"/>
                  <a:pt x="5354436" y="3500114"/>
                  <a:pt x="5305325" y="3505200"/>
                </a:cubicBezTo>
                <a:cubicBezTo>
                  <a:pt x="5282149" y="3481812"/>
                  <a:pt x="5266154" y="3522676"/>
                  <a:pt x="5223043" y="3491664"/>
                </a:cubicBezTo>
                <a:cubicBezTo>
                  <a:pt x="5200154" y="3491478"/>
                  <a:pt x="5207329" y="3491346"/>
                  <a:pt x="5167992" y="3486279"/>
                </a:cubicBezTo>
                <a:cubicBezTo>
                  <a:pt x="5107971" y="3480838"/>
                  <a:pt x="5089784" y="3489924"/>
                  <a:pt x="5034489" y="3483520"/>
                </a:cubicBezTo>
                <a:cubicBezTo>
                  <a:pt x="4972450" y="3481234"/>
                  <a:pt x="4971120" y="3508066"/>
                  <a:pt x="4890003" y="3469874"/>
                </a:cubicBezTo>
                <a:cubicBezTo>
                  <a:pt x="4883619" y="3488080"/>
                  <a:pt x="4873972" y="3489465"/>
                  <a:pt x="4856654" y="3481880"/>
                </a:cubicBezTo>
                <a:cubicBezTo>
                  <a:pt x="4826649" y="3482096"/>
                  <a:pt x="4833746" y="3526606"/>
                  <a:pt x="4800711" y="3501441"/>
                </a:cubicBezTo>
                <a:cubicBezTo>
                  <a:pt x="4808694" y="3525119"/>
                  <a:pt x="4745093" y="3513953"/>
                  <a:pt x="4761569" y="3538103"/>
                </a:cubicBezTo>
                <a:cubicBezTo>
                  <a:pt x="4744478" y="3561060"/>
                  <a:pt x="4730992" y="3525632"/>
                  <a:pt x="4713734" y="3545724"/>
                </a:cubicBezTo>
                <a:cubicBezTo>
                  <a:pt x="4694993" y="3545439"/>
                  <a:pt x="4672479" y="3533026"/>
                  <a:pt x="4649120" y="3536392"/>
                </a:cubicBezTo>
                <a:cubicBezTo>
                  <a:pt x="4617081" y="3524764"/>
                  <a:pt x="4613909" y="3550370"/>
                  <a:pt x="4573578" y="3565923"/>
                </a:cubicBezTo>
                <a:cubicBezTo>
                  <a:pt x="4554559" y="3553131"/>
                  <a:pt x="4541305" y="3561025"/>
                  <a:pt x="4529117" y="3575592"/>
                </a:cubicBezTo>
                <a:cubicBezTo>
                  <a:pt x="4488096" y="3574977"/>
                  <a:pt x="4453361" y="3598310"/>
                  <a:pt x="4408641" y="3610000"/>
                </a:cubicBezTo>
                <a:cubicBezTo>
                  <a:pt x="4359520" y="3631497"/>
                  <a:pt x="4386585" y="3626629"/>
                  <a:pt x="4356402" y="3642792"/>
                </a:cubicBezTo>
                <a:lnTo>
                  <a:pt x="4270245" y="3665789"/>
                </a:lnTo>
                <a:lnTo>
                  <a:pt x="4208725" y="3678132"/>
                </a:lnTo>
                <a:lnTo>
                  <a:pt x="4191289" y="3702380"/>
                </a:lnTo>
                <a:lnTo>
                  <a:pt x="4191039" y="3702831"/>
                </a:lnTo>
                <a:lnTo>
                  <a:pt x="4153651" y="3706181"/>
                </a:lnTo>
                <a:cubicBezTo>
                  <a:pt x="4133767" y="3711128"/>
                  <a:pt x="4094301" y="3726234"/>
                  <a:pt x="4071732" y="3732513"/>
                </a:cubicBezTo>
                <a:cubicBezTo>
                  <a:pt x="4051251" y="3727949"/>
                  <a:pt x="4038650" y="3707633"/>
                  <a:pt x="4045924" y="3739404"/>
                </a:cubicBezTo>
                <a:cubicBezTo>
                  <a:pt x="4039196" y="3738807"/>
                  <a:pt x="4035086" y="3741389"/>
                  <a:pt x="4032171" y="3745523"/>
                </a:cubicBezTo>
                <a:lnTo>
                  <a:pt x="4011556" y="3729673"/>
                </a:lnTo>
                <a:lnTo>
                  <a:pt x="3985774" y="3736547"/>
                </a:lnTo>
                <a:lnTo>
                  <a:pt x="3979769" y="3738769"/>
                </a:lnTo>
                <a:lnTo>
                  <a:pt x="3934671" y="3723339"/>
                </a:lnTo>
                <a:lnTo>
                  <a:pt x="3930274" y="3717148"/>
                </a:lnTo>
                <a:cubicBezTo>
                  <a:pt x="3925557" y="3713336"/>
                  <a:pt x="3918845" y="3711571"/>
                  <a:pt x="3907660" y="3714456"/>
                </a:cubicBezTo>
                <a:lnTo>
                  <a:pt x="3905087" y="3716098"/>
                </a:lnTo>
                <a:lnTo>
                  <a:pt x="3886347" y="3706620"/>
                </a:lnTo>
                <a:cubicBezTo>
                  <a:pt x="3880298" y="3702306"/>
                  <a:pt x="3815582" y="3696877"/>
                  <a:pt x="3811197" y="3689905"/>
                </a:cubicBezTo>
                <a:cubicBezTo>
                  <a:pt x="3740331" y="3707163"/>
                  <a:pt x="3735452" y="3676537"/>
                  <a:pt x="3666696" y="3681132"/>
                </a:cubicBezTo>
                <a:cubicBezTo>
                  <a:pt x="3607148" y="3634465"/>
                  <a:pt x="3569589" y="3662889"/>
                  <a:pt x="3516210" y="3656091"/>
                </a:cubicBezTo>
                <a:cubicBezTo>
                  <a:pt x="3465369" y="3651308"/>
                  <a:pt x="3441828" y="3666410"/>
                  <a:pt x="3373519" y="3665785"/>
                </a:cubicBezTo>
                <a:cubicBezTo>
                  <a:pt x="3301144" y="3655607"/>
                  <a:pt x="3195679" y="3661016"/>
                  <a:pt x="3114267" y="3638983"/>
                </a:cubicBezTo>
                <a:cubicBezTo>
                  <a:pt x="3050301" y="3631891"/>
                  <a:pt x="3050080" y="3637135"/>
                  <a:pt x="3025324" y="3636584"/>
                </a:cubicBezTo>
                <a:cubicBezTo>
                  <a:pt x="3017092" y="3639607"/>
                  <a:pt x="2973615" y="3630768"/>
                  <a:pt x="2965734" y="3635676"/>
                </a:cubicBezTo>
                <a:lnTo>
                  <a:pt x="2961603" y="3638221"/>
                </a:lnTo>
                <a:lnTo>
                  <a:pt x="2944959" y="3639723"/>
                </a:lnTo>
                <a:lnTo>
                  <a:pt x="2940402" y="3651000"/>
                </a:lnTo>
                <a:lnTo>
                  <a:pt x="2884777" y="3660775"/>
                </a:lnTo>
                <a:cubicBezTo>
                  <a:pt x="2847798" y="3633323"/>
                  <a:pt x="2816224" y="3666073"/>
                  <a:pt x="2750902" y="3665203"/>
                </a:cubicBezTo>
                <a:cubicBezTo>
                  <a:pt x="2733591" y="3655721"/>
                  <a:pt x="2664700" y="3632640"/>
                  <a:pt x="2651827" y="3646306"/>
                </a:cubicBezTo>
                <a:cubicBezTo>
                  <a:pt x="2639507" y="3648229"/>
                  <a:pt x="2626416" y="3641459"/>
                  <a:pt x="2618680" y="3656755"/>
                </a:cubicBezTo>
                <a:cubicBezTo>
                  <a:pt x="2606912" y="3674893"/>
                  <a:pt x="2569710" y="3640834"/>
                  <a:pt x="2572404" y="3664043"/>
                </a:cubicBezTo>
                <a:cubicBezTo>
                  <a:pt x="2539908" y="3664264"/>
                  <a:pt x="2468909" y="3658244"/>
                  <a:pt x="2423704" y="3658079"/>
                </a:cubicBezTo>
                <a:cubicBezTo>
                  <a:pt x="2401541" y="3632076"/>
                  <a:pt x="2336245" y="3667858"/>
                  <a:pt x="2301172" y="3663053"/>
                </a:cubicBezTo>
                <a:cubicBezTo>
                  <a:pt x="2270382" y="3664836"/>
                  <a:pt x="2267443" y="3678406"/>
                  <a:pt x="2231055" y="3673230"/>
                </a:cubicBezTo>
                <a:cubicBezTo>
                  <a:pt x="2166181" y="3668829"/>
                  <a:pt x="2142671" y="3658345"/>
                  <a:pt x="2082844" y="3645349"/>
                </a:cubicBezTo>
                <a:cubicBezTo>
                  <a:pt x="2015031" y="3635633"/>
                  <a:pt x="2014280" y="3649098"/>
                  <a:pt x="1938480" y="3632600"/>
                </a:cubicBezTo>
                <a:cubicBezTo>
                  <a:pt x="1920997" y="3627656"/>
                  <a:pt x="1878559" y="3627872"/>
                  <a:pt x="1860608" y="3618261"/>
                </a:cubicBezTo>
                <a:cubicBezTo>
                  <a:pt x="1835500" y="3623550"/>
                  <a:pt x="1732415" y="3629919"/>
                  <a:pt x="1704758" y="3637625"/>
                </a:cubicBezTo>
                <a:cubicBezTo>
                  <a:pt x="1665493" y="3642494"/>
                  <a:pt x="1699638" y="3634297"/>
                  <a:pt x="1664576" y="3638572"/>
                </a:cubicBezTo>
                <a:cubicBezTo>
                  <a:pt x="1631025" y="3623179"/>
                  <a:pt x="1623938" y="3648223"/>
                  <a:pt x="1577459" y="3658824"/>
                </a:cubicBezTo>
                <a:cubicBezTo>
                  <a:pt x="1558372" y="3643840"/>
                  <a:pt x="1542705" y="3650086"/>
                  <a:pt x="1527269" y="3663088"/>
                </a:cubicBezTo>
                <a:cubicBezTo>
                  <a:pt x="1482304" y="3657554"/>
                  <a:pt x="1440875" y="3676551"/>
                  <a:pt x="1390118" y="3682789"/>
                </a:cubicBezTo>
                <a:cubicBezTo>
                  <a:pt x="1335668" y="3664499"/>
                  <a:pt x="1322763" y="3706607"/>
                  <a:pt x="1268521" y="3713114"/>
                </a:cubicBezTo>
                <a:cubicBezTo>
                  <a:pt x="1221719" y="3743578"/>
                  <a:pt x="1232376" y="3739345"/>
                  <a:pt x="1186863" y="3736384"/>
                </a:cubicBezTo>
                <a:cubicBezTo>
                  <a:pt x="1144916" y="3732620"/>
                  <a:pt x="1160518" y="3788811"/>
                  <a:pt x="1073929" y="3776166"/>
                </a:cubicBezTo>
                <a:cubicBezTo>
                  <a:pt x="1067541" y="3770370"/>
                  <a:pt x="1037785" y="3776256"/>
                  <a:pt x="1039167" y="3784177"/>
                </a:cubicBezTo>
                <a:cubicBezTo>
                  <a:pt x="1031939" y="3781717"/>
                  <a:pt x="991014" y="3757614"/>
                  <a:pt x="989223" y="3770303"/>
                </a:cubicBezTo>
                <a:cubicBezTo>
                  <a:pt x="952800" y="3771798"/>
                  <a:pt x="940354" y="3773288"/>
                  <a:pt x="907906" y="3757678"/>
                </a:cubicBezTo>
                <a:cubicBezTo>
                  <a:pt x="889095" y="3752752"/>
                  <a:pt x="883898" y="3755894"/>
                  <a:pt x="833137" y="3744175"/>
                </a:cubicBezTo>
                <a:cubicBezTo>
                  <a:pt x="796341" y="3755808"/>
                  <a:pt x="789110" y="3730978"/>
                  <a:pt x="742042" y="3747612"/>
                </a:cubicBezTo>
                <a:cubicBezTo>
                  <a:pt x="717806" y="3746591"/>
                  <a:pt x="677954" y="3751976"/>
                  <a:pt x="659460" y="3740429"/>
                </a:cubicBezTo>
                <a:cubicBezTo>
                  <a:pt x="630609" y="3788461"/>
                  <a:pt x="587162" y="3738081"/>
                  <a:pt x="556552" y="3739124"/>
                </a:cubicBezTo>
                <a:cubicBezTo>
                  <a:pt x="512191" y="3741235"/>
                  <a:pt x="421524" y="3729868"/>
                  <a:pt x="385384" y="3726388"/>
                </a:cubicBezTo>
                <a:cubicBezTo>
                  <a:pt x="371829" y="3727776"/>
                  <a:pt x="368220" y="3731702"/>
                  <a:pt x="339711" y="3718242"/>
                </a:cubicBezTo>
                <a:cubicBezTo>
                  <a:pt x="302559" y="3699664"/>
                  <a:pt x="266533" y="3688299"/>
                  <a:pt x="222239" y="3672335"/>
                </a:cubicBezTo>
                <a:cubicBezTo>
                  <a:pt x="210647" y="3639657"/>
                  <a:pt x="164789" y="3691878"/>
                  <a:pt x="163578" y="3656292"/>
                </a:cubicBezTo>
                <a:cubicBezTo>
                  <a:pt x="143579" y="3679822"/>
                  <a:pt x="105972" y="3643221"/>
                  <a:pt x="72220" y="3645272"/>
                </a:cubicBezTo>
                <a:cubicBezTo>
                  <a:pt x="65331" y="3629421"/>
                  <a:pt x="57584" y="3630437"/>
                  <a:pt x="44395" y="3639455"/>
                </a:cubicBezTo>
                <a:cubicBezTo>
                  <a:pt x="30887" y="3640873"/>
                  <a:pt x="16617" y="3639423"/>
                  <a:pt x="1962" y="3635948"/>
                </a:cubicBezTo>
                <a:lnTo>
                  <a:pt x="0" y="3635261"/>
                </a:lnTo>
                <a:lnTo>
                  <a:pt x="0" y="12763"/>
                </a:lnTo>
                <a:close/>
              </a:path>
            </a:pathLst>
          </a:custGeom>
          <a:solidFill>
            <a:srgbClr val="82766A">
              <a:alpha val="1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27BE1B71-5D1B-4A3B-6596-9E59A0CB2F72}"/>
              </a:ext>
            </a:extLst>
          </p:cNvPr>
          <p:cNvSpPr>
            <a:spLocks noGrp="1"/>
          </p:cNvSpPr>
          <p:nvPr>
            <p:ph type="ctrTitle"/>
          </p:nvPr>
        </p:nvSpPr>
        <p:spPr>
          <a:xfrm>
            <a:off x="2537924" y="1960280"/>
            <a:ext cx="7127248" cy="2151645"/>
          </a:xfrm>
        </p:spPr>
        <p:txBody>
          <a:bodyPr anchor="ctr">
            <a:normAutofit/>
          </a:bodyPr>
          <a:lstStyle/>
          <a:p>
            <a:r>
              <a:rPr lang="fr-CA" sz="4800" dirty="0">
                <a:solidFill>
                  <a:schemeClr val="tx1">
                    <a:lumMod val="85000"/>
                    <a:lumOff val="15000"/>
                  </a:schemeClr>
                </a:solidFill>
              </a:rPr>
              <a:t>L’évolution du SDLC</a:t>
            </a:r>
          </a:p>
        </p:txBody>
      </p:sp>
      <p:sp>
        <p:nvSpPr>
          <p:cNvPr id="3" name="Sous-titre 2">
            <a:extLst>
              <a:ext uri="{FF2B5EF4-FFF2-40B4-BE49-F238E27FC236}">
                <a16:creationId xmlns:a16="http://schemas.microsoft.com/office/drawing/2014/main" id="{64FF29E4-F36D-636F-FF0D-2B0D25914C27}"/>
              </a:ext>
            </a:extLst>
          </p:cNvPr>
          <p:cNvSpPr>
            <a:spLocks noGrp="1"/>
          </p:cNvSpPr>
          <p:nvPr>
            <p:ph type="subTitle" idx="1"/>
          </p:nvPr>
        </p:nvSpPr>
        <p:spPr>
          <a:xfrm>
            <a:off x="2557930" y="5542919"/>
            <a:ext cx="7076141" cy="604223"/>
          </a:xfrm>
        </p:spPr>
        <p:txBody>
          <a:bodyPr>
            <a:normAutofit/>
          </a:bodyPr>
          <a:lstStyle/>
          <a:p>
            <a:r>
              <a:rPr lang="fr-CA" sz="1800">
                <a:solidFill>
                  <a:schemeClr val="tx1">
                    <a:lumMod val="85000"/>
                    <a:lumOff val="15000"/>
                  </a:schemeClr>
                </a:solidFill>
              </a:rPr>
              <a:t>…</a:t>
            </a:r>
          </a:p>
        </p:txBody>
      </p:sp>
      <p:sp>
        <p:nvSpPr>
          <p:cNvPr id="31" name="Rectangle 6">
            <a:extLst>
              <a:ext uri="{FF2B5EF4-FFF2-40B4-BE49-F238E27FC236}">
                <a16:creationId xmlns:a16="http://schemas.microsoft.com/office/drawing/2014/main" id="{6AA9F379-605C-48FC-AA29-73D667134A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900998"/>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186556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13">
            <a:extLst>
              <a:ext uri="{FF2B5EF4-FFF2-40B4-BE49-F238E27FC236}">
                <a16:creationId xmlns:a16="http://schemas.microsoft.com/office/drawing/2014/main" id="{41F49F14-4BC1-1A54-3A3D-5DCBD4521C30}"/>
              </a:ext>
            </a:extLst>
          </p:cNvPr>
          <p:cNvGraphicFramePr>
            <a:graphicFrameLocks noGrp="1"/>
          </p:cNvGraphicFramePr>
          <p:nvPr>
            <p:extLst>
              <p:ext uri="{D42A27DB-BD31-4B8C-83A1-F6EECF244321}">
                <p14:modId xmlns:p14="http://schemas.microsoft.com/office/powerpoint/2010/main" val="4292824544"/>
              </p:ext>
            </p:extLst>
          </p:nvPr>
        </p:nvGraphicFramePr>
        <p:xfrm>
          <a:off x="1861574" y="2209800"/>
          <a:ext cx="8086723" cy="1219200"/>
        </p:xfrm>
        <a:graphic>
          <a:graphicData uri="http://schemas.openxmlformats.org/drawingml/2006/table">
            <a:tbl>
              <a:tblPr firstRow="1" bandRow="1">
                <a:tableStyleId>{5C22544A-7EE6-4342-B048-85BDC9FD1C3A}</a:tableStyleId>
              </a:tblPr>
              <a:tblGrid>
                <a:gridCol w="1171573">
                  <a:extLst>
                    <a:ext uri="{9D8B030D-6E8A-4147-A177-3AD203B41FA5}">
                      <a16:colId xmlns:a16="http://schemas.microsoft.com/office/drawing/2014/main" val="1698110983"/>
                    </a:ext>
                  </a:extLst>
                </a:gridCol>
                <a:gridCol w="1057275">
                  <a:extLst>
                    <a:ext uri="{9D8B030D-6E8A-4147-A177-3AD203B41FA5}">
                      <a16:colId xmlns:a16="http://schemas.microsoft.com/office/drawing/2014/main" val="1136855438"/>
                    </a:ext>
                  </a:extLst>
                </a:gridCol>
                <a:gridCol w="1085850">
                  <a:extLst>
                    <a:ext uri="{9D8B030D-6E8A-4147-A177-3AD203B41FA5}">
                      <a16:colId xmlns:a16="http://schemas.microsoft.com/office/drawing/2014/main" val="2523017505"/>
                    </a:ext>
                  </a:extLst>
                </a:gridCol>
                <a:gridCol w="1438275">
                  <a:extLst>
                    <a:ext uri="{9D8B030D-6E8A-4147-A177-3AD203B41FA5}">
                      <a16:colId xmlns:a16="http://schemas.microsoft.com/office/drawing/2014/main" val="1833509840"/>
                    </a:ext>
                  </a:extLst>
                </a:gridCol>
                <a:gridCol w="904875">
                  <a:extLst>
                    <a:ext uri="{9D8B030D-6E8A-4147-A177-3AD203B41FA5}">
                      <a16:colId xmlns:a16="http://schemas.microsoft.com/office/drawing/2014/main" val="3463737110"/>
                    </a:ext>
                  </a:extLst>
                </a:gridCol>
                <a:gridCol w="1123950">
                  <a:extLst>
                    <a:ext uri="{9D8B030D-6E8A-4147-A177-3AD203B41FA5}">
                      <a16:colId xmlns:a16="http://schemas.microsoft.com/office/drawing/2014/main" val="3213254897"/>
                    </a:ext>
                  </a:extLst>
                </a:gridCol>
                <a:gridCol w="1304925">
                  <a:extLst>
                    <a:ext uri="{9D8B030D-6E8A-4147-A177-3AD203B41FA5}">
                      <a16:colId xmlns:a16="http://schemas.microsoft.com/office/drawing/2014/main" val="2408503863"/>
                    </a:ext>
                  </a:extLst>
                </a:gridCol>
              </a:tblGrid>
              <a:tr h="370840">
                <a:tc>
                  <a:txBody>
                    <a:bodyPr/>
                    <a:lstStyle/>
                    <a:p>
                      <a:pPr lvl="0" algn="ctr">
                        <a:lnSpc>
                          <a:spcPct val="100000"/>
                        </a:lnSpc>
                        <a:spcBef>
                          <a:spcPts val="0"/>
                        </a:spcBef>
                        <a:spcAft>
                          <a:spcPts val="0"/>
                        </a:spcAft>
                        <a:buNone/>
                      </a:pPr>
                      <a:r>
                        <a:rPr lang="fr-CA" sz="4000" b="1" i="0" u="none" strike="noStrike" noProof="0" dirty="0">
                          <a:solidFill>
                            <a:srgbClr val="9D1E8F"/>
                          </a:solidFill>
                          <a:latin typeface="Calibri"/>
                          <a:ea typeface="Calibri"/>
                          <a:cs typeface="Calibri"/>
                        </a:rPr>
                        <a:t>1</a:t>
                      </a:r>
                      <a:endParaRPr lang="fr-CA" sz="1600" b="1" i="0" u="none" strike="sngStrike" noProof="0" dirty="0">
                        <a:solidFill>
                          <a:schemeClr val="tx1"/>
                        </a:solidFill>
                        <a:latin typeface="Calibri"/>
                        <a:ea typeface="Calibri"/>
                        <a:cs typeface="Calibri"/>
                      </a:endParaRPr>
                    </a:p>
                    <a:p>
                      <a:pPr lvl="0" algn="ctr">
                        <a:lnSpc>
                          <a:spcPct val="100000"/>
                        </a:lnSpc>
                        <a:spcBef>
                          <a:spcPts val="0"/>
                        </a:spcBef>
                        <a:spcAft>
                          <a:spcPts val="0"/>
                        </a:spcAft>
                        <a:buNone/>
                      </a:pPr>
                      <a:r>
                        <a:rPr lang="fr-CA" sz="1600" b="1" i="0" u="none" strike="noStrike" noProof="0" dirty="0">
                          <a:solidFill>
                            <a:srgbClr val="9D1E8F"/>
                          </a:solidFill>
                          <a:latin typeface="Calibri"/>
                          <a:ea typeface="Calibri"/>
                          <a:cs typeface="Calibri"/>
                        </a:rPr>
                        <a:t>PLANIFIER</a:t>
                      </a:r>
                      <a:endParaRPr lang="fr-CA" sz="1100" b="0" i="0" u="none" strike="noStrike" noProof="0" dirty="0">
                        <a:solidFill>
                          <a:srgbClr val="9D1E8F"/>
                        </a:solidFill>
                        <a:latin typeface="Calibri"/>
                        <a:ea typeface="Calibri"/>
                        <a:cs typeface="Calibri"/>
                      </a:endParaRP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rgbClr val="9D1E8F"/>
                          </a:solidFill>
                          <a:latin typeface="Calibri"/>
                          <a:ea typeface="Calibri"/>
                          <a:cs typeface="Calibri"/>
                        </a:rPr>
                        <a:t>2</a:t>
                      </a:r>
                      <a:endParaRPr lang="fr-CA" sz="1600" b="1" i="0" u="none" strike="sngStrike" noProof="0" dirty="0">
                        <a:solidFill>
                          <a:schemeClr val="tx1"/>
                        </a:solidFill>
                        <a:latin typeface="Calibri"/>
                        <a:ea typeface="Calibri"/>
                        <a:cs typeface="Calibri"/>
                      </a:endParaRPr>
                    </a:p>
                    <a:p>
                      <a:pPr lvl="0" algn="ctr">
                        <a:lnSpc>
                          <a:spcPct val="100000"/>
                        </a:lnSpc>
                        <a:spcBef>
                          <a:spcPts val="0"/>
                        </a:spcBef>
                        <a:spcAft>
                          <a:spcPts val="0"/>
                        </a:spcAft>
                        <a:buNone/>
                      </a:pPr>
                      <a:r>
                        <a:rPr lang="fr-CA" sz="1600" b="0" i="0" u="none" strike="noStrike" noProof="0" dirty="0">
                          <a:solidFill>
                            <a:srgbClr val="9D1E8F"/>
                          </a:solidFill>
                          <a:latin typeface="Calibri"/>
                          <a:ea typeface="Calibri"/>
                          <a:cs typeface="Calibri"/>
                        </a:rPr>
                        <a:t>ANALYSER</a:t>
                      </a:r>
                      <a:endParaRPr lang="en-US" b="0" strike="noStrike" dirty="0">
                        <a:solidFill>
                          <a:srgbClr val="9D1E8F"/>
                        </a:solidFill>
                      </a:endParaRP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en-US" sz="4000" b="1" i="0" u="none" strike="noStrike" noProof="0" dirty="0">
                          <a:solidFill>
                            <a:srgbClr val="9D1E8F"/>
                          </a:solidFill>
                          <a:latin typeface="Calibri"/>
                          <a:ea typeface="Calibri"/>
                          <a:cs typeface="Calibri"/>
                        </a:rPr>
                        <a:t>3</a:t>
                      </a:r>
                      <a:endParaRPr lang="en-US" sz="1600" b="1" i="0" u="none" strike="sngStrike" noProof="0" dirty="0">
                        <a:solidFill>
                          <a:schemeClr val="tx1"/>
                        </a:solidFill>
                        <a:latin typeface="Calibri"/>
                        <a:ea typeface="Calibri"/>
                        <a:cs typeface="Calibri"/>
                      </a:endParaRPr>
                    </a:p>
                    <a:p>
                      <a:pPr lvl="0" algn="ctr">
                        <a:lnSpc>
                          <a:spcPct val="100000"/>
                        </a:lnSpc>
                        <a:spcBef>
                          <a:spcPts val="0"/>
                        </a:spcBef>
                        <a:spcAft>
                          <a:spcPts val="0"/>
                        </a:spcAft>
                        <a:buNone/>
                      </a:pPr>
                      <a:r>
                        <a:rPr lang="en-US" sz="1600" b="0" i="0" u="none" strike="noStrike" noProof="0" dirty="0">
                          <a:solidFill>
                            <a:srgbClr val="9D1E8F"/>
                          </a:solidFill>
                          <a:latin typeface="Calibri"/>
                          <a:ea typeface="Calibri"/>
                          <a:cs typeface="Calibri"/>
                        </a:rPr>
                        <a:t>DESIGNER</a:t>
                      </a:r>
                      <a:endParaRPr lang="fr-CA" sz="1600" b="0" i="0" u="none" strike="noStrike" noProof="0" dirty="0">
                        <a:solidFill>
                          <a:srgbClr val="9D1E8F"/>
                        </a:solidFill>
                        <a:latin typeface="Calibri"/>
                        <a:ea typeface="Calibri"/>
                        <a:cs typeface="Calibri"/>
                      </a:endParaRPr>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rgbClr val="9D1E8F"/>
                          </a:solidFill>
                          <a:latin typeface="Calibri"/>
                          <a:ea typeface="Calibri"/>
                          <a:cs typeface="Calibri"/>
                        </a:rPr>
                        <a:t>4</a:t>
                      </a:r>
                      <a:br>
                        <a:rPr lang="fr-CA" sz="1100" b="1" i="0" u="none" strike="noStrike" noProof="0" dirty="0">
                          <a:solidFill>
                            <a:srgbClr val="000000"/>
                          </a:solidFill>
                          <a:latin typeface="Calibri"/>
                          <a:ea typeface="Calibri"/>
                          <a:cs typeface="Calibri"/>
                        </a:rPr>
                      </a:br>
                      <a:r>
                        <a:rPr lang="en-US" sz="1600" b="0" i="0" u="none" strike="noStrike" noProof="0" dirty="0">
                          <a:solidFill>
                            <a:srgbClr val="9D1E8F"/>
                          </a:solidFill>
                          <a:latin typeface="Calibri"/>
                          <a:ea typeface="Calibri"/>
                          <a:cs typeface="Calibri"/>
                        </a:rPr>
                        <a:t>IMPLÉMENTER</a:t>
                      </a:r>
                    </a:p>
                    <a:p>
                      <a:pPr lvl="0" algn="ctr">
                        <a:lnSpc>
                          <a:spcPct val="100000"/>
                        </a:lnSpc>
                        <a:spcBef>
                          <a:spcPts val="0"/>
                        </a:spcBef>
                        <a:spcAft>
                          <a:spcPts val="0"/>
                        </a:spcAft>
                        <a:buNone/>
                      </a:pPr>
                      <a:endParaRPr lang="en-US" dirty="0"/>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rgbClr val="9D1E8F"/>
                          </a:solidFill>
                          <a:latin typeface="Calibri"/>
                          <a:ea typeface="Calibri"/>
                          <a:cs typeface="Calibri"/>
                        </a:rPr>
                        <a:t>5</a:t>
                      </a:r>
                      <a:endParaRPr lang="fr-CA" sz="4000" b="1" i="0" u="none" strike="noStrike" noProof="0" dirty="0">
                        <a:solidFill>
                          <a:srgbClr val="000000"/>
                        </a:solidFill>
                        <a:latin typeface="Calibri"/>
                        <a:ea typeface="Calibri"/>
                        <a:cs typeface="Calibri"/>
                      </a:endParaRPr>
                    </a:p>
                    <a:p>
                      <a:pPr lvl="0" algn="ctr">
                        <a:lnSpc>
                          <a:spcPct val="100000"/>
                        </a:lnSpc>
                        <a:spcBef>
                          <a:spcPts val="0"/>
                        </a:spcBef>
                        <a:spcAft>
                          <a:spcPts val="0"/>
                        </a:spcAft>
                        <a:buNone/>
                      </a:pPr>
                      <a:r>
                        <a:rPr lang="en-US" sz="1600" b="0" i="0" u="none" strike="noStrike" noProof="0" dirty="0">
                          <a:solidFill>
                            <a:srgbClr val="9D1E8F"/>
                          </a:solidFill>
                          <a:latin typeface="Calibri"/>
                          <a:ea typeface="Calibri"/>
                          <a:cs typeface="Calibri"/>
                        </a:rPr>
                        <a:t>TESTER</a:t>
                      </a: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rgbClr val="9D1E8F"/>
                          </a:solidFill>
                          <a:latin typeface="Calibri"/>
                          <a:ea typeface="Calibri"/>
                          <a:cs typeface="Calibri"/>
                        </a:rPr>
                        <a:t>6</a:t>
                      </a:r>
                      <a:endParaRPr lang="fr-CA" sz="1600" b="1" i="0" u="none" strike="sngStrike" noProof="0" dirty="0">
                        <a:solidFill>
                          <a:schemeClr val="tx1"/>
                        </a:solidFill>
                        <a:latin typeface="Calibri"/>
                        <a:ea typeface="Calibri"/>
                        <a:cs typeface="Calibri"/>
                      </a:endParaRPr>
                    </a:p>
                    <a:p>
                      <a:pPr lvl="0" algn="ctr">
                        <a:lnSpc>
                          <a:spcPct val="100000"/>
                        </a:lnSpc>
                        <a:spcBef>
                          <a:spcPts val="0"/>
                        </a:spcBef>
                        <a:spcAft>
                          <a:spcPts val="0"/>
                        </a:spcAft>
                        <a:buNone/>
                      </a:pPr>
                      <a:r>
                        <a:rPr lang="fr-CA" sz="1600" b="0" i="0" u="none" strike="noStrike" noProof="0" dirty="0">
                          <a:solidFill>
                            <a:srgbClr val="9D1E8F"/>
                          </a:solidFill>
                          <a:latin typeface="Calibri"/>
                          <a:ea typeface="Calibri"/>
                          <a:cs typeface="Calibri"/>
                        </a:rPr>
                        <a:t>DEPLOYER</a:t>
                      </a:r>
                      <a:endParaRPr lang="fr-CA" sz="1100" b="0" i="0" u="none" strike="noStrike" noProof="0" dirty="0">
                        <a:solidFill>
                          <a:srgbClr val="9D1E8F"/>
                        </a:solidFill>
                        <a:latin typeface="Calibri"/>
                        <a:ea typeface="Calibri"/>
                        <a:cs typeface="Calibri"/>
                      </a:endParaRPr>
                    </a:p>
                    <a:p>
                      <a:pPr lvl="0">
                        <a:buNone/>
                      </a:pPr>
                      <a:endParaRPr lang="en-US" dirty="0"/>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rgbClr val="9D1E8F"/>
                          </a:solidFill>
                          <a:latin typeface="Calibri"/>
                          <a:ea typeface="Calibri"/>
                          <a:cs typeface="Calibri"/>
                        </a:rPr>
                        <a:t>7</a:t>
                      </a:r>
                      <a:endParaRPr lang="fr-CA" sz="1600" b="1" i="0" u="none" strike="sngStrike" noProof="0" dirty="0">
                        <a:solidFill>
                          <a:schemeClr val="tx1"/>
                        </a:solidFill>
                        <a:latin typeface="Calibri"/>
                        <a:ea typeface="Calibri"/>
                        <a:cs typeface="Calibri"/>
                      </a:endParaRPr>
                    </a:p>
                    <a:p>
                      <a:pPr lvl="0" algn="ctr">
                        <a:lnSpc>
                          <a:spcPct val="100000"/>
                        </a:lnSpc>
                        <a:spcBef>
                          <a:spcPts val="0"/>
                        </a:spcBef>
                        <a:spcAft>
                          <a:spcPts val="0"/>
                        </a:spcAft>
                        <a:buNone/>
                      </a:pPr>
                      <a:r>
                        <a:rPr lang="fr-CA" sz="1600" b="1" i="0" u="none" strike="noStrike" noProof="0" dirty="0">
                          <a:solidFill>
                            <a:srgbClr val="9D1E8F"/>
                          </a:solidFill>
                          <a:latin typeface="Calibri"/>
                          <a:ea typeface="Calibri"/>
                          <a:cs typeface="Calibri"/>
                        </a:rPr>
                        <a:t>MAINTENIR</a:t>
                      </a:r>
                      <a:br>
                        <a:rPr lang="fr-CA" sz="1100" b="0" i="0" u="none" strike="noStrike" noProof="0" dirty="0">
                          <a:solidFill>
                            <a:srgbClr val="000000"/>
                          </a:solidFill>
                          <a:latin typeface="Calibri"/>
                          <a:ea typeface="Calibri"/>
                          <a:cs typeface="Calibri"/>
                        </a:rPr>
                      </a:br>
                      <a:endParaRPr lang="fr-CA" sz="1100" b="0" i="0" u="none" strike="noStrike" noProof="0" dirty="0">
                        <a:solidFill>
                          <a:schemeClr val="tx1"/>
                        </a:solidFill>
                        <a:latin typeface="Calibri"/>
                        <a:ea typeface="Calibri"/>
                        <a:cs typeface="Calibri"/>
                      </a:endParaRPr>
                    </a:p>
                  </a:txBody>
                  <a:tcPr>
                    <a:solidFill>
                      <a:schemeClr val="accent1">
                        <a:lumMod val="20000"/>
                        <a:lumOff val="80000"/>
                      </a:schemeClr>
                    </a:solidFill>
                  </a:tcPr>
                </a:tc>
                <a:extLst>
                  <a:ext uri="{0D108BD9-81ED-4DB2-BD59-A6C34878D82A}">
                    <a16:rowId xmlns:a16="http://schemas.microsoft.com/office/drawing/2014/main" val="1593223137"/>
                  </a:ext>
                </a:extLst>
              </a:tr>
            </a:tbl>
          </a:graphicData>
        </a:graphic>
      </p:graphicFrame>
      <p:sp>
        <p:nvSpPr>
          <p:cNvPr id="7" name="TextBox 55">
            <a:extLst>
              <a:ext uri="{FF2B5EF4-FFF2-40B4-BE49-F238E27FC236}">
                <a16:creationId xmlns:a16="http://schemas.microsoft.com/office/drawing/2014/main" id="{908917F4-8F64-856F-4368-3AD6D3D6F497}"/>
              </a:ext>
            </a:extLst>
          </p:cNvPr>
          <p:cNvSpPr txBox="1"/>
          <p:nvPr/>
        </p:nvSpPr>
        <p:spPr>
          <a:xfrm>
            <a:off x="171450" y="160951"/>
            <a:ext cx="1182052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CA" sz="2800" dirty="0">
                <a:solidFill>
                  <a:srgbClr val="366092"/>
                </a:solidFill>
                <a:latin typeface="Calibri"/>
                <a:ea typeface="Calibri"/>
                <a:cs typeface="Calibri"/>
              </a:rPr>
              <a:t>Le SDLC en </a:t>
            </a:r>
            <a:r>
              <a:rPr lang="fr-CA" sz="2800" b="1" dirty="0">
                <a:solidFill>
                  <a:srgbClr val="9D1E8F"/>
                </a:solidFill>
                <a:latin typeface="Calibri"/>
                <a:ea typeface="Calibri"/>
                <a:cs typeface="Calibri"/>
              </a:rPr>
              <a:t>CASCADE</a:t>
            </a:r>
            <a:r>
              <a:rPr lang="fr-CA" sz="2800" dirty="0">
                <a:solidFill>
                  <a:srgbClr val="366092"/>
                </a:solidFill>
                <a:latin typeface="Calibri"/>
                <a:ea typeface="Calibri"/>
                <a:cs typeface="Calibri"/>
              </a:rPr>
              <a:t> </a:t>
            </a:r>
          </a:p>
          <a:p>
            <a:r>
              <a:rPr lang="fr-CA" sz="2000" dirty="0">
                <a:solidFill>
                  <a:srgbClr val="366092"/>
                </a:solidFill>
                <a:latin typeface="Calibri"/>
                <a:ea typeface="Calibri"/>
                <a:cs typeface="Calibri"/>
              </a:rPr>
              <a:t>C’est de faire le cycle de vie du produit complet et non pas itérativement</a:t>
            </a:r>
            <a:endParaRPr lang="en-US" sz="2000" dirty="0">
              <a:solidFill>
                <a:srgbClr val="366092"/>
              </a:solidFill>
              <a:latin typeface="Calibri"/>
              <a:ea typeface="Calibri"/>
              <a:cs typeface="Calibri"/>
            </a:endParaRPr>
          </a:p>
          <a:p>
            <a:pPr marL="285750" indent="-285750" algn="ctr">
              <a:buFont typeface="Arial"/>
              <a:buChar char="•"/>
            </a:pPr>
            <a:endParaRPr lang="en-US" sz="2400" dirty="0">
              <a:solidFill>
                <a:srgbClr val="366092"/>
              </a:solidFill>
              <a:latin typeface="Calibri"/>
              <a:ea typeface="Calibri"/>
              <a:cs typeface="Calibri"/>
            </a:endParaRPr>
          </a:p>
        </p:txBody>
      </p:sp>
      <p:sp>
        <p:nvSpPr>
          <p:cNvPr id="8" name="ZoneTexte 7">
            <a:extLst>
              <a:ext uri="{FF2B5EF4-FFF2-40B4-BE49-F238E27FC236}">
                <a16:creationId xmlns:a16="http://schemas.microsoft.com/office/drawing/2014/main" id="{0449BF3C-4E7D-E7D2-B72F-FB307F8EB6D6}"/>
              </a:ext>
            </a:extLst>
          </p:cNvPr>
          <p:cNvSpPr txBox="1"/>
          <p:nvPr/>
        </p:nvSpPr>
        <p:spPr>
          <a:xfrm>
            <a:off x="1686634" y="4210464"/>
            <a:ext cx="8436605" cy="1200329"/>
          </a:xfrm>
          <a:prstGeom prst="rect">
            <a:avLst/>
          </a:prstGeom>
          <a:noFill/>
        </p:spPr>
        <p:txBody>
          <a:bodyPr wrap="none" rtlCol="0">
            <a:spAutoFit/>
          </a:bodyPr>
          <a:lstStyle/>
          <a:p>
            <a:r>
              <a:rPr lang="fr-CA" sz="3600" b="1" dirty="0">
                <a:solidFill>
                  <a:srgbClr val="9D1E8F"/>
                </a:solidFill>
              </a:rPr>
              <a:t>De grosses livraisons tout simplement !</a:t>
            </a:r>
          </a:p>
          <a:p>
            <a:pPr marL="285750" indent="-285750">
              <a:buFont typeface="Arial" panose="020B0604020202020204" pitchFamily="34" charset="0"/>
              <a:buChar char="•"/>
            </a:pPr>
            <a:endParaRPr lang="fr-CA" sz="3600" b="1" dirty="0">
              <a:solidFill>
                <a:srgbClr val="9D1E8F"/>
              </a:solidFill>
            </a:endParaRPr>
          </a:p>
        </p:txBody>
      </p:sp>
    </p:spTree>
    <p:extLst>
      <p:ext uri="{BB962C8B-B14F-4D97-AF65-F5344CB8AC3E}">
        <p14:creationId xmlns:p14="http://schemas.microsoft.com/office/powerpoint/2010/main" val="912976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1D745-993D-43A6-3A75-05B2C9C0DDD7}"/>
            </a:ext>
          </a:extLst>
        </p:cNvPr>
        <p:cNvGrpSpPr/>
        <p:nvPr/>
      </p:nvGrpSpPr>
      <p:grpSpPr>
        <a:xfrm>
          <a:off x="0" y="0"/>
          <a:ext cx="0" cy="0"/>
          <a:chOff x="0" y="0"/>
          <a:chExt cx="0" cy="0"/>
        </a:xfrm>
      </p:grpSpPr>
      <p:graphicFrame>
        <p:nvGraphicFramePr>
          <p:cNvPr id="5" name="Table 13">
            <a:extLst>
              <a:ext uri="{FF2B5EF4-FFF2-40B4-BE49-F238E27FC236}">
                <a16:creationId xmlns:a16="http://schemas.microsoft.com/office/drawing/2014/main" id="{550EF8AE-0CAB-CCD2-245D-63E1C33B94E5}"/>
              </a:ext>
            </a:extLst>
          </p:cNvPr>
          <p:cNvGraphicFramePr>
            <a:graphicFrameLocks noGrp="1"/>
          </p:cNvGraphicFramePr>
          <p:nvPr>
            <p:extLst>
              <p:ext uri="{D42A27DB-BD31-4B8C-83A1-F6EECF244321}">
                <p14:modId xmlns:p14="http://schemas.microsoft.com/office/powerpoint/2010/main" val="2284099679"/>
              </p:ext>
            </p:extLst>
          </p:nvPr>
        </p:nvGraphicFramePr>
        <p:xfrm>
          <a:off x="1582792" y="1813494"/>
          <a:ext cx="8631945" cy="1896857"/>
        </p:xfrm>
        <a:graphic>
          <a:graphicData uri="http://schemas.openxmlformats.org/drawingml/2006/table">
            <a:tbl>
              <a:tblPr firstRow="1" bandRow="1">
                <a:tableStyleId>{5C22544A-7EE6-4342-B048-85BDC9FD1C3A}</a:tableStyleId>
              </a:tblPr>
              <a:tblGrid>
                <a:gridCol w="1233135">
                  <a:extLst>
                    <a:ext uri="{9D8B030D-6E8A-4147-A177-3AD203B41FA5}">
                      <a16:colId xmlns:a16="http://schemas.microsoft.com/office/drawing/2014/main" val="1698110983"/>
                    </a:ext>
                  </a:extLst>
                </a:gridCol>
                <a:gridCol w="1233135">
                  <a:extLst>
                    <a:ext uri="{9D8B030D-6E8A-4147-A177-3AD203B41FA5}">
                      <a16:colId xmlns:a16="http://schemas.microsoft.com/office/drawing/2014/main" val="1136855438"/>
                    </a:ext>
                  </a:extLst>
                </a:gridCol>
                <a:gridCol w="1233135">
                  <a:extLst>
                    <a:ext uri="{9D8B030D-6E8A-4147-A177-3AD203B41FA5}">
                      <a16:colId xmlns:a16="http://schemas.microsoft.com/office/drawing/2014/main" val="2523017505"/>
                    </a:ext>
                  </a:extLst>
                </a:gridCol>
                <a:gridCol w="1461504">
                  <a:extLst>
                    <a:ext uri="{9D8B030D-6E8A-4147-A177-3AD203B41FA5}">
                      <a16:colId xmlns:a16="http://schemas.microsoft.com/office/drawing/2014/main" val="1833509840"/>
                    </a:ext>
                  </a:extLst>
                </a:gridCol>
                <a:gridCol w="1004766">
                  <a:extLst>
                    <a:ext uri="{9D8B030D-6E8A-4147-A177-3AD203B41FA5}">
                      <a16:colId xmlns:a16="http://schemas.microsoft.com/office/drawing/2014/main" val="4114448559"/>
                    </a:ext>
                  </a:extLst>
                </a:gridCol>
                <a:gridCol w="1233135">
                  <a:extLst>
                    <a:ext uri="{9D8B030D-6E8A-4147-A177-3AD203B41FA5}">
                      <a16:colId xmlns:a16="http://schemas.microsoft.com/office/drawing/2014/main" val="3213254897"/>
                    </a:ext>
                  </a:extLst>
                </a:gridCol>
                <a:gridCol w="1233135">
                  <a:extLst>
                    <a:ext uri="{9D8B030D-6E8A-4147-A177-3AD203B41FA5}">
                      <a16:colId xmlns:a16="http://schemas.microsoft.com/office/drawing/2014/main" val="2408503863"/>
                    </a:ext>
                  </a:extLst>
                </a:gridCol>
              </a:tblGrid>
              <a:tr h="1896857">
                <a:tc>
                  <a:txBody>
                    <a:bodyPr/>
                    <a:lstStyle/>
                    <a:p>
                      <a:pPr lvl="0" algn="ctr">
                        <a:lnSpc>
                          <a:spcPct val="100000"/>
                        </a:lnSpc>
                        <a:spcBef>
                          <a:spcPts val="0"/>
                        </a:spcBef>
                        <a:spcAft>
                          <a:spcPts val="0"/>
                        </a:spcAft>
                        <a:buNone/>
                      </a:pPr>
                      <a:r>
                        <a:rPr lang="fr-CA" sz="4000" b="1" i="0" u="none" strike="noStrike" noProof="0" dirty="0">
                          <a:solidFill>
                            <a:srgbClr val="FFFFFF"/>
                          </a:solidFill>
                          <a:latin typeface="Calibri"/>
                          <a:ea typeface="Calibri"/>
                          <a:cs typeface="Calibri"/>
                        </a:rPr>
                        <a:t>1</a:t>
                      </a:r>
                      <a:br>
                        <a:rPr lang="fr-CA" sz="1100" b="1" i="0" u="none" strike="noStrike" noProof="0" dirty="0">
                          <a:solidFill>
                            <a:srgbClr val="FFFFFF"/>
                          </a:solidFill>
                          <a:latin typeface="Calibri"/>
                          <a:ea typeface="Calibri"/>
                          <a:cs typeface="Calibri"/>
                        </a:rPr>
                      </a:br>
                      <a:r>
                        <a:rPr lang="fr-CA" sz="1600" b="1" i="0" u="none" strike="noStrike" noProof="0" dirty="0">
                          <a:solidFill>
                            <a:srgbClr val="FFFFFF"/>
                          </a:solidFill>
                          <a:latin typeface="Calibri"/>
                          <a:ea typeface="Calibri"/>
                          <a:cs typeface="Calibri"/>
                        </a:rPr>
                        <a:t>PLANIFIER</a:t>
                      </a:r>
                      <a:br>
                        <a:rPr lang="fr-CA" sz="1600" b="1" i="0" u="none" strike="noStrike" noProof="0" dirty="0">
                          <a:solidFill>
                            <a:srgbClr val="FFFFFF"/>
                          </a:solidFill>
                          <a:latin typeface="Calibri"/>
                          <a:ea typeface="Calibri"/>
                          <a:cs typeface="Calibri"/>
                        </a:rPr>
                      </a:br>
                      <a:r>
                        <a:rPr lang="fr-CA" sz="1600" b="1" i="0" u="none" strike="noStrike" noProof="0" dirty="0">
                          <a:solidFill>
                            <a:srgbClr val="FFFFFF"/>
                          </a:solidFill>
                          <a:latin typeface="Calibri"/>
                          <a:ea typeface="Calibri"/>
                          <a:cs typeface="Calibri"/>
                        </a:rPr>
                        <a:t>(PDLC)</a:t>
                      </a:r>
                      <a:endParaRPr lang="fr-CA" sz="1100" b="0" i="0" u="none" strike="noStrike" noProof="0" dirty="0">
                        <a:solidFill>
                          <a:srgbClr val="FFFFFF"/>
                        </a:solidFill>
                        <a:latin typeface="Calibri"/>
                        <a:ea typeface="Calibri"/>
                        <a:cs typeface="Calibri"/>
                      </a:endParaRP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rgbClr val="FFFFFF"/>
                          </a:solidFill>
                          <a:latin typeface="Calibri"/>
                          <a:ea typeface="Calibri"/>
                          <a:cs typeface="Calibri"/>
                        </a:rPr>
                        <a:t>2</a:t>
                      </a:r>
                      <a:br>
                        <a:rPr lang="fr-CA" sz="1100" b="1" i="0" u="none" strike="noStrike" noProof="0" dirty="0">
                          <a:solidFill>
                            <a:srgbClr val="FFFFFF"/>
                          </a:solidFill>
                          <a:latin typeface="Calibri"/>
                          <a:ea typeface="Calibri"/>
                          <a:cs typeface="Calibri"/>
                        </a:rPr>
                      </a:br>
                      <a:r>
                        <a:rPr lang="fr-CA" sz="1600" b="1" i="0" u="none" strike="noStrike" noProof="0" dirty="0">
                          <a:solidFill>
                            <a:srgbClr val="FFFFFF"/>
                          </a:solidFill>
                          <a:latin typeface="Calibri"/>
                          <a:ea typeface="Calibri"/>
                          <a:cs typeface="Calibri"/>
                        </a:rPr>
                        <a:t>ANALYSER</a:t>
                      </a:r>
                      <a:br>
                        <a:rPr lang="fr-CA" sz="1600" b="1" i="0" u="none" strike="noStrike" noProof="0" dirty="0">
                          <a:solidFill>
                            <a:srgbClr val="FFFFFF"/>
                          </a:solidFill>
                          <a:latin typeface="Calibri"/>
                          <a:ea typeface="Calibri"/>
                          <a:cs typeface="Calibri"/>
                        </a:rPr>
                      </a:br>
                      <a:r>
                        <a:rPr lang="fr-CA" sz="1600" b="1" i="0" u="none" strike="noStrike" noProof="0" dirty="0">
                          <a:solidFill>
                            <a:srgbClr val="FFFFFF"/>
                          </a:solidFill>
                          <a:latin typeface="Calibri"/>
                          <a:ea typeface="Calibri"/>
                          <a:cs typeface="Calibri"/>
                        </a:rPr>
                        <a:t>(PDLC)</a:t>
                      </a:r>
                      <a:endParaRPr lang="en-US" dirty="0">
                        <a:solidFill>
                          <a:srgbClr val="FFFFFF"/>
                        </a:solidFill>
                      </a:endParaRP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en-US" sz="4000" b="1" i="0" u="none" strike="noStrike" noProof="0" dirty="0">
                          <a:solidFill>
                            <a:schemeClr val="bg2">
                              <a:lumMod val="75000"/>
                            </a:schemeClr>
                          </a:solidFill>
                          <a:latin typeface="Calibri"/>
                          <a:ea typeface="Calibri"/>
                          <a:cs typeface="Calibri"/>
                        </a:rPr>
                        <a:t>3</a:t>
                      </a:r>
                      <a:br>
                        <a:rPr lang="en-US" sz="1100" b="1" i="0" u="none" strike="noStrike" noProof="0" dirty="0">
                          <a:solidFill>
                            <a:schemeClr val="bg2">
                              <a:lumMod val="75000"/>
                            </a:schemeClr>
                          </a:solidFill>
                          <a:latin typeface="Calibri"/>
                          <a:ea typeface="Calibri"/>
                          <a:cs typeface="Calibri"/>
                        </a:rPr>
                      </a:br>
                      <a:r>
                        <a:rPr lang="fr-CA" sz="1600" b="1" i="0" u="none" strike="noStrike" noProof="0" dirty="0">
                          <a:solidFill>
                            <a:schemeClr val="bg2">
                              <a:lumMod val="75000"/>
                            </a:schemeClr>
                          </a:solidFill>
                          <a:latin typeface="Calibri"/>
                          <a:ea typeface="Calibri"/>
                          <a:cs typeface="Calibri"/>
                        </a:rPr>
                        <a:t>DESIGNER</a:t>
                      </a:r>
                      <a:br>
                        <a:rPr lang="fr-CA" sz="1600" b="1" i="0" u="none" strike="noStrike" noProof="0" dirty="0">
                          <a:solidFill>
                            <a:schemeClr val="bg2">
                              <a:lumMod val="75000"/>
                            </a:schemeClr>
                          </a:solidFill>
                          <a:latin typeface="Calibri"/>
                          <a:ea typeface="Calibri"/>
                          <a:cs typeface="Calibri"/>
                        </a:rPr>
                      </a:br>
                      <a:r>
                        <a:rPr lang="fr-CA" sz="1600" b="1" i="0" u="none" strike="noStrike" noProof="0" dirty="0">
                          <a:solidFill>
                            <a:schemeClr val="bg2">
                              <a:lumMod val="75000"/>
                            </a:schemeClr>
                          </a:solidFill>
                          <a:latin typeface="Calibri"/>
                          <a:ea typeface="Calibri"/>
                          <a:cs typeface="Calibri"/>
                        </a:rPr>
                        <a:t>(hybride)</a:t>
                      </a:r>
                      <a:endParaRPr lang="en-US" dirty="0"/>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sngStrike" noProof="0" dirty="0">
                          <a:solidFill>
                            <a:srgbClr val="9D1E8F"/>
                          </a:solidFill>
                          <a:latin typeface="Calibri"/>
                          <a:ea typeface="Calibri"/>
                          <a:cs typeface="Calibri"/>
                        </a:rPr>
                        <a:t>4</a:t>
                      </a:r>
                      <a:br>
                        <a:rPr lang="fr-CA" sz="1100" b="1" i="0" u="none" strike="noStrike" noProof="0" dirty="0">
                          <a:solidFill>
                            <a:srgbClr val="9D1E8F"/>
                          </a:solidFill>
                          <a:latin typeface="Calibri"/>
                          <a:ea typeface="Calibri"/>
                          <a:cs typeface="Calibri"/>
                        </a:rPr>
                      </a:br>
                      <a:r>
                        <a:rPr lang="en-US" sz="1600" b="1" i="0" u="none" strike="noStrike" noProof="0" dirty="0">
                          <a:solidFill>
                            <a:srgbClr val="9D1E8F"/>
                          </a:solidFill>
                          <a:latin typeface="Calibri"/>
                          <a:ea typeface="Calibri"/>
                          <a:cs typeface="Calibri"/>
                        </a:rPr>
                        <a:t>IMPLÉMENTER</a:t>
                      </a:r>
                      <a:endParaRPr lang="en-US" dirty="0">
                        <a:solidFill>
                          <a:srgbClr val="9D1E8F"/>
                        </a:solidFill>
                      </a:endParaRP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rgbClr val="AEAEAE"/>
                          </a:solidFill>
                          <a:latin typeface="Calibri"/>
                          <a:ea typeface="Calibri"/>
                          <a:cs typeface="Calibri"/>
                        </a:rPr>
                        <a:t>5</a:t>
                      </a:r>
                    </a:p>
                    <a:p>
                      <a:pPr lvl="0" algn="ctr">
                        <a:lnSpc>
                          <a:spcPct val="100000"/>
                        </a:lnSpc>
                        <a:spcBef>
                          <a:spcPts val="0"/>
                        </a:spcBef>
                        <a:spcAft>
                          <a:spcPts val="0"/>
                        </a:spcAft>
                        <a:buNone/>
                      </a:pPr>
                      <a:r>
                        <a:rPr lang="en-US" sz="1800" b="0" i="0" u="none" strike="noStrike" noProof="0" dirty="0">
                          <a:solidFill>
                            <a:srgbClr val="AEAEAE"/>
                          </a:solidFill>
                          <a:latin typeface="Calibri"/>
                          <a:ea typeface="Calibri"/>
                          <a:cs typeface="Calibri"/>
                        </a:rPr>
                        <a:t>TESTER</a:t>
                      </a: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rgbClr val="FFFFFF"/>
                          </a:solidFill>
                          <a:latin typeface="Calibri"/>
                          <a:ea typeface="Calibri"/>
                          <a:cs typeface="Calibri"/>
                        </a:rPr>
                        <a:t>6</a:t>
                      </a:r>
                      <a:br>
                        <a:rPr lang="fr-CA" sz="1100" b="1" i="0" u="none" strike="noStrike" noProof="0" dirty="0">
                          <a:solidFill>
                            <a:srgbClr val="FFFFFF"/>
                          </a:solidFill>
                          <a:latin typeface="Calibri"/>
                          <a:ea typeface="Calibri"/>
                          <a:cs typeface="Calibri"/>
                        </a:rPr>
                      </a:br>
                      <a:r>
                        <a:rPr lang="fr-CA" sz="1600" b="1" i="0" u="none" strike="noStrike" noProof="0" dirty="0">
                          <a:solidFill>
                            <a:srgbClr val="FFFFFF"/>
                          </a:solidFill>
                          <a:latin typeface="Calibri"/>
                          <a:ea typeface="Calibri"/>
                          <a:cs typeface="Calibri"/>
                        </a:rPr>
                        <a:t>DÉPLOYER</a:t>
                      </a:r>
                      <a:br>
                        <a:rPr lang="fr-CA" sz="1600" b="1" i="0" u="none" strike="noStrike" noProof="0" dirty="0">
                          <a:solidFill>
                            <a:srgbClr val="FFFFFF"/>
                          </a:solidFill>
                          <a:latin typeface="Calibri"/>
                          <a:ea typeface="Calibri"/>
                          <a:cs typeface="Calibri"/>
                        </a:rPr>
                      </a:br>
                      <a:r>
                        <a:rPr lang="fr-CA" sz="1600" b="1" i="0" u="none" strike="noStrike" noProof="0" dirty="0">
                          <a:solidFill>
                            <a:srgbClr val="FFFFFF"/>
                          </a:solidFill>
                          <a:latin typeface="Calibri"/>
                          <a:ea typeface="Calibri"/>
                          <a:cs typeface="Calibri"/>
                        </a:rPr>
                        <a:t>(PDLC)</a:t>
                      </a:r>
                      <a:endParaRPr lang="en-US" dirty="0"/>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rgbClr val="FFFFFF"/>
                          </a:solidFill>
                          <a:latin typeface="Calibri"/>
                          <a:ea typeface="Calibri"/>
                          <a:cs typeface="Calibri"/>
                        </a:rPr>
                        <a:t>7</a:t>
                      </a:r>
                      <a:br>
                        <a:rPr lang="fr-CA" sz="1100" b="1" i="0" u="none" strike="noStrike" noProof="0" dirty="0">
                          <a:solidFill>
                            <a:srgbClr val="FFFFFF"/>
                          </a:solidFill>
                          <a:latin typeface="Calibri"/>
                          <a:ea typeface="Calibri"/>
                          <a:cs typeface="Calibri"/>
                        </a:rPr>
                      </a:br>
                      <a:r>
                        <a:rPr lang="fr-CA" sz="1600" b="1" i="0" u="none" strike="noStrike" noProof="0" dirty="0">
                          <a:solidFill>
                            <a:srgbClr val="FFFFFF"/>
                          </a:solidFill>
                          <a:latin typeface="Calibri"/>
                          <a:ea typeface="Calibri"/>
                          <a:cs typeface="Calibri"/>
                        </a:rPr>
                        <a:t>MAINTENIR</a:t>
                      </a:r>
                      <a:br>
                        <a:rPr lang="fr-CA" sz="1600" b="1" i="0" u="none" strike="noStrike" noProof="0" dirty="0">
                          <a:solidFill>
                            <a:srgbClr val="FFFFFF"/>
                          </a:solidFill>
                          <a:latin typeface="Calibri"/>
                          <a:ea typeface="Calibri"/>
                          <a:cs typeface="Calibri"/>
                        </a:rPr>
                      </a:br>
                      <a:r>
                        <a:rPr lang="fr-CA" sz="1600" b="1" i="0" u="none" strike="noStrike" noProof="0" dirty="0">
                          <a:solidFill>
                            <a:srgbClr val="FFFFFF"/>
                          </a:solidFill>
                          <a:latin typeface="Calibri"/>
                          <a:ea typeface="Calibri"/>
                          <a:cs typeface="Calibri"/>
                        </a:rPr>
                        <a:t>(PDLC)</a:t>
                      </a:r>
                      <a:endParaRPr lang="fr-CA" sz="1100" b="0" i="0" u="none" strike="noStrike" noProof="0" dirty="0">
                        <a:solidFill>
                          <a:schemeClr val="tx1"/>
                        </a:solidFill>
                        <a:latin typeface="Calibri"/>
                        <a:ea typeface="Calibri"/>
                        <a:cs typeface="Calibri"/>
                      </a:endParaRPr>
                    </a:p>
                  </a:txBody>
                  <a:tcPr>
                    <a:solidFill>
                      <a:schemeClr val="accent1">
                        <a:lumMod val="20000"/>
                        <a:lumOff val="80000"/>
                      </a:schemeClr>
                    </a:solidFill>
                  </a:tcPr>
                </a:tc>
                <a:extLst>
                  <a:ext uri="{0D108BD9-81ED-4DB2-BD59-A6C34878D82A}">
                    <a16:rowId xmlns:a16="http://schemas.microsoft.com/office/drawing/2014/main" val="1593223137"/>
                  </a:ext>
                </a:extLst>
              </a:tr>
            </a:tbl>
          </a:graphicData>
        </a:graphic>
      </p:graphicFrame>
      <p:sp>
        <p:nvSpPr>
          <p:cNvPr id="7" name="TextBox 55">
            <a:extLst>
              <a:ext uri="{FF2B5EF4-FFF2-40B4-BE49-F238E27FC236}">
                <a16:creationId xmlns:a16="http://schemas.microsoft.com/office/drawing/2014/main" id="{00854E1A-D492-7783-B20D-DA35B73B691E}"/>
              </a:ext>
            </a:extLst>
          </p:cNvPr>
          <p:cNvSpPr txBox="1"/>
          <p:nvPr/>
        </p:nvSpPr>
        <p:spPr>
          <a:xfrm>
            <a:off x="171450" y="160951"/>
            <a:ext cx="11858625" cy="11387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CA" sz="2800" dirty="0">
                <a:solidFill>
                  <a:srgbClr val="366092"/>
                </a:solidFill>
                <a:latin typeface="Calibri"/>
                <a:ea typeface="Calibri"/>
                <a:cs typeface="Calibri"/>
              </a:rPr>
              <a:t>Le SDLC en </a:t>
            </a:r>
            <a:r>
              <a:rPr lang="fr-CA" sz="2800" b="1" dirty="0">
                <a:solidFill>
                  <a:srgbClr val="9D1E8F"/>
                </a:solidFill>
                <a:latin typeface="Calibri"/>
                <a:ea typeface="Calibri"/>
                <a:cs typeface="Calibri"/>
              </a:rPr>
              <a:t>AGILE</a:t>
            </a:r>
          </a:p>
          <a:p>
            <a:r>
              <a:rPr lang="fr-CA" sz="2000" dirty="0">
                <a:solidFill>
                  <a:srgbClr val="366092"/>
                </a:solidFill>
                <a:latin typeface="Calibri"/>
                <a:ea typeface="Calibri"/>
                <a:cs typeface="Calibri"/>
              </a:rPr>
              <a:t>L’idée était sensée de faire le même cycle de vie complet du produit mais en faisant de petites livraisons itératives.</a:t>
            </a:r>
            <a:endParaRPr lang="en-US" sz="2000" dirty="0">
              <a:solidFill>
                <a:srgbClr val="366092"/>
              </a:solidFill>
              <a:latin typeface="Calibri"/>
              <a:ea typeface="Calibri"/>
              <a:cs typeface="Calibri"/>
            </a:endParaRPr>
          </a:p>
        </p:txBody>
      </p:sp>
      <p:sp>
        <p:nvSpPr>
          <p:cNvPr id="12" name="TextBox 52">
            <a:extLst>
              <a:ext uri="{FF2B5EF4-FFF2-40B4-BE49-F238E27FC236}">
                <a16:creationId xmlns:a16="http://schemas.microsoft.com/office/drawing/2014/main" id="{11B940DE-4032-24A1-1AE5-117F57D7E8F7}"/>
              </a:ext>
            </a:extLst>
          </p:cNvPr>
          <p:cNvSpPr txBox="1"/>
          <p:nvPr/>
        </p:nvSpPr>
        <p:spPr>
          <a:xfrm>
            <a:off x="5596742" y="2775649"/>
            <a:ext cx="910067"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600" dirty="0">
                <a:solidFill>
                  <a:srgbClr val="9D1E8F"/>
                </a:solidFill>
                <a:ea typeface="+mn-lt"/>
                <a:cs typeface="+mn-lt"/>
              </a:rPr>
              <a:t>⟳</a:t>
            </a:r>
            <a:endParaRPr lang="en-US" sz="6600" dirty="0">
              <a:solidFill>
                <a:srgbClr val="9D1E8F"/>
              </a:solidFill>
            </a:endParaRPr>
          </a:p>
        </p:txBody>
      </p:sp>
      <p:graphicFrame>
        <p:nvGraphicFramePr>
          <p:cNvPr id="16" name="ZoneTexte 7">
            <a:extLst>
              <a:ext uri="{FF2B5EF4-FFF2-40B4-BE49-F238E27FC236}">
                <a16:creationId xmlns:a16="http://schemas.microsoft.com/office/drawing/2014/main" id="{75D50436-7A5D-AF9D-A78C-BF502A5F3AC0}"/>
              </a:ext>
            </a:extLst>
          </p:cNvPr>
          <p:cNvGraphicFramePr/>
          <p:nvPr>
            <p:extLst>
              <p:ext uri="{D42A27DB-BD31-4B8C-83A1-F6EECF244321}">
                <p14:modId xmlns:p14="http://schemas.microsoft.com/office/powerpoint/2010/main" val="2470199436"/>
              </p:ext>
            </p:extLst>
          </p:nvPr>
        </p:nvGraphicFramePr>
        <p:xfrm>
          <a:off x="1582792" y="3710351"/>
          <a:ext cx="8625774" cy="28623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17" name="Connecteur : en angle 16">
            <a:extLst>
              <a:ext uri="{FF2B5EF4-FFF2-40B4-BE49-F238E27FC236}">
                <a16:creationId xmlns:a16="http://schemas.microsoft.com/office/drawing/2014/main" id="{F94CDC54-ECB2-197D-5E4F-16B8611D0BD9}"/>
              </a:ext>
            </a:extLst>
          </p:cNvPr>
          <p:cNvCxnSpPr>
            <a:cxnSpLocks/>
            <a:stCxn id="5" idx="3"/>
            <a:endCxn id="5" idx="1"/>
          </p:cNvCxnSpPr>
          <p:nvPr/>
        </p:nvCxnSpPr>
        <p:spPr>
          <a:xfrm flipH="1">
            <a:off x="1582792" y="2761922"/>
            <a:ext cx="8631945" cy="12700"/>
          </a:xfrm>
          <a:prstGeom prst="bentConnector5">
            <a:avLst>
              <a:gd name="adj1" fmla="val -4965"/>
              <a:gd name="adj2" fmla="val -10082063"/>
              <a:gd name="adj3" fmla="val 106289"/>
            </a:avLst>
          </a:prstGeom>
          <a:ln w="76200" cap="flat" cmpd="sng" algn="ctr">
            <a:solidFill>
              <a:schemeClr val="accent2">
                <a:lumMod val="20000"/>
                <a:lumOff val="80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 name="ZoneTexte 1">
            <a:extLst>
              <a:ext uri="{FF2B5EF4-FFF2-40B4-BE49-F238E27FC236}">
                <a16:creationId xmlns:a16="http://schemas.microsoft.com/office/drawing/2014/main" id="{E3C3DA3C-D231-6BFB-F699-899599C88D75}"/>
              </a:ext>
            </a:extLst>
          </p:cNvPr>
          <p:cNvSpPr txBox="1"/>
          <p:nvPr/>
        </p:nvSpPr>
        <p:spPr>
          <a:xfrm>
            <a:off x="5125399" y="1476825"/>
            <a:ext cx="1852751" cy="369332"/>
          </a:xfrm>
          <a:prstGeom prst="rect">
            <a:avLst/>
          </a:prstGeom>
          <a:noFill/>
        </p:spPr>
        <p:txBody>
          <a:bodyPr wrap="none" rtlCol="0">
            <a:spAutoFit/>
          </a:bodyPr>
          <a:lstStyle/>
          <a:p>
            <a:r>
              <a:rPr lang="fr-CA" dirty="0">
                <a:solidFill>
                  <a:srgbClr val="9D1E8F"/>
                </a:solidFill>
              </a:rPr>
              <a:t>Petites itérations</a:t>
            </a:r>
          </a:p>
        </p:txBody>
      </p:sp>
    </p:spTree>
    <p:extLst>
      <p:ext uri="{BB962C8B-B14F-4D97-AF65-F5344CB8AC3E}">
        <p14:creationId xmlns:p14="http://schemas.microsoft.com/office/powerpoint/2010/main" val="381645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4995BA-E20C-247C-2330-5C71E30A4F93}"/>
            </a:ext>
          </a:extLst>
        </p:cNvPr>
        <p:cNvGrpSpPr/>
        <p:nvPr/>
      </p:nvGrpSpPr>
      <p:grpSpPr>
        <a:xfrm>
          <a:off x="0" y="0"/>
          <a:ext cx="0" cy="0"/>
          <a:chOff x="0" y="0"/>
          <a:chExt cx="0" cy="0"/>
        </a:xfrm>
      </p:grpSpPr>
      <p:sp>
        <p:nvSpPr>
          <p:cNvPr id="13" name="ZoneTexte 12">
            <a:extLst>
              <a:ext uri="{FF2B5EF4-FFF2-40B4-BE49-F238E27FC236}">
                <a16:creationId xmlns:a16="http://schemas.microsoft.com/office/drawing/2014/main" id="{2BCB0FC3-9652-E3BD-3AA7-9A1D99FBB1C6}"/>
              </a:ext>
            </a:extLst>
          </p:cNvPr>
          <p:cNvSpPr txBox="1"/>
          <p:nvPr/>
        </p:nvSpPr>
        <p:spPr>
          <a:xfrm>
            <a:off x="-364589" y="-1369383"/>
            <a:ext cx="12921177" cy="11633954"/>
          </a:xfrm>
          <a:prstGeom prst="rect">
            <a:avLst/>
          </a:prstGeom>
          <a:noFill/>
        </p:spPr>
        <p:txBody>
          <a:bodyPr wrap="square">
            <a:spAutoFit/>
          </a:bodyPr>
          <a:lstStyle/>
          <a:p>
            <a:pPr marL="0" marR="0" indent="0" algn="l">
              <a:lnSpc>
                <a:spcPct val="100000"/>
              </a:lnSpc>
              <a:buNone/>
            </a:pPr>
            <a:r>
              <a:rPr lang="fr-CA" sz="75000" b="1" dirty="0">
                <a:solidFill>
                  <a:schemeClr val="tx1"/>
                </a:solidFill>
                <a:effectLst/>
                <a:latin typeface="+mn-lt"/>
              </a:rPr>
              <a:t>♾️</a:t>
            </a:r>
            <a:endParaRPr lang="fr-CA" sz="75000" b="1" dirty="0">
              <a:solidFill>
                <a:srgbClr val="000000"/>
              </a:solidFill>
              <a:effectLst/>
              <a:latin typeface="roboto" panose="02000000000000000000" pitchFamily="2" charset="0"/>
            </a:endParaRPr>
          </a:p>
        </p:txBody>
      </p:sp>
      <p:graphicFrame>
        <p:nvGraphicFramePr>
          <p:cNvPr id="5" name="Table 13">
            <a:extLst>
              <a:ext uri="{FF2B5EF4-FFF2-40B4-BE49-F238E27FC236}">
                <a16:creationId xmlns:a16="http://schemas.microsoft.com/office/drawing/2014/main" id="{31E96D0E-DAD7-7557-960B-44382BE218BE}"/>
              </a:ext>
            </a:extLst>
          </p:cNvPr>
          <p:cNvGraphicFramePr>
            <a:graphicFrameLocks noGrp="1"/>
          </p:cNvGraphicFramePr>
          <p:nvPr>
            <p:extLst>
              <p:ext uri="{D42A27DB-BD31-4B8C-83A1-F6EECF244321}">
                <p14:modId xmlns:p14="http://schemas.microsoft.com/office/powerpoint/2010/main" val="2310594099"/>
              </p:ext>
            </p:extLst>
          </p:nvPr>
        </p:nvGraphicFramePr>
        <p:xfrm>
          <a:off x="1567743" y="3726387"/>
          <a:ext cx="9694689" cy="1219200"/>
        </p:xfrm>
        <a:graphic>
          <a:graphicData uri="http://schemas.openxmlformats.org/drawingml/2006/table">
            <a:tbl>
              <a:tblPr firstRow="1" bandRow="1">
                <a:tableStyleId>{5C22544A-7EE6-4342-B048-85BDC9FD1C3A}</a:tableStyleId>
              </a:tblPr>
              <a:tblGrid>
                <a:gridCol w="1489782">
                  <a:extLst>
                    <a:ext uri="{9D8B030D-6E8A-4147-A177-3AD203B41FA5}">
                      <a16:colId xmlns:a16="http://schemas.microsoft.com/office/drawing/2014/main" val="1698110983"/>
                    </a:ext>
                  </a:extLst>
                </a:gridCol>
                <a:gridCol w="1567098">
                  <a:extLst>
                    <a:ext uri="{9D8B030D-6E8A-4147-A177-3AD203B41FA5}">
                      <a16:colId xmlns:a16="http://schemas.microsoft.com/office/drawing/2014/main" val="1136855438"/>
                    </a:ext>
                  </a:extLst>
                </a:gridCol>
                <a:gridCol w="1699977">
                  <a:extLst>
                    <a:ext uri="{9D8B030D-6E8A-4147-A177-3AD203B41FA5}">
                      <a16:colId xmlns:a16="http://schemas.microsoft.com/office/drawing/2014/main" val="2523017505"/>
                    </a:ext>
                  </a:extLst>
                </a:gridCol>
                <a:gridCol w="847725">
                  <a:extLst>
                    <a:ext uri="{9D8B030D-6E8A-4147-A177-3AD203B41FA5}">
                      <a16:colId xmlns:a16="http://schemas.microsoft.com/office/drawing/2014/main" val="1833509840"/>
                    </a:ext>
                  </a:extLst>
                </a:gridCol>
                <a:gridCol w="809625">
                  <a:extLst>
                    <a:ext uri="{9D8B030D-6E8A-4147-A177-3AD203B41FA5}">
                      <a16:colId xmlns:a16="http://schemas.microsoft.com/office/drawing/2014/main" val="1251532539"/>
                    </a:ext>
                  </a:extLst>
                </a:gridCol>
                <a:gridCol w="1133475">
                  <a:extLst>
                    <a:ext uri="{9D8B030D-6E8A-4147-A177-3AD203B41FA5}">
                      <a16:colId xmlns:a16="http://schemas.microsoft.com/office/drawing/2014/main" val="3155313695"/>
                    </a:ext>
                  </a:extLst>
                </a:gridCol>
                <a:gridCol w="866775">
                  <a:extLst>
                    <a:ext uri="{9D8B030D-6E8A-4147-A177-3AD203B41FA5}">
                      <a16:colId xmlns:a16="http://schemas.microsoft.com/office/drawing/2014/main" val="3213254897"/>
                    </a:ext>
                  </a:extLst>
                </a:gridCol>
                <a:gridCol w="1280232">
                  <a:extLst>
                    <a:ext uri="{9D8B030D-6E8A-4147-A177-3AD203B41FA5}">
                      <a16:colId xmlns:a16="http://schemas.microsoft.com/office/drawing/2014/main" val="2408503863"/>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4000" b="1" i="0" u="none" strike="noStrike" noProof="0" dirty="0">
                          <a:solidFill>
                            <a:srgbClr val="9D1E8F"/>
                          </a:solidFill>
                          <a:latin typeface="Calibri"/>
                          <a:ea typeface="Calibri"/>
                          <a:cs typeface="Calibri"/>
                        </a:rPr>
                        <a:t>1</a:t>
                      </a:r>
                      <a:br>
                        <a:rPr lang="en-US" sz="900" b="1" i="0" u="none" strike="noStrike" noProof="0" dirty="0">
                          <a:solidFill>
                            <a:srgbClr val="9D1E8F"/>
                          </a:solidFill>
                          <a:latin typeface="Calibri"/>
                          <a:ea typeface="Calibri"/>
                          <a:cs typeface="Calibri"/>
                        </a:rPr>
                      </a:br>
                      <a:r>
                        <a:rPr lang="fr-CA" sz="1600" b="1" i="0" u="none" strike="noStrike" noProof="0" dirty="0">
                          <a:solidFill>
                            <a:srgbClr val="9D1E8F"/>
                          </a:solidFill>
                          <a:latin typeface="Calibri"/>
                          <a:ea typeface="Calibri"/>
                          <a:cs typeface="Calibri"/>
                        </a:rPr>
                        <a:t>PLANIFIER</a:t>
                      </a:r>
                      <a:endParaRPr lang="en-US" sz="1600" b="0" i="0" u="none" strike="noStrike" noProof="0" dirty="0">
                        <a:solidFill>
                          <a:srgbClr val="9D1E8F"/>
                        </a:solidFill>
                        <a:latin typeface="Calibri"/>
                        <a:ea typeface="Calibri"/>
                        <a:cs typeface="Calibri"/>
                      </a:endParaRPr>
                    </a:p>
                    <a:p>
                      <a:pPr lvl="0" algn="ctr">
                        <a:lnSpc>
                          <a:spcPct val="100000"/>
                        </a:lnSpc>
                        <a:spcBef>
                          <a:spcPts val="0"/>
                        </a:spcBef>
                        <a:spcAft>
                          <a:spcPts val="0"/>
                        </a:spcAft>
                        <a:buNone/>
                      </a:pPr>
                      <a:endParaRPr lang="fr-CA" sz="1100" b="0" i="0" u="none" strike="sngStrike" noProof="0" dirty="0">
                        <a:solidFill>
                          <a:srgbClr val="FFFFFF"/>
                        </a:solidFill>
                        <a:latin typeface="Calibri"/>
                        <a:ea typeface="Calibri"/>
                        <a:cs typeface="Calibri"/>
                      </a:endParaRP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en-US" sz="4000" b="1" i="0" u="none" strike="noStrike" noProof="0" dirty="0">
                          <a:solidFill>
                            <a:srgbClr val="9D1E8F"/>
                          </a:solidFill>
                          <a:latin typeface="Calibri"/>
                          <a:ea typeface="Calibri"/>
                          <a:cs typeface="Calibri"/>
                        </a:rPr>
                        <a:t>2</a:t>
                      </a:r>
                    </a:p>
                    <a:p>
                      <a:pPr lvl="0" algn="ctr">
                        <a:lnSpc>
                          <a:spcPct val="100000"/>
                        </a:lnSpc>
                        <a:spcBef>
                          <a:spcPts val="0"/>
                        </a:spcBef>
                        <a:spcAft>
                          <a:spcPts val="0"/>
                        </a:spcAft>
                        <a:buNone/>
                      </a:pPr>
                      <a:r>
                        <a:rPr lang="en-US" sz="1600" b="1" i="0" u="none" strike="noStrike" noProof="0" dirty="0">
                          <a:solidFill>
                            <a:srgbClr val="9D1E8F"/>
                          </a:solidFill>
                          <a:latin typeface="Calibri"/>
                          <a:ea typeface="Calibri"/>
                          <a:cs typeface="Calibri"/>
                        </a:rPr>
                        <a:t>CODER</a:t>
                      </a:r>
                      <a:endParaRPr lang="en-US" sz="1600" strike="sngStrike" dirty="0">
                        <a:solidFill>
                          <a:srgbClr val="FFFFFF"/>
                        </a:solidFill>
                      </a:endParaRP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en-US" sz="4000" b="1" i="0" u="none" strike="noStrike" noProof="0" dirty="0">
                          <a:solidFill>
                            <a:srgbClr val="9D1E8F"/>
                          </a:solidFill>
                          <a:latin typeface="Calibri"/>
                          <a:ea typeface="Calibri"/>
                          <a:cs typeface="Calibri"/>
                        </a:rPr>
                        <a:t>3</a:t>
                      </a:r>
                      <a:br>
                        <a:rPr lang="en-US" sz="1100" b="1" i="0" u="none" strike="noStrike" noProof="0" dirty="0">
                          <a:solidFill>
                            <a:srgbClr val="9D1E8F"/>
                          </a:solidFill>
                          <a:latin typeface="Calibri"/>
                          <a:ea typeface="Calibri"/>
                          <a:cs typeface="Calibri"/>
                        </a:rPr>
                      </a:br>
                      <a:r>
                        <a:rPr lang="fr-CA" sz="1600" b="1" i="0" u="none" strike="noStrike" noProof="0" dirty="0">
                          <a:solidFill>
                            <a:srgbClr val="9D1E8F"/>
                          </a:solidFill>
                          <a:latin typeface="Calibri"/>
                          <a:ea typeface="Calibri"/>
                          <a:cs typeface="Calibri"/>
                        </a:rPr>
                        <a:t>BUILDER</a:t>
                      </a:r>
                      <a:endParaRPr lang="en-US" sz="1600" b="0" i="0" u="none" strike="noStrike" noProof="0" dirty="0">
                        <a:solidFill>
                          <a:srgbClr val="9D1E8F"/>
                        </a:solidFill>
                        <a:latin typeface="Calibri"/>
                        <a:ea typeface="Calibri"/>
                        <a:cs typeface="Calibri"/>
                      </a:endParaRPr>
                    </a:p>
                    <a:p>
                      <a:pPr lvl="0">
                        <a:buNone/>
                      </a:pPr>
                      <a:endParaRPr lang="en-US" dirty="0">
                        <a:solidFill>
                          <a:srgbClr val="9D1E8F"/>
                        </a:solidFill>
                      </a:endParaRPr>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rgbClr val="C60000"/>
                          </a:solidFill>
                          <a:latin typeface="Calibri"/>
                          <a:ea typeface="Calibri"/>
                          <a:cs typeface="Calibri"/>
                        </a:rPr>
                        <a:t>4</a:t>
                      </a:r>
                      <a:br>
                        <a:rPr lang="fr-CA" sz="1100" b="1" i="0" u="none" strike="noStrike" noProof="0" dirty="0">
                          <a:solidFill>
                            <a:srgbClr val="C60000"/>
                          </a:solidFill>
                          <a:latin typeface="Calibri"/>
                          <a:ea typeface="Calibri"/>
                          <a:cs typeface="Calibri"/>
                        </a:rPr>
                      </a:br>
                      <a:r>
                        <a:rPr lang="en-US" sz="1600" b="1" i="0" u="none" strike="noStrike" noProof="0" dirty="0">
                          <a:solidFill>
                            <a:srgbClr val="C60000"/>
                          </a:solidFill>
                          <a:latin typeface="Calibri"/>
                          <a:ea typeface="Calibri"/>
                          <a:cs typeface="Calibri"/>
                        </a:rPr>
                        <a:t>TESTER</a:t>
                      </a:r>
                      <a:endParaRPr lang="en-US" dirty="0">
                        <a:solidFill>
                          <a:srgbClr val="C60000"/>
                        </a:solidFill>
                      </a:endParaRP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rgbClr val="9D1E8F"/>
                          </a:solidFill>
                          <a:latin typeface="Calibri"/>
                          <a:ea typeface="Calibri"/>
                          <a:cs typeface="Calibri"/>
                        </a:rPr>
                        <a:t>5</a:t>
                      </a:r>
                      <a:br>
                        <a:rPr lang="fr-CA" sz="3200" b="1" i="0" u="none" strike="noStrike" noProof="0" dirty="0">
                          <a:solidFill>
                            <a:srgbClr val="9D1E8F"/>
                          </a:solidFill>
                          <a:latin typeface="Calibri"/>
                          <a:ea typeface="Calibri"/>
                          <a:cs typeface="Calibri"/>
                        </a:rPr>
                      </a:br>
                      <a:r>
                        <a:rPr lang="en-US" sz="1600" b="1" i="0" u="none" strike="noStrike" noProof="0" dirty="0">
                          <a:solidFill>
                            <a:srgbClr val="9D1E8F"/>
                          </a:solidFill>
                          <a:latin typeface="Calibri"/>
                          <a:ea typeface="Calibri"/>
                          <a:cs typeface="Calibri"/>
                        </a:rPr>
                        <a:t>LIVRER</a:t>
                      </a:r>
                      <a:endParaRPr lang="en-US" sz="1600" dirty="0">
                        <a:solidFill>
                          <a:srgbClr val="9D1E8F"/>
                        </a:solidFill>
                      </a:endParaRPr>
                    </a:p>
                  </a:txBody>
                  <a:tcPr>
                    <a:solidFill>
                      <a:schemeClr val="accent1">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CA" sz="4000" b="1" i="0" u="none" strike="noStrike" noProof="0" dirty="0">
                          <a:solidFill>
                            <a:srgbClr val="9D1E8F"/>
                          </a:solidFill>
                          <a:latin typeface="Calibri"/>
                          <a:ea typeface="Calibri"/>
                          <a:cs typeface="Calibri"/>
                        </a:rPr>
                        <a:t>6</a:t>
                      </a:r>
                      <a:br>
                        <a:rPr lang="fr-CA" sz="1200" b="1" i="0" u="none" strike="noStrike" noProof="0" dirty="0">
                          <a:solidFill>
                            <a:srgbClr val="9D1E8F"/>
                          </a:solidFill>
                          <a:latin typeface="Calibri"/>
                          <a:ea typeface="Calibri"/>
                          <a:cs typeface="Calibri"/>
                        </a:rPr>
                      </a:br>
                      <a:r>
                        <a:rPr lang="en-US" sz="1600" b="1" i="0" u="none" strike="noStrike" noProof="0" dirty="0">
                          <a:solidFill>
                            <a:srgbClr val="9D1E8F"/>
                          </a:solidFill>
                          <a:latin typeface="Calibri"/>
                          <a:ea typeface="Calibri"/>
                          <a:cs typeface="Calibri"/>
                        </a:rPr>
                        <a:t>DÉPLOYER</a:t>
                      </a:r>
                      <a:endParaRPr lang="en-US" sz="1600" dirty="0">
                        <a:solidFill>
                          <a:srgbClr val="9D1E8F"/>
                        </a:solidFill>
                      </a:endParaRPr>
                    </a:p>
                    <a:p>
                      <a:pPr rtl="0" eaLnBrk="1" latinLnBrk="0" hangingPunct="1"/>
                      <a:endParaRPr lang="fr-CA" dirty="0">
                        <a:solidFill>
                          <a:srgbClr val="9D1E8F"/>
                        </a:solidFill>
                        <a:effectLst/>
                      </a:endParaRP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rgbClr val="9D1E8F"/>
                          </a:solidFill>
                          <a:latin typeface="Calibri"/>
                          <a:ea typeface="Calibri"/>
                          <a:cs typeface="Calibri"/>
                        </a:rPr>
                        <a:t>7</a:t>
                      </a:r>
                      <a:br>
                        <a:rPr lang="fr-CA" sz="1100" b="1" i="0" u="none" strike="noStrike" noProof="0" dirty="0">
                          <a:solidFill>
                            <a:srgbClr val="9D1E8F"/>
                          </a:solidFill>
                          <a:latin typeface="Calibri"/>
                          <a:ea typeface="Calibri"/>
                          <a:cs typeface="Calibri"/>
                        </a:rPr>
                      </a:br>
                      <a:r>
                        <a:rPr lang="fr-CA" sz="1600" b="1" i="0" u="none" strike="noStrike" noProof="0" dirty="0">
                          <a:solidFill>
                            <a:srgbClr val="9D1E8F"/>
                          </a:solidFill>
                          <a:latin typeface="Calibri"/>
                          <a:ea typeface="Calibri"/>
                          <a:cs typeface="Calibri"/>
                        </a:rPr>
                        <a:t>OPERER</a:t>
                      </a:r>
                      <a:endParaRPr lang="en-US" dirty="0">
                        <a:solidFill>
                          <a:srgbClr val="9D1E8F"/>
                        </a:solidFill>
                      </a:endParaRPr>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rgbClr val="9D1E8F"/>
                          </a:solidFill>
                          <a:latin typeface="Calibri"/>
                          <a:ea typeface="Calibri"/>
                          <a:cs typeface="Calibri"/>
                        </a:rPr>
                        <a:t>8</a:t>
                      </a:r>
                      <a:br>
                        <a:rPr lang="fr-CA" sz="1100" b="1" i="0" u="none" strike="noStrike" noProof="0" dirty="0">
                          <a:solidFill>
                            <a:srgbClr val="9D1E8F"/>
                          </a:solidFill>
                          <a:latin typeface="Calibri"/>
                          <a:ea typeface="Calibri"/>
                          <a:cs typeface="Calibri"/>
                        </a:rPr>
                      </a:br>
                      <a:r>
                        <a:rPr lang="fr-CA" sz="1600" b="1" i="0" u="none" strike="noStrike" noProof="0" dirty="0">
                          <a:solidFill>
                            <a:srgbClr val="9D1E8F"/>
                          </a:solidFill>
                          <a:latin typeface="Calibri"/>
                          <a:ea typeface="Calibri"/>
                          <a:cs typeface="Calibri"/>
                        </a:rPr>
                        <a:t>MONITORER</a:t>
                      </a:r>
                      <a:endParaRPr lang="fr-CA" sz="1100" b="0" i="0" u="none" strike="noStrike" noProof="0" dirty="0">
                        <a:solidFill>
                          <a:srgbClr val="9D1E8F"/>
                        </a:solidFill>
                        <a:latin typeface="Calibri"/>
                        <a:ea typeface="Calibri"/>
                        <a:cs typeface="Calibri"/>
                      </a:endParaRPr>
                    </a:p>
                  </a:txBody>
                  <a:tcPr>
                    <a:solidFill>
                      <a:schemeClr val="accent1">
                        <a:lumMod val="20000"/>
                        <a:lumOff val="80000"/>
                      </a:schemeClr>
                    </a:solidFill>
                  </a:tcPr>
                </a:tc>
                <a:extLst>
                  <a:ext uri="{0D108BD9-81ED-4DB2-BD59-A6C34878D82A}">
                    <a16:rowId xmlns:a16="http://schemas.microsoft.com/office/drawing/2014/main" val="1593223137"/>
                  </a:ext>
                </a:extLst>
              </a:tr>
            </a:tbl>
          </a:graphicData>
        </a:graphic>
      </p:graphicFrame>
      <p:sp>
        <p:nvSpPr>
          <p:cNvPr id="7" name="TextBox 55">
            <a:extLst>
              <a:ext uri="{FF2B5EF4-FFF2-40B4-BE49-F238E27FC236}">
                <a16:creationId xmlns:a16="http://schemas.microsoft.com/office/drawing/2014/main" id="{AD8E9F40-BE2C-36F8-6E51-9605467A96BE}"/>
              </a:ext>
            </a:extLst>
          </p:cNvPr>
          <p:cNvSpPr txBox="1"/>
          <p:nvPr/>
        </p:nvSpPr>
        <p:spPr>
          <a:xfrm>
            <a:off x="161925" y="160951"/>
            <a:ext cx="11849099"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CA" sz="2800" dirty="0">
                <a:solidFill>
                  <a:srgbClr val="366092"/>
                </a:solidFill>
                <a:latin typeface="Calibri"/>
                <a:ea typeface="Calibri"/>
                <a:cs typeface="Calibri"/>
              </a:rPr>
              <a:t>Le SDLC du </a:t>
            </a:r>
            <a:r>
              <a:rPr lang="fr-CA" sz="2800" b="1" dirty="0">
                <a:solidFill>
                  <a:srgbClr val="9D1E8F"/>
                </a:solidFill>
                <a:latin typeface="Calibri"/>
                <a:ea typeface="Calibri"/>
                <a:cs typeface="Calibri"/>
              </a:rPr>
              <a:t>DevOps</a:t>
            </a:r>
          </a:p>
          <a:p>
            <a:r>
              <a:rPr lang="fr-CA" sz="2000" dirty="0">
                <a:solidFill>
                  <a:srgbClr val="366092"/>
                </a:solidFill>
                <a:latin typeface="Calibri"/>
                <a:ea typeface="Calibri"/>
                <a:cs typeface="Calibri"/>
              </a:rPr>
              <a:t>Inclure l’opérationnel dans le développement est le sens du DevOps tandis que le </a:t>
            </a:r>
            <a:r>
              <a:rPr lang="fr-CA" sz="2000" b="1" dirty="0" err="1">
                <a:solidFill>
                  <a:srgbClr val="366092"/>
                </a:solidFill>
                <a:latin typeface="Calibri"/>
                <a:ea typeface="Calibri"/>
                <a:cs typeface="Calibri"/>
              </a:rPr>
              <a:t>DevSecOps</a:t>
            </a:r>
            <a:r>
              <a:rPr lang="fr-CA" sz="2000" dirty="0">
                <a:solidFill>
                  <a:srgbClr val="366092"/>
                </a:solidFill>
                <a:latin typeface="Calibri"/>
                <a:ea typeface="Calibri"/>
                <a:cs typeface="Calibri"/>
              </a:rPr>
              <a:t>, c’est de ne pas oublier la sécurité. Est arrivé l’idée du Ci/Cd (développement continu) ainsi que le premier concept qui a pensé de revenir au début pour rendre le cycle infini. Ce SDLC n’a pas vraiment été utiliser car on a cru que c’était pour les DevOps seulement.</a:t>
            </a:r>
            <a:endParaRPr lang="en-US" sz="2000" dirty="0">
              <a:solidFill>
                <a:srgbClr val="366092"/>
              </a:solidFill>
              <a:latin typeface="Calibri"/>
              <a:ea typeface="Calibri"/>
              <a:cs typeface="Calibri"/>
            </a:endParaRPr>
          </a:p>
        </p:txBody>
      </p:sp>
      <p:cxnSp>
        <p:nvCxnSpPr>
          <p:cNvPr id="3" name="Straight Arrow Connector 4">
            <a:extLst>
              <a:ext uri="{FF2B5EF4-FFF2-40B4-BE49-F238E27FC236}">
                <a16:creationId xmlns:a16="http://schemas.microsoft.com/office/drawing/2014/main" id="{EB022966-BA20-58C0-CB50-9A7DDCB2B6AA}"/>
              </a:ext>
            </a:extLst>
          </p:cNvPr>
          <p:cNvCxnSpPr>
            <a:cxnSpLocks/>
          </p:cNvCxnSpPr>
          <p:nvPr/>
        </p:nvCxnSpPr>
        <p:spPr>
          <a:xfrm>
            <a:off x="6536006" y="5753682"/>
            <a:ext cx="15169" cy="567708"/>
          </a:xfrm>
          <a:prstGeom prst="straightConnector1">
            <a:avLst/>
          </a:prstGeom>
        </p:spPr>
        <p:style>
          <a:lnRef idx="3">
            <a:schemeClr val="accent5"/>
          </a:lnRef>
          <a:fillRef idx="0">
            <a:schemeClr val="accent5"/>
          </a:fillRef>
          <a:effectRef idx="2">
            <a:schemeClr val="accent5"/>
          </a:effectRef>
          <a:fontRef idx="minor">
            <a:schemeClr val="tx1"/>
          </a:fontRef>
        </p:style>
      </p:cxnSp>
      <p:sp>
        <p:nvSpPr>
          <p:cNvPr id="6" name="TextBox 7">
            <a:extLst>
              <a:ext uri="{FF2B5EF4-FFF2-40B4-BE49-F238E27FC236}">
                <a16:creationId xmlns:a16="http://schemas.microsoft.com/office/drawing/2014/main" id="{4DA4B5E9-9C04-6AFF-A505-8FE29BDFEC3B}"/>
              </a:ext>
            </a:extLst>
          </p:cNvPr>
          <p:cNvSpPr txBox="1"/>
          <p:nvPr/>
        </p:nvSpPr>
        <p:spPr>
          <a:xfrm>
            <a:off x="3248740" y="5852870"/>
            <a:ext cx="19509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spc="50" dirty="0">
                <a:ln w="0"/>
                <a:solidFill>
                  <a:schemeClr val="bg2"/>
                </a:solidFill>
                <a:effectLst>
                  <a:innerShdw blurRad="63500" dist="50800" dir="13500000">
                    <a:srgbClr val="000000">
                      <a:alpha val="50000"/>
                    </a:srgbClr>
                  </a:innerShdw>
                </a:effectLst>
                <a:ea typeface="Calibri"/>
                <a:cs typeface="Calibri"/>
              </a:rPr>
              <a:t>Développement</a:t>
            </a:r>
          </a:p>
        </p:txBody>
      </p:sp>
      <p:sp>
        <p:nvSpPr>
          <p:cNvPr id="9" name="TextBox 8">
            <a:extLst>
              <a:ext uri="{FF2B5EF4-FFF2-40B4-BE49-F238E27FC236}">
                <a16:creationId xmlns:a16="http://schemas.microsoft.com/office/drawing/2014/main" id="{7DFC60D8-01AF-1788-77B5-199C63AF2471}"/>
              </a:ext>
            </a:extLst>
          </p:cNvPr>
          <p:cNvSpPr txBox="1"/>
          <p:nvPr/>
        </p:nvSpPr>
        <p:spPr>
          <a:xfrm>
            <a:off x="7902664" y="5852870"/>
            <a:ext cx="1950948"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CA" b="1" spc="50" dirty="0">
                <a:ln w="0"/>
                <a:solidFill>
                  <a:schemeClr val="bg2"/>
                </a:solidFill>
                <a:effectLst>
                  <a:innerShdw blurRad="63500" dist="50800" dir="13500000">
                    <a:srgbClr val="000000">
                      <a:alpha val="50000"/>
                    </a:srgbClr>
                  </a:innerShdw>
                </a:effectLst>
                <a:ea typeface="Calibri"/>
                <a:cs typeface="Calibri"/>
              </a:rPr>
              <a:t>Opérationnel</a:t>
            </a:r>
          </a:p>
        </p:txBody>
      </p:sp>
      <p:cxnSp>
        <p:nvCxnSpPr>
          <p:cNvPr id="10" name="Straight Arrow Connector 4">
            <a:extLst>
              <a:ext uri="{FF2B5EF4-FFF2-40B4-BE49-F238E27FC236}">
                <a16:creationId xmlns:a16="http://schemas.microsoft.com/office/drawing/2014/main" id="{CD465C3A-B7F2-91E0-696D-FEBF24198A52}"/>
              </a:ext>
            </a:extLst>
          </p:cNvPr>
          <p:cNvCxnSpPr>
            <a:cxnSpLocks/>
          </p:cNvCxnSpPr>
          <p:nvPr/>
        </p:nvCxnSpPr>
        <p:spPr>
          <a:xfrm>
            <a:off x="6254501" y="6044022"/>
            <a:ext cx="563010" cy="0"/>
          </a:xfrm>
          <a:prstGeom prst="straightConnector1">
            <a:avLst/>
          </a:prstGeom>
        </p:spPr>
        <p:style>
          <a:lnRef idx="3">
            <a:schemeClr val="accent5"/>
          </a:lnRef>
          <a:fillRef idx="0">
            <a:schemeClr val="accent5"/>
          </a:fillRef>
          <a:effectRef idx="2">
            <a:schemeClr val="accent5"/>
          </a:effectRef>
          <a:fontRef idx="minor">
            <a:schemeClr val="tx1"/>
          </a:fontRef>
        </p:style>
      </p:cxnSp>
    </p:spTree>
    <p:extLst>
      <p:ext uri="{BB962C8B-B14F-4D97-AF65-F5344CB8AC3E}">
        <p14:creationId xmlns:p14="http://schemas.microsoft.com/office/powerpoint/2010/main" val="3572236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9C8FC-8F29-F01D-246F-AD610838AD72}"/>
            </a:ext>
          </a:extLst>
        </p:cNvPr>
        <p:cNvGrpSpPr/>
        <p:nvPr/>
      </p:nvGrpSpPr>
      <p:grpSpPr>
        <a:xfrm>
          <a:off x="0" y="0"/>
          <a:ext cx="0" cy="0"/>
          <a:chOff x="0" y="0"/>
          <a:chExt cx="0" cy="0"/>
        </a:xfrm>
      </p:grpSpPr>
      <p:graphicFrame>
        <p:nvGraphicFramePr>
          <p:cNvPr id="72" name="Table 13">
            <a:extLst>
              <a:ext uri="{FF2B5EF4-FFF2-40B4-BE49-F238E27FC236}">
                <a16:creationId xmlns:a16="http://schemas.microsoft.com/office/drawing/2014/main" id="{69168073-A8F2-1015-BE60-0A66BB14997D}"/>
              </a:ext>
            </a:extLst>
          </p:cNvPr>
          <p:cNvGraphicFramePr>
            <a:graphicFrameLocks noGrp="1"/>
          </p:cNvGraphicFramePr>
          <p:nvPr>
            <p:extLst>
              <p:ext uri="{D42A27DB-BD31-4B8C-83A1-F6EECF244321}">
                <p14:modId xmlns:p14="http://schemas.microsoft.com/office/powerpoint/2010/main" val="2520871275"/>
              </p:ext>
            </p:extLst>
          </p:nvPr>
        </p:nvGraphicFramePr>
        <p:xfrm>
          <a:off x="1593164" y="2364634"/>
          <a:ext cx="8865288" cy="1219200"/>
        </p:xfrm>
        <a:graphic>
          <a:graphicData uri="http://schemas.openxmlformats.org/drawingml/2006/table">
            <a:tbl>
              <a:tblPr firstRow="1" bandRow="1">
                <a:tableStyleId>{5C22544A-7EE6-4342-B048-85BDC9FD1C3A}</a:tableStyleId>
              </a:tblPr>
              <a:tblGrid>
                <a:gridCol w="1108161">
                  <a:extLst>
                    <a:ext uri="{9D8B030D-6E8A-4147-A177-3AD203B41FA5}">
                      <a16:colId xmlns:a16="http://schemas.microsoft.com/office/drawing/2014/main" val="1698110983"/>
                    </a:ext>
                  </a:extLst>
                </a:gridCol>
                <a:gridCol w="1108161">
                  <a:extLst>
                    <a:ext uri="{9D8B030D-6E8A-4147-A177-3AD203B41FA5}">
                      <a16:colId xmlns:a16="http://schemas.microsoft.com/office/drawing/2014/main" val="1136855438"/>
                    </a:ext>
                  </a:extLst>
                </a:gridCol>
                <a:gridCol w="1108161">
                  <a:extLst>
                    <a:ext uri="{9D8B030D-6E8A-4147-A177-3AD203B41FA5}">
                      <a16:colId xmlns:a16="http://schemas.microsoft.com/office/drawing/2014/main" val="2523017505"/>
                    </a:ext>
                  </a:extLst>
                </a:gridCol>
                <a:gridCol w="1108161">
                  <a:extLst>
                    <a:ext uri="{9D8B030D-6E8A-4147-A177-3AD203B41FA5}">
                      <a16:colId xmlns:a16="http://schemas.microsoft.com/office/drawing/2014/main" val="1833509840"/>
                    </a:ext>
                  </a:extLst>
                </a:gridCol>
                <a:gridCol w="1108161">
                  <a:extLst>
                    <a:ext uri="{9D8B030D-6E8A-4147-A177-3AD203B41FA5}">
                      <a16:colId xmlns:a16="http://schemas.microsoft.com/office/drawing/2014/main" val="3213254897"/>
                    </a:ext>
                  </a:extLst>
                </a:gridCol>
                <a:gridCol w="1108161">
                  <a:extLst>
                    <a:ext uri="{9D8B030D-6E8A-4147-A177-3AD203B41FA5}">
                      <a16:colId xmlns:a16="http://schemas.microsoft.com/office/drawing/2014/main" val="2408503863"/>
                    </a:ext>
                  </a:extLst>
                </a:gridCol>
                <a:gridCol w="920920">
                  <a:extLst>
                    <a:ext uri="{9D8B030D-6E8A-4147-A177-3AD203B41FA5}">
                      <a16:colId xmlns:a16="http://schemas.microsoft.com/office/drawing/2014/main" val="1638730749"/>
                    </a:ext>
                  </a:extLst>
                </a:gridCol>
                <a:gridCol w="1295402">
                  <a:extLst>
                    <a:ext uri="{9D8B030D-6E8A-4147-A177-3AD203B41FA5}">
                      <a16:colId xmlns:a16="http://schemas.microsoft.com/office/drawing/2014/main" val="1095698921"/>
                    </a:ext>
                  </a:extLst>
                </a:gridCol>
              </a:tblGrid>
              <a:tr h="370840">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1</a:t>
                      </a:r>
                      <a:br>
                        <a:rPr lang="fr-CA"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PLANIFIER</a:t>
                      </a:r>
                      <a:endParaRPr lang="fr-CA" sz="1100" b="0" i="0" u="none" strike="noStrike" noProof="0" dirty="0">
                        <a:solidFill>
                          <a:schemeClr val="tx1"/>
                        </a:solidFill>
                        <a:latin typeface="Calibri"/>
                        <a:ea typeface="Calibri"/>
                        <a:cs typeface="Calibri"/>
                      </a:endParaRP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2</a:t>
                      </a:r>
                      <a:br>
                        <a:rPr lang="fr-CA"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CODER</a:t>
                      </a:r>
                      <a:endParaRPr lang="en-US" sz="1100" b="0" i="0" u="none" strike="noStrike" noProof="0" dirty="0">
                        <a:solidFill>
                          <a:srgbClr val="000000"/>
                        </a:solidFill>
                        <a:latin typeface="Calibri"/>
                        <a:ea typeface="Calibri"/>
                        <a:cs typeface="Calibri"/>
                      </a:endParaRPr>
                    </a:p>
                    <a:p>
                      <a:pPr lvl="0">
                        <a:buNone/>
                      </a:pPr>
                      <a:endParaRPr lang="en-US" dirty="0"/>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en-US" sz="4000" b="1" i="0" u="none" strike="noStrike" noProof="0" dirty="0">
                          <a:solidFill>
                            <a:schemeClr val="tx1"/>
                          </a:solidFill>
                          <a:latin typeface="Calibri"/>
                          <a:ea typeface="Calibri"/>
                          <a:cs typeface="Calibri"/>
                        </a:rPr>
                        <a:t>3</a:t>
                      </a:r>
                      <a:br>
                        <a:rPr lang="en-US"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BUILDER</a:t>
                      </a:r>
                      <a:endParaRPr lang="en-US" sz="1100" b="0" i="0" u="none" strike="noStrike" noProof="0" dirty="0">
                        <a:solidFill>
                          <a:srgbClr val="000000"/>
                        </a:solidFill>
                        <a:latin typeface="Calibri"/>
                        <a:ea typeface="Calibri"/>
                        <a:cs typeface="Calibri"/>
                      </a:endParaRPr>
                    </a:p>
                    <a:p>
                      <a:pPr lvl="0">
                        <a:buNone/>
                      </a:pPr>
                      <a:endParaRPr lang="en-US" dirty="0"/>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4</a:t>
                      </a:r>
                      <a:br>
                        <a:rPr lang="fr-CA"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LIVRER</a:t>
                      </a:r>
                      <a:endParaRPr lang="en-US" sz="1600" b="1" i="0" u="none" strike="noStrike" noProof="0" dirty="0">
                        <a:solidFill>
                          <a:srgbClr val="000000"/>
                        </a:solidFill>
                        <a:latin typeface="Calibri"/>
                        <a:ea typeface="Calibri"/>
                        <a:cs typeface="Calibri"/>
                      </a:endParaRPr>
                    </a:p>
                    <a:p>
                      <a:pPr lvl="0">
                        <a:buNone/>
                      </a:pPr>
                      <a:endParaRPr lang="en-US" dirty="0"/>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sngStrike" noProof="0" dirty="0">
                          <a:solidFill>
                            <a:srgbClr val="9D1E8F"/>
                          </a:solidFill>
                          <a:latin typeface="Calibri"/>
                          <a:ea typeface="Calibri"/>
                          <a:cs typeface="Calibri"/>
                        </a:rPr>
                        <a:t>5</a:t>
                      </a:r>
                      <a:br>
                        <a:rPr lang="fr-CA" sz="1100" b="1" i="0" u="none" strike="sngStrike" noProof="0" dirty="0">
                          <a:solidFill>
                            <a:srgbClr val="9D1E8F"/>
                          </a:solidFill>
                          <a:latin typeface="Calibri"/>
                          <a:ea typeface="Calibri"/>
                          <a:cs typeface="Calibri"/>
                        </a:rPr>
                      </a:br>
                      <a:r>
                        <a:rPr lang="fr-CA" sz="1600" b="1" i="0" u="none" strike="sngStrike" noProof="0" dirty="0">
                          <a:solidFill>
                            <a:srgbClr val="9D1E8F"/>
                          </a:solidFill>
                          <a:latin typeface="Calibri"/>
                          <a:ea typeface="Calibri"/>
                          <a:cs typeface="Calibri"/>
                        </a:rPr>
                        <a:t>TESTER</a:t>
                      </a:r>
                      <a:endParaRPr lang="fr-CA" sz="1100" b="0" i="0" u="none" strike="sngStrike" noProof="0" dirty="0">
                        <a:solidFill>
                          <a:srgbClr val="9D1E8F"/>
                        </a:solidFill>
                        <a:latin typeface="Calibri"/>
                        <a:ea typeface="Calibri"/>
                        <a:cs typeface="Calibri"/>
                      </a:endParaRPr>
                    </a:p>
                    <a:p>
                      <a:pPr lvl="0">
                        <a:buNone/>
                      </a:pPr>
                      <a:endParaRPr lang="en-US" dirty="0"/>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5</a:t>
                      </a:r>
                      <a:br>
                        <a:rPr lang="fr-CA" sz="1100" b="1" i="0" u="none" strike="noStrike" noProof="0" dirty="0">
                          <a:solidFill>
                            <a:srgbClr val="000000"/>
                          </a:solidFill>
                          <a:latin typeface="Calibri"/>
                          <a:ea typeface="Calibri"/>
                          <a:cs typeface="Calibri"/>
                        </a:rPr>
                      </a:br>
                      <a:r>
                        <a:rPr lang="fr-CA" sz="1600" b="1" i="0" u="none" strike="noStrike" noProof="0" dirty="0">
                          <a:solidFill>
                            <a:srgbClr val="000000"/>
                          </a:solidFill>
                          <a:latin typeface="Calibri"/>
                          <a:ea typeface="Calibri"/>
                          <a:cs typeface="Calibri"/>
                        </a:rPr>
                        <a:t>DÉPLOYER</a:t>
                      </a:r>
                      <a:br>
                        <a:rPr lang="fr-CA" sz="1100" b="0" i="0" u="none" strike="noStrike" noProof="0" dirty="0">
                          <a:solidFill>
                            <a:srgbClr val="000000"/>
                          </a:solidFill>
                          <a:latin typeface="Calibri"/>
                          <a:ea typeface="Calibri"/>
                          <a:cs typeface="Calibri"/>
                        </a:rPr>
                      </a:br>
                      <a:endParaRPr lang="fr-CA" sz="1100" b="0" i="0" u="none" strike="noStrike" noProof="0" dirty="0">
                        <a:solidFill>
                          <a:schemeClr val="tx1"/>
                        </a:solidFill>
                        <a:latin typeface="Calibri"/>
                        <a:ea typeface="Calibri"/>
                        <a:cs typeface="Calibri"/>
                      </a:endParaRP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6</a:t>
                      </a:r>
                      <a:br>
                        <a:rPr lang="fr-CA" sz="900" b="1" i="0" u="none" strike="noStrike" noProof="0" dirty="0">
                          <a:solidFill>
                            <a:srgbClr val="000000"/>
                          </a:solidFill>
                          <a:latin typeface="Calibri"/>
                          <a:ea typeface="Calibri"/>
                          <a:cs typeface="Calibri"/>
                        </a:rPr>
                      </a:br>
                      <a:r>
                        <a:rPr lang="fr-CA" sz="1600" b="1" i="0" u="none" strike="noStrike" noProof="0" dirty="0">
                          <a:solidFill>
                            <a:srgbClr val="000000"/>
                          </a:solidFill>
                          <a:latin typeface="Calibri"/>
                          <a:ea typeface="Calibri"/>
                          <a:cs typeface="Calibri"/>
                        </a:rPr>
                        <a:t>OPÉRER</a:t>
                      </a:r>
                      <a:endParaRPr lang="fr-CA" sz="1600" b="0" i="0" u="none" strike="noStrike" noProof="0" dirty="0">
                        <a:solidFill>
                          <a:schemeClr val="tx1"/>
                        </a:solidFill>
                        <a:latin typeface="Calibri"/>
                        <a:ea typeface="Calibri"/>
                        <a:cs typeface="Calibri"/>
                      </a:endParaRP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7</a:t>
                      </a:r>
                      <a:br>
                        <a:rPr lang="fr-CA" sz="900" b="1" i="0" u="none" strike="noStrike" noProof="0" dirty="0">
                          <a:solidFill>
                            <a:srgbClr val="000000"/>
                          </a:solidFill>
                          <a:latin typeface="Calibri"/>
                          <a:ea typeface="Calibri"/>
                          <a:cs typeface="Calibri"/>
                        </a:rPr>
                      </a:br>
                      <a:r>
                        <a:rPr lang="fr-CA" sz="1600" b="1" i="0" u="none" strike="noStrike" noProof="0" dirty="0">
                          <a:solidFill>
                            <a:srgbClr val="000000"/>
                          </a:solidFill>
                          <a:latin typeface="Calibri"/>
                          <a:ea typeface="Calibri"/>
                          <a:cs typeface="Calibri"/>
                        </a:rPr>
                        <a:t>MONITORER</a:t>
                      </a:r>
                      <a:endParaRPr lang="fr-CA" sz="1600" b="0" i="0" u="none" strike="noStrike" noProof="0" dirty="0">
                        <a:solidFill>
                          <a:schemeClr val="tx1"/>
                        </a:solidFill>
                        <a:latin typeface="Calibri"/>
                        <a:ea typeface="Calibri"/>
                        <a:cs typeface="Calibri"/>
                      </a:endParaRPr>
                    </a:p>
                  </a:txBody>
                  <a:tcPr>
                    <a:solidFill>
                      <a:schemeClr val="accent1">
                        <a:lumMod val="20000"/>
                        <a:lumOff val="80000"/>
                      </a:schemeClr>
                    </a:solidFill>
                  </a:tcPr>
                </a:tc>
                <a:extLst>
                  <a:ext uri="{0D108BD9-81ED-4DB2-BD59-A6C34878D82A}">
                    <a16:rowId xmlns:a16="http://schemas.microsoft.com/office/drawing/2014/main" val="1593223137"/>
                  </a:ext>
                </a:extLst>
              </a:tr>
            </a:tbl>
          </a:graphicData>
        </a:graphic>
      </p:graphicFrame>
      <p:sp>
        <p:nvSpPr>
          <p:cNvPr id="73" name="Flèche : bas 1">
            <a:extLst>
              <a:ext uri="{FF2B5EF4-FFF2-40B4-BE49-F238E27FC236}">
                <a16:creationId xmlns:a16="http://schemas.microsoft.com/office/drawing/2014/main" id="{88782F26-23E5-5AA4-86D2-74D27073AE3E}"/>
              </a:ext>
            </a:extLst>
          </p:cNvPr>
          <p:cNvSpPr/>
          <p:nvPr/>
        </p:nvSpPr>
        <p:spPr>
          <a:xfrm rot="16200000">
            <a:off x="2273587" y="3462208"/>
            <a:ext cx="1013522" cy="627509"/>
          </a:xfrm>
          <a:prstGeom prst="downArrow">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defPPr>
              <a:defRPr lang="en-US"/>
            </a:defPPr>
            <a:lvl1pPr marL="0" algn="l" defTabSz="457200" rtl="0" eaLnBrk="1" latinLnBrk="0" hangingPunct="1">
              <a:defRPr sz="1800" kern="1200">
                <a:solidFill>
                  <a:schemeClr val="accent3"/>
                </a:solidFill>
                <a:latin typeface="+mn-lt"/>
                <a:ea typeface="+mn-ea"/>
                <a:cs typeface="+mn-cs"/>
              </a:defRPr>
            </a:lvl1pPr>
            <a:lvl2pPr marL="457200" algn="l" defTabSz="457200" rtl="0" eaLnBrk="1" latinLnBrk="0" hangingPunct="1">
              <a:defRPr sz="1800" kern="1200">
                <a:solidFill>
                  <a:schemeClr val="accent3"/>
                </a:solidFill>
                <a:latin typeface="+mn-lt"/>
                <a:ea typeface="+mn-ea"/>
                <a:cs typeface="+mn-cs"/>
              </a:defRPr>
            </a:lvl2pPr>
            <a:lvl3pPr marL="914400" algn="l" defTabSz="457200" rtl="0" eaLnBrk="1" latinLnBrk="0" hangingPunct="1">
              <a:defRPr sz="1800" kern="1200">
                <a:solidFill>
                  <a:schemeClr val="accent3"/>
                </a:solidFill>
                <a:latin typeface="+mn-lt"/>
                <a:ea typeface="+mn-ea"/>
                <a:cs typeface="+mn-cs"/>
              </a:defRPr>
            </a:lvl3pPr>
            <a:lvl4pPr marL="1371600" algn="l" defTabSz="457200" rtl="0" eaLnBrk="1" latinLnBrk="0" hangingPunct="1">
              <a:defRPr sz="1800" kern="1200">
                <a:solidFill>
                  <a:schemeClr val="accent3"/>
                </a:solidFill>
                <a:latin typeface="+mn-lt"/>
                <a:ea typeface="+mn-ea"/>
                <a:cs typeface="+mn-cs"/>
              </a:defRPr>
            </a:lvl4pPr>
            <a:lvl5pPr marL="1828800" algn="l" defTabSz="457200" rtl="0" eaLnBrk="1" latinLnBrk="0" hangingPunct="1">
              <a:defRPr sz="1800" kern="1200">
                <a:solidFill>
                  <a:schemeClr val="accent3"/>
                </a:solidFill>
                <a:latin typeface="+mn-lt"/>
                <a:ea typeface="+mn-ea"/>
                <a:cs typeface="+mn-cs"/>
              </a:defRPr>
            </a:lvl5pPr>
            <a:lvl6pPr marL="2286000" algn="l" defTabSz="457200" rtl="0" eaLnBrk="1" latinLnBrk="0" hangingPunct="1">
              <a:defRPr sz="1800" kern="1200">
                <a:solidFill>
                  <a:schemeClr val="accent3"/>
                </a:solidFill>
                <a:latin typeface="+mn-lt"/>
                <a:ea typeface="+mn-ea"/>
                <a:cs typeface="+mn-cs"/>
              </a:defRPr>
            </a:lvl6pPr>
            <a:lvl7pPr marL="2743200" algn="l" defTabSz="457200" rtl="0" eaLnBrk="1" latinLnBrk="0" hangingPunct="1">
              <a:defRPr sz="1800" kern="1200">
                <a:solidFill>
                  <a:schemeClr val="accent3"/>
                </a:solidFill>
                <a:latin typeface="+mn-lt"/>
                <a:ea typeface="+mn-ea"/>
                <a:cs typeface="+mn-cs"/>
              </a:defRPr>
            </a:lvl7pPr>
            <a:lvl8pPr marL="3200400" algn="l" defTabSz="457200" rtl="0" eaLnBrk="1" latinLnBrk="0" hangingPunct="1">
              <a:defRPr sz="1800" kern="1200">
                <a:solidFill>
                  <a:schemeClr val="accent3"/>
                </a:solidFill>
                <a:latin typeface="+mn-lt"/>
                <a:ea typeface="+mn-ea"/>
                <a:cs typeface="+mn-cs"/>
              </a:defRPr>
            </a:lvl8pPr>
            <a:lvl9pPr marL="3657600" algn="l" defTabSz="457200" rtl="0" eaLnBrk="1" latinLnBrk="0" hangingPunct="1">
              <a:defRPr sz="1800" kern="1200">
                <a:solidFill>
                  <a:schemeClr val="accent3"/>
                </a:solidFill>
                <a:latin typeface="+mn-lt"/>
                <a:ea typeface="+mn-ea"/>
                <a:cs typeface="+mn-cs"/>
              </a:defRPr>
            </a:lvl9pPr>
          </a:lstStyle>
          <a:p>
            <a:pPr algn="ctr"/>
            <a:endParaRPr lang="fr-CA" sz="1350" b="1">
              <a:ln w="12700">
                <a:solidFill>
                  <a:schemeClr val="accent3">
                    <a:lumMod val="50000"/>
                  </a:schemeClr>
                </a:solidFill>
                <a:prstDash val="solid"/>
              </a:ln>
              <a:solidFill>
                <a:srgbClr val="9D1E8F"/>
              </a:solidFill>
              <a:effectLst>
                <a:innerShdw blurRad="177800">
                  <a:schemeClr val="accent3">
                    <a:lumMod val="50000"/>
                  </a:schemeClr>
                </a:innerShdw>
              </a:effectLst>
            </a:endParaRPr>
          </a:p>
        </p:txBody>
      </p:sp>
      <p:sp>
        <p:nvSpPr>
          <p:cNvPr id="85" name="Flèche : bas 1">
            <a:extLst>
              <a:ext uri="{FF2B5EF4-FFF2-40B4-BE49-F238E27FC236}">
                <a16:creationId xmlns:a16="http://schemas.microsoft.com/office/drawing/2014/main" id="{2A692A8E-7011-24AE-1367-9127A6E098D5}"/>
              </a:ext>
            </a:extLst>
          </p:cNvPr>
          <p:cNvSpPr/>
          <p:nvPr/>
        </p:nvSpPr>
        <p:spPr>
          <a:xfrm rot="16200000">
            <a:off x="3390675" y="3462208"/>
            <a:ext cx="1013522" cy="627509"/>
          </a:xfrm>
          <a:prstGeom prst="downArrow">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defPPr>
              <a:defRPr lang="en-US"/>
            </a:defPPr>
            <a:lvl1pPr marL="0" algn="l" defTabSz="457200" rtl="0" eaLnBrk="1" latinLnBrk="0" hangingPunct="1">
              <a:defRPr sz="1800" kern="1200">
                <a:solidFill>
                  <a:schemeClr val="accent3"/>
                </a:solidFill>
                <a:latin typeface="+mn-lt"/>
                <a:ea typeface="+mn-ea"/>
                <a:cs typeface="+mn-cs"/>
              </a:defRPr>
            </a:lvl1pPr>
            <a:lvl2pPr marL="457200" algn="l" defTabSz="457200" rtl="0" eaLnBrk="1" latinLnBrk="0" hangingPunct="1">
              <a:defRPr sz="1800" kern="1200">
                <a:solidFill>
                  <a:schemeClr val="accent3"/>
                </a:solidFill>
                <a:latin typeface="+mn-lt"/>
                <a:ea typeface="+mn-ea"/>
                <a:cs typeface="+mn-cs"/>
              </a:defRPr>
            </a:lvl2pPr>
            <a:lvl3pPr marL="914400" algn="l" defTabSz="457200" rtl="0" eaLnBrk="1" latinLnBrk="0" hangingPunct="1">
              <a:defRPr sz="1800" kern="1200">
                <a:solidFill>
                  <a:schemeClr val="accent3"/>
                </a:solidFill>
                <a:latin typeface="+mn-lt"/>
                <a:ea typeface="+mn-ea"/>
                <a:cs typeface="+mn-cs"/>
              </a:defRPr>
            </a:lvl3pPr>
            <a:lvl4pPr marL="1371600" algn="l" defTabSz="457200" rtl="0" eaLnBrk="1" latinLnBrk="0" hangingPunct="1">
              <a:defRPr sz="1800" kern="1200">
                <a:solidFill>
                  <a:schemeClr val="accent3"/>
                </a:solidFill>
                <a:latin typeface="+mn-lt"/>
                <a:ea typeface="+mn-ea"/>
                <a:cs typeface="+mn-cs"/>
              </a:defRPr>
            </a:lvl4pPr>
            <a:lvl5pPr marL="1828800" algn="l" defTabSz="457200" rtl="0" eaLnBrk="1" latinLnBrk="0" hangingPunct="1">
              <a:defRPr sz="1800" kern="1200">
                <a:solidFill>
                  <a:schemeClr val="accent3"/>
                </a:solidFill>
                <a:latin typeface="+mn-lt"/>
                <a:ea typeface="+mn-ea"/>
                <a:cs typeface="+mn-cs"/>
              </a:defRPr>
            </a:lvl5pPr>
            <a:lvl6pPr marL="2286000" algn="l" defTabSz="457200" rtl="0" eaLnBrk="1" latinLnBrk="0" hangingPunct="1">
              <a:defRPr sz="1800" kern="1200">
                <a:solidFill>
                  <a:schemeClr val="accent3"/>
                </a:solidFill>
                <a:latin typeface="+mn-lt"/>
                <a:ea typeface="+mn-ea"/>
                <a:cs typeface="+mn-cs"/>
              </a:defRPr>
            </a:lvl6pPr>
            <a:lvl7pPr marL="2743200" algn="l" defTabSz="457200" rtl="0" eaLnBrk="1" latinLnBrk="0" hangingPunct="1">
              <a:defRPr sz="1800" kern="1200">
                <a:solidFill>
                  <a:schemeClr val="accent3"/>
                </a:solidFill>
                <a:latin typeface="+mn-lt"/>
                <a:ea typeface="+mn-ea"/>
                <a:cs typeface="+mn-cs"/>
              </a:defRPr>
            </a:lvl7pPr>
            <a:lvl8pPr marL="3200400" algn="l" defTabSz="457200" rtl="0" eaLnBrk="1" latinLnBrk="0" hangingPunct="1">
              <a:defRPr sz="1800" kern="1200">
                <a:solidFill>
                  <a:schemeClr val="accent3"/>
                </a:solidFill>
                <a:latin typeface="+mn-lt"/>
                <a:ea typeface="+mn-ea"/>
                <a:cs typeface="+mn-cs"/>
              </a:defRPr>
            </a:lvl8pPr>
            <a:lvl9pPr marL="3657600" algn="l" defTabSz="457200" rtl="0" eaLnBrk="1" latinLnBrk="0" hangingPunct="1">
              <a:defRPr sz="1800" kern="1200">
                <a:solidFill>
                  <a:schemeClr val="accent3"/>
                </a:solidFill>
                <a:latin typeface="+mn-lt"/>
                <a:ea typeface="+mn-ea"/>
                <a:cs typeface="+mn-cs"/>
              </a:defRPr>
            </a:lvl9pPr>
          </a:lstStyle>
          <a:p>
            <a:pPr algn="ctr"/>
            <a:endParaRPr lang="fr-CA" sz="1350" b="1">
              <a:ln w="12700">
                <a:solidFill>
                  <a:schemeClr val="accent3">
                    <a:lumMod val="50000"/>
                  </a:schemeClr>
                </a:solidFill>
                <a:prstDash val="solid"/>
              </a:ln>
              <a:solidFill>
                <a:srgbClr val="9D1E8F"/>
              </a:solidFill>
              <a:effectLst>
                <a:innerShdw blurRad="177800">
                  <a:schemeClr val="accent3">
                    <a:lumMod val="50000"/>
                  </a:schemeClr>
                </a:innerShdw>
              </a:effectLst>
            </a:endParaRPr>
          </a:p>
        </p:txBody>
      </p:sp>
      <p:sp>
        <p:nvSpPr>
          <p:cNvPr id="86" name="Flèche : bas 1">
            <a:extLst>
              <a:ext uri="{FF2B5EF4-FFF2-40B4-BE49-F238E27FC236}">
                <a16:creationId xmlns:a16="http://schemas.microsoft.com/office/drawing/2014/main" id="{7DAA4892-E994-9839-BE0F-06762A95647E}"/>
              </a:ext>
            </a:extLst>
          </p:cNvPr>
          <p:cNvSpPr/>
          <p:nvPr/>
        </p:nvSpPr>
        <p:spPr>
          <a:xfrm rot="16200000">
            <a:off x="4495937" y="3456349"/>
            <a:ext cx="1013522" cy="627509"/>
          </a:xfrm>
          <a:prstGeom prst="downArrow">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defPPr>
              <a:defRPr lang="en-US"/>
            </a:defPPr>
            <a:lvl1pPr marL="0" algn="l" defTabSz="457200" rtl="0" eaLnBrk="1" latinLnBrk="0" hangingPunct="1">
              <a:defRPr sz="1800" kern="1200">
                <a:solidFill>
                  <a:schemeClr val="accent3"/>
                </a:solidFill>
                <a:latin typeface="+mn-lt"/>
                <a:ea typeface="+mn-ea"/>
                <a:cs typeface="+mn-cs"/>
              </a:defRPr>
            </a:lvl1pPr>
            <a:lvl2pPr marL="457200" algn="l" defTabSz="457200" rtl="0" eaLnBrk="1" latinLnBrk="0" hangingPunct="1">
              <a:defRPr sz="1800" kern="1200">
                <a:solidFill>
                  <a:schemeClr val="accent3"/>
                </a:solidFill>
                <a:latin typeface="+mn-lt"/>
                <a:ea typeface="+mn-ea"/>
                <a:cs typeface="+mn-cs"/>
              </a:defRPr>
            </a:lvl2pPr>
            <a:lvl3pPr marL="914400" algn="l" defTabSz="457200" rtl="0" eaLnBrk="1" latinLnBrk="0" hangingPunct="1">
              <a:defRPr sz="1800" kern="1200">
                <a:solidFill>
                  <a:schemeClr val="accent3"/>
                </a:solidFill>
                <a:latin typeface="+mn-lt"/>
                <a:ea typeface="+mn-ea"/>
                <a:cs typeface="+mn-cs"/>
              </a:defRPr>
            </a:lvl3pPr>
            <a:lvl4pPr marL="1371600" algn="l" defTabSz="457200" rtl="0" eaLnBrk="1" latinLnBrk="0" hangingPunct="1">
              <a:defRPr sz="1800" kern="1200">
                <a:solidFill>
                  <a:schemeClr val="accent3"/>
                </a:solidFill>
                <a:latin typeface="+mn-lt"/>
                <a:ea typeface="+mn-ea"/>
                <a:cs typeface="+mn-cs"/>
              </a:defRPr>
            </a:lvl4pPr>
            <a:lvl5pPr marL="1828800" algn="l" defTabSz="457200" rtl="0" eaLnBrk="1" latinLnBrk="0" hangingPunct="1">
              <a:defRPr sz="1800" kern="1200">
                <a:solidFill>
                  <a:schemeClr val="accent3"/>
                </a:solidFill>
                <a:latin typeface="+mn-lt"/>
                <a:ea typeface="+mn-ea"/>
                <a:cs typeface="+mn-cs"/>
              </a:defRPr>
            </a:lvl5pPr>
            <a:lvl6pPr marL="2286000" algn="l" defTabSz="457200" rtl="0" eaLnBrk="1" latinLnBrk="0" hangingPunct="1">
              <a:defRPr sz="1800" kern="1200">
                <a:solidFill>
                  <a:schemeClr val="accent3"/>
                </a:solidFill>
                <a:latin typeface="+mn-lt"/>
                <a:ea typeface="+mn-ea"/>
                <a:cs typeface="+mn-cs"/>
              </a:defRPr>
            </a:lvl6pPr>
            <a:lvl7pPr marL="2743200" algn="l" defTabSz="457200" rtl="0" eaLnBrk="1" latinLnBrk="0" hangingPunct="1">
              <a:defRPr sz="1800" kern="1200">
                <a:solidFill>
                  <a:schemeClr val="accent3"/>
                </a:solidFill>
                <a:latin typeface="+mn-lt"/>
                <a:ea typeface="+mn-ea"/>
                <a:cs typeface="+mn-cs"/>
              </a:defRPr>
            </a:lvl7pPr>
            <a:lvl8pPr marL="3200400" algn="l" defTabSz="457200" rtl="0" eaLnBrk="1" latinLnBrk="0" hangingPunct="1">
              <a:defRPr sz="1800" kern="1200">
                <a:solidFill>
                  <a:schemeClr val="accent3"/>
                </a:solidFill>
                <a:latin typeface="+mn-lt"/>
                <a:ea typeface="+mn-ea"/>
                <a:cs typeface="+mn-cs"/>
              </a:defRPr>
            </a:lvl8pPr>
            <a:lvl9pPr marL="3657600" algn="l" defTabSz="457200" rtl="0" eaLnBrk="1" latinLnBrk="0" hangingPunct="1">
              <a:defRPr sz="1800" kern="1200">
                <a:solidFill>
                  <a:schemeClr val="accent3"/>
                </a:solidFill>
                <a:latin typeface="+mn-lt"/>
                <a:ea typeface="+mn-ea"/>
                <a:cs typeface="+mn-cs"/>
              </a:defRPr>
            </a:lvl9pPr>
          </a:lstStyle>
          <a:p>
            <a:pPr algn="ctr"/>
            <a:endParaRPr lang="fr-CA" sz="1350" b="1">
              <a:ln w="12700">
                <a:solidFill>
                  <a:schemeClr val="accent3">
                    <a:lumMod val="50000"/>
                  </a:schemeClr>
                </a:solidFill>
                <a:prstDash val="solid"/>
              </a:ln>
              <a:solidFill>
                <a:srgbClr val="9D1E8F"/>
              </a:solidFill>
              <a:effectLst>
                <a:innerShdw blurRad="177800">
                  <a:schemeClr val="accent3">
                    <a:lumMod val="50000"/>
                  </a:schemeClr>
                </a:innerShdw>
              </a:effectLst>
            </a:endParaRPr>
          </a:p>
        </p:txBody>
      </p:sp>
      <p:sp>
        <p:nvSpPr>
          <p:cNvPr id="87" name="Flèche : bas 1">
            <a:extLst>
              <a:ext uri="{FF2B5EF4-FFF2-40B4-BE49-F238E27FC236}">
                <a16:creationId xmlns:a16="http://schemas.microsoft.com/office/drawing/2014/main" id="{B6A48AF5-1384-E580-6A25-F3BA4E3F2B41}"/>
              </a:ext>
            </a:extLst>
          </p:cNvPr>
          <p:cNvSpPr/>
          <p:nvPr/>
        </p:nvSpPr>
        <p:spPr>
          <a:xfrm rot="16200000">
            <a:off x="6120094" y="2919830"/>
            <a:ext cx="1013522" cy="1700547"/>
          </a:xfrm>
          <a:prstGeom prst="downArrow">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defPPr>
              <a:defRPr lang="en-US"/>
            </a:defPPr>
            <a:lvl1pPr marL="0" algn="l" defTabSz="457200" rtl="0" eaLnBrk="1" latinLnBrk="0" hangingPunct="1">
              <a:defRPr sz="1800" kern="1200">
                <a:solidFill>
                  <a:schemeClr val="accent3"/>
                </a:solidFill>
                <a:latin typeface="+mn-lt"/>
                <a:ea typeface="+mn-ea"/>
                <a:cs typeface="+mn-cs"/>
              </a:defRPr>
            </a:lvl1pPr>
            <a:lvl2pPr marL="457200" algn="l" defTabSz="457200" rtl="0" eaLnBrk="1" latinLnBrk="0" hangingPunct="1">
              <a:defRPr sz="1800" kern="1200">
                <a:solidFill>
                  <a:schemeClr val="accent3"/>
                </a:solidFill>
                <a:latin typeface="+mn-lt"/>
                <a:ea typeface="+mn-ea"/>
                <a:cs typeface="+mn-cs"/>
              </a:defRPr>
            </a:lvl2pPr>
            <a:lvl3pPr marL="914400" algn="l" defTabSz="457200" rtl="0" eaLnBrk="1" latinLnBrk="0" hangingPunct="1">
              <a:defRPr sz="1800" kern="1200">
                <a:solidFill>
                  <a:schemeClr val="accent3"/>
                </a:solidFill>
                <a:latin typeface="+mn-lt"/>
                <a:ea typeface="+mn-ea"/>
                <a:cs typeface="+mn-cs"/>
              </a:defRPr>
            </a:lvl3pPr>
            <a:lvl4pPr marL="1371600" algn="l" defTabSz="457200" rtl="0" eaLnBrk="1" latinLnBrk="0" hangingPunct="1">
              <a:defRPr sz="1800" kern="1200">
                <a:solidFill>
                  <a:schemeClr val="accent3"/>
                </a:solidFill>
                <a:latin typeface="+mn-lt"/>
                <a:ea typeface="+mn-ea"/>
                <a:cs typeface="+mn-cs"/>
              </a:defRPr>
            </a:lvl4pPr>
            <a:lvl5pPr marL="1828800" algn="l" defTabSz="457200" rtl="0" eaLnBrk="1" latinLnBrk="0" hangingPunct="1">
              <a:defRPr sz="1800" kern="1200">
                <a:solidFill>
                  <a:schemeClr val="accent3"/>
                </a:solidFill>
                <a:latin typeface="+mn-lt"/>
                <a:ea typeface="+mn-ea"/>
                <a:cs typeface="+mn-cs"/>
              </a:defRPr>
            </a:lvl5pPr>
            <a:lvl6pPr marL="2286000" algn="l" defTabSz="457200" rtl="0" eaLnBrk="1" latinLnBrk="0" hangingPunct="1">
              <a:defRPr sz="1800" kern="1200">
                <a:solidFill>
                  <a:schemeClr val="accent3"/>
                </a:solidFill>
                <a:latin typeface="+mn-lt"/>
                <a:ea typeface="+mn-ea"/>
                <a:cs typeface="+mn-cs"/>
              </a:defRPr>
            </a:lvl6pPr>
            <a:lvl7pPr marL="2743200" algn="l" defTabSz="457200" rtl="0" eaLnBrk="1" latinLnBrk="0" hangingPunct="1">
              <a:defRPr sz="1800" kern="1200">
                <a:solidFill>
                  <a:schemeClr val="accent3"/>
                </a:solidFill>
                <a:latin typeface="+mn-lt"/>
                <a:ea typeface="+mn-ea"/>
                <a:cs typeface="+mn-cs"/>
              </a:defRPr>
            </a:lvl7pPr>
            <a:lvl8pPr marL="3200400" algn="l" defTabSz="457200" rtl="0" eaLnBrk="1" latinLnBrk="0" hangingPunct="1">
              <a:defRPr sz="1800" kern="1200">
                <a:solidFill>
                  <a:schemeClr val="accent3"/>
                </a:solidFill>
                <a:latin typeface="+mn-lt"/>
                <a:ea typeface="+mn-ea"/>
                <a:cs typeface="+mn-cs"/>
              </a:defRPr>
            </a:lvl8pPr>
            <a:lvl9pPr marL="3657600" algn="l" defTabSz="457200" rtl="0" eaLnBrk="1" latinLnBrk="0" hangingPunct="1">
              <a:defRPr sz="1800" kern="1200">
                <a:solidFill>
                  <a:schemeClr val="accent3"/>
                </a:solidFill>
                <a:latin typeface="+mn-lt"/>
                <a:ea typeface="+mn-ea"/>
                <a:cs typeface="+mn-cs"/>
              </a:defRPr>
            </a:lvl9pPr>
          </a:lstStyle>
          <a:p>
            <a:pPr algn="ctr"/>
            <a:endParaRPr lang="fr-CA" sz="1350" b="1">
              <a:ln w="12700">
                <a:solidFill>
                  <a:schemeClr val="accent3">
                    <a:lumMod val="50000"/>
                  </a:schemeClr>
                </a:solidFill>
                <a:prstDash val="solid"/>
              </a:ln>
              <a:solidFill>
                <a:srgbClr val="9D1E8F"/>
              </a:solidFill>
              <a:effectLst>
                <a:innerShdw blurRad="177800">
                  <a:schemeClr val="accent3">
                    <a:lumMod val="50000"/>
                  </a:schemeClr>
                </a:innerShdw>
              </a:effectLst>
            </a:endParaRPr>
          </a:p>
        </p:txBody>
      </p:sp>
      <p:sp>
        <p:nvSpPr>
          <p:cNvPr id="88" name="Flèche : bas 1">
            <a:extLst>
              <a:ext uri="{FF2B5EF4-FFF2-40B4-BE49-F238E27FC236}">
                <a16:creationId xmlns:a16="http://schemas.microsoft.com/office/drawing/2014/main" id="{28220FA3-DEF7-5054-6F7B-80F69F590A9A}"/>
              </a:ext>
            </a:extLst>
          </p:cNvPr>
          <p:cNvSpPr/>
          <p:nvPr/>
        </p:nvSpPr>
        <p:spPr>
          <a:xfrm rot="16200000">
            <a:off x="7804350" y="3447561"/>
            <a:ext cx="1013522" cy="627509"/>
          </a:xfrm>
          <a:prstGeom prst="downArrow">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defPPr>
              <a:defRPr lang="en-US"/>
            </a:defPPr>
            <a:lvl1pPr marL="0" algn="l" defTabSz="457200" rtl="0" eaLnBrk="1" latinLnBrk="0" hangingPunct="1">
              <a:defRPr sz="1800" kern="1200">
                <a:solidFill>
                  <a:schemeClr val="accent3"/>
                </a:solidFill>
                <a:latin typeface="+mn-lt"/>
                <a:ea typeface="+mn-ea"/>
                <a:cs typeface="+mn-cs"/>
              </a:defRPr>
            </a:lvl1pPr>
            <a:lvl2pPr marL="457200" algn="l" defTabSz="457200" rtl="0" eaLnBrk="1" latinLnBrk="0" hangingPunct="1">
              <a:defRPr sz="1800" kern="1200">
                <a:solidFill>
                  <a:schemeClr val="accent3"/>
                </a:solidFill>
                <a:latin typeface="+mn-lt"/>
                <a:ea typeface="+mn-ea"/>
                <a:cs typeface="+mn-cs"/>
              </a:defRPr>
            </a:lvl2pPr>
            <a:lvl3pPr marL="914400" algn="l" defTabSz="457200" rtl="0" eaLnBrk="1" latinLnBrk="0" hangingPunct="1">
              <a:defRPr sz="1800" kern="1200">
                <a:solidFill>
                  <a:schemeClr val="accent3"/>
                </a:solidFill>
                <a:latin typeface="+mn-lt"/>
                <a:ea typeface="+mn-ea"/>
                <a:cs typeface="+mn-cs"/>
              </a:defRPr>
            </a:lvl3pPr>
            <a:lvl4pPr marL="1371600" algn="l" defTabSz="457200" rtl="0" eaLnBrk="1" latinLnBrk="0" hangingPunct="1">
              <a:defRPr sz="1800" kern="1200">
                <a:solidFill>
                  <a:schemeClr val="accent3"/>
                </a:solidFill>
                <a:latin typeface="+mn-lt"/>
                <a:ea typeface="+mn-ea"/>
                <a:cs typeface="+mn-cs"/>
              </a:defRPr>
            </a:lvl4pPr>
            <a:lvl5pPr marL="1828800" algn="l" defTabSz="457200" rtl="0" eaLnBrk="1" latinLnBrk="0" hangingPunct="1">
              <a:defRPr sz="1800" kern="1200">
                <a:solidFill>
                  <a:schemeClr val="accent3"/>
                </a:solidFill>
                <a:latin typeface="+mn-lt"/>
                <a:ea typeface="+mn-ea"/>
                <a:cs typeface="+mn-cs"/>
              </a:defRPr>
            </a:lvl5pPr>
            <a:lvl6pPr marL="2286000" algn="l" defTabSz="457200" rtl="0" eaLnBrk="1" latinLnBrk="0" hangingPunct="1">
              <a:defRPr sz="1800" kern="1200">
                <a:solidFill>
                  <a:schemeClr val="accent3"/>
                </a:solidFill>
                <a:latin typeface="+mn-lt"/>
                <a:ea typeface="+mn-ea"/>
                <a:cs typeface="+mn-cs"/>
              </a:defRPr>
            </a:lvl6pPr>
            <a:lvl7pPr marL="2743200" algn="l" defTabSz="457200" rtl="0" eaLnBrk="1" latinLnBrk="0" hangingPunct="1">
              <a:defRPr sz="1800" kern="1200">
                <a:solidFill>
                  <a:schemeClr val="accent3"/>
                </a:solidFill>
                <a:latin typeface="+mn-lt"/>
                <a:ea typeface="+mn-ea"/>
                <a:cs typeface="+mn-cs"/>
              </a:defRPr>
            </a:lvl7pPr>
            <a:lvl8pPr marL="3200400" algn="l" defTabSz="457200" rtl="0" eaLnBrk="1" latinLnBrk="0" hangingPunct="1">
              <a:defRPr sz="1800" kern="1200">
                <a:solidFill>
                  <a:schemeClr val="accent3"/>
                </a:solidFill>
                <a:latin typeface="+mn-lt"/>
                <a:ea typeface="+mn-ea"/>
                <a:cs typeface="+mn-cs"/>
              </a:defRPr>
            </a:lvl8pPr>
            <a:lvl9pPr marL="3657600" algn="l" defTabSz="457200" rtl="0" eaLnBrk="1" latinLnBrk="0" hangingPunct="1">
              <a:defRPr sz="1800" kern="1200">
                <a:solidFill>
                  <a:schemeClr val="accent3"/>
                </a:solidFill>
                <a:latin typeface="+mn-lt"/>
                <a:ea typeface="+mn-ea"/>
                <a:cs typeface="+mn-cs"/>
              </a:defRPr>
            </a:lvl9pPr>
          </a:lstStyle>
          <a:p>
            <a:pPr algn="ctr"/>
            <a:endParaRPr lang="fr-CA" sz="1350" b="1">
              <a:ln w="12700">
                <a:solidFill>
                  <a:schemeClr val="accent3">
                    <a:lumMod val="50000"/>
                  </a:schemeClr>
                </a:solidFill>
                <a:prstDash val="solid"/>
              </a:ln>
              <a:solidFill>
                <a:srgbClr val="9D1E8F"/>
              </a:solidFill>
              <a:effectLst>
                <a:innerShdw blurRad="177800">
                  <a:schemeClr val="accent3">
                    <a:lumMod val="50000"/>
                  </a:schemeClr>
                </a:innerShdw>
              </a:effectLst>
            </a:endParaRPr>
          </a:p>
        </p:txBody>
      </p:sp>
      <p:sp>
        <p:nvSpPr>
          <p:cNvPr id="5" name="TextBox 55">
            <a:extLst>
              <a:ext uri="{FF2B5EF4-FFF2-40B4-BE49-F238E27FC236}">
                <a16:creationId xmlns:a16="http://schemas.microsoft.com/office/drawing/2014/main" id="{703E8C00-1E44-4C36-1AEC-3C32C12E1725}"/>
              </a:ext>
            </a:extLst>
          </p:cNvPr>
          <p:cNvSpPr txBox="1"/>
          <p:nvPr/>
        </p:nvSpPr>
        <p:spPr>
          <a:xfrm>
            <a:off x="171450" y="160951"/>
            <a:ext cx="11830050"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CA" sz="2800" dirty="0">
                <a:solidFill>
                  <a:srgbClr val="366092"/>
                </a:solidFill>
                <a:latin typeface="Calibri"/>
                <a:ea typeface="Calibri"/>
                <a:cs typeface="Calibri"/>
              </a:rPr>
              <a:t>Le SDLC en </a:t>
            </a:r>
            <a:r>
              <a:rPr lang="fr-CA" sz="2800" b="1" dirty="0">
                <a:solidFill>
                  <a:srgbClr val="9D1E8F"/>
                </a:solidFill>
                <a:latin typeface="Calibri"/>
                <a:ea typeface="Calibri"/>
                <a:cs typeface="Calibri"/>
              </a:rPr>
              <a:t>TEST HOLISTIQUE</a:t>
            </a:r>
            <a:r>
              <a:rPr lang="fr-CA" sz="2800" dirty="0">
                <a:solidFill>
                  <a:srgbClr val="9D1E8F"/>
                </a:solidFill>
                <a:latin typeface="Calibri"/>
                <a:ea typeface="Calibri"/>
                <a:cs typeface="Calibri"/>
              </a:rPr>
              <a:t> ou CONTINU</a:t>
            </a:r>
          </a:p>
          <a:p>
            <a:r>
              <a:rPr lang="fr-CA" sz="2000" dirty="0">
                <a:solidFill>
                  <a:srgbClr val="366092"/>
                </a:solidFill>
                <a:latin typeface="Calibri"/>
                <a:ea typeface="Calibri"/>
                <a:cs typeface="Calibri"/>
              </a:rPr>
              <a:t>C’est d’inclure les tests à chaque phase et non pas en une grosse phase seulement après les déploiements de l’implémentation. Les tests holistiques ont débuté avec le modèle DevOps, mais il est complètement rejeté par produit et Agile… de même que ici on se dit que c’est le cycle des QA.</a:t>
            </a:r>
            <a:endParaRPr lang="en-US" sz="2000" dirty="0">
              <a:solidFill>
                <a:srgbClr val="366092"/>
              </a:solidFill>
              <a:latin typeface="Calibri"/>
              <a:ea typeface="Calibri"/>
              <a:cs typeface="Calibri"/>
            </a:endParaRPr>
          </a:p>
        </p:txBody>
      </p:sp>
      <p:sp>
        <p:nvSpPr>
          <p:cNvPr id="13" name="ZoneTexte 12">
            <a:extLst>
              <a:ext uri="{FF2B5EF4-FFF2-40B4-BE49-F238E27FC236}">
                <a16:creationId xmlns:a16="http://schemas.microsoft.com/office/drawing/2014/main" id="{08543793-294A-B658-9914-235E07D61D84}"/>
              </a:ext>
            </a:extLst>
          </p:cNvPr>
          <p:cNvSpPr txBox="1"/>
          <p:nvPr/>
        </p:nvSpPr>
        <p:spPr>
          <a:xfrm>
            <a:off x="2271139" y="4386084"/>
            <a:ext cx="1018418" cy="369332"/>
          </a:xfrm>
          <a:prstGeom prst="rect">
            <a:avLst/>
          </a:prstGeom>
          <a:noFill/>
        </p:spPr>
        <p:txBody>
          <a:bodyPr wrap="square">
            <a:spAutoFit/>
          </a:bodyPr>
          <a:lstStyle/>
          <a:p>
            <a:pPr marL="0" algn="l" rtl="0" eaLnBrk="1" latinLnBrk="0" hangingPunct="1">
              <a:buNone/>
            </a:pPr>
            <a:r>
              <a:rPr lang="en-US" sz="1800" b="1" kern="1200" dirty="0">
                <a:solidFill>
                  <a:srgbClr val="9D1E8F"/>
                </a:solidFill>
                <a:effectLst/>
                <a:latin typeface="+mn-lt"/>
                <a:ea typeface="+mn-ea"/>
                <a:cs typeface="+mn-cs"/>
              </a:rPr>
              <a:t>TESTER</a:t>
            </a:r>
            <a:endParaRPr lang="fr-CA" dirty="0">
              <a:solidFill>
                <a:srgbClr val="9D1E8F"/>
              </a:solidFill>
              <a:effectLst/>
            </a:endParaRPr>
          </a:p>
        </p:txBody>
      </p:sp>
      <p:sp>
        <p:nvSpPr>
          <p:cNvPr id="15" name="ZoneTexte 14">
            <a:extLst>
              <a:ext uri="{FF2B5EF4-FFF2-40B4-BE49-F238E27FC236}">
                <a16:creationId xmlns:a16="http://schemas.microsoft.com/office/drawing/2014/main" id="{F2278C9A-0956-E62B-5850-AD9A7A3D7720}"/>
              </a:ext>
            </a:extLst>
          </p:cNvPr>
          <p:cNvSpPr txBox="1"/>
          <p:nvPr/>
        </p:nvSpPr>
        <p:spPr>
          <a:xfrm>
            <a:off x="3388227" y="4386084"/>
            <a:ext cx="1018418" cy="369332"/>
          </a:xfrm>
          <a:prstGeom prst="rect">
            <a:avLst/>
          </a:prstGeom>
          <a:noFill/>
        </p:spPr>
        <p:txBody>
          <a:bodyPr wrap="square">
            <a:spAutoFit/>
          </a:bodyPr>
          <a:lstStyle/>
          <a:p>
            <a:pPr marL="0" algn="l" rtl="0" eaLnBrk="1" latinLnBrk="0" hangingPunct="1">
              <a:buNone/>
            </a:pPr>
            <a:r>
              <a:rPr lang="en-US" sz="1800" b="1" kern="1200" dirty="0">
                <a:solidFill>
                  <a:srgbClr val="9D1E8F"/>
                </a:solidFill>
                <a:effectLst/>
                <a:latin typeface="+mn-lt"/>
                <a:ea typeface="+mn-ea"/>
                <a:cs typeface="+mn-cs"/>
              </a:rPr>
              <a:t>TESTER</a:t>
            </a:r>
            <a:endParaRPr lang="fr-CA" dirty="0">
              <a:solidFill>
                <a:srgbClr val="9D1E8F"/>
              </a:solidFill>
              <a:effectLst/>
            </a:endParaRPr>
          </a:p>
        </p:txBody>
      </p:sp>
      <p:sp>
        <p:nvSpPr>
          <p:cNvPr id="17" name="ZoneTexte 16">
            <a:extLst>
              <a:ext uri="{FF2B5EF4-FFF2-40B4-BE49-F238E27FC236}">
                <a16:creationId xmlns:a16="http://schemas.microsoft.com/office/drawing/2014/main" id="{E86EDE8F-9168-8E0E-DB44-60ABFA06DF02}"/>
              </a:ext>
            </a:extLst>
          </p:cNvPr>
          <p:cNvSpPr txBox="1"/>
          <p:nvPr/>
        </p:nvSpPr>
        <p:spPr>
          <a:xfrm>
            <a:off x="4558640" y="4380225"/>
            <a:ext cx="1018418" cy="369332"/>
          </a:xfrm>
          <a:prstGeom prst="rect">
            <a:avLst/>
          </a:prstGeom>
          <a:noFill/>
        </p:spPr>
        <p:txBody>
          <a:bodyPr wrap="square">
            <a:spAutoFit/>
          </a:bodyPr>
          <a:lstStyle/>
          <a:p>
            <a:pPr marL="0" algn="l" rtl="0" eaLnBrk="1" latinLnBrk="0" hangingPunct="1">
              <a:buNone/>
            </a:pPr>
            <a:r>
              <a:rPr lang="en-US" sz="1800" b="1" kern="1200" dirty="0">
                <a:solidFill>
                  <a:srgbClr val="9D1E8F"/>
                </a:solidFill>
                <a:effectLst/>
                <a:latin typeface="+mn-lt"/>
                <a:ea typeface="+mn-ea"/>
                <a:cs typeface="+mn-cs"/>
              </a:rPr>
              <a:t>TESTER</a:t>
            </a:r>
            <a:endParaRPr lang="fr-CA" dirty="0">
              <a:solidFill>
                <a:srgbClr val="9D1E8F"/>
              </a:solidFill>
              <a:effectLst/>
            </a:endParaRPr>
          </a:p>
        </p:txBody>
      </p:sp>
      <p:sp>
        <p:nvSpPr>
          <p:cNvPr id="19" name="ZoneTexte 18">
            <a:extLst>
              <a:ext uri="{FF2B5EF4-FFF2-40B4-BE49-F238E27FC236}">
                <a16:creationId xmlns:a16="http://schemas.microsoft.com/office/drawing/2014/main" id="{B2F84DE9-AE50-95E1-B90B-30679A88C171}"/>
              </a:ext>
            </a:extLst>
          </p:cNvPr>
          <p:cNvSpPr txBox="1"/>
          <p:nvPr/>
        </p:nvSpPr>
        <p:spPr>
          <a:xfrm>
            <a:off x="6117646" y="4386034"/>
            <a:ext cx="1018418" cy="369332"/>
          </a:xfrm>
          <a:prstGeom prst="rect">
            <a:avLst/>
          </a:prstGeom>
          <a:noFill/>
        </p:spPr>
        <p:txBody>
          <a:bodyPr wrap="square">
            <a:spAutoFit/>
          </a:bodyPr>
          <a:lstStyle/>
          <a:p>
            <a:pPr marL="0" algn="l" rtl="0" eaLnBrk="1" latinLnBrk="0" hangingPunct="1">
              <a:buNone/>
            </a:pPr>
            <a:r>
              <a:rPr lang="en-US" sz="1800" b="1" kern="1200" dirty="0">
                <a:solidFill>
                  <a:srgbClr val="9D1E8F"/>
                </a:solidFill>
                <a:effectLst/>
                <a:latin typeface="+mn-lt"/>
                <a:ea typeface="+mn-ea"/>
                <a:cs typeface="+mn-cs"/>
              </a:rPr>
              <a:t>TESTER</a:t>
            </a:r>
            <a:endParaRPr lang="fr-CA" dirty="0">
              <a:solidFill>
                <a:srgbClr val="9D1E8F"/>
              </a:solidFill>
              <a:effectLst/>
            </a:endParaRPr>
          </a:p>
        </p:txBody>
      </p:sp>
      <p:sp>
        <p:nvSpPr>
          <p:cNvPr id="21" name="ZoneTexte 20">
            <a:extLst>
              <a:ext uri="{FF2B5EF4-FFF2-40B4-BE49-F238E27FC236}">
                <a16:creationId xmlns:a16="http://schemas.microsoft.com/office/drawing/2014/main" id="{D183B349-B5BD-3CDA-4FD2-2217E08B8A8C}"/>
              </a:ext>
            </a:extLst>
          </p:cNvPr>
          <p:cNvSpPr txBox="1"/>
          <p:nvPr/>
        </p:nvSpPr>
        <p:spPr>
          <a:xfrm>
            <a:off x="7884027" y="4371437"/>
            <a:ext cx="1018418" cy="369332"/>
          </a:xfrm>
          <a:prstGeom prst="rect">
            <a:avLst/>
          </a:prstGeom>
          <a:noFill/>
        </p:spPr>
        <p:txBody>
          <a:bodyPr wrap="square">
            <a:spAutoFit/>
          </a:bodyPr>
          <a:lstStyle/>
          <a:p>
            <a:pPr marL="0" algn="l" rtl="0" eaLnBrk="1" latinLnBrk="0" hangingPunct="1">
              <a:buNone/>
            </a:pPr>
            <a:r>
              <a:rPr lang="en-US" sz="1800" b="1" kern="1200" dirty="0">
                <a:solidFill>
                  <a:srgbClr val="9D1E8F"/>
                </a:solidFill>
                <a:effectLst/>
                <a:latin typeface="+mn-lt"/>
                <a:ea typeface="+mn-ea"/>
                <a:cs typeface="+mn-cs"/>
              </a:rPr>
              <a:t>TESTER</a:t>
            </a:r>
            <a:endParaRPr lang="fr-CA" dirty="0">
              <a:solidFill>
                <a:srgbClr val="9D1E8F"/>
              </a:solidFill>
              <a:effectLst/>
            </a:endParaRPr>
          </a:p>
        </p:txBody>
      </p:sp>
      <p:sp>
        <p:nvSpPr>
          <p:cNvPr id="23" name="Flèche : bas 1">
            <a:extLst>
              <a:ext uri="{FF2B5EF4-FFF2-40B4-BE49-F238E27FC236}">
                <a16:creationId xmlns:a16="http://schemas.microsoft.com/office/drawing/2014/main" id="{33898486-D66E-63AF-8FFE-89CCF8218822}"/>
              </a:ext>
            </a:extLst>
          </p:cNvPr>
          <p:cNvSpPr/>
          <p:nvPr/>
        </p:nvSpPr>
        <p:spPr>
          <a:xfrm rot="16200000">
            <a:off x="8714158" y="3434858"/>
            <a:ext cx="1013522" cy="627509"/>
          </a:xfrm>
          <a:prstGeom prst="downArrow">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defPPr>
              <a:defRPr lang="en-US"/>
            </a:defPPr>
            <a:lvl1pPr marL="0" algn="l" defTabSz="457200" rtl="0" eaLnBrk="1" latinLnBrk="0" hangingPunct="1">
              <a:defRPr sz="1800" kern="1200">
                <a:solidFill>
                  <a:schemeClr val="accent3"/>
                </a:solidFill>
                <a:latin typeface="+mn-lt"/>
                <a:ea typeface="+mn-ea"/>
                <a:cs typeface="+mn-cs"/>
              </a:defRPr>
            </a:lvl1pPr>
            <a:lvl2pPr marL="457200" algn="l" defTabSz="457200" rtl="0" eaLnBrk="1" latinLnBrk="0" hangingPunct="1">
              <a:defRPr sz="1800" kern="1200">
                <a:solidFill>
                  <a:schemeClr val="accent3"/>
                </a:solidFill>
                <a:latin typeface="+mn-lt"/>
                <a:ea typeface="+mn-ea"/>
                <a:cs typeface="+mn-cs"/>
              </a:defRPr>
            </a:lvl2pPr>
            <a:lvl3pPr marL="914400" algn="l" defTabSz="457200" rtl="0" eaLnBrk="1" latinLnBrk="0" hangingPunct="1">
              <a:defRPr sz="1800" kern="1200">
                <a:solidFill>
                  <a:schemeClr val="accent3"/>
                </a:solidFill>
                <a:latin typeface="+mn-lt"/>
                <a:ea typeface="+mn-ea"/>
                <a:cs typeface="+mn-cs"/>
              </a:defRPr>
            </a:lvl3pPr>
            <a:lvl4pPr marL="1371600" algn="l" defTabSz="457200" rtl="0" eaLnBrk="1" latinLnBrk="0" hangingPunct="1">
              <a:defRPr sz="1800" kern="1200">
                <a:solidFill>
                  <a:schemeClr val="accent3"/>
                </a:solidFill>
                <a:latin typeface="+mn-lt"/>
                <a:ea typeface="+mn-ea"/>
                <a:cs typeface="+mn-cs"/>
              </a:defRPr>
            </a:lvl4pPr>
            <a:lvl5pPr marL="1828800" algn="l" defTabSz="457200" rtl="0" eaLnBrk="1" latinLnBrk="0" hangingPunct="1">
              <a:defRPr sz="1800" kern="1200">
                <a:solidFill>
                  <a:schemeClr val="accent3"/>
                </a:solidFill>
                <a:latin typeface="+mn-lt"/>
                <a:ea typeface="+mn-ea"/>
                <a:cs typeface="+mn-cs"/>
              </a:defRPr>
            </a:lvl5pPr>
            <a:lvl6pPr marL="2286000" algn="l" defTabSz="457200" rtl="0" eaLnBrk="1" latinLnBrk="0" hangingPunct="1">
              <a:defRPr sz="1800" kern="1200">
                <a:solidFill>
                  <a:schemeClr val="accent3"/>
                </a:solidFill>
                <a:latin typeface="+mn-lt"/>
                <a:ea typeface="+mn-ea"/>
                <a:cs typeface="+mn-cs"/>
              </a:defRPr>
            </a:lvl6pPr>
            <a:lvl7pPr marL="2743200" algn="l" defTabSz="457200" rtl="0" eaLnBrk="1" latinLnBrk="0" hangingPunct="1">
              <a:defRPr sz="1800" kern="1200">
                <a:solidFill>
                  <a:schemeClr val="accent3"/>
                </a:solidFill>
                <a:latin typeface="+mn-lt"/>
                <a:ea typeface="+mn-ea"/>
                <a:cs typeface="+mn-cs"/>
              </a:defRPr>
            </a:lvl7pPr>
            <a:lvl8pPr marL="3200400" algn="l" defTabSz="457200" rtl="0" eaLnBrk="1" latinLnBrk="0" hangingPunct="1">
              <a:defRPr sz="1800" kern="1200">
                <a:solidFill>
                  <a:schemeClr val="accent3"/>
                </a:solidFill>
                <a:latin typeface="+mn-lt"/>
                <a:ea typeface="+mn-ea"/>
                <a:cs typeface="+mn-cs"/>
              </a:defRPr>
            </a:lvl8pPr>
            <a:lvl9pPr marL="3657600" algn="l" defTabSz="457200" rtl="0" eaLnBrk="1" latinLnBrk="0" hangingPunct="1">
              <a:defRPr sz="1800" kern="1200">
                <a:solidFill>
                  <a:schemeClr val="accent3"/>
                </a:solidFill>
                <a:latin typeface="+mn-lt"/>
                <a:ea typeface="+mn-ea"/>
                <a:cs typeface="+mn-cs"/>
              </a:defRPr>
            </a:lvl9pPr>
          </a:lstStyle>
          <a:p>
            <a:pPr algn="ctr"/>
            <a:endParaRPr lang="fr-CA" sz="1350" b="1">
              <a:ln w="12700">
                <a:solidFill>
                  <a:schemeClr val="accent3">
                    <a:lumMod val="50000"/>
                  </a:schemeClr>
                </a:solidFill>
                <a:prstDash val="solid"/>
              </a:ln>
              <a:solidFill>
                <a:srgbClr val="9D1E8F"/>
              </a:solidFill>
              <a:effectLst>
                <a:innerShdw blurRad="177800">
                  <a:schemeClr val="accent3">
                    <a:lumMod val="50000"/>
                  </a:schemeClr>
                </a:innerShdw>
              </a:effectLst>
            </a:endParaRPr>
          </a:p>
        </p:txBody>
      </p:sp>
      <p:sp>
        <p:nvSpPr>
          <p:cNvPr id="25" name="ZoneTexte 24">
            <a:extLst>
              <a:ext uri="{FF2B5EF4-FFF2-40B4-BE49-F238E27FC236}">
                <a16:creationId xmlns:a16="http://schemas.microsoft.com/office/drawing/2014/main" id="{60EC7687-F17D-D49C-A8A7-C86B9E1CB71D}"/>
              </a:ext>
            </a:extLst>
          </p:cNvPr>
          <p:cNvSpPr txBox="1"/>
          <p:nvPr/>
        </p:nvSpPr>
        <p:spPr>
          <a:xfrm>
            <a:off x="8793835" y="4358734"/>
            <a:ext cx="1018418" cy="369332"/>
          </a:xfrm>
          <a:prstGeom prst="rect">
            <a:avLst/>
          </a:prstGeom>
          <a:noFill/>
        </p:spPr>
        <p:txBody>
          <a:bodyPr wrap="square">
            <a:spAutoFit/>
          </a:bodyPr>
          <a:lstStyle/>
          <a:p>
            <a:pPr marL="0" algn="l" rtl="0" eaLnBrk="1" latinLnBrk="0" hangingPunct="1">
              <a:buNone/>
            </a:pPr>
            <a:r>
              <a:rPr lang="en-US" sz="1800" b="1" kern="1200" dirty="0">
                <a:solidFill>
                  <a:srgbClr val="9D1E8F"/>
                </a:solidFill>
                <a:effectLst/>
                <a:latin typeface="+mn-lt"/>
                <a:ea typeface="+mn-ea"/>
                <a:cs typeface="+mn-cs"/>
              </a:rPr>
              <a:t>TESTER</a:t>
            </a:r>
            <a:endParaRPr lang="fr-CA" dirty="0">
              <a:solidFill>
                <a:srgbClr val="9D1E8F"/>
              </a:solidFill>
              <a:effectLst/>
            </a:endParaRPr>
          </a:p>
        </p:txBody>
      </p:sp>
    </p:spTree>
    <p:extLst>
      <p:ext uri="{BB962C8B-B14F-4D97-AF65-F5344CB8AC3E}">
        <p14:creationId xmlns:p14="http://schemas.microsoft.com/office/powerpoint/2010/main" val="30185476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1142F-F004-2C3D-4E7C-EA7CC9E45E92}"/>
            </a:ext>
          </a:extLst>
        </p:cNvPr>
        <p:cNvGrpSpPr/>
        <p:nvPr/>
      </p:nvGrpSpPr>
      <p:grpSpPr>
        <a:xfrm>
          <a:off x="0" y="0"/>
          <a:ext cx="0" cy="0"/>
          <a:chOff x="0" y="0"/>
          <a:chExt cx="0" cy="0"/>
        </a:xfrm>
      </p:grpSpPr>
      <p:sp>
        <p:nvSpPr>
          <p:cNvPr id="5" name="TextBox 55">
            <a:extLst>
              <a:ext uri="{FF2B5EF4-FFF2-40B4-BE49-F238E27FC236}">
                <a16:creationId xmlns:a16="http://schemas.microsoft.com/office/drawing/2014/main" id="{995F6BD3-CEDF-49ED-9731-C680D7C8EDC5}"/>
              </a:ext>
            </a:extLst>
          </p:cNvPr>
          <p:cNvSpPr txBox="1"/>
          <p:nvPr/>
        </p:nvSpPr>
        <p:spPr>
          <a:xfrm>
            <a:off x="171450" y="160951"/>
            <a:ext cx="11849100" cy="206210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CA" sz="2800" dirty="0">
                <a:solidFill>
                  <a:srgbClr val="366092"/>
                </a:solidFill>
                <a:latin typeface="Calibri"/>
                <a:ea typeface="Calibri"/>
                <a:cs typeface="Calibri"/>
              </a:rPr>
              <a:t>Le SDLC en </a:t>
            </a:r>
            <a:r>
              <a:rPr lang="fr-CA" sz="2800" b="1" dirty="0">
                <a:solidFill>
                  <a:srgbClr val="9D1E8F"/>
                </a:solidFill>
                <a:latin typeface="Calibri"/>
                <a:ea typeface="Calibri"/>
                <a:cs typeface="Calibri"/>
              </a:rPr>
              <a:t>Just in Time (DoD)</a:t>
            </a:r>
            <a:endParaRPr lang="fr-CA" sz="2800" dirty="0">
              <a:solidFill>
                <a:srgbClr val="9D1E8F"/>
              </a:solidFill>
              <a:latin typeface="Calibri"/>
              <a:ea typeface="Calibri"/>
              <a:cs typeface="Calibri"/>
            </a:endParaRPr>
          </a:p>
          <a:p>
            <a:r>
              <a:rPr lang="fr-CA" sz="2000" dirty="0">
                <a:solidFill>
                  <a:srgbClr val="366092"/>
                </a:solidFill>
                <a:latin typeface="Calibri"/>
                <a:ea typeface="Calibri"/>
                <a:cs typeface="Calibri"/>
              </a:rPr>
              <a:t>C’est de finir l’implémentation selon la définition de ce qui doit être terminé. Donc ici Agile reprend un peut de sens, mais on dit qu’on n'est pas full Agile, qu’on est plutôt hybride. (ce qui est faux)</a:t>
            </a:r>
          </a:p>
          <a:p>
            <a:r>
              <a:rPr lang="fr-CA" sz="2000" dirty="0">
                <a:solidFill>
                  <a:srgbClr val="366092"/>
                </a:solidFill>
                <a:latin typeface="Calibri"/>
                <a:ea typeface="Calibri"/>
                <a:cs typeface="Calibri"/>
              </a:rPr>
              <a:t>Le SDLC a pris une autre direction à ce moment. Agile a pris la partie planifier et tester-</a:t>
            </a:r>
            <a:r>
              <a:rPr lang="fr-CA" sz="2000" dirty="0" err="1">
                <a:solidFill>
                  <a:srgbClr val="366092"/>
                </a:solidFill>
                <a:latin typeface="Calibri"/>
                <a:ea typeface="Calibri"/>
                <a:cs typeface="Calibri"/>
              </a:rPr>
              <a:t>ich</a:t>
            </a:r>
            <a:r>
              <a:rPr lang="fr-CA" sz="2000" dirty="0">
                <a:solidFill>
                  <a:srgbClr val="366092"/>
                </a:solidFill>
                <a:latin typeface="Calibri"/>
                <a:ea typeface="Calibri"/>
                <a:cs typeface="Calibri"/>
              </a:rPr>
              <a:t>, on a commencé à apprivoiser les idées que finalement cela faisait du sens… Cependant cela créer beaucoup de chaos, car a ce moment beaucoup d’entreprise ont cru qu’un SDLC était un modèle « </a:t>
            </a:r>
            <a:r>
              <a:rPr lang="fr-CA" sz="2000" dirty="0" err="1">
                <a:solidFill>
                  <a:srgbClr val="366092"/>
                </a:solidFill>
                <a:latin typeface="Calibri"/>
                <a:ea typeface="Calibri"/>
                <a:cs typeface="Calibri"/>
              </a:rPr>
              <a:t>customizable</a:t>
            </a:r>
            <a:r>
              <a:rPr lang="fr-CA" sz="2000" dirty="0">
                <a:solidFill>
                  <a:srgbClr val="366092"/>
                </a:solidFill>
                <a:latin typeface="Calibri"/>
                <a:ea typeface="Calibri"/>
                <a:cs typeface="Calibri"/>
              </a:rPr>
              <a:t> »</a:t>
            </a:r>
            <a:endParaRPr lang="en-US" sz="2000" dirty="0">
              <a:solidFill>
                <a:srgbClr val="366092"/>
              </a:solidFill>
              <a:latin typeface="Calibri"/>
              <a:ea typeface="Calibri"/>
              <a:cs typeface="Calibri"/>
            </a:endParaRPr>
          </a:p>
        </p:txBody>
      </p:sp>
      <p:graphicFrame>
        <p:nvGraphicFramePr>
          <p:cNvPr id="7" name="Table 13">
            <a:extLst>
              <a:ext uri="{FF2B5EF4-FFF2-40B4-BE49-F238E27FC236}">
                <a16:creationId xmlns:a16="http://schemas.microsoft.com/office/drawing/2014/main" id="{333017FC-C2AA-2E09-ED91-F55BCEBC0ACA}"/>
              </a:ext>
            </a:extLst>
          </p:cNvPr>
          <p:cNvGraphicFramePr>
            <a:graphicFrameLocks noGrp="1"/>
          </p:cNvGraphicFramePr>
          <p:nvPr>
            <p:extLst>
              <p:ext uri="{D42A27DB-BD31-4B8C-83A1-F6EECF244321}">
                <p14:modId xmlns:p14="http://schemas.microsoft.com/office/powerpoint/2010/main" val="1844017442"/>
              </p:ext>
            </p:extLst>
          </p:nvPr>
        </p:nvGraphicFramePr>
        <p:xfrm>
          <a:off x="2396782" y="2819400"/>
          <a:ext cx="7398436" cy="1219200"/>
        </p:xfrm>
        <a:graphic>
          <a:graphicData uri="http://schemas.openxmlformats.org/drawingml/2006/table">
            <a:tbl>
              <a:tblPr firstRow="1" bandRow="1">
                <a:tableStyleId>{5C22544A-7EE6-4342-B048-85BDC9FD1C3A}</a:tableStyleId>
              </a:tblPr>
              <a:tblGrid>
                <a:gridCol w="1233073">
                  <a:extLst>
                    <a:ext uri="{9D8B030D-6E8A-4147-A177-3AD203B41FA5}">
                      <a16:colId xmlns:a16="http://schemas.microsoft.com/office/drawing/2014/main" val="1698110983"/>
                    </a:ext>
                  </a:extLst>
                </a:gridCol>
                <a:gridCol w="1233073">
                  <a:extLst>
                    <a:ext uri="{9D8B030D-6E8A-4147-A177-3AD203B41FA5}">
                      <a16:colId xmlns:a16="http://schemas.microsoft.com/office/drawing/2014/main" val="1136855438"/>
                    </a:ext>
                  </a:extLst>
                </a:gridCol>
                <a:gridCol w="1653962">
                  <a:extLst>
                    <a:ext uri="{9D8B030D-6E8A-4147-A177-3AD203B41FA5}">
                      <a16:colId xmlns:a16="http://schemas.microsoft.com/office/drawing/2014/main" val="2523017505"/>
                    </a:ext>
                  </a:extLst>
                </a:gridCol>
                <a:gridCol w="1038668">
                  <a:extLst>
                    <a:ext uri="{9D8B030D-6E8A-4147-A177-3AD203B41FA5}">
                      <a16:colId xmlns:a16="http://schemas.microsoft.com/office/drawing/2014/main" val="1833509840"/>
                    </a:ext>
                  </a:extLst>
                </a:gridCol>
                <a:gridCol w="1314233">
                  <a:extLst>
                    <a:ext uri="{9D8B030D-6E8A-4147-A177-3AD203B41FA5}">
                      <a16:colId xmlns:a16="http://schemas.microsoft.com/office/drawing/2014/main" val="3213254897"/>
                    </a:ext>
                  </a:extLst>
                </a:gridCol>
                <a:gridCol w="925427">
                  <a:extLst>
                    <a:ext uri="{9D8B030D-6E8A-4147-A177-3AD203B41FA5}">
                      <a16:colId xmlns:a16="http://schemas.microsoft.com/office/drawing/2014/main" val="2408503863"/>
                    </a:ext>
                  </a:extLst>
                </a:gridCol>
              </a:tblGrid>
              <a:tr h="370840">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1</a:t>
                      </a:r>
                      <a:br>
                        <a:rPr lang="fr-CA" sz="1100" b="1" i="0" u="none" strike="noStrike" noProof="0" dirty="0">
                          <a:solidFill>
                            <a:srgbClr val="000000"/>
                          </a:solidFill>
                          <a:latin typeface="Calibri"/>
                          <a:ea typeface="Calibri"/>
                          <a:cs typeface="Calibri"/>
                        </a:rPr>
                      </a:br>
                      <a:r>
                        <a:rPr lang="fr-CA" sz="1600" b="1" i="0" u="none" strike="noStrike" noProof="0" dirty="0">
                          <a:solidFill>
                            <a:srgbClr val="000000"/>
                          </a:solidFill>
                          <a:latin typeface="Calibri"/>
                          <a:ea typeface="Calibri"/>
                          <a:cs typeface="Calibri"/>
                        </a:rPr>
                        <a:t>DESIGNER</a:t>
                      </a:r>
                      <a:endParaRPr lang="fr-CA" sz="1600" b="0" i="0" u="none" strike="noStrike" noProof="0" dirty="0">
                        <a:solidFill>
                          <a:schemeClr val="tx1"/>
                        </a:solidFill>
                        <a:latin typeface="Calibri"/>
                        <a:ea typeface="Calibri"/>
                        <a:cs typeface="Calibri"/>
                      </a:endParaRP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2</a:t>
                      </a:r>
                      <a:br>
                        <a:rPr lang="fr-CA"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PLANIFIER</a:t>
                      </a:r>
                      <a:endParaRPr lang="en-US" sz="1100" b="0" i="0" u="none" strike="noStrike" noProof="0" dirty="0">
                        <a:solidFill>
                          <a:srgbClr val="000000"/>
                        </a:solidFill>
                        <a:latin typeface="Calibri"/>
                        <a:ea typeface="Calibri"/>
                        <a:cs typeface="Calibri"/>
                      </a:endParaRPr>
                    </a:p>
                    <a:p>
                      <a:pPr lvl="0">
                        <a:buNone/>
                      </a:pPr>
                      <a:endParaRPr lang="en-US" dirty="0"/>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en-US" sz="4000" b="1" i="0" u="none" strike="noStrike" noProof="0" dirty="0">
                          <a:solidFill>
                            <a:srgbClr val="9D1E8F"/>
                          </a:solidFill>
                          <a:latin typeface="Calibri"/>
                          <a:ea typeface="Calibri"/>
                          <a:cs typeface="Calibri"/>
                        </a:rPr>
                        <a:t>3</a:t>
                      </a:r>
                      <a:br>
                        <a:rPr lang="en-US" sz="1100" b="1" i="0" u="none" strike="noStrike" noProof="0" dirty="0">
                          <a:solidFill>
                            <a:srgbClr val="9D1E8F"/>
                          </a:solidFill>
                          <a:latin typeface="Calibri"/>
                          <a:ea typeface="Calibri"/>
                          <a:cs typeface="Calibri"/>
                        </a:rPr>
                      </a:br>
                      <a:r>
                        <a:rPr lang="fr-CA" sz="1600" b="1" i="0" u="none" strike="noStrike" noProof="0" dirty="0">
                          <a:solidFill>
                            <a:srgbClr val="9D1E8F"/>
                          </a:solidFill>
                          <a:latin typeface="Calibri"/>
                          <a:ea typeface="Calibri"/>
                          <a:cs typeface="Calibri"/>
                        </a:rPr>
                        <a:t>IMPLÉMENTER</a:t>
                      </a:r>
                      <a:endParaRPr lang="en-US" sz="1100" b="0" i="0" u="none" strike="noStrike" noProof="0" dirty="0">
                        <a:solidFill>
                          <a:srgbClr val="9D1E8F"/>
                        </a:solidFill>
                        <a:latin typeface="Calibri"/>
                        <a:ea typeface="Calibri"/>
                        <a:cs typeface="Calibri"/>
                      </a:endParaRPr>
                    </a:p>
                    <a:p>
                      <a:pPr lvl="0">
                        <a:buNone/>
                      </a:pPr>
                      <a:endParaRPr lang="en-US" dirty="0"/>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4</a:t>
                      </a:r>
                      <a:br>
                        <a:rPr lang="fr-CA" sz="1100" b="1" i="0" u="none" strike="noStrike" noProof="0" dirty="0">
                          <a:solidFill>
                            <a:srgbClr val="000000"/>
                          </a:solidFill>
                          <a:latin typeface="Calibri"/>
                          <a:ea typeface="Calibri"/>
                          <a:cs typeface="Calibri"/>
                        </a:rPr>
                      </a:br>
                      <a:r>
                        <a:rPr lang="fr-CA" sz="1600" b="1" i="0" u="none" strike="noStrike" noProof="0" dirty="0">
                          <a:solidFill>
                            <a:srgbClr val="000000"/>
                          </a:solidFill>
                          <a:latin typeface="Calibri"/>
                          <a:ea typeface="Calibri"/>
                          <a:cs typeface="Calibri"/>
                        </a:rPr>
                        <a:t>TESTER</a:t>
                      </a:r>
                      <a:endParaRPr lang="en-US" sz="1600" b="1" i="0" u="none" strike="noStrike" noProof="0" dirty="0">
                        <a:solidFill>
                          <a:srgbClr val="000000"/>
                        </a:solidFill>
                        <a:latin typeface="Calibri"/>
                        <a:ea typeface="Calibri"/>
                        <a:cs typeface="Calibri"/>
                      </a:endParaRPr>
                    </a:p>
                    <a:p>
                      <a:pPr lvl="0">
                        <a:buNone/>
                      </a:pPr>
                      <a:endParaRPr lang="en-US" dirty="0"/>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5</a:t>
                      </a:r>
                      <a:br>
                        <a:rPr lang="fr-CA" sz="1100" b="1" i="0" u="none" strike="noStrike" noProof="0" dirty="0">
                          <a:solidFill>
                            <a:schemeClr val="tx1"/>
                          </a:solidFill>
                          <a:latin typeface="Calibri"/>
                          <a:ea typeface="Calibri"/>
                          <a:cs typeface="Calibri"/>
                        </a:rPr>
                      </a:br>
                      <a:r>
                        <a:rPr lang="fr-CA" sz="1600" b="1" i="0" u="none" strike="noStrike" noProof="0" dirty="0">
                          <a:solidFill>
                            <a:srgbClr val="000000"/>
                          </a:solidFill>
                          <a:latin typeface="Calibri"/>
                          <a:ea typeface="Calibri"/>
                          <a:cs typeface="Calibri"/>
                        </a:rPr>
                        <a:t>DÉPLOYER</a:t>
                      </a:r>
                      <a:endParaRPr lang="fr-CA" sz="1100" b="0" i="0" u="none" strike="noStrike" noProof="0" dirty="0">
                        <a:solidFill>
                          <a:schemeClr val="tx1"/>
                        </a:solidFill>
                        <a:latin typeface="Calibri"/>
                        <a:ea typeface="Calibri"/>
                        <a:cs typeface="Calibri"/>
                      </a:endParaRPr>
                    </a:p>
                    <a:p>
                      <a:pPr lvl="0">
                        <a:buNone/>
                      </a:pPr>
                      <a:endParaRPr lang="en-US" dirty="0"/>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6</a:t>
                      </a:r>
                      <a:br>
                        <a:rPr lang="fr-CA" sz="1100" b="1" i="0" u="none" strike="noStrike" noProof="0" dirty="0">
                          <a:solidFill>
                            <a:srgbClr val="000000"/>
                          </a:solidFill>
                          <a:latin typeface="Calibri"/>
                          <a:ea typeface="Calibri"/>
                          <a:cs typeface="Calibri"/>
                        </a:rPr>
                      </a:br>
                      <a:r>
                        <a:rPr lang="fr-CA" sz="1600" b="1" i="0" u="none" strike="noStrike" noProof="0" dirty="0">
                          <a:solidFill>
                            <a:srgbClr val="000000"/>
                          </a:solidFill>
                          <a:latin typeface="Calibri"/>
                          <a:ea typeface="Calibri"/>
                          <a:cs typeface="Calibri"/>
                        </a:rPr>
                        <a:t>OPÉRER</a:t>
                      </a:r>
                      <a:br>
                        <a:rPr lang="fr-CA" sz="1100" b="0" i="0" u="none" strike="noStrike" noProof="0" dirty="0">
                          <a:solidFill>
                            <a:srgbClr val="000000"/>
                          </a:solidFill>
                          <a:latin typeface="Calibri"/>
                          <a:ea typeface="Calibri"/>
                          <a:cs typeface="Calibri"/>
                        </a:rPr>
                      </a:br>
                      <a:endParaRPr lang="fr-CA" sz="1100" b="0" i="0" u="none" strike="noStrike" noProof="0" dirty="0">
                        <a:solidFill>
                          <a:schemeClr val="tx1"/>
                        </a:solidFill>
                        <a:latin typeface="Calibri"/>
                        <a:ea typeface="Calibri"/>
                        <a:cs typeface="Calibri"/>
                      </a:endParaRPr>
                    </a:p>
                  </a:txBody>
                  <a:tcPr>
                    <a:solidFill>
                      <a:schemeClr val="accent1">
                        <a:lumMod val="20000"/>
                        <a:lumOff val="80000"/>
                      </a:schemeClr>
                    </a:solidFill>
                  </a:tcPr>
                </a:tc>
                <a:extLst>
                  <a:ext uri="{0D108BD9-81ED-4DB2-BD59-A6C34878D82A}">
                    <a16:rowId xmlns:a16="http://schemas.microsoft.com/office/drawing/2014/main" val="1593223137"/>
                  </a:ext>
                </a:extLst>
              </a:tr>
            </a:tbl>
          </a:graphicData>
        </a:graphic>
      </p:graphicFrame>
      <p:sp>
        <p:nvSpPr>
          <p:cNvPr id="9" name="ZoneTexte 8">
            <a:extLst>
              <a:ext uri="{FF2B5EF4-FFF2-40B4-BE49-F238E27FC236}">
                <a16:creationId xmlns:a16="http://schemas.microsoft.com/office/drawing/2014/main" id="{6538D720-F2EE-193B-6655-DF5D0C2AB53D}"/>
              </a:ext>
            </a:extLst>
          </p:cNvPr>
          <p:cNvSpPr txBox="1"/>
          <p:nvPr/>
        </p:nvSpPr>
        <p:spPr>
          <a:xfrm>
            <a:off x="171449" y="4503807"/>
            <a:ext cx="11849099" cy="1015663"/>
          </a:xfrm>
          <a:prstGeom prst="rect">
            <a:avLst/>
          </a:prstGeom>
          <a:noFill/>
        </p:spPr>
        <p:txBody>
          <a:bodyPr wrap="square">
            <a:spAutoFit/>
          </a:bodyPr>
          <a:lstStyle/>
          <a:p>
            <a:r>
              <a:rPr lang="fr-CA" sz="2000" dirty="0">
                <a:solidFill>
                  <a:srgbClr val="366092"/>
                </a:solidFill>
                <a:latin typeface="Calibri"/>
                <a:ea typeface="Calibri"/>
                <a:cs typeface="Calibri"/>
              </a:rPr>
              <a:t>Tentative de ramener, plus proche du développement, la qualité qui se trouve dans l’opérationnel (début du concept de shift </a:t>
            </a:r>
            <a:r>
              <a:rPr lang="fr-CA" sz="2000" dirty="0" err="1">
                <a:solidFill>
                  <a:srgbClr val="366092"/>
                </a:solidFill>
                <a:latin typeface="Calibri"/>
                <a:ea typeface="Calibri"/>
                <a:cs typeface="Calibri"/>
              </a:rPr>
              <a:t>left</a:t>
            </a:r>
            <a:r>
              <a:rPr lang="fr-CA" sz="2000" dirty="0">
                <a:solidFill>
                  <a:srgbClr val="366092"/>
                </a:solidFill>
                <a:latin typeface="Calibri"/>
                <a:ea typeface="Calibri"/>
                <a:cs typeface="Calibri"/>
              </a:rPr>
              <a:t>). Mais ici on a nommé ça avec le temps le « Shit Left » car on utilisait le QA pour tester la « shit » du dev… On ne testait plus les attentes produit mais ce que le dev produisait.</a:t>
            </a:r>
          </a:p>
        </p:txBody>
      </p:sp>
    </p:spTree>
    <p:extLst>
      <p:ext uri="{BB962C8B-B14F-4D97-AF65-F5344CB8AC3E}">
        <p14:creationId xmlns:p14="http://schemas.microsoft.com/office/powerpoint/2010/main" val="37046711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C6D16-1421-D5B0-561A-B1FC4ED3AD62}"/>
            </a:ext>
          </a:extLst>
        </p:cNvPr>
        <p:cNvGrpSpPr/>
        <p:nvPr/>
      </p:nvGrpSpPr>
      <p:grpSpPr>
        <a:xfrm>
          <a:off x="0" y="0"/>
          <a:ext cx="0" cy="0"/>
          <a:chOff x="0" y="0"/>
          <a:chExt cx="0" cy="0"/>
        </a:xfrm>
      </p:grpSpPr>
      <p:sp>
        <p:nvSpPr>
          <p:cNvPr id="3" name="TextBox 55">
            <a:extLst>
              <a:ext uri="{FF2B5EF4-FFF2-40B4-BE49-F238E27FC236}">
                <a16:creationId xmlns:a16="http://schemas.microsoft.com/office/drawing/2014/main" id="{7EDA5A12-3604-B1E2-D755-7BF4C833DA95}"/>
              </a:ext>
            </a:extLst>
          </p:cNvPr>
          <p:cNvSpPr txBox="1"/>
          <p:nvPr/>
        </p:nvSpPr>
        <p:spPr>
          <a:xfrm>
            <a:off x="171450" y="160951"/>
            <a:ext cx="1183957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CA" sz="2800" dirty="0">
                <a:solidFill>
                  <a:srgbClr val="366092"/>
                </a:solidFill>
                <a:latin typeface="Calibri"/>
                <a:ea typeface="Calibri"/>
                <a:cs typeface="Calibri"/>
              </a:rPr>
              <a:t>Le SDLC en </a:t>
            </a:r>
            <a:r>
              <a:rPr lang="fr-CA" sz="2800" b="1" dirty="0">
                <a:solidFill>
                  <a:srgbClr val="9D1E8F"/>
                </a:solidFill>
                <a:latin typeface="Calibri"/>
                <a:ea typeface="Calibri"/>
                <a:cs typeface="Calibri"/>
              </a:rPr>
              <a:t>SHIFT LEFT (</a:t>
            </a:r>
            <a:r>
              <a:rPr lang="fr-CA" sz="2800" b="1" dirty="0" err="1">
                <a:solidFill>
                  <a:srgbClr val="9D1E8F"/>
                </a:solidFill>
                <a:latin typeface="Calibri"/>
                <a:ea typeface="Calibri"/>
                <a:cs typeface="Calibri"/>
              </a:rPr>
              <a:t>DoR</a:t>
            </a:r>
            <a:r>
              <a:rPr lang="fr-CA" sz="2800" b="1" dirty="0">
                <a:solidFill>
                  <a:srgbClr val="9D1E8F"/>
                </a:solidFill>
                <a:latin typeface="Calibri"/>
                <a:ea typeface="Calibri"/>
                <a:cs typeface="Calibri"/>
              </a:rPr>
              <a:t>)</a:t>
            </a:r>
            <a:endParaRPr lang="fr-CA" sz="2800" dirty="0">
              <a:solidFill>
                <a:srgbClr val="9D1E8F"/>
              </a:solidFill>
              <a:latin typeface="Calibri"/>
              <a:ea typeface="Calibri"/>
              <a:cs typeface="Calibri"/>
            </a:endParaRPr>
          </a:p>
          <a:p>
            <a:r>
              <a:rPr lang="fr-CA" sz="2000" dirty="0">
                <a:solidFill>
                  <a:srgbClr val="366092"/>
                </a:solidFill>
                <a:latin typeface="Calibri"/>
                <a:ea typeface="Calibri"/>
                <a:cs typeface="Calibri"/>
              </a:rPr>
              <a:t>C’est d’inclure le portfolio dans le développement. Et nous avons ramené la qualité aussi dans le portefolio entre autres avec des approches 3 amigos et BDD… C’est ici que les tests on commencé à appartenir plus au responsable produit et les QA faisait plus partie de l’équipe produit que l’équipe de développement. Le holistiques reviens tranquillement, ce n’est là que tester est devenu vérifier. </a:t>
            </a:r>
            <a:endParaRPr lang="en-US" sz="2000" dirty="0">
              <a:solidFill>
                <a:srgbClr val="366092"/>
              </a:solidFill>
              <a:latin typeface="Calibri"/>
              <a:ea typeface="Calibri"/>
              <a:cs typeface="Calibri"/>
            </a:endParaRPr>
          </a:p>
        </p:txBody>
      </p:sp>
      <p:sp>
        <p:nvSpPr>
          <p:cNvPr id="15" name="ZoneTexte 14">
            <a:extLst>
              <a:ext uri="{FF2B5EF4-FFF2-40B4-BE49-F238E27FC236}">
                <a16:creationId xmlns:a16="http://schemas.microsoft.com/office/drawing/2014/main" id="{13069375-B0C7-38E4-ED57-4128143C580E}"/>
              </a:ext>
            </a:extLst>
          </p:cNvPr>
          <p:cNvSpPr txBox="1"/>
          <p:nvPr/>
        </p:nvSpPr>
        <p:spPr>
          <a:xfrm>
            <a:off x="2731860" y="4054116"/>
            <a:ext cx="1268673" cy="646331"/>
          </a:xfrm>
          <a:prstGeom prst="rect">
            <a:avLst/>
          </a:prstGeom>
          <a:noFill/>
        </p:spPr>
        <p:txBody>
          <a:bodyPr wrap="square">
            <a:spAutoFit/>
          </a:bodyPr>
          <a:lstStyle/>
          <a:p>
            <a:pPr marL="0" algn="l" rtl="0" eaLnBrk="1" latinLnBrk="0" hangingPunct="1">
              <a:buNone/>
            </a:pPr>
            <a:r>
              <a:rPr lang="en-US" sz="1800" b="1" strike="sngStrike" kern="1200" dirty="0">
                <a:solidFill>
                  <a:schemeClr val="accent3"/>
                </a:solidFill>
                <a:effectLst/>
                <a:latin typeface="+mn-lt"/>
                <a:ea typeface="+mn-ea"/>
                <a:cs typeface="+mn-cs"/>
              </a:rPr>
              <a:t>TESTER</a:t>
            </a:r>
            <a:br>
              <a:rPr lang="en-US" sz="1800" b="1" kern="1200" dirty="0">
                <a:solidFill>
                  <a:schemeClr val="accent3"/>
                </a:solidFill>
                <a:effectLst/>
                <a:latin typeface="+mn-lt"/>
                <a:ea typeface="+mn-ea"/>
                <a:cs typeface="+mn-cs"/>
              </a:rPr>
            </a:br>
            <a:r>
              <a:rPr lang="en-US" sz="1800" b="1" kern="1200" dirty="0">
                <a:solidFill>
                  <a:schemeClr val="accent3"/>
                </a:solidFill>
                <a:effectLst/>
                <a:latin typeface="+mn-lt"/>
                <a:ea typeface="+mn-ea"/>
                <a:cs typeface="+mn-cs"/>
              </a:rPr>
              <a:t>VÉRIFIER</a:t>
            </a:r>
            <a:endParaRPr lang="fr-CA" dirty="0">
              <a:solidFill>
                <a:schemeClr val="accent3"/>
              </a:solidFill>
              <a:effectLst/>
            </a:endParaRPr>
          </a:p>
        </p:txBody>
      </p:sp>
      <p:sp>
        <p:nvSpPr>
          <p:cNvPr id="25" name="ZoneTexte 24">
            <a:extLst>
              <a:ext uri="{FF2B5EF4-FFF2-40B4-BE49-F238E27FC236}">
                <a16:creationId xmlns:a16="http://schemas.microsoft.com/office/drawing/2014/main" id="{86F7BFCB-DD3C-7147-E932-D62971713009}"/>
              </a:ext>
            </a:extLst>
          </p:cNvPr>
          <p:cNvSpPr txBox="1"/>
          <p:nvPr/>
        </p:nvSpPr>
        <p:spPr>
          <a:xfrm>
            <a:off x="4143408" y="4058014"/>
            <a:ext cx="1268673" cy="646331"/>
          </a:xfrm>
          <a:prstGeom prst="rect">
            <a:avLst/>
          </a:prstGeom>
          <a:noFill/>
        </p:spPr>
        <p:txBody>
          <a:bodyPr wrap="square">
            <a:spAutoFit/>
          </a:bodyPr>
          <a:lstStyle/>
          <a:p>
            <a:pPr marL="0" algn="l" rtl="0" eaLnBrk="1" latinLnBrk="0" hangingPunct="1">
              <a:buNone/>
            </a:pPr>
            <a:r>
              <a:rPr lang="en-US" sz="1800" b="1" strike="sngStrike" kern="1200" dirty="0">
                <a:solidFill>
                  <a:schemeClr val="accent3"/>
                </a:solidFill>
                <a:effectLst/>
                <a:latin typeface="+mn-lt"/>
                <a:ea typeface="+mn-ea"/>
                <a:cs typeface="+mn-cs"/>
              </a:rPr>
              <a:t>TESTER</a:t>
            </a:r>
            <a:br>
              <a:rPr lang="en-US" sz="1800" b="1" kern="1200" dirty="0">
                <a:solidFill>
                  <a:schemeClr val="accent3"/>
                </a:solidFill>
                <a:effectLst/>
                <a:latin typeface="+mn-lt"/>
                <a:ea typeface="+mn-ea"/>
                <a:cs typeface="+mn-cs"/>
              </a:rPr>
            </a:br>
            <a:r>
              <a:rPr lang="en-US" sz="1800" b="1" kern="1200" dirty="0">
                <a:solidFill>
                  <a:schemeClr val="accent3"/>
                </a:solidFill>
                <a:effectLst/>
                <a:latin typeface="+mn-lt"/>
                <a:ea typeface="+mn-ea"/>
                <a:cs typeface="+mn-cs"/>
              </a:rPr>
              <a:t>VÉRIFIER</a:t>
            </a:r>
            <a:endParaRPr lang="fr-CA" dirty="0">
              <a:solidFill>
                <a:schemeClr val="accent3"/>
              </a:solidFill>
              <a:effectLst/>
            </a:endParaRPr>
          </a:p>
        </p:txBody>
      </p:sp>
      <p:sp>
        <p:nvSpPr>
          <p:cNvPr id="29" name="ZoneTexte 28">
            <a:extLst>
              <a:ext uri="{FF2B5EF4-FFF2-40B4-BE49-F238E27FC236}">
                <a16:creationId xmlns:a16="http://schemas.microsoft.com/office/drawing/2014/main" id="{2C7D8A58-17F0-E4A6-A491-0C1BCFF17C9E}"/>
              </a:ext>
            </a:extLst>
          </p:cNvPr>
          <p:cNvSpPr txBox="1"/>
          <p:nvPr/>
        </p:nvSpPr>
        <p:spPr>
          <a:xfrm>
            <a:off x="8466999" y="4054116"/>
            <a:ext cx="1268673" cy="646331"/>
          </a:xfrm>
          <a:prstGeom prst="rect">
            <a:avLst/>
          </a:prstGeom>
          <a:noFill/>
        </p:spPr>
        <p:txBody>
          <a:bodyPr wrap="square">
            <a:spAutoFit/>
          </a:bodyPr>
          <a:lstStyle/>
          <a:p>
            <a:pPr marL="0" algn="l" rtl="0" eaLnBrk="1" latinLnBrk="0" hangingPunct="1">
              <a:buNone/>
            </a:pPr>
            <a:r>
              <a:rPr lang="en-US" sz="1800" b="1" strike="sngStrike" kern="1200" dirty="0">
                <a:solidFill>
                  <a:schemeClr val="accent3"/>
                </a:solidFill>
                <a:effectLst/>
                <a:latin typeface="+mn-lt"/>
                <a:ea typeface="+mn-ea"/>
                <a:cs typeface="+mn-cs"/>
              </a:rPr>
              <a:t>TESTER</a:t>
            </a:r>
            <a:br>
              <a:rPr lang="en-US" sz="1800" b="1" kern="1200" dirty="0">
                <a:solidFill>
                  <a:schemeClr val="accent3"/>
                </a:solidFill>
                <a:effectLst/>
                <a:latin typeface="+mn-lt"/>
                <a:ea typeface="+mn-ea"/>
                <a:cs typeface="+mn-cs"/>
              </a:rPr>
            </a:br>
            <a:r>
              <a:rPr lang="en-US" sz="1800" b="1" kern="1200" dirty="0">
                <a:solidFill>
                  <a:schemeClr val="accent3"/>
                </a:solidFill>
                <a:effectLst/>
                <a:latin typeface="+mn-lt"/>
                <a:ea typeface="+mn-ea"/>
                <a:cs typeface="+mn-cs"/>
              </a:rPr>
              <a:t>VÉRIFIER</a:t>
            </a:r>
            <a:endParaRPr lang="fr-CA" dirty="0">
              <a:solidFill>
                <a:schemeClr val="accent3"/>
              </a:solidFill>
              <a:effectLst/>
            </a:endParaRPr>
          </a:p>
        </p:txBody>
      </p:sp>
      <p:sp>
        <p:nvSpPr>
          <p:cNvPr id="35" name="ZoneTexte 34">
            <a:extLst>
              <a:ext uri="{FF2B5EF4-FFF2-40B4-BE49-F238E27FC236}">
                <a16:creationId xmlns:a16="http://schemas.microsoft.com/office/drawing/2014/main" id="{EB70A401-186E-B606-4905-2310E6989CD9}"/>
              </a:ext>
            </a:extLst>
          </p:cNvPr>
          <p:cNvSpPr txBox="1"/>
          <p:nvPr/>
        </p:nvSpPr>
        <p:spPr>
          <a:xfrm>
            <a:off x="171450" y="5094357"/>
            <a:ext cx="11849099" cy="1631216"/>
          </a:xfrm>
          <a:prstGeom prst="rect">
            <a:avLst/>
          </a:prstGeom>
          <a:noFill/>
        </p:spPr>
        <p:txBody>
          <a:bodyPr wrap="square">
            <a:spAutoFit/>
          </a:bodyPr>
          <a:lstStyle/>
          <a:p>
            <a:r>
              <a:rPr lang="fr-CA" sz="2000" dirty="0">
                <a:solidFill>
                  <a:srgbClr val="366092"/>
                </a:solidFill>
                <a:latin typeface="Calibri"/>
                <a:ea typeface="Calibri"/>
                <a:cs typeface="Calibri"/>
              </a:rPr>
              <a:t>Ici le Shift Left à fait évolué le SDLC, on retourne aux sources avec ÉLICITER et DÉSIGNER et on voit de plus en plus TESTER faisant parti de IMPLÉMENTER.</a:t>
            </a:r>
          </a:p>
          <a:p>
            <a:r>
              <a:rPr lang="fr-CA" sz="2000" dirty="0">
                <a:solidFill>
                  <a:srgbClr val="366092"/>
                </a:solidFill>
                <a:latin typeface="Calibri"/>
                <a:ea typeface="Calibri"/>
                <a:cs typeface="Calibri"/>
              </a:rPr>
              <a:t>On comprenait de plus en plus le sens de « la qualité c’est l’affaire de tous »… En revanche cela a causé des dommages non prévus, car ici les entreprises ont pensé que ce n’était plus nécessaire d’avoir des QA, nombreux ont démanteler leurs structures QA… ce qui c’est avéré catastrophique pour nombreux d’entres eux.</a:t>
            </a:r>
          </a:p>
        </p:txBody>
      </p:sp>
      <p:graphicFrame>
        <p:nvGraphicFramePr>
          <p:cNvPr id="37" name="Table 13">
            <a:extLst>
              <a:ext uri="{FF2B5EF4-FFF2-40B4-BE49-F238E27FC236}">
                <a16:creationId xmlns:a16="http://schemas.microsoft.com/office/drawing/2014/main" id="{F1F0B72D-D805-2663-C3FC-5DE8366BFE77}"/>
              </a:ext>
            </a:extLst>
          </p:cNvPr>
          <p:cNvGraphicFramePr>
            <a:graphicFrameLocks noGrp="1"/>
          </p:cNvGraphicFramePr>
          <p:nvPr>
            <p:extLst>
              <p:ext uri="{D42A27DB-BD31-4B8C-83A1-F6EECF244321}">
                <p14:modId xmlns:p14="http://schemas.microsoft.com/office/powerpoint/2010/main" val="1189691005"/>
              </p:ext>
            </p:extLst>
          </p:nvPr>
        </p:nvGraphicFramePr>
        <p:xfrm>
          <a:off x="1775263" y="2611307"/>
          <a:ext cx="8631948" cy="1432560"/>
        </p:xfrm>
        <a:graphic>
          <a:graphicData uri="http://schemas.openxmlformats.org/drawingml/2006/table">
            <a:tbl>
              <a:tblPr firstRow="1" bandRow="1">
                <a:tableStyleId>{5C22544A-7EE6-4342-B048-85BDC9FD1C3A}</a:tableStyleId>
              </a:tblPr>
              <a:tblGrid>
                <a:gridCol w="1438658">
                  <a:extLst>
                    <a:ext uri="{9D8B030D-6E8A-4147-A177-3AD203B41FA5}">
                      <a16:colId xmlns:a16="http://schemas.microsoft.com/office/drawing/2014/main" val="1698110983"/>
                    </a:ext>
                  </a:extLst>
                </a:gridCol>
                <a:gridCol w="1438658">
                  <a:extLst>
                    <a:ext uri="{9D8B030D-6E8A-4147-A177-3AD203B41FA5}">
                      <a16:colId xmlns:a16="http://schemas.microsoft.com/office/drawing/2014/main" val="1136855438"/>
                    </a:ext>
                  </a:extLst>
                </a:gridCol>
                <a:gridCol w="1438658">
                  <a:extLst>
                    <a:ext uri="{9D8B030D-6E8A-4147-A177-3AD203B41FA5}">
                      <a16:colId xmlns:a16="http://schemas.microsoft.com/office/drawing/2014/main" val="2523017505"/>
                    </a:ext>
                  </a:extLst>
                </a:gridCol>
                <a:gridCol w="1438658">
                  <a:extLst>
                    <a:ext uri="{9D8B030D-6E8A-4147-A177-3AD203B41FA5}">
                      <a16:colId xmlns:a16="http://schemas.microsoft.com/office/drawing/2014/main" val="1833509840"/>
                    </a:ext>
                  </a:extLst>
                </a:gridCol>
                <a:gridCol w="1438658">
                  <a:extLst>
                    <a:ext uri="{9D8B030D-6E8A-4147-A177-3AD203B41FA5}">
                      <a16:colId xmlns:a16="http://schemas.microsoft.com/office/drawing/2014/main" val="3213254897"/>
                    </a:ext>
                  </a:extLst>
                </a:gridCol>
                <a:gridCol w="1438658">
                  <a:extLst>
                    <a:ext uri="{9D8B030D-6E8A-4147-A177-3AD203B41FA5}">
                      <a16:colId xmlns:a16="http://schemas.microsoft.com/office/drawing/2014/main" val="2408503863"/>
                    </a:ext>
                  </a:extLst>
                </a:gridCol>
              </a:tblGrid>
              <a:tr h="370840">
                <a:tc>
                  <a:txBody>
                    <a:bodyPr/>
                    <a:lstStyle/>
                    <a:p>
                      <a:pPr lvl="0" algn="ctr">
                        <a:lnSpc>
                          <a:spcPct val="100000"/>
                        </a:lnSpc>
                        <a:spcBef>
                          <a:spcPts val="0"/>
                        </a:spcBef>
                        <a:spcAft>
                          <a:spcPts val="0"/>
                        </a:spcAft>
                        <a:buNone/>
                      </a:pPr>
                      <a:r>
                        <a:rPr lang="fr-CA" sz="4000" b="1" i="0" u="none" strike="noStrike" noProof="0" dirty="0">
                          <a:solidFill>
                            <a:srgbClr val="9D1E8F"/>
                          </a:solidFill>
                          <a:latin typeface="Calibri"/>
                          <a:ea typeface="Calibri"/>
                          <a:cs typeface="Calibri"/>
                        </a:rPr>
                        <a:t>1</a:t>
                      </a:r>
                      <a:br>
                        <a:rPr lang="fr-CA" sz="1100" b="1" i="0" u="none" strike="noStrike" noProof="0" dirty="0">
                          <a:solidFill>
                            <a:srgbClr val="9D1E8F"/>
                          </a:solidFill>
                          <a:latin typeface="Calibri"/>
                          <a:ea typeface="Calibri"/>
                          <a:cs typeface="Calibri"/>
                        </a:rPr>
                      </a:br>
                      <a:r>
                        <a:rPr lang="fr-CA" sz="1600" b="1" i="0" u="none" strike="noStrike" noProof="0" dirty="0">
                          <a:solidFill>
                            <a:srgbClr val="9D1E8F"/>
                          </a:solidFill>
                          <a:latin typeface="Calibri"/>
                          <a:ea typeface="Calibri"/>
                          <a:cs typeface="Calibri"/>
                        </a:rPr>
                        <a:t>ÉLICITER</a:t>
                      </a:r>
                      <a:endParaRPr lang="fr-CA" sz="1100" b="0" i="0" u="none" strike="noStrike" noProof="0" dirty="0">
                        <a:solidFill>
                          <a:srgbClr val="9D1E8F"/>
                        </a:solidFill>
                        <a:latin typeface="Calibri"/>
                        <a:ea typeface="Calibri"/>
                        <a:cs typeface="Calibri"/>
                      </a:endParaRP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rgbClr val="9D1E8F"/>
                          </a:solidFill>
                          <a:latin typeface="Calibri"/>
                          <a:ea typeface="Calibri"/>
                          <a:cs typeface="Calibri"/>
                        </a:rPr>
                        <a:t>2</a:t>
                      </a:r>
                      <a:br>
                        <a:rPr lang="fr-CA" sz="1100" b="1" i="0" u="none" strike="noStrike" noProof="0" dirty="0">
                          <a:solidFill>
                            <a:srgbClr val="9D1E8F"/>
                          </a:solidFill>
                          <a:latin typeface="Calibri"/>
                          <a:ea typeface="Calibri"/>
                          <a:cs typeface="Calibri"/>
                        </a:rPr>
                      </a:br>
                      <a:r>
                        <a:rPr lang="fr-CA" sz="1600" b="1" i="0" u="none" strike="noStrike" noProof="0" dirty="0">
                          <a:solidFill>
                            <a:srgbClr val="9D1E8F"/>
                          </a:solidFill>
                          <a:latin typeface="Calibri"/>
                          <a:ea typeface="Calibri"/>
                          <a:cs typeface="Calibri"/>
                        </a:rPr>
                        <a:t>DÉSIGNER</a:t>
                      </a:r>
                      <a:endParaRPr lang="en-US" dirty="0">
                        <a:solidFill>
                          <a:srgbClr val="9D1E8F"/>
                        </a:solidFill>
                      </a:endParaRP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en-US" sz="4000" b="1" i="0" u="none" strike="noStrike" noProof="0" dirty="0">
                          <a:solidFill>
                            <a:srgbClr val="9D1E8F"/>
                          </a:solidFill>
                          <a:latin typeface="Calibri"/>
                          <a:ea typeface="Calibri"/>
                          <a:cs typeface="Calibri"/>
                        </a:rPr>
                        <a:t>3</a:t>
                      </a:r>
                      <a:br>
                        <a:rPr lang="en-US" sz="1100" b="1" i="0" u="none" strike="noStrike" noProof="0" dirty="0">
                          <a:solidFill>
                            <a:srgbClr val="9D1E8F"/>
                          </a:solidFill>
                          <a:latin typeface="Calibri"/>
                          <a:ea typeface="Calibri"/>
                          <a:cs typeface="Calibri"/>
                        </a:rPr>
                      </a:br>
                      <a:r>
                        <a:rPr lang="fr-CA" sz="1600" b="1" i="0" u="none" strike="noStrike" noProof="0" dirty="0">
                          <a:solidFill>
                            <a:srgbClr val="9D1E8F"/>
                          </a:solidFill>
                          <a:latin typeface="Calibri"/>
                          <a:ea typeface="Calibri"/>
                          <a:cs typeface="Calibri"/>
                        </a:rPr>
                        <a:t>PLANIFIER</a:t>
                      </a:r>
                      <a:endParaRPr lang="en-US" dirty="0">
                        <a:solidFill>
                          <a:srgbClr val="9D1E8F"/>
                        </a:solidFill>
                      </a:endParaRPr>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4</a:t>
                      </a:r>
                      <a:br>
                        <a:rPr lang="fr-CA" sz="1100" b="1" i="0" u="none" strike="noStrike" noProof="0" dirty="0">
                          <a:solidFill>
                            <a:srgbClr val="000000"/>
                          </a:solidFill>
                          <a:latin typeface="Calibri"/>
                          <a:ea typeface="Calibri"/>
                          <a:cs typeface="Calibri"/>
                        </a:rPr>
                      </a:br>
                      <a:r>
                        <a:rPr lang="en-US" sz="1600" b="1" i="0" u="none" strike="noStrike" noProof="0" dirty="0">
                          <a:solidFill>
                            <a:schemeClr val="tx1"/>
                          </a:solidFill>
                          <a:latin typeface="Calibri"/>
                          <a:ea typeface="Calibri"/>
                          <a:cs typeface="Calibri"/>
                        </a:rPr>
                        <a:t>IMPLÉMENTER</a:t>
                      </a:r>
                      <a:br>
                        <a:rPr lang="en-US" sz="1600" b="1" i="0" u="none" strike="noStrike" noProof="0" dirty="0">
                          <a:solidFill>
                            <a:schemeClr val="tx1"/>
                          </a:solidFill>
                          <a:latin typeface="Calibri"/>
                          <a:ea typeface="Calibri"/>
                          <a:cs typeface="Calibri"/>
                        </a:rPr>
                      </a:br>
                      <a:r>
                        <a:rPr lang="en-US" sz="1600" b="1" i="0" u="none" strike="noStrike" noProof="0" dirty="0">
                          <a:solidFill>
                            <a:schemeClr val="accent3"/>
                          </a:solidFill>
                          <a:latin typeface="Calibri"/>
                          <a:ea typeface="Calibri"/>
                          <a:cs typeface="Calibri"/>
                        </a:rPr>
                        <a:t>&amp;</a:t>
                      </a:r>
                    </a:p>
                    <a:p>
                      <a:pPr lvl="0" algn="ctr">
                        <a:lnSpc>
                          <a:spcPct val="100000"/>
                        </a:lnSpc>
                        <a:spcBef>
                          <a:spcPts val="0"/>
                        </a:spcBef>
                        <a:spcAft>
                          <a:spcPts val="0"/>
                        </a:spcAft>
                        <a:buNone/>
                      </a:pPr>
                      <a:r>
                        <a:rPr lang="en-US" sz="1600" b="1" i="0" u="none" strike="noStrike" noProof="0" dirty="0">
                          <a:solidFill>
                            <a:schemeClr val="accent3"/>
                          </a:solidFill>
                          <a:latin typeface="Calibri"/>
                          <a:ea typeface="Calibri"/>
                          <a:cs typeface="Calibri"/>
                        </a:rPr>
                        <a:t>TESTER</a:t>
                      </a:r>
                      <a:endParaRPr lang="en-US" dirty="0">
                        <a:solidFill>
                          <a:schemeClr val="accent3"/>
                        </a:solidFill>
                      </a:endParaRP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5</a:t>
                      </a:r>
                      <a:br>
                        <a:rPr lang="fr-CA" sz="1100" b="1" i="0" u="none" strike="noStrike" noProof="0" dirty="0">
                          <a:solidFill>
                            <a:srgbClr val="000000"/>
                          </a:solidFill>
                          <a:latin typeface="Calibri"/>
                          <a:ea typeface="Calibri"/>
                          <a:cs typeface="Calibri"/>
                        </a:rPr>
                      </a:br>
                      <a:r>
                        <a:rPr lang="fr-CA" sz="1600" b="1" i="0" u="none" strike="noStrike" noProof="0" dirty="0">
                          <a:solidFill>
                            <a:srgbClr val="000000"/>
                          </a:solidFill>
                          <a:latin typeface="Calibri"/>
                          <a:ea typeface="Calibri"/>
                          <a:cs typeface="Calibri"/>
                        </a:rPr>
                        <a:t>DÉPLOYER</a:t>
                      </a:r>
                      <a:endParaRPr lang="en-US" dirty="0"/>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6</a:t>
                      </a:r>
                      <a:br>
                        <a:rPr lang="fr-CA" sz="1100" b="1" i="0" u="none" strike="noStrike" noProof="0" dirty="0">
                          <a:solidFill>
                            <a:srgbClr val="000000"/>
                          </a:solidFill>
                          <a:latin typeface="Calibri"/>
                          <a:ea typeface="Calibri"/>
                          <a:cs typeface="Calibri"/>
                        </a:rPr>
                      </a:br>
                      <a:r>
                        <a:rPr lang="fr-CA" sz="1600" b="1" i="0" u="none" strike="noStrike" noProof="0" dirty="0">
                          <a:solidFill>
                            <a:srgbClr val="000000"/>
                          </a:solidFill>
                          <a:latin typeface="Calibri"/>
                          <a:ea typeface="Calibri"/>
                          <a:cs typeface="Calibri"/>
                        </a:rPr>
                        <a:t>OPÉRER</a:t>
                      </a:r>
                      <a:br>
                        <a:rPr lang="fr-CA" sz="1100" b="0" i="0" u="none" strike="noStrike" noProof="0" dirty="0">
                          <a:solidFill>
                            <a:srgbClr val="000000"/>
                          </a:solidFill>
                          <a:latin typeface="Calibri"/>
                          <a:ea typeface="Calibri"/>
                          <a:cs typeface="Calibri"/>
                        </a:rPr>
                      </a:br>
                      <a:br>
                        <a:rPr lang="fr-CA" sz="1100" b="0" i="0" u="none" strike="noStrike" noProof="0" dirty="0">
                          <a:solidFill>
                            <a:srgbClr val="000000"/>
                          </a:solidFill>
                          <a:latin typeface="Calibri"/>
                          <a:ea typeface="Calibri"/>
                          <a:cs typeface="Calibri"/>
                        </a:rPr>
                      </a:br>
                      <a:endParaRPr lang="fr-CA" sz="1100" b="0" i="0" u="none" strike="noStrike" noProof="0" dirty="0">
                        <a:solidFill>
                          <a:schemeClr val="tx1"/>
                        </a:solidFill>
                        <a:latin typeface="Calibri"/>
                        <a:ea typeface="Calibri"/>
                        <a:cs typeface="Calibri"/>
                      </a:endParaRPr>
                    </a:p>
                  </a:txBody>
                  <a:tcPr>
                    <a:solidFill>
                      <a:schemeClr val="accent1">
                        <a:lumMod val="20000"/>
                        <a:lumOff val="80000"/>
                      </a:schemeClr>
                    </a:solidFill>
                  </a:tcPr>
                </a:tc>
                <a:extLst>
                  <a:ext uri="{0D108BD9-81ED-4DB2-BD59-A6C34878D82A}">
                    <a16:rowId xmlns:a16="http://schemas.microsoft.com/office/drawing/2014/main" val="1593223137"/>
                  </a:ext>
                </a:extLst>
              </a:tr>
            </a:tbl>
          </a:graphicData>
        </a:graphic>
      </p:graphicFrame>
      <p:sp>
        <p:nvSpPr>
          <p:cNvPr id="39" name="ZoneTexte 38">
            <a:extLst>
              <a:ext uri="{FF2B5EF4-FFF2-40B4-BE49-F238E27FC236}">
                <a16:creationId xmlns:a16="http://schemas.microsoft.com/office/drawing/2014/main" id="{79A0025B-44F3-5D3D-458B-F9F3136573B5}"/>
              </a:ext>
            </a:extLst>
          </p:cNvPr>
          <p:cNvSpPr txBox="1"/>
          <p:nvPr/>
        </p:nvSpPr>
        <p:spPr>
          <a:xfrm>
            <a:off x="5599429" y="4043867"/>
            <a:ext cx="1268673" cy="646331"/>
          </a:xfrm>
          <a:prstGeom prst="rect">
            <a:avLst/>
          </a:prstGeom>
          <a:noFill/>
        </p:spPr>
        <p:txBody>
          <a:bodyPr wrap="square">
            <a:spAutoFit/>
          </a:bodyPr>
          <a:lstStyle/>
          <a:p>
            <a:pPr marL="0" algn="l" rtl="0" eaLnBrk="1" latinLnBrk="0" hangingPunct="1">
              <a:buNone/>
            </a:pPr>
            <a:r>
              <a:rPr lang="en-US" sz="1800" b="1" strike="sngStrike" kern="1200" dirty="0">
                <a:solidFill>
                  <a:schemeClr val="accent3"/>
                </a:solidFill>
                <a:effectLst/>
                <a:latin typeface="+mn-lt"/>
                <a:ea typeface="+mn-ea"/>
                <a:cs typeface="+mn-cs"/>
              </a:rPr>
              <a:t>TESTER</a:t>
            </a:r>
            <a:br>
              <a:rPr lang="en-US" sz="1800" b="1" kern="1200" dirty="0">
                <a:solidFill>
                  <a:schemeClr val="accent3"/>
                </a:solidFill>
                <a:effectLst/>
                <a:latin typeface="+mn-lt"/>
                <a:ea typeface="+mn-ea"/>
                <a:cs typeface="+mn-cs"/>
              </a:rPr>
            </a:br>
            <a:r>
              <a:rPr lang="en-US" sz="1800" b="1" kern="1200" dirty="0">
                <a:solidFill>
                  <a:schemeClr val="accent3"/>
                </a:solidFill>
                <a:effectLst/>
                <a:latin typeface="+mn-lt"/>
                <a:ea typeface="+mn-ea"/>
                <a:cs typeface="+mn-cs"/>
              </a:rPr>
              <a:t>VÉRIFIER</a:t>
            </a:r>
            <a:endParaRPr lang="fr-CA" dirty="0">
              <a:solidFill>
                <a:schemeClr val="accent3"/>
              </a:solidFill>
              <a:effectLst/>
            </a:endParaRPr>
          </a:p>
        </p:txBody>
      </p:sp>
    </p:spTree>
    <p:extLst>
      <p:ext uri="{BB962C8B-B14F-4D97-AF65-F5344CB8AC3E}">
        <p14:creationId xmlns:p14="http://schemas.microsoft.com/office/powerpoint/2010/main" val="10597943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42823-1ED8-4C82-7819-4C5A4EC702CF}"/>
            </a:ext>
          </a:extLst>
        </p:cNvPr>
        <p:cNvGrpSpPr/>
        <p:nvPr/>
      </p:nvGrpSpPr>
      <p:grpSpPr>
        <a:xfrm>
          <a:off x="0" y="0"/>
          <a:ext cx="0" cy="0"/>
          <a:chOff x="0" y="0"/>
          <a:chExt cx="0" cy="0"/>
        </a:xfrm>
      </p:grpSpPr>
      <p:graphicFrame>
        <p:nvGraphicFramePr>
          <p:cNvPr id="72" name="Table 13">
            <a:extLst>
              <a:ext uri="{FF2B5EF4-FFF2-40B4-BE49-F238E27FC236}">
                <a16:creationId xmlns:a16="http://schemas.microsoft.com/office/drawing/2014/main" id="{78EAFD21-7C3B-6077-8346-EB1584F4FC6F}"/>
              </a:ext>
            </a:extLst>
          </p:cNvPr>
          <p:cNvGraphicFramePr>
            <a:graphicFrameLocks noGrp="1"/>
          </p:cNvGraphicFramePr>
          <p:nvPr>
            <p:extLst>
              <p:ext uri="{D42A27DB-BD31-4B8C-83A1-F6EECF244321}">
                <p14:modId xmlns:p14="http://schemas.microsoft.com/office/powerpoint/2010/main" val="3041379248"/>
              </p:ext>
            </p:extLst>
          </p:nvPr>
        </p:nvGraphicFramePr>
        <p:xfrm>
          <a:off x="1593165" y="2364634"/>
          <a:ext cx="8631948" cy="1950720"/>
        </p:xfrm>
        <a:graphic>
          <a:graphicData uri="http://schemas.openxmlformats.org/drawingml/2006/table">
            <a:tbl>
              <a:tblPr firstRow="1" bandRow="1">
                <a:tableStyleId>{5C22544A-7EE6-4342-B048-85BDC9FD1C3A}</a:tableStyleId>
              </a:tblPr>
              <a:tblGrid>
                <a:gridCol w="1438658">
                  <a:extLst>
                    <a:ext uri="{9D8B030D-6E8A-4147-A177-3AD203B41FA5}">
                      <a16:colId xmlns:a16="http://schemas.microsoft.com/office/drawing/2014/main" val="1698110983"/>
                    </a:ext>
                  </a:extLst>
                </a:gridCol>
                <a:gridCol w="1438658">
                  <a:extLst>
                    <a:ext uri="{9D8B030D-6E8A-4147-A177-3AD203B41FA5}">
                      <a16:colId xmlns:a16="http://schemas.microsoft.com/office/drawing/2014/main" val="1136855438"/>
                    </a:ext>
                  </a:extLst>
                </a:gridCol>
                <a:gridCol w="1438658">
                  <a:extLst>
                    <a:ext uri="{9D8B030D-6E8A-4147-A177-3AD203B41FA5}">
                      <a16:colId xmlns:a16="http://schemas.microsoft.com/office/drawing/2014/main" val="2523017505"/>
                    </a:ext>
                  </a:extLst>
                </a:gridCol>
                <a:gridCol w="1438658">
                  <a:extLst>
                    <a:ext uri="{9D8B030D-6E8A-4147-A177-3AD203B41FA5}">
                      <a16:colId xmlns:a16="http://schemas.microsoft.com/office/drawing/2014/main" val="1833509840"/>
                    </a:ext>
                  </a:extLst>
                </a:gridCol>
                <a:gridCol w="1438658">
                  <a:extLst>
                    <a:ext uri="{9D8B030D-6E8A-4147-A177-3AD203B41FA5}">
                      <a16:colId xmlns:a16="http://schemas.microsoft.com/office/drawing/2014/main" val="3213254897"/>
                    </a:ext>
                  </a:extLst>
                </a:gridCol>
                <a:gridCol w="1438658">
                  <a:extLst>
                    <a:ext uri="{9D8B030D-6E8A-4147-A177-3AD203B41FA5}">
                      <a16:colId xmlns:a16="http://schemas.microsoft.com/office/drawing/2014/main" val="2408503863"/>
                    </a:ext>
                  </a:extLst>
                </a:gridCol>
              </a:tblGrid>
              <a:tr h="370840">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1</a:t>
                      </a:r>
                      <a:br>
                        <a:rPr lang="fr-CA"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ÉLICITER</a:t>
                      </a:r>
                      <a:endParaRPr lang="fr-CA" sz="1100" b="0" i="0" u="none" strike="noStrike" noProof="0" dirty="0">
                        <a:solidFill>
                          <a:schemeClr val="tx1"/>
                        </a:solidFill>
                        <a:latin typeface="Calibri"/>
                        <a:ea typeface="Calibri"/>
                        <a:cs typeface="Calibri"/>
                      </a:endParaRP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2</a:t>
                      </a:r>
                      <a:br>
                        <a:rPr lang="fr-CA"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DÉFINIR</a:t>
                      </a:r>
                      <a:endParaRPr lang="en-US" dirty="0"/>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en-US" sz="4000" b="1" i="0" u="none" strike="noStrike" noProof="0" dirty="0">
                          <a:solidFill>
                            <a:schemeClr val="tx1"/>
                          </a:solidFill>
                          <a:latin typeface="Calibri"/>
                          <a:ea typeface="Calibri"/>
                          <a:cs typeface="Calibri"/>
                        </a:rPr>
                        <a:t>3</a:t>
                      </a:r>
                      <a:br>
                        <a:rPr lang="en-US"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PLANIFIER</a:t>
                      </a:r>
                      <a:endParaRPr lang="en-US" sz="1100" b="0" i="0" u="none" strike="noStrike" noProof="0" dirty="0">
                        <a:solidFill>
                          <a:srgbClr val="000000"/>
                        </a:solidFill>
                        <a:latin typeface="Calibri"/>
                        <a:ea typeface="Calibri"/>
                        <a:cs typeface="Calibri"/>
                      </a:endParaRPr>
                    </a:p>
                    <a:p>
                      <a:pPr lvl="0">
                        <a:buNone/>
                      </a:pPr>
                      <a:endParaRPr lang="en-US" dirty="0"/>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4</a:t>
                      </a:r>
                      <a:br>
                        <a:rPr lang="fr-CA" sz="1100" b="1" i="0" u="none" strike="noStrike" noProof="0" dirty="0">
                          <a:solidFill>
                            <a:srgbClr val="000000"/>
                          </a:solidFill>
                          <a:latin typeface="Calibri"/>
                          <a:ea typeface="Calibri"/>
                          <a:cs typeface="Calibri"/>
                        </a:rPr>
                      </a:br>
                      <a:r>
                        <a:rPr lang="en-US" sz="1600" b="1" i="0" u="none" strike="noStrike" noProof="0" dirty="0">
                          <a:solidFill>
                            <a:schemeClr val="tx1"/>
                          </a:solidFill>
                          <a:latin typeface="Calibri"/>
                          <a:ea typeface="Calibri"/>
                          <a:cs typeface="Calibri"/>
                        </a:rPr>
                        <a:t>IMPLÉMENTER</a:t>
                      </a:r>
                      <a:endParaRPr lang="en-US" dirty="0"/>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accent5"/>
                          </a:solidFill>
                          <a:latin typeface="Calibri"/>
                          <a:ea typeface="Calibri"/>
                          <a:cs typeface="Calibri"/>
                        </a:rPr>
                        <a:t>5</a:t>
                      </a:r>
                      <a:br>
                        <a:rPr lang="fr-CA" sz="1100" b="1" i="0" u="none" strike="noStrike" noProof="0" dirty="0">
                          <a:solidFill>
                            <a:schemeClr val="accent5"/>
                          </a:solidFill>
                          <a:latin typeface="Calibri"/>
                          <a:ea typeface="Calibri"/>
                          <a:cs typeface="Calibri"/>
                        </a:rPr>
                      </a:br>
                      <a:r>
                        <a:rPr lang="fr-CA" sz="1600" b="1" i="0" u="none" strike="noStrike" noProof="0" dirty="0">
                          <a:solidFill>
                            <a:schemeClr val="accent5"/>
                          </a:solidFill>
                          <a:latin typeface="Calibri"/>
                          <a:ea typeface="Calibri"/>
                          <a:cs typeface="Calibri"/>
                        </a:rPr>
                        <a:t>DIFFUSER</a:t>
                      </a:r>
                      <a:endParaRPr lang="fr-CA" sz="1100" b="0" i="0" u="none" strike="noStrike" noProof="0" dirty="0">
                        <a:solidFill>
                          <a:schemeClr val="accent5"/>
                        </a:solidFill>
                        <a:latin typeface="Calibri"/>
                        <a:ea typeface="Calibri"/>
                        <a:cs typeface="Calibri"/>
                      </a:endParaRPr>
                    </a:p>
                    <a:p>
                      <a:pPr lvl="0">
                        <a:buNone/>
                      </a:pPr>
                      <a:endParaRPr lang="en-US" dirty="0"/>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accent5"/>
                          </a:solidFill>
                          <a:latin typeface="Calibri"/>
                          <a:ea typeface="Calibri"/>
                          <a:cs typeface="Calibri"/>
                        </a:rPr>
                        <a:t>6</a:t>
                      </a:r>
                      <a:br>
                        <a:rPr lang="fr-CA" sz="1100" b="1" i="0" u="none" strike="noStrike" noProof="0" dirty="0">
                          <a:solidFill>
                            <a:schemeClr val="accent5"/>
                          </a:solidFill>
                          <a:latin typeface="Calibri"/>
                          <a:ea typeface="Calibri"/>
                          <a:cs typeface="Calibri"/>
                        </a:rPr>
                      </a:br>
                      <a:r>
                        <a:rPr lang="fr-CA" sz="1600" b="1" i="0" u="none" strike="noStrike" noProof="0" dirty="0">
                          <a:solidFill>
                            <a:schemeClr val="accent5"/>
                          </a:solidFill>
                          <a:latin typeface="Calibri"/>
                          <a:ea typeface="Calibri"/>
                          <a:cs typeface="Calibri"/>
                        </a:rPr>
                        <a:t>CONFIRMER</a:t>
                      </a:r>
                      <a:br>
                        <a:rPr lang="fr-CA" sz="1100" b="0" i="0" u="none" strike="noStrike" noProof="0" dirty="0">
                          <a:solidFill>
                            <a:schemeClr val="accent5"/>
                          </a:solidFill>
                          <a:latin typeface="Calibri"/>
                          <a:ea typeface="Calibri"/>
                          <a:cs typeface="Calibri"/>
                        </a:rPr>
                      </a:br>
                      <a:r>
                        <a:rPr lang="fr-CA" sz="1100" b="0" i="0" u="none" strike="noStrike" noProof="0" dirty="0">
                          <a:solidFill>
                            <a:schemeClr val="accent5"/>
                          </a:solidFill>
                          <a:latin typeface="Calibri"/>
                          <a:ea typeface="Calibri"/>
                          <a:cs typeface="Calibri"/>
                        </a:rPr>
                        <a:t>constat réel</a:t>
                      </a:r>
                      <a:br>
                        <a:rPr lang="fr-CA" sz="1100" b="0" i="0" u="none" strike="noStrike" noProof="0" dirty="0">
                          <a:solidFill>
                            <a:schemeClr val="accent5"/>
                          </a:solidFill>
                          <a:latin typeface="Calibri"/>
                          <a:ea typeface="Calibri"/>
                          <a:cs typeface="Calibri"/>
                        </a:rPr>
                      </a:br>
                      <a:r>
                        <a:rPr lang="fr-CA" sz="1100" b="0" i="0" u="none" strike="noStrike" noProof="0" dirty="0">
                          <a:solidFill>
                            <a:schemeClr val="accent5"/>
                          </a:solidFill>
                          <a:latin typeface="Calibri"/>
                          <a:ea typeface="Calibri"/>
                          <a:cs typeface="Calibri"/>
                        </a:rPr>
                        <a:t>assiste/confiance</a:t>
                      </a:r>
                      <a:br>
                        <a:rPr lang="fr-CA" sz="1100" b="0" i="0" u="none" strike="noStrike" noProof="0" dirty="0">
                          <a:solidFill>
                            <a:schemeClr val="accent5"/>
                          </a:solidFill>
                          <a:latin typeface="Calibri"/>
                          <a:ea typeface="Calibri"/>
                          <a:cs typeface="Calibri"/>
                        </a:rPr>
                      </a:br>
                      <a:r>
                        <a:rPr lang="fr-CA" sz="1100" b="0" i="0" u="none" strike="noStrike" noProof="0" dirty="0">
                          <a:solidFill>
                            <a:schemeClr val="accent5"/>
                          </a:solidFill>
                          <a:latin typeface="Calibri"/>
                          <a:ea typeface="Calibri"/>
                          <a:cs typeface="Calibri"/>
                        </a:rPr>
                        <a:t>premier soin</a:t>
                      </a:r>
                    </a:p>
                    <a:p>
                      <a:pPr lvl="0" algn="ctr">
                        <a:lnSpc>
                          <a:spcPct val="100000"/>
                        </a:lnSpc>
                        <a:spcBef>
                          <a:spcPts val="0"/>
                        </a:spcBef>
                        <a:spcAft>
                          <a:spcPts val="0"/>
                        </a:spcAft>
                        <a:buNone/>
                      </a:pPr>
                      <a:r>
                        <a:rPr lang="fr-CA" sz="1100" b="0" i="0" u="none" strike="noStrike" noProof="0" dirty="0">
                          <a:solidFill>
                            <a:schemeClr val="accent5"/>
                          </a:solidFill>
                          <a:latin typeface="Calibri"/>
                          <a:ea typeface="Calibri"/>
                          <a:cs typeface="Calibri"/>
                        </a:rPr>
                        <a:t>Satisfaire</a:t>
                      </a:r>
                      <a:br>
                        <a:rPr lang="fr-CA" sz="1100" b="0" i="0" u="none" strike="noStrike" noProof="0" dirty="0">
                          <a:solidFill>
                            <a:srgbClr val="9D1E8F"/>
                          </a:solidFill>
                          <a:latin typeface="Calibri"/>
                          <a:ea typeface="Calibri"/>
                          <a:cs typeface="Calibri"/>
                        </a:rPr>
                      </a:br>
                      <a:br>
                        <a:rPr lang="fr-CA" sz="1100" b="0" i="0" u="none" strike="noStrike" noProof="0" dirty="0">
                          <a:solidFill>
                            <a:schemeClr val="accent5"/>
                          </a:solidFill>
                          <a:latin typeface="Calibri"/>
                          <a:ea typeface="Calibri"/>
                          <a:cs typeface="Calibri"/>
                        </a:rPr>
                      </a:br>
                      <a:endParaRPr lang="fr-CA" sz="1100" b="0" i="0" u="none" strike="noStrike" noProof="0" dirty="0">
                        <a:solidFill>
                          <a:schemeClr val="accent5"/>
                        </a:solidFill>
                        <a:latin typeface="Calibri"/>
                        <a:ea typeface="Calibri"/>
                        <a:cs typeface="Calibri"/>
                      </a:endParaRPr>
                    </a:p>
                  </a:txBody>
                  <a:tcPr>
                    <a:solidFill>
                      <a:schemeClr val="accent1">
                        <a:lumMod val="20000"/>
                        <a:lumOff val="80000"/>
                      </a:schemeClr>
                    </a:solidFill>
                  </a:tcPr>
                </a:tc>
                <a:extLst>
                  <a:ext uri="{0D108BD9-81ED-4DB2-BD59-A6C34878D82A}">
                    <a16:rowId xmlns:a16="http://schemas.microsoft.com/office/drawing/2014/main" val="1593223137"/>
                  </a:ext>
                </a:extLst>
              </a:tr>
            </a:tbl>
          </a:graphicData>
        </a:graphic>
      </p:graphicFrame>
      <p:sp>
        <p:nvSpPr>
          <p:cNvPr id="3" name="TextBox 55">
            <a:extLst>
              <a:ext uri="{FF2B5EF4-FFF2-40B4-BE49-F238E27FC236}">
                <a16:creationId xmlns:a16="http://schemas.microsoft.com/office/drawing/2014/main" id="{50E9F9F1-5D19-781C-18A1-2D9EAC685FE9}"/>
              </a:ext>
            </a:extLst>
          </p:cNvPr>
          <p:cNvSpPr txBox="1"/>
          <p:nvPr/>
        </p:nvSpPr>
        <p:spPr>
          <a:xfrm>
            <a:off x="171450" y="160951"/>
            <a:ext cx="11830050"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CA" sz="2800" dirty="0">
                <a:solidFill>
                  <a:srgbClr val="366092"/>
                </a:solidFill>
                <a:latin typeface="Calibri"/>
                <a:ea typeface="Calibri"/>
                <a:cs typeface="Calibri"/>
              </a:rPr>
              <a:t>Le SDLC en </a:t>
            </a:r>
            <a:r>
              <a:rPr lang="fr-CA" sz="2800" b="1" dirty="0">
                <a:solidFill>
                  <a:srgbClr val="9D1E8F"/>
                </a:solidFill>
                <a:latin typeface="Calibri"/>
                <a:ea typeface="Calibri"/>
                <a:cs typeface="Calibri"/>
              </a:rPr>
              <a:t>SHIFT RIGHT (</a:t>
            </a:r>
            <a:r>
              <a:rPr lang="fr-CA" sz="2800" b="1" dirty="0" err="1">
                <a:solidFill>
                  <a:srgbClr val="9D1E8F"/>
                </a:solidFill>
                <a:latin typeface="Calibri"/>
                <a:ea typeface="Calibri"/>
                <a:cs typeface="Calibri"/>
              </a:rPr>
              <a:t>DoT</a:t>
            </a:r>
            <a:r>
              <a:rPr lang="fr-CA" sz="2800" b="1" dirty="0">
                <a:solidFill>
                  <a:srgbClr val="9D1E8F"/>
                </a:solidFill>
                <a:latin typeface="Calibri"/>
                <a:ea typeface="Calibri"/>
                <a:cs typeface="Calibri"/>
              </a:rPr>
              <a:t>)</a:t>
            </a:r>
          </a:p>
          <a:p>
            <a:r>
              <a:rPr lang="fr-CA" sz="2000" dirty="0">
                <a:solidFill>
                  <a:srgbClr val="366092"/>
                </a:solidFill>
                <a:latin typeface="Calibri"/>
                <a:ea typeface="Calibri"/>
                <a:cs typeface="Calibri"/>
              </a:rPr>
              <a:t>C’est d’inclure le CARE/CONFIRMER dans le développement.</a:t>
            </a:r>
            <a:br>
              <a:rPr lang="fr-CA" sz="2000" dirty="0">
                <a:solidFill>
                  <a:srgbClr val="366092"/>
                </a:solidFill>
                <a:latin typeface="Calibri"/>
                <a:ea typeface="Calibri"/>
                <a:cs typeface="Calibri"/>
              </a:rPr>
            </a:br>
            <a:r>
              <a:rPr lang="fr-CA" sz="2000" dirty="0">
                <a:solidFill>
                  <a:srgbClr val="366092"/>
                </a:solidFill>
                <a:latin typeface="Calibri"/>
                <a:ea typeface="Calibri"/>
                <a:cs typeface="Calibri"/>
              </a:rPr>
              <a:t>C’est le retour de la balance… on revient au but premier qui est de confirmer que ce que nous avons pensé et fait est bien ce qu’il se doit. Le retour de la satisfaction client et de la confiance perdu. Fini de toujours livrer n’importe quoi.</a:t>
            </a:r>
            <a:endParaRPr lang="en-US" sz="2000" dirty="0">
              <a:solidFill>
                <a:srgbClr val="366092"/>
              </a:solidFill>
              <a:latin typeface="Calibri"/>
              <a:ea typeface="Calibri"/>
              <a:cs typeface="Calibri"/>
            </a:endParaRPr>
          </a:p>
          <a:p>
            <a:pPr marL="285750" indent="-285750" algn="ctr">
              <a:buFont typeface="Arial"/>
              <a:buChar char="•"/>
            </a:pPr>
            <a:endParaRPr lang="en-US" sz="2400" dirty="0">
              <a:solidFill>
                <a:srgbClr val="366092"/>
              </a:solidFill>
              <a:latin typeface="Calibri"/>
              <a:ea typeface="Calibri"/>
              <a:cs typeface="Calibri"/>
            </a:endParaRPr>
          </a:p>
        </p:txBody>
      </p:sp>
      <p:sp>
        <p:nvSpPr>
          <p:cNvPr id="4" name="ZoneTexte 3">
            <a:extLst>
              <a:ext uri="{FF2B5EF4-FFF2-40B4-BE49-F238E27FC236}">
                <a16:creationId xmlns:a16="http://schemas.microsoft.com/office/drawing/2014/main" id="{5F4A2EA0-C235-3FFC-F65B-9EC761C4CACE}"/>
              </a:ext>
            </a:extLst>
          </p:cNvPr>
          <p:cNvSpPr txBox="1"/>
          <p:nvPr/>
        </p:nvSpPr>
        <p:spPr>
          <a:xfrm>
            <a:off x="171450" y="4342029"/>
            <a:ext cx="11849099" cy="707886"/>
          </a:xfrm>
          <a:prstGeom prst="rect">
            <a:avLst/>
          </a:prstGeom>
          <a:noFill/>
        </p:spPr>
        <p:txBody>
          <a:bodyPr wrap="square">
            <a:spAutoFit/>
          </a:bodyPr>
          <a:lstStyle/>
          <a:p>
            <a:r>
              <a:rPr lang="fr-CA" sz="2000" dirty="0">
                <a:solidFill>
                  <a:srgbClr val="366092"/>
                </a:solidFill>
                <a:latin typeface="Calibri"/>
                <a:ea typeface="Calibri"/>
                <a:cs typeface="Calibri"/>
              </a:rPr>
              <a:t>Avec le Shift Right, C’est ici que les 3 amigos on pris un sens plus large et que l’opérationnel fait de plus en plus partie du développement enfin !</a:t>
            </a:r>
          </a:p>
        </p:txBody>
      </p:sp>
    </p:spTree>
    <p:extLst>
      <p:ext uri="{BB962C8B-B14F-4D97-AF65-F5344CB8AC3E}">
        <p14:creationId xmlns:p14="http://schemas.microsoft.com/office/powerpoint/2010/main" val="26714681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738BC-1DE6-9C46-38D4-955688522F40}"/>
            </a:ext>
          </a:extLst>
        </p:cNvPr>
        <p:cNvGrpSpPr/>
        <p:nvPr/>
      </p:nvGrpSpPr>
      <p:grpSpPr>
        <a:xfrm>
          <a:off x="0" y="0"/>
          <a:ext cx="0" cy="0"/>
          <a:chOff x="0" y="0"/>
          <a:chExt cx="0" cy="0"/>
        </a:xfrm>
      </p:grpSpPr>
      <p:graphicFrame>
        <p:nvGraphicFramePr>
          <p:cNvPr id="72" name="Table 13">
            <a:extLst>
              <a:ext uri="{FF2B5EF4-FFF2-40B4-BE49-F238E27FC236}">
                <a16:creationId xmlns:a16="http://schemas.microsoft.com/office/drawing/2014/main" id="{B7D09CBC-9E7D-9521-BC36-3CC46F45F829}"/>
              </a:ext>
            </a:extLst>
          </p:cNvPr>
          <p:cNvGraphicFramePr>
            <a:graphicFrameLocks noGrp="1"/>
          </p:cNvGraphicFramePr>
          <p:nvPr>
            <p:extLst>
              <p:ext uri="{D42A27DB-BD31-4B8C-83A1-F6EECF244321}">
                <p14:modId xmlns:p14="http://schemas.microsoft.com/office/powerpoint/2010/main" val="1435673233"/>
              </p:ext>
            </p:extLst>
          </p:nvPr>
        </p:nvGraphicFramePr>
        <p:xfrm>
          <a:off x="1593165" y="2364633"/>
          <a:ext cx="8631948" cy="1912091"/>
        </p:xfrm>
        <a:graphic>
          <a:graphicData uri="http://schemas.openxmlformats.org/drawingml/2006/table">
            <a:tbl>
              <a:tblPr firstRow="1" bandRow="1">
                <a:tableStyleId>{5C22544A-7EE6-4342-B048-85BDC9FD1C3A}</a:tableStyleId>
              </a:tblPr>
              <a:tblGrid>
                <a:gridCol w="1438658">
                  <a:extLst>
                    <a:ext uri="{9D8B030D-6E8A-4147-A177-3AD203B41FA5}">
                      <a16:colId xmlns:a16="http://schemas.microsoft.com/office/drawing/2014/main" val="1698110983"/>
                    </a:ext>
                  </a:extLst>
                </a:gridCol>
                <a:gridCol w="1438658">
                  <a:extLst>
                    <a:ext uri="{9D8B030D-6E8A-4147-A177-3AD203B41FA5}">
                      <a16:colId xmlns:a16="http://schemas.microsoft.com/office/drawing/2014/main" val="1136855438"/>
                    </a:ext>
                  </a:extLst>
                </a:gridCol>
                <a:gridCol w="1438658">
                  <a:extLst>
                    <a:ext uri="{9D8B030D-6E8A-4147-A177-3AD203B41FA5}">
                      <a16:colId xmlns:a16="http://schemas.microsoft.com/office/drawing/2014/main" val="2523017505"/>
                    </a:ext>
                  </a:extLst>
                </a:gridCol>
                <a:gridCol w="1438658">
                  <a:extLst>
                    <a:ext uri="{9D8B030D-6E8A-4147-A177-3AD203B41FA5}">
                      <a16:colId xmlns:a16="http://schemas.microsoft.com/office/drawing/2014/main" val="1833509840"/>
                    </a:ext>
                  </a:extLst>
                </a:gridCol>
                <a:gridCol w="1438658">
                  <a:extLst>
                    <a:ext uri="{9D8B030D-6E8A-4147-A177-3AD203B41FA5}">
                      <a16:colId xmlns:a16="http://schemas.microsoft.com/office/drawing/2014/main" val="3213254897"/>
                    </a:ext>
                  </a:extLst>
                </a:gridCol>
                <a:gridCol w="1438658">
                  <a:extLst>
                    <a:ext uri="{9D8B030D-6E8A-4147-A177-3AD203B41FA5}">
                      <a16:colId xmlns:a16="http://schemas.microsoft.com/office/drawing/2014/main" val="2408503863"/>
                    </a:ext>
                  </a:extLst>
                </a:gridCol>
              </a:tblGrid>
              <a:tr h="1912091">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1</a:t>
                      </a:r>
                      <a:br>
                        <a:rPr lang="fr-CA"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ÉLICITER</a:t>
                      </a:r>
                      <a:endParaRPr lang="fr-CA" sz="1100" b="0" i="0" u="none" strike="noStrike" noProof="0" dirty="0">
                        <a:solidFill>
                          <a:schemeClr val="tx1"/>
                        </a:solidFill>
                        <a:latin typeface="Calibri"/>
                        <a:ea typeface="Calibri"/>
                        <a:cs typeface="Calibri"/>
                      </a:endParaRP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2</a:t>
                      </a:r>
                      <a:br>
                        <a:rPr lang="fr-CA"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DÉFINIR</a:t>
                      </a:r>
                      <a:endParaRPr lang="en-US" dirty="0"/>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en-US" sz="4000" b="1" i="0" u="none" strike="noStrike" noProof="0" dirty="0">
                          <a:solidFill>
                            <a:schemeClr val="tx1"/>
                          </a:solidFill>
                          <a:latin typeface="Calibri"/>
                          <a:ea typeface="Calibri"/>
                          <a:cs typeface="Calibri"/>
                        </a:rPr>
                        <a:t>3</a:t>
                      </a:r>
                      <a:br>
                        <a:rPr lang="en-US"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PLANIFIER</a:t>
                      </a:r>
                      <a:endParaRPr lang="en-US" sz="1100" b="0" i="0" u="none" strike="noStrike" noProof="0" dirty="0">
                        <a:solidFill>
                          <a:srgbClr val="000000"/>
                        </a:solidFill>
                        <a:latin typeface="Calibri"/>
                        <a:ea typeface="Calibri"/>
                        <a:cs typeface="Calibri"/>
                      </a:endParaRPr>
                    </a:p>
                    <a:p>
                      <a:pPr lvl="0">
                        <a:buNone/>
                      </a:pPr>
                      <a:endParaRPr lang="en-US" dirty="0"/>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4</a:t>
                      </a:r>
                      <a:br>
                        <a:rPr lang="fr-CA" sz="1100" b="1" i="0" u="none" strike="noStrike" noProof="0" dirty="0">
                          <a:solidFill>
                            <a:srgbClr val="000000"/>
                          </a:solidFill>
                          <a:latin typeface="Calibri"/>
                          <a:ea typeface="Calibri"/>
                          <a:cs typeface="Calibri"/>
                        </a:rPr>
                      </a:br>
                      <a:r>
                        <a:rPr lang="en-US" sz="1600" b="1" i="0" u="none" strike="noStrike" noProof="0" dirty="0">
                          <a:solidFill>
                            <a:schemeClr val="tx1"/>
                          </a:solidFill>
                          <a:latin typeface="Calibri"/>
                          <a:ea typeface="Calibri"/>
                          <a:cs typeface="Calibri"/>
                        </a:rPr>
                        <a:t>IMPLÉMENTER</a:t>
                      </a:r>
                      <a:endParaRPr lang="en-US" dirty="0"/>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5</a:t>
                      </a:r>
                      <a:br>
                        <a:rPr lang="fr-CA"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DIFFUSER</a:t>
                      </a:r>
                      <a:endParaRPr lang="fr-CA" sz="1100" b="0" i="0" u="none" strike="noStrike" noProof="0" dirty="0">
                        <a:solidFill>
                          <a:srgbClr val="000000"/>
                        </a:solidFill>
                        <a:latin typeface="Calibri"/>
                        <a:ea typeface="Calibri"/>
                        <a:cs typeface="Calibri"/>
                      </a:endParaRPr>
                    </a:p>
                    <a:p>
                      <a:pPr lvl="0">
                        <a:buNone/>
                      </a:pPr>
                      <a:endParaRPr lang="en-US" dirty="0"/>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6</a:t>
                      </a:r>
                      <a:br>
                        <a:rPr lang="fr-CA"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CONFIRMER</a:t>
                      </a:r>
                      <a:br>
                        <a:rPr lang="fr-CA" sz="1100" b="0" i="0" u="none" strike="noStrike" noProof="0" dirty="0">
                          <a:solidFill>
                            <a:srgbClr val="000000"/>
                          </a:solidFill>
                          <a:latin typeface="Calibri"/>
                          <a:ea typeface="Calibri"/>
                          <a:cs typeface="Calibri"/>
                        </a:rPr>
                      </a:br>
                      <a:br>
                        <a:rPr lang="fr-CA" sz="1100" b="0" i="0" u="none" strike="noStrike" noProof="0" dirty="0">
                          <a:solidFill>
                            <a:srgbClr val="000000"/>
                          </a:solidFill>
                          <a:latin typeface="Calibri"/>
                          <a:ea typeface="Calibri"/>
                          <a:cs typeface="Calibri"/>
                        </a:rPr>
                      </a:br>
                      <a:endParaRPr lang="fr-CA" sz="1100" b="0" i="0" u="none" strike="noStrike" noProof="0" dirty="0">
                        <a:solidFill>
                          <a:schemeClr val="tx1"/>
                        </a:solidFill>
                        <a:latin typeface="Calibri"/>
                        <a:ea typeface="Calibri"/>
                        <a:cs typeface="Calibri"/>
                      </a:endParaRPr>
                    </a:p>
                  </a:txBody>
                  <a:tcPr>
                    <a:solidFill>
                      <a:schemeClr val="accent1">
                        <a:lumMod val="20000"/>
                        <a:lumOff val="80000"/>
                      </a:schemeClr>
                    </a:solidFill>
                  </a:tcPr>
                </a:tc>
                <a:extLst>
                  <a:ext uri="{0D108BD9-81ED-4DB2-BD59-A6C34878D82A}">
                    <a16:rowId xmlns:a16="http://schemas.microsoft.com/office/drawing/2014/main" val="1593223137"/>
                  </a:ext>
                </a:extLst>
              </a:tr>
            </a:tbl>
          </a:graphicData>
        </a:graphic>
      </p:graphicFrame>
      <p:sp>
        <p:nvSpPr>
          <p:cNvPr id="74" name="Arrow: Curved Left 29">
            <a:extLst>
              <a:ext uri="{FF2B5EF4-FFF2-40B4-BE49-F238E27FC236}">
                <a16:creationId xmlns:a16="http://schemas.microsoft.com/office/drawing/2014/main" id="{F75A550C-7C7D-9273-E2D0-3ABC71919B68}"/>
              </a:ext>
            </a:extLst>
          </p:cNvPr>
          <p:cNvSpPr/>
          <p:nvPr/>
        </p:nvSpPr>
        <p:spPr>
          <a:xfrm>
            <a:off x="9422065" y="3965364"/>
            <a:ext cx="850701" cy="1216152"/>
          </a:xfrm>
          <a:prstGeom prst="curvedLeftArrow">
            <a:avLst/>
          </a:prstGeom>
        </p:spPr>
        <p:style>
          <a:lnRef idx="1">
            <a:schemeClr val="accent5"/>
          </a:lnRef>
          <a:fillRef idx="3">
            <a:schemeClr val="accent5"/>
          </a:fillRef>
          <a:effectRef idx="2">
            <a:schemeClr val="accent5"/>
          </a:effectRef>
          <a:fontRef idx="minor">
            <a:schemeClr val="lt1"/>
          </a:fontRef>
        </p:style>
        <p:txBody>
          <a:bodyPr lIns="91440" tIns="45720" rIns="91440" bIns="45720" rtlCol="0" anchor="ctr"/>
          <a:lstStyle/>
          <a:p>
            <a:br>
              <a:rPr lang="en-US" sz="1000" dirty="0">
                <a:solidFill>
                  <a:srgbClr val="9D1E8F"/>
                </a:solidFill>
                <a:ea typeface="Calibri"/>
                <a:cs typeface="Calibri"/>
              </a:rPr>
            </a:br>
            <a:r>
              <a:rPr lang="fr-CA" sz="1000">
                <a:solidFill>
                  <a:srgbClr val="9D1E8F"/>
                </a:solidFill>
                <a:ea typeface="Calibri"/>
                <a:cs typeface="Calibri"/>
              </a:rPr>
              <a:t>Métriques</a:t>
            </a:r>
            <a:br>
              <a:rPr lang="fr-CA" sz="1000" dirty="0">
                <a:solidFill>
                  <a:srgbClr val="9D1E8F"/>
                </a:solidFill>
                <a:ea typeface="Calibri"/>
                <a:cs typeface="Calibri"/>
              </a:rPr>
            </a:br>
            <a:r>
              <a:rPr lang="fr-CA" sz="1000">
                <a:solidFill>
                  <a:srgbClr val="9D1E8F"/>
                </a:solidFill>
                <a:ea typeface="Calibri"/>
                <a:cs typeface="Calibri"/>
              </a:rPr>
              <a:t>Signaux</a:t>
            </a:r>
          </a:p>
          <a:p>
            <a:endParaRPr lang="en-US" sz="1000" dirty="0">
              <a:solidFill>
                <a:srgbClr val="9D1E8F"/>
              </a:solidFill>
              <a:ea typeface="Calibri"/>
              <a:cs typeface="Calibri"/>
            </a:endParaRPr>
          </a:p>
        </p:txBody>
      </p:sp>
      <p:sp>
        <p:nvSpPr>
          <p:cNvPr id="75" name="Arrow: Curved Left 31">
            <a:extLst>
              <a:ext uri="{FF2B5EF4-FFF2-40B4-BE49-F238E27FC236}">
                <a16:creationId xmlns:a16="http://schemas.microsoft.com/office/drawing/2014/main" id="{379C9446-ED14-83EB-FB84-DBBF136CC335}"/>
              </a:ext>
            </a:extLst>
          </p:cNvPr>
          <p:cNvSpPr/>
          <p:nvPr/>
        </p:nvSpPr>
        <p:spPr>
          <a:xfrm>
            <a:off x="7937790" y="3965364"/>
            <a:ext cx="850701" cy="1216152"/>
          </a:xfrm>
          <a:prstGeom prst="curvedLeftArrow">
            <a:avLst/>
          </a:prstGeom>
        </p:spPr>
        <p:style>
          <a:lnRef idx="1">
            <a:schemeClr val="accent5"/>
          </a:lnRef>
          <a:fillRef idx="3">
            <a:schemeClr val="accent5"/>
          </a:fillRef>
          <a:effectRef idx="2">
            <a:schemeClr val="accent5"/>
          </a:effectRef>
          <a:fontRef idx="minor">
            <a:schemeClr val="lt1"/>
          </a:fontRef>
        </p:style>
        <p:txBody>
          <a:bodyPr lIns="91440" tIns="45720" rIns="91440" bIns="45720" rtlCol="0" anchor="ctr"/>
          <a:lstStyle/>
          <a:p>
            <a:br>
              <a:rPr lang="en-US" sz="1000" dirty="0">
                <a:solidFill>
                  <a:srgbClr val="9D1E8F"/>
                </a:solidFill>
                <a:ea typeface="Calibri"/>
                <a:cs typeface="Calibri"/>
              </a:rPr>
            </a:br>
            <a:r>
              <a:rPr lang="fr-CA" sz="1000">
                <a:solidFill>
                  <a:srgbClr val="9D1E8F"/>
                </a:solidFill>
                <a:ea typeface="Calibri"/>
                <a:cs typeface="Calibri"/>
              </a:rPr>
              <a:t>Métriques</a:t>
            </a:r>
            <a:br>
              <a:rPr lang="fr-CA" sz="1000" dirty="0">
                <a:solidFill>
                  <a:srgbClr val="9D1E8F"/>
                </a:solidFill>
                <a:ea typeface="Calibri"/>
                <a:cs typeface="Calibri"/>
              </a:rPr>
            </a:br>
            <a:r>
              <a:rPr lang="fr-CA" sz="1000">
                <a:solidFill>
                  <a:srgbClr val="9D1E8F"/>
                </a:solidFill>
                <a:ea typeface="Calibri"/>
                <a:cs typeface="Calibri"/>
              </a:rPr>
              <a:t>Signaux</a:t>
            </a:r>
          </a:p>
          <a:p>
            <a:pPr algn="ctr"/>
            <a:endParaRPr lang="en-US" sz="1000" dirty="0">
              <a:solidFill>
                <a:srgbClr val="9D1E8F"/>
              </a:solidFill>
              <a:ea typeface="Calibri"/>
              <a:cs typeface="Calibri"/>
            </a:endParaRPr>
          </a:p>
        </p:txBody>
      </p:sp>
      <p:sp>
        <p:nvSpPr>
          <p:cNvPr id="76" name="Arrow: Curved Left 32">
            <a:extLst>
              <a:ext uri="{FF2B5EF4-FFF2-40B4-BE49-F238E27FC236}">
                <a16:creationId xmlns:a16="http://schemas.microsoft.com/office/drawing/2014/main" id="{585CE9C6-0F88-03E7-7C7F-32C60F592AA5}"/>
              </a:ext>
            </a:extLst>
          </p:cNvPr>
          <p:cNvSpPr/>
          <p:nvPr/>
        </p:nvSpPr>
        <p:spPr>
          <a:xfrm>
            <a:off x="6496852" y="3965364"/>
            <a:ext cx="850701" cy="1216152"/>
          </a:xfrm>
          <a:prstGeom prst="curvedLeftArrow">
            <a:avLst/>
          </a:prstGeom>
        </p:spPr>
        <p:style>
          <a:lnRef idx="1">
            <a:schemeClr val="accent5"/>
          </a:lnRef>
          <a:fillRef idx="3">
            <a:schemeClr val="accent5"/>
          </a:fillRef>
          <a:effectRef idx="2">
            <a:schemeClr val="accent5"/>
          </a:effectRef>
          <a:fontRef idx="minor">
            <a:schemeClr val="lt1"/>
          </a:fontRef>
        </p:style>
        <p:txBody>
          <a:bodyPr lIns="91440" tIns="45720" rIns="91440" bIns="45720" rtlCol="0" anchor="ctr"/>
          <a:lstStyle/>
          <a:p>
            <a:br>
              <a:rPr lang="en-US" sz="1000" dirty="0">
                <a:solidFill>
                  <a:srgbClr val="9D1E8F"/>
                </a:solidFill>
                <a:ea typeface="Calibri"/>
                <a:cs typeface="Calibri"/>
              </a:rPr>
            </a:br>
            <a:r>
              <a:rPr lang="fr-CA" sz="1000">
                <a:solidFill>
                  <a:srgbClr val="9D1E8F"/>
                </a:solidFill>
                <a:ea typeface="Calibri"/>
                <a:cs typeface="Calibri"/>
              </a:rPr>
              <a:t>Métriques</a:t>
            </a:r>
            <a:br>
              <a:rPr lang="fr-CA" sz="1000" dirty="0">
                <a:solidFill>
                  <a:srgbClr val="9D1E8F"/>
                </a:solidFill>
                <a:ea typeface="Calibri"/>
                <a:cs typeface="Calibri"/>
              </a:rPr>
            </a:br>
            <a:r>
              <a:rPr lang="fr-CA" sz="1000">
                <a:solidFill>
                  <a:srgbClr val="9D1E8F"/>
                </a:solidFill>
                <a:ea typeface="Calibri"/>
                <a:cs typeface="Calibri"/>
              </a:rPr>
              <a:t>Signaux</a:t>
            </a:r>
            <a:endParaRPr lang="fr-CA" sz="1000" dirty="0">
              <a:solidFill>
                <a:srgbClr val="9D1E8F"/>
              </a:solidFill>
              <a:ea typeface="Calibri"/>
              <a:cs typeface="Calibri"/>
            </a:endParaRPr>
          </a:p>
          <a:p>
            <a:pPr algn="ctr"/>
            <a:endParaRPr lang="en-US" sz="1000" dirty="0">
              <a:solidFill>
                <a:srgbClr val="9D1E8F"/>
              </a:solidFill>
              <a:ea typeface="Calibri"/>
              <a:cs typeface="Calibri"/>
            </a:endParaRPr>
          </a:p>
        </p:txBody>
      </p:sp>
      <p:sp>
        <p:nvSpPr>
          <p:cNvPr id="77" name="Arrow: Curved Left 33">
            <a:extLst>
              <a:ext uri="{FF2B5EF4-FFF2-40B4-BE49-F238E27FC236}">
                <a16:creationId xmlns:a16="http://schemas.microsoft.com/office/drawing/2014/main" id="{70C9EF89-4777-F51B-7605-35C673C503F5}"/>
              </a:ext>
            </a:extLst>
          </p:cNvPr>
          <p:cNvSpPr/>
          <p:nvPr/>
        </p:nvSpPr>
        <p:spPr>
          <a:xfrm>
            <a:off x="5055913" y="3965364"/>
            <a:ext cx="850701" cy="1216152"/>
          </a:xfrm>
          <a:prstGeom prst="curvedLeftArrow">
            <a:avLst/>
          </a:prstGeom>
        </p:spPr>
        <p:style>
          <a:lnRef idx="1">
            <a:schemeClr val="accent5"/>
          </a:lnRef>
          <a:fillRef idx="3">
            <a:schemeClr val="accent5"/>
          </a:fillRef>
          <a:effectRef idx="2">
            <a:schemeClr val="accent5"/>
          </a:effectRef>
          <a:fontRef idx="minor">
            <a:schemeClr val="lt1"/>
          </a:fontRef>
        </p:style>
        <p:txBody>
          <a:bodyPr lIns="91440" tIns="45720" rIns="91440" bIns="45720" rtlCol="0" anchor="ctr"/>
          <a:lstStyle/>
          <a:p>
            <a:br>
              <a:rPr lang="en-US" sz="1000" dirty="0">
                <a:solidFill>
                  <a:srgbClr val="9D1E8F"/>
                </a:solidFill>
                <a:ea typeface="Calibri"/>
                <a:cs typeface="Calibri"/>
              </a:rPr>
            </a:br>
            <a:r>
              <a:rPr lang="fr-CA" sz="1000">
                <a:solidFill>
                  <a:srgbClr val="9D1E8F"/>
                </a:solidFill>
                <a:ea typeface="Calibri"/>
                <a:cs typeface="Calibri"/>
              </a:rPr>
              <a:t>Métriques</a:t>
            </a:r>
            <a:br>
              <a:rPr lang="fr-CA" sz="1000" dirty="0">
                <a:solidFill>
                  <a:srgbClr val="9D1E8F"/>
                </a:solidFill>
                <a:ea typeface="Calibri"/>
                <a:cs typeface="Calibri"/>
              </a:rPr>
            </a:br>
            <a:r>
              <a:rPr lang="fr-CA" sz="1000">
                <a:solidFill>
                  <a:srgbClr val="9D1E8F"/>
                </a:solidFill>
                <a:ea typeface="Calibri"/>
                <a:cs typeface="Calibri"/>
              </a:rPr>
              <a:t>Signaux</a:t>
            </a:r>
          </a:p>
          <a:p>
            <a:pPr algn="ctr"/>
            <a:endParaRPr lang="en-US" sz="1000" dirty="0">
              <a:solidFill>
                <a:srgbClr val="9D1E8F"/>
              </a:solidFill>
              <a:ea typeface="Calibri"/>
              <a:cs typeface="Calibri"/>
            </a:endParaRPr>
          </a:p>
        </p:txBody>
      </p:sp>
      <p:sp>
        <p:nvSpPr>
          <p:cNvPr id="78" name="Arrow: Curved Left 34">
            <a:extLst>
              <a:ext uri="{FF2B5EF4-FFF2-40B4-BE49-F238E27FC236}">
                <a16:creationId xmlns:a16="http://schemas.microsoft.com/office/drawing/2014/main" id="{A995AA3A-BD1E-1B40-1C0F-6082391DAC14}"/>
              </a:ext>
            </a:extLst>
          </p:cNvPr>
          <p:cNvSpPr/>
          <p:nvPr/>
        </p:nvSpPr>
        <p:spPr>
          <a:xfrm>
            <a:off x="3614975" y="3965364"/>
            <a:ext cx="850701" cy="1216152"/>
          </a:xfrm>
          <a:prstGeom prst="curvedLeftArrow">
            <a:avLst/>
          </a:prstGeom>
        </p:spPr>
        <p:style>
          <a:lnRef idx="1">
            <a:schemeClr val="accent5"/>
          </a:lnRef>
          <a:fillRef idx="3">
            <a:schemeClr val="accent5"/>
          </a:fillRef>
          <a:effectRef idx="2">
            <a:schemeClr val="accent5"/>
          </a:effectRef>
          <a:fontRef idx="minor">
            <a:schemeClr val="lt1"/>
          </a:fontRef>
        </p:style>
        <p:txBody>
          <a:bodyPr lIns="91440" tIns="45720" rIns="91440" bIns="45720" rtlCol="0" anchor="ctr"/>
          <a:lstStyle/>
          <a:p>
            <a:br>
              <a:rPr lang="fr-CA" sz="1000" dirty="0">
                <a:solidFill>
                  <a:srgbClr val="9D1E8F"/>
                </a:solidFill>
                <a:ea typeface="Calibri"/>
                <a:cs typeface="Calibri"/>
              </a:rPr>
            </a:br>
            <a:r>
              <a:rPr lang="fr-CA" sz="1000">
                <a:solidFill>
                  <a:srgbClr val="9D1E8F"/>
                </a:solidFill>
                <a:ea typeface="Calibri"/>
                <a:cs typeface="Calibri"/>
              </a:rPr>
              <a:t>Métriques</a:t>
            </a:r>
            <a:br>
              <a:rPr lang="fr-CA" sz="1000" dirty="0">
                <a:solidFill>
                  <a:srgbClr val="9D1E8F"/>
                </a:solidFill>
                <a:ea typeface="Calibri"/>
                <a:cs typeface="Calibri"/>
              </a:rPr>
            </a:br>
            <a:r>
              <a:rPr lang="fr-CA" sz="1000">
                <a:solidFill>
                  <a:srgbClr val="9D1E8F"/>
                </a:solidFill>
                <a:ea typeface="Calibri"/>
                <a:cs typeface="Calibri"/>
              </a:rPr>
              <a:t>Signaux</a:t>
            </a:r>
            <a:endParaRPr lang="fr-CA">
              <a:solidFill>
                <a:srgbClr val="9D1E8F"/>
              </a:solidFill>
              <a:ea typeface="Calibri"/>
              <a:cs typeface="Calibri"/>
            </a:endParaRPr>
          </a:p>
          <a:p>
            <a:endParaRPr lang="en-US" sz="1000" dirty="0">
              <a:solidFill>
                <a:srgbClr val="9D1E8F"/>
              </a:solidFill>
              <a:ea typeface="Calibri"/>
              <a:cs typeface="Calibri"/>
            </a:endParaRPr>
          </a:p>
        </p:txBody>
      </p:sp>
      <p:sp>
        <p:nvSpPr>
          <p:cNvPr id="79" name="Arrow: Bent-Up 36">
            <a:extLst>
              <a:ext uri="{FF2B5EF4-FFF2-40B4-BE49-F238E27FC236}">
                <a16:creationId xmlns:a16="http://schemas.microsoft.com/office/drawing/2014/main" id="{E1C2FD6B-F0E9-24D9-7E98-C5E8D8F92FAD}"/>
              </a:ext>
            </a:extLst>
          </p:cNvPr>
          <p:cNvSpPr/>
          <p:nvPr/>
        </p:nvSpPr>
        <p:spPr>
          <a:xfrm flipH="1">
            <a:off x="2113159" y="4427227"/>
            <a:ext cx="951344" cy="688184"/>
          </a:xfrm>
          <a:prstGeom prst="bentUpArrow">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US">
              <a:solidFill>
                <a:srgbClr val="9D1E8F"/>
              </a:solidFill>
            </a:endParaRPr>
          </a:p>
        </p:txBody>
      </p:sp>
      <p:sp>
        <p:nvSpPr>
          <p:cNvPr id="3" name="TextBox 55">
            <a:extLst>
              <a:ext uri="{FF2B5EF4-FFF2-40B4-BE49-F238E27FC236}">
                <a16:creationId xmlns:a16="http://schemas.microsoft.com/office/drawing/2014/main" id="{001CF94C-AE7B-849D-EE49-097BCEDC4BEB}"/>
              </a:ext>
            </a:extLst>
          </p:cNvPr>
          <p:cNvSpPr txBox="1"/>
          <p:nvPr/>
        </p:nvSpPr>
        <p:spPr>
          <a:xfrm>
            <a:off x="161926" y="160951"/>
            <a:ext cx="11858624" cy="14465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CA" sz="2800" dirty="0">
                <a:solidFill>
                  <a:srgbClr val="366092"/>
                </a:solidFill>
                <a:latin typeface="Calibri"/>
                <a:ea typeface="Calibri"/>
                <a:cs typeface="Calibri"/>
              </a:rPr>
              <a:t>Le SDLC en </a:t>
            </a:r>
            <a:r>
              <a:rPr lang="fr-CA" sz="2800" b="1" dirty="0">
                <a:solidFill>
                  <a:srgbClr val="9D1E8F"/>
                </a:solidFill>
                <a:latin typeface="Calibri"/>
                <a:ea typeface="Calibri"/>
                <a:cs typeface="Calibri"/>
              </a:rPr>
              <a:t>AMÉLIORATION CONTINUE </a:t>
            </a:r>
            <a:r>
              <a:rPr lang="fr-CA" sz="2800" dirty="0">
                <a:solidFill>
                  <a:srgbClr val="9D1E8F"/>
                </a:solidFill>
                <a:latin typeface="Calibri"/>
                <a:ea typeface="Calibri"/>
                <a:cs typeface="Calibri"/>
              </a:rPr>
              <a:t>ou</a:t>
            </a:r>
            <a:r>
              <a:rPr lang="fr-CA" sz="2800" b="1" dirty="0">
                <a:solidFill>
                  <a:srgbClr val="9D1E8F"/>
                </a:solidFill>
                <a:latin typeface="Calibri"/>
                <a:ea typeface="Calibri"/>
                <a:cs typeface="Calibri"/>
              </a:rPr>
              <a:t> </a:t>
            </a:r>
            <a:r>
              <a:rPr lang="fr-CA" sz="2800" dirty="0">
                <a:solidFill>
                  <a:srgbClr val="9D1E8F"/>
                </a:solidFill>
                <a:latin typeface="Calibri"/>
                <a:ea typeface="Calibri"/>
                <a:cs typeface="Calibri"/>
              </a:rPr>
              <a:t>réalisation continue</a:t>
            </a:r>
          </a:p>
          <a:p>
            <a:r>
              <a:rPr lang="fr-CA" sz="2000" dirty="0">
                <a:solidFill>
                  <a:srgbClr val="366092"/>
                </a:solidFill>
                <a:latin typeface="Calibri"/>
                <a:ea typeface="Calibri"/>
                <a:cs typeface="Calibri"/>
              </a:rPr>
              <a:t>C’est recueillir les métriques nécessaires pour mieux nourrir le cycle de vie. Ainsi que nourrir chaque phase au fur et à mesure (ruban de möbius). Ici, ce sont les premières fois qu’on ne revins plus en arrière, mais qu’on va toujours par en avant. Ici l’Agile reprend sa place, nous ne sommes plus dans la guerre du </a:t>
            </a:r>
            <a:r>
              <a:rPr lang="fr-CA" sz="2000" dirty="0" err="1">
                <a:solidFill>
                  <a:srgbClr val="366092"/>
                </a:solidFill>
                <a:latin typeface="Calibri"/>
                <a:ea typeface="Calibri"/>
                <a:cs typeface="Calibri"/>
              </a:rPr>
              <a:t>waterfall</a:t>
            </a:r>
            <a:r>
              <a:rPr lang="fr-CA" sz="2000" dirty="0">
                <a:solidFill>
                  <a:srgbClr val="366092"/>
                </a:solidFill>
                <a:latin typeface="Calibri"/>
                <a:ea typeface="Calibri"/>
                <a:cs typeface="Calibri"/>
              </a:rPr>
              <a:t>.</a:t>
            </a:r>
            <a:endParaRPr lang="en-US" sz="2000" dirty="0">
              <a:solidFill>
                <a:srgbClr val="366092"/>
              </a:solidFill>
              <a:latin typeface="Calibri"/>
              <a:ea typeface="Calibri"/>
              <a:cs typeface="Calibri"/>
            </a:endParaRPr>
          </a:p>
        </p:txBody>
      </p:sp>
      <p:sp>
        <p:nvSpPr>
          <p:cNvPr id="4" name="TextBox 40">
            <a:extLst>
              <a:ext uri="{FF2B5EF4-FFF2-40B4-BE49-F238E27FC236}">
                <a16:creationId xmlns:a16="http://schemas.microsoft.com/office/drawing/2014/main" id="{11A7A616-4888-307F-95B1-770377A32AF6}"/>
              </a:ext>
            </a:extLst>
          </p:cNvPr>
          <p:cNvSpPr txBox="1"/>
          <p:nvPr/>
        </p:nvSpPr>
        <p:spPr>
          <a:xfrm>
            <a:off x="2658549" y="3477126"/>
            <a:ext cx="51115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dirty="0">
                <a:ea typeface="Calibri"/>
                <a:cs typeface="Calibri"/>
              </a:rPr>
              <a:t>♻️</a:t>
            </a:r>
          </a:p>
        </p:txBody>
      </p:sp>
      <p:sp>
        <p:nvSpPr>
          <p:cNvPr id="5" name="TextBox 41">
            <a:extLst>
              <a:ext uri="{FF2B5EF4-FFF2-40B4-BE49-F238E27FC236}">
                <a16:creationId xmlns:a16="http://schemas.microsoft.com/office/drawing/2014/main" id="{A08F03D1-61A0-3366-435B-DD4DAB8FAD37}"/>
              </a:ext>
            </a:extLst>
          </p:cNvPr>
          <p:cNvSpPr txBox="1"/>
          <p:nvPr/>
        </p:nvSpPr>
        <p:spPr>
          <a:xfrm>
            <a:off x="4110321" y="3477125"/>
            <a:ext cx="51115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dirty="0">
                <a:ea typeface="Calibri"/>
                <a:cs typeface="Calibri"/>
              </a:rPr>
              <a:t>♻️</a:t>
            </a:r>
          </a:p>
        </p:txBody>
      </p:sp>
      <p:sp>
        <p:nvSpPr>
          <p:cNvPr id="6" name="TextBox 42">
            <a:extLst>
              <a:ext uri="{FF2B5EF4-FFF2-40B4-BE49-F238E27FC236}">
                <a16:creationId xmlns:a16="http://schemas.microsoft.com/office/drawing/2014/main" id="{E171F581-4647-5E8C-582E-02CF5192E50D}"/>
              </a:ext>
            </a:extLst>
          </p:cNvPr>
          <p:cNvSpPr txBox="1"/>
          <p:nvPr/>
        </p:nvSpPr>
        <p:spPr>
          <a:xfrm>
            <a:off x="5540425" y="3477123"/>
            <a:ext cx="51115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a:ea typeface="Calibri"/>
                <a:cs typeface="Calibri"/>
              </a:rPr>
              <a:t>♻️</a:t>
            </a:r>
          </a:p>
        </p:txBody>
      </p:sp>
      <p:sp>
        <p:nvSpPr>
          <p:cNvPr id="7" name="TextBox 43">
            <a:extLst>
              <a:ext uri="{FF2B5EF4-FFF2-40B4-BE49-F238E27FC236}">
                <a16:creationId xmlns:a16="http://schemas.microsoft.com/office/drawing/2014/main" id="{47F125A7-7FD1-6973-141C-BB9E171F4191}"/>
              </a:ext>
            </a:extLst>
          </p:cNvPr>
          <p:cNvSpPr txBox="1"/>
          <p:nvPr/>
        </p:nvSpPr>
        <p:spPr>
          <a:xfrm>
            <a:off x="6981363" y="3477125"/>
            <a:ext cx="51115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a:ea typeface="Calibri"/>
                <a:cs typeface="Calibri"/>
              </a:rPr>
              <a:t>♻️</a:t>
            </a:r>
          </a:p>
        </p:txBody>
      </p:sp>
      <p:sp>
        <p:nvSpPr>
          <p:cNvPr id="8" name="TextBox 44">
            <a:extLst>
              <a:ext uri="{FF2B5EF4-FFF2-40B4-BE49-F238E27FC236}">
                <a16:creationId xmlns:a16="http://schemas.microsoft.com/office/drawing/2014/main" id="{CDA9F237-3276-79E9-9C1C-57E3054C129D}"/>
              </a:ext>
            </a:extLst>
          </p:cNvPr>
          <p:cNvSpPr txBox="1"/>
          <p:nvPr/>
        </p:nvSpPr>
        <p:spPr>
          <a:xfrm>
            <a:off x="8411467" y="3487958"/>
            <a:ext cx="51115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a:ea typeface="Calibri"/>
                <a:cs typeface="Calibri"/>
              </a:rPr>
              <a:t>♻️</a:t>
            </a:r>
          </a:p>
        </p:txBody>
      </p:sp>
      <p:sp>
        <p:nvSpPr>
          <p:cNvPr id="10" name="ZoneTexte 9">
            <a:extLst>
              <a:ext uri="{FF2B5EF4-FFF2-40B4-BE49-F238E27FC236}">
                <a16:creationId xmlns:a16="http://schemas.microsoft.com/office/drawing/2014/main" id="{E0D0F78C-C28A-F4B0-3E52-59B74BE9E252}"/>
              </a:ext>
            </a:extLst>
          </p:cNvPr>
          <p:cNvSpPr txBox="1"/>
          <p:nvPr/>
        </p:nvSpPr>
        <p:spPr>
          <a:xfrm>
            <a:off x="161925" y="5427843"/>
            <a:ext cx="11858623" cy="1323439"/>
          </a:xfrm>
          <a:prstGeom prst="rect">
            <a:avLst/>
          </a:prstGeom>
          <a:noFill/>
        </p:spPr>
        <p:txBody>
          <a:bodyPr wrap="square">
            <a:spAutoFit/>
          </a:bodyPr>
          <a:lstStyle/>
          <a:p>
            <a:r>
              <a:rPr lang="fr-CA" sz="2000" dirty="0">
                <a:solidFill>
                  <a:srgbClr val="366092"/>
                </a:solidFill>
                <a:latin typeface="Calibri"/>
                <a:ea typeface="Calibri"/>
                <a:cs typeface="Calibri"/>
              </a:rPr>
              <a:t>On est finalement revenu avec le gros bon sens, fini la bulle au cerveau Agile… On fait de petites itérations mais intelligemment cette fois-ci… On a plus de cycle PDLC, cycle DevOps ou cycle test holistique… On revient a un bon cycle complet et intelligent. Ceci existait déjà du côté cycle DevOps, on a donc redonné vie à la réalisation en continue.</a:t>
            </a:r>
            <a:endParaRPr lang="fr-CA" dirty="0"/>
          </a:p>
        </p:txBody>
      </p:sp>
    </p:spTree>
    <p:extLst>
      <p:ext uri="{BB962C8B-B14F-4D97-AF65-F5344CB8AC3E}">
        <p14:creationId xmlns:p14="http://schemas.microsoft.com/office/powerpoint/2010/main" val="4035268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fade">
                                      <p:cBhvr>
                                        <p:cTn id="7" dur="500"/>
                                        <p:tgtEl>
                                          <p:spTgt spid="7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7"/>
                                        </p:tgtEl>
                                        <p:attrNameLst>
                                          <p:attrName>style.visibility</p:attrName>
                                        </p:attrNameLst>
                                      </p:cBhvr>
                                      <p:to>
                                        <p:strVal val="visible"/>
                                      </p:to>
                                    </p:set>
                                    <p:animEffect transition="in" filter="fade">
                                      <p:cBhvr>
                                        <p:cTn id="10" dur="500"/>
                                        <p:tgtEl>
                                          <p:spTgt spid="7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6"/>
                                        </p:tgtEl>
                                        <p:attrNameLst>
                                          <p:attrName>style.visibility</p:attrName>
                                        </p:attrNameLst>
                                      </p:cBhvr>
                                      <p:to>
                                        <p:strVal val="visible"/>
                                      </p:to>
                                    </p:set>
                                    <p:animEffect transition="in" filter="fade">
                                      <p:cBhvr>
                                        <p:cTn id="13" dur="500"/>
                                        <p:tgtEl>
                                          <p:spTgt spid="7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5"/>
                                        </p:tgtEl>
                                        <p:attrNameLst>
                                          <p:attrName>style.visibility</p:attrName>
                                        </p:attrNameLst>
                                      </p:cBhvr>
                                      <p:to>
                                        <p:strVal val="visible"/>
                                      </p:to>
                                    </p:set>
                                    <p:animEffect transition="in" filter="fade">
                                      <p:cBhvr>
                                        <p:cTn id="16" dur="500"/>
                                        <p:tgtEl>
                                          <p:spTgt spid="7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4"/>
                                        </p:tgtEl>
                                        <p:attrNameLst>
                                          <p:attrName>style.visibility</p:attrName>
                                        </p:attrNameLst>
                                      </p:cBhvr>
                                      <p:to>
                                        <p:strVal val="visible"/>
                                      </p:to>
                                    </p:set>
                                    <p:animEffect transition="in" filter="fade">
                                      <p:cBhvr>
                                        <p:cTn id="19" dur="500"/>
                                        <p:tgtEl>
                                          <p:spTgt spid="7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79"/>
                                        </p:tgtEl>
                                        <p:attrNameLst>
                                          <p:attrName>style.visibility</p:attrName>
                                        </p:attrNameLst>
                                      </p:cBhvr>
                                      <p:to>
                                        <p:strVal val="visible"/>
                                      </p:to>
                                    </p:set>
                                    <p:animEffect transition="in" filter="fade">
                                      <p:cBhvr>
                                        <p:cTn id="22" dur="500"/>
                                        <p:tgtEl>
                                          <p:spTgt spid="7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fade">
                                      <p:cBhvr>
                                        <p:cTn id="27" dur="500"/>
                                        <p:tgtEl>
                                          <p:spTgt spid="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500"/>
                                        <p:tgtEl>
                                          <p:spTgt spid="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500"/>
                                        <p:tgtEl>
                                          <p:spTgt spid="6"/>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500"/>
                                        <p:tgtEl>
                                          <p:spTgt spid="7"/>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5" grpId="0" animBg="1"/>
      <p:bldP spid="76" grpId="0" animBg="1"/>
      <p:bldP spid="77" grpId="0" animBg="1"/>
      <p:bldP spid="78" grpId="0" animBg="1"/>
      <p:bldP spid="79" grpId="0" animBg="1"/>
      <p:bldP spid="4" grpId="0"/>
      <p:bldP spid="5" grpId="0"/>
      <p:bldP spid="6"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D659F4-F969-AAD1-3948-DCEBAFD912BE}"/>
            </a:ext>
          </a:extLst>
        </p:cNvPr>
        <p:cNvGrpSpPr/>
        <p:nvPr/>
      </p:nvGrpSpPr>
      <p:grpSpPr>
        <a:xfrm>
          <a:off x="0" y="0"/>
          <a:ext cx="0" cy="0"/>
          <a:chOff x="0" y="0"/>
          <a:chExt cx="0" cy="0"/>
        </a:xfrm>
      </p:grpSpPr>
      <p:graphicFrame>
        <p:nvGraphicFramePr>
          <p:cNvPr id="72" name="Table 13">
            <a:extLst>
              <a:ext uri="{FF2B5EF4-FFF2-40B4-BE49-F238E27FC236}">
                <a16:creationId xmlns:a16="http://schemas.microsoft.com/office/drawing/2014/main" id="{2532A947-40FD-E91A-12E1-B5CC3AFF1310}"/>
              </a:ext>
            </a:extLst>
          </p:cNvPr>
          <p:cNvGraphicFramePr>
            <a:graphicFrameLocks noGrp="1"/>
          </p:cNvGraphicFramePr>
          <p:nvPr>
            <p:extLst>
              <p:ext uri="{D42A27DB-BD31-4B8C-83A1-F6EECF244321}">
                <p14:modId xmlns:p14="http://schemas.microsoft.com/office/powerpoint/2010/main" val="2605043791"/>
              </p:ext>
            </p:extLst>
          </p:nvPr>
        </p:nvGraphicFramePr>
        <p:xfrm>
          <a:off x="1593165" y="3511780"/>
          <a:ext cx="8631948" cy="2003904"/>
        </p:xfrm>
        <a:graphic>
          <a:graphicData uri="http://schemas.openxmlformats.org/drawingml/2006/table">
            <a:tbl>
              <a:tblPr firstRow="1" bandRow="1">
                <a:tableStyleId>{5C22544A-7EE6-4342-B048-85BDC9FD1C3A}</a:tableStyleId>
              </a:tblPr>
              <a:tblGrid>
                <a:gridCol w="1438658">
                  <a:extLst>
                    <a:ext uri="{9D8B030D-6E8A-4147-A177-3AD203B41FA5}">
                      <a16:colId xmlns:a16="http://schemas.microsoft.com/office/drawing/2014/main" val="1698110983"/>
                    </a:ext>
                  </a:extLst>
                </a:gridCol>
                <a:gridCol w="1438658">
                  <a:extLst>
                    <a:ext uri="{9D8B030D-6E8A-4147-A177-3AD203B41FA5}">
                      <a16:colId xmlns:a16="http://schemas.microsoft.com/office/drawing/2014/main" val="1136855438"/>
                    </a:ext>
                  </a:extLst>
                </a:gridCol>
                <a:gridCol w="1438658">
                  <a:extLst>
                    <a:ext uri="{9D8B030D-6E8A-4147-A177-3AD203B41FA5}">
                      <a16:colId xmlns:a16="http://schemas.microsoft.com/office/drawing/2014/main" val="2523017505"/>
                    </a:ext>
                  </a:extLst>
                </a:gridCol>
                <a:gridCol w="1438658">
                  <a:extLst>
                    <a:ext uri="{9D8B030D-6E8A-4147-A177-3AD203B41FA5}">
                      <a16:colId xmlns:a16="http://schemas.microsoft.com/office/drawing/2014/main" val="1833509840"/>
                    </a:ext>
                  </a:extLst>
                </a:gridCol>
                <a:gridCol w="1438658">
                  <a:extLst>
                    <a:ext uri="{9D8B030D-6E8A-4147-A177-3AD203B41FA5}">
                      <a16:colId xmlns:a16="http://schemas.microsoft.com/office/drawing/2014/main" val="3213254897"/>
                    </a:ext>
                  </a:extLst>
                </a:gridCol>
                <a:gridCol w="1438658">
                  <a:extLst>
                    <a:ext uri="{9D8B030D-6E8A-4147-A177-3AD203B41FA5}">
                      <a16:colId xmlns:a16="http://schemas.microsoft.com/office/drawing/2014/main" val="2408503863"/>
                    </a:ext>
                  </a:extLst>
                </a:gridCol>
              </a:tblGrid>
              <a:tr h="2003904">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1</a:t>
                      </a:r>
                      <a:br>
                        <a:rPr lang="fr-CA"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ÉLICITER</a:t>
                      </a:r>
                      <a:br>
                        <a:rPr lang="fr-CA" sz="1100" b="1" i="0" u="none" strike="noStrike" noProof="0" dirty="0">
                          <a:solidFill>
                            <a:srgbClr val="000000"/>
                          </a:solidFill>
                          <a:latin typeface="Calibri"/>
                          <a:ea typeface="Calibri"/>
                          <a:cs typeface="Calibri"/>
                        </a:rPr>
                      </a:br>
                      <a:endParaRPr lang="fr-CA" sz="1100" b="0" i="0" u="none" strike="noStrike" noProof="0" dirty="0">
                        <a:solidFill>
                          <a:schemeClr val="tx1"/>
                        </a:solidFill>
                        <a:latin typeface="Calibri"/>
                        <a:ea typeface="Calibri"/>
                        <a:cs typeface="Calibri"/>
                      </a:endParaRP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2</a:t>
                      </a:r>
                      <a:br>
                        <a:rPr lang="fr-CA"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DÉFINIR</a:t>
                      </a:r>
                      <a:br>
                        <a:rPr lang="fr-CA" sz="1100" b="1" i="0" u="none" strike="noStrike" noProof="0" dirty="0">
                          <a:solidFill>
                            <a:srgbClr val="000000"/>
                          </a:solidFill>
                          <a:latin typeface="Calibri"/>
                          <a:ea typeface="Calibri"/>
                          <a:cs typeface="Calibri"/>
                        </a:rPr>
                      </a:br>
                      <a:endParaRPr lang="en-US" dirty="0"/>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en-US" sz="4000" b="1" i="0" u="none" strike="noStrike" noProof="0" dirty="0">
                          <a:solidFill>
                            <a:schemeClr val="tx1"/>
                          </a:solidFill>
                          <a:latin typeface="Calibri"/>
                          <a:ea typeface="Calibri"/>
                          <a:cs typeface="Calibri"/>
                        </a:rPr>
                        <a:t>3</a:t>
                      </a:r>
                      <a:br>
                        <a:rPr lang="en-US"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PLANIFIER</a:t>
                      </a:r>
                      <a:endParaRPr lang="en-US" sz="1100" b="0" i="0" u="none" strike="noStrike" noProof="0" dirty="0">
                        <a:solidFill>
                          <a:srgbClr val="000000"/>
                        </a:solidFill>
                        <a:latin typeface="Calibri"/>
                        <a:ea typeface="Calibri"/>
                        <a:cs typeface="Calibri"/>
                      </a:endParaRPr>
                    </a:p>
                    <a:p>
                      <a:pPr lvl="0">
                        <a:buNone/>
                      </a:pPr>
                      <a:endParaRPr lang="en-US" dirty="0"/>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4</a:t>
                      </a:r>
                      <a:br>
                        <a:rPr lang="fr-CA" sz="1100" b="1" i="0" u="none" strike="noStrike" noProof="0" dirty="0">
                          <a:solidFill>
                            <a:srgbClr val="000000"/>
                          </a:solidFill>
                          <a:latin typeface="Calibri"/>
                          <a:ea typeface="Calibri"/>
                          <a:cs typeface="Calibri"/>
                        </a:rPr>
                      </a:br>
                      <a:r>
                        <a:rPr lang="en-US" sz="1600" b="1" i="0" u="none" strike="noStrike" noProof="0" dirty="0">
                          <a:solidFill>
                            <a:schemeClr val="tx1"/>
                          </a:solidFill>
                          <a:latin typeface="Calibri"/>
                          <a:ea typeface="Calibri"/>
                          <a:cs typeface="Calibri"/>
                        </a:rPr>
                        <a:t>IMPLÉMENTER</a:t>
                      </a:r>
                      <a:endParaRPr lang="en-US" dirty="0"/>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5</a:t>
                      </a:r>
                      <a:br>
                        <a:rPr lang="fr-CA"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DIFFUSER</a:t>
                      </a:r>
                      <a:endParaRPr lang="fr-CA" sz="1100" b="0" i="0" u="none" strike="noStrike" noProof="0" dirty="0">
                        <a:solidFill>
                          <a:srgbClr val="000000"/>
                        </a:solidFill>
                        <a:latin typeface="Calibri"/>
                        <a:ea typeface="Calibri"/>
                        <a:cs typeface="Calibri"/>
                      </a:endParaRPr>
                    </a:p>
                    <a:p>
                      <a:pPr lvl="0">
                        <a:buNone/>
                      </a:pPr>
                      <a:endParaRPr lang="en-US" dirty="0"/>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6</a:t>
                      </a:r>
                      <a:br>
                        <a:rPr lang="fr-CA"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CONFIRMER</a:t>
                      </a:r>
                      <a:br>
                        <a:rPr lang="fr-CA" sz="1100" b="0" i="0" u="none" strike="noStrike" noProof="0" dirty="0">
                          <a:solidFill>
                            <a:srgbClr val="000000"/>
                          </a:solidFill>
                          <a:latin typeface="Calibri"/>
                          <a:ea typeface="Calibri"/>
                          <a:cs typeface="Calibri"/>
                        </a:rPr>
                      </a:br>
                      <a:br>
                        <a:rPr lang="fr-CA" sz="1100" b="0" i="0" u="none" strike="noStrike" noProof="0" dirty="0">
                          <a:solidFill>
                            <a:srgbClr val="000000"/>
                          </a:solidFill>
                          <a:latin typeface="Calibri"/>
                          <a:ea typeface="Calibri"/>
                          <a:cs typeface="Calibri"/>
                        </a:rPr>
                      </a:br>
                      <a:endParaRPr lang="fr-CA" sz="1100" b="0" i="0" u="none" strike="noStrike" noProof="0" dirty="0">
                        <a:solidFill>
                          <a:schemeClr val="tx1"/>
                        </a:solidFill>
                        <a:latin typeface="Calibri"/>
                        <a:ea typeface="Calibri"/>
                        <a:cs typeface="Calibri"/>
                      </a:endParaRPr>
                    </a:p>
                  </a:txBody>
                  <a:tcPr>
                    <a:solidFill>
                      <a:schemeClr val="accent1">
                        <a:lumMod val="20000"/>
                        <a:lumOff val="80000"/>
                      </a:schemeClr>
                    </a:solidFill>
                  </a:tcPr>
                </a:tc>
                <a:extLst>
                  <a:ext uri="{0D108BD9-81ED-4DB2-BD59-A6C34878D82A}">
                    <a16:rowId xmlns:a16="http://schemas.microsoft.com/office/drawing/2014/main" val="1593223137"/>
                  </a:ext>
                </a:extLst>
              </a:tr>
            </a:tbl>
          </a:graphicData>
        </a:graphic>
      </p:graphicFrame>
      <p:sp>
        <p:nvSpPr>
          <p:cNvPr id="100" name="TextBox 10">
            <a:extLst>
              <a:ext uri="{FF2B5EF4-FFF2-40B4-BE49-F238E27FC236}">
                <a16:creationId xmlns:a16="http://schemas.microsoft.com/office/drawing/2014/main" id="{6E7A1A41-32B4-802E-A54D-9FACEB3C6D18}"/>
              </a:ext>
            </a:extLst>
          </p:cNvPr>
          <p:cNvSpPr txBox="1"/>
          <p:nvPr/>
        </p:nvSpPr>
        <p:spPr>
          <a:xfrm>
            <a:off x="5588657" y="2502801"/>
            <a:ext cx="3978288"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solidFill>
                  <a:srgbClr val="366092"/>
                </a:solidFill>
                <a:ea typeface="Calibri"/>
                <a:cs typeface="Calibri"/>
              </a:rPr>
              <a:t>LIVRER</a:t>
            </a:r>
            <a:br>
              <a:rPr lang="en-US" sz="4000" dirty="0">
                <a:solidFill>
                  <a:srgbClr val="366092"/>
                </a:solidFill>
                <a:ea typeface="Calibri"/>
                <a:cs typeface="Calibri"/>
              </a:rPr>
            </a:br>
            <a:r>
              <a:rPr lang="en-US" sz="2000">
                <a:solidFill>
                  <a:srgbClr val="366092"/>
                </a:solidFill>
                <a:ea typeface="Calibri"/>
                <a:cs typeface="Calibri"/>
              </a:rPr>
              <a:t>(ci/cd) DELIVERY</a:t>
            </a:r>
            <a:endParaRPr lang="en-US" sz="2000" b="1">
              <a:solidFill>
                <a:srgbClr val="366092"/>
              </a:solidFill>
              <a:ea typeface="Calibri"/>
              <a:cs typeface="Calibri"/>
            </a:endParaRPr>
          </a:p>
        </p:txBody>
      </p:sp>
      <p:sp>
        <p:nvSpPr>
          <p:cNvPr id="101" name="TextBox 9">
            <a:extLst>
              <a:ext uri="{FF2B5EF4-FFF2-40B4-BE49-F238E27FC236}">
                <a16:creationId xmlns:a16="http://schemas.microsoft.com/office/drawing/2014/main" id="{C976388E-3BBF-D0D1-8286-44A9EA520093}"/>
              </a:ext>
            </a:extLst>
          </p:cNvPr>
          <p:cNvSpPr txBox="1"/>
          <p:nvPr/>
        </p:nvSpPr>
        <p:spPr>
          <a:xfrm>
            <a:off x="1720876" y="2501296"/>
            <a:ext cx="4676713" cy="101566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4000" dirty="0">
                <a:solidFill>
                  <a:srgbClr val="9D1E8F"/>
                </a:solidFill>
                <a:ea typeface="Calibri"/>
                <a:cs typeface="Calibri"/>
              </a:rPr>
              <a:t>SPÉCIFIER</a:t>
            </a:r>
            <a:br>
              <a:rPr lang="en-US" sz="4000" dirty="0">
                <a:solidFill>
                  <a:srgbClr val="9D1E8F"/>
                </a:solidFill>
                <a:ea typeface="Calibri"/>
                <a:cs typeface="Calibri"/>
              </a:rPr>
            </a:br>
            <a:r>
              <a:rPr lang="en-US" sz="2000" dirty="0">
                <a:solidFill>
                  <a:srgbClr val="9D1E8F"/>
                </a:solidFill>
                <a:ea typeface="Calibri"/>
                <a:cs typeface="Calibri"/>
              </a:rPr>
              <a:t>(cs) SPECIFY</a:t>
            </a:r>
            <a:endParaRPr lang="en-US" sz="2000" b="1" dirty="0">
              <a:solidFill>
                <a:srgbClr val="9D1E8F"/>
              </a:solidFill>
              <a:ea typeface="Calibri"/>
              <a:cs typeface="Calibri"/>
            </a:endParaRPr>
          </a:p>
        </p:txBody>
      </p:sp>
      <p:cxnSp>
        <p:nvCxnSpPr>
          <p:cNvPr id="102" name="Straight Arrow Connector 15">
            <a:extLst>
              <a:ext uri="{FF2B5EF4-FFF2-40B4-BE49-F238E27FC236}">
                <a16:creationId xmlns:a16="http://schemas.microsoft.com/office/drawing/2014/main" id="{DA945D99-E5AF-A5C4-BECF-F74C8B82E2A5}"/>
              </a:ext>
            </a:extLst>
          </p:cNvPr>
          <p:cNvCxnSpPr>
            <a:cxnSpLocks/>
          </p:cNvCxnSpPr>
          <p:nvPr/>
        </p:nvCxnSpPr>
        <p:spPr>
          <a:xfrm>
            <a:off x="4458654" y="2827284"/>
            <a:ext cx="4335" cy="567708"/>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3" name="TextBox 55">
            <a:extLst>
              <a:ext uri="{FF2B5EF4-FFF2-40B4-BE49-F238E27FC236}">
                <a16:creationId xmlns:a16="http://schemas.microsoft.com/office/drawing/2014/main" id="{CC0505C0-DC3F-2A68-7683-0B131A304639}"/>
              </a:ext>
            </a:extLst>
          </p:cNvPr>
          <p:cNvSpPr txBox="1"/>
          <p:nvPr/>
        </p:nvSpPr>
        <p:spPr>
          <a:xfrm>
            <a:off x="228600" y="160951"/>
            <a:ext cx="11720940" cy="2369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CA" sz="2800" dirty="0">
                <a:solidFill>
                  <a:srgbClr val="366092"/>
                </a:solidFill>
                <a:latin typeface="Calibri"/>
                <a:ea typeface="Calibri"/>
                <a:cs typeface="Calibri"/>
              </a:rPr>
              <a:t>Le SDLC en </a:t>
            </a:r>
            <a:r>
              <a:rPr lang="fr-CA" sz="2800" b="1" dirty="0">
                <a:solidFill>
                  <a:srgbClr val="9D1E8F"/>
                </a:solidFill>
                <a:latin typeface="Calibri"/>
                <a:ea typeface="Calibri"/>
                <a:cs typeface="Calibri"/>
              </a:rPr>
              <a:t>SDD</a:t>
            </a:r>
            <a:r>
              <a:rPr lang="fr-CA" sz="2800" b="1" dirty="0">
                <a:solidFill>
                  <a:srgbClr val="366092"/>
                </a:solidFill>
                <a:latin typeface="Calibri"/>
                <a:ea typeface="Calibri"/>
                <a:cs typeface="Calibri"/>
              </a:rPr>
              <a:t> (</a:t>
            </a:r>
            <a:r>
              <a:rPr lang="fr-CA" sz="2800" b="1" dirty="0" err="1">
                <a:solidFill>
                  <a:srgbClr val="9D1E8F"/>
                </a:solidFill>
                <a:latin typeface="Calibri"/>
                <a:ea typeface="Calibri"/>
                <a:cs typeface="Calibri"/>
              </a:rPr>
              <a:t>S</a:t>
            </a:r>
            <a:r>
              <a:rPr lang="fr-CA" sz="2800" dirty="0" err="1">
                <a:solidFill>
                  <a:srgbClr val="366092"/>
                </a:solidFill>
                <a:latin typeface="Calibri"/>
                <a:ea typeface="Calibri"/>
                <a:cs typeface="Calibri"/>
              </a:rPr>
              <a:t>pecification</a:t>
            </a:r>
            <a:r>
              <a:rPr lang="fr-CA" sz="2800" b="1" dirty="0">
                <a:solidFill>
                  <a:srgbClr val="366092"/>
                </a:solidFill>
                <a:latin typeface="Calibri"/>
                <a:ea typeface="Calibri"/>
                <a:cs typeface="Calibri"/>
              </a:rPr>
              <a:t> </a:t>
            </a:r>
            <a:r>
              <a:rPr lang="fr-CA" sz="2800" b="1" dirty="0">
                <a:solidFill>
                  <a:srgbClr val="9D1E8F"/>
                </a:solidFill>
                <a:latin typeface="Calibri"/>
                <a:ea typeface="Calibri"/>
                <a:cs typeface="Calibri"/>
              </a:rPr>
              <a:t>D</a:t>
            </a:r>
            <a:r>
              <a:rPr lang="fr-CA" sz="2800" dirty="0">
                <a:solidFill>
                  <a:srgbClr val="366092"/>
                </a:solidFill>
                <a:latin typeface="Calibri"/>
                <a:ea typeface="Calibri"/>
                <a:cs typeface="Calibri"/>
              </a:rPr>
              <a:t>riven</a:t>
            </a:r>
            <a:r>
              <a:rPr lang="fr-CA" sz="2800" b="1" dirty="0">
                <a:solidFill>
                  <a:srgbClr val="366092"/>
                </a:solidFill>
                <a:latin typeface="Calibri"/>
                <a:ea typeface="Calibri"/>
                <a:cs typeface="Calibri"/>
              </a:rPr>
              <a:t> </a:t>
            </a:r>
            <a:r>
              <a:rPr lang="fr-CA" sz="2800" b="1" dirty="0">
                <a:solidFill>
                  <a:srgbClr val="9D1E8F"/>
                </a:solidFill>
                <a:latin typeface="Calibri"/>
                <a:ea typeface="Calibri"/>
                <a:cs typeface="Calibri"/>
              </a:rPr>
              <a:t>D</a:t>
            </a:r>
            <a:r>
              <a:rPr lang="fr-CA" sz="2800" dirty="0">
                <a:solidFill>
                  <a:srgbClr val="366092"/>
                </a:solidFill>
                <a:latin typeface="Calibri"/>
                <a:ea typeface="Calibri"/>
                <a:cs typeface="Calibri"/>
              </a:rPr>
              <a:t>elivery)</a:t>
            </a:r>
          </a:p>
          <a:p>
            <a:r>
              <a:rPr lang="fr-CA" sz="2000" b="1" dirty="0">
                <a:solidFill>
                  <a:srgbClr val="366092"/>
                </a:solidFill>
                <a:latin typeface="Calibri"/>
                <a:ea typeface="Calibri"/>
                <a:cs typeface="Calibri"/>
              </a:rPr>
              <a:t>L’IA est arrivé</a:t>
            </a:r>
            <a:r>
              <a:rPr lang="fr-CA" sz="2000" dirty="0">
                <a:solidFill>
                  <a:srgbClr val="366092"/>
                </a:solidFill>
                <a:latin typeface="Calibri"/>
                <a:ea typeface="Calibri"/>
                <a:cs typeface="Calibri"/>
              </a:rPr>
              <a:t>… donc pas le choix maintenant de faire du sens dès le départ et de rendre ces spécifications modélisées et testables. Livrer de la valeur produit précise/claire par instructions. Prêt pour </a:t>
            </a:r>
            <a:r>
              <a:rPr lang="fr-CA" sz="2000" b="1" dirty="0">
                <a:solidFill>
                  <a:srgbClr val="9D1E8F"/>
                </a:solidFill>
                <a:latin typeface="Calibri"/>
                <a:ea typeface="Calibri"/>
                <a:cs typeface="Calibri"/>
              </a:rPr>
              <a:t>accueillir solidement l’automatisation, les automates et IA</a:t>
            </a:r>
            <a:r>
              <a:rPr lang="fr-CA" sz="2000" dirty="0">
                <a:solidFill>
                  <a:srgbClr val="366092"/>
                </a:solidFill>
                <a:latin typeface="Calibri"/>
                <a:ea typeface="Calibri"/>
                <a:cs typeface="Calibri"/>
              </a:rPr>
              <a:t>. Nous avons aussi remarqué que l’IA ne vie pas sans l’automatisation et ni les instructions, qui sont maintenant nos spécifications. Une spécification est maintenant à la fois un critère produit, une règle, un détail et aussi testable donc un test en soit. C’est aussi là que vérifier est devenu valider car on est naturellement devenu 100% ATDD/TDD malgré-nous par nécessité.</a:t>
            </a:r>
            <a:endParaRPr lang="en-US" sz="2000" dirty="0">
              <a:solidFill>
                <a:srgbClr val="366092"/>
              </a:solidFill>
              <a:latin typeface="Calibri"/>
              <a:ea typeface="Calibri"/>
              <a:cs typeface="Calibri"/>
            </a:endParaRPr>
          </a:p>
        </p:txBody>
      </p:sp>
      <p:sp>
        <p:nvSpPr>
          <p:cNvPr id="5" name="Flèche : bas 1">
            <a:extLst>
              <a:ext uri="{FF2B5EF4-FFF2-40B4-BE49-F238E27FC236}">
                <a16:creationId xmlns:a16="http://schemas.microsoft.com/office/drawing/2014/main" id="{602C5687-DF19-15EF-FD51-F6EB37E69D82}"/>
              </a:ext>
            </a:extLst>
          </p:cNvPr>
          <p:cNvSpPr/>
          <p:nvPr/>
        </p:nvSpPr>
        <p:spPr>
          <a:xfrm rot="16200000">
            <a:off x="2521236" y="4590304"/>
            <a:ext cx="1013522" cy="627509"/>
          </a:xfrm>
          <a:prstGeom prst="downArrow">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defPPr>
              <a:defRPr lang="en-US"/>
            </a:defPPr>
            <a:lvl1pPr marL="0" algn="l" defTabSz="457200" rtl="0" eaLnBrk="1" latinLnBrk="0" hangingPunct="1">
              <a:defRPr sz="1800" kern="1200">
                <a:solidFill>
                  <a:schemeClr val="accent3"/>
                </a:solidFill>
                <a:latin typeface="+mn-lt"/>
                <a:ea typeface="+mn-ea"/>
                <a:cs typeface="+mn-cs"/>
              </a:defRPr>
            </a:lvl1pPr>
            <a:lvl2pPr marL="457200" algn="l" defTabSz="457200" rtl="0" eaLnBrk="1" latinLnBrk="0" hangingPunct="1">
              <a:defRPr sz="1800" kern="1200">
                <a:solidFill>
                  <a:schemeClr val="accent3"/>
                </a:solidFill>
                <a:latin typeface="+mn-lt"/>
                <a:ea typeface="+mn-ea"/>
                <a:cs typeface="+mn-cs"/>
              </a:defRPr>
            </a:lvl2pPr>
            <a:lvl3pPr marL="914400" algn="l" defTabSz="457200" rtl="0" eaLnBrk="1" latinLnBrk="0" hangingPunct="1">
              <a:defRPr sz="1800" kern="1200">
                <a:solidFill>
                  <a:schemeClr val="accent3"/>
                </a:solidFill>
                <a:latin typeface="+mn-lt"/>
                <a:ea typeface="+mn-ea"/>
                <a:cs typeface="+mn-cs"/>
              </a:defRPr>
            </a:lvl3pPr>
            <a:lvl4pPr marL="1371600" algn="l" defTabSz="457200" rtl="0" eaLnBrk="1" latinLnBrk="0" hangingPunct="1">
              <a:defRPr sz="1800" kern="1200">
                <a:solidFill>
                  <a:schemeClr val="accent3"/>
                </a:solidFill>
                <a:latin typeface="+mn-lt"/>
                <a:ea typeface="+mn-ea"/>
                <a:cs typeface="+mn-cs"/>
              </a:defRPr>
            </a:lvl4pPr>
            <a:lvl5pPr marL="1828800" algn="l" defTabSz="457200" rtl="0" eaLnBrk="1" latinLnBrk="0" hangingPunct="1">
              <a:defRPr sz="1800" kern="1200">
                <a:solidFill>
                  <a:schemeClr val="accent3"/>
                </a:solidFill>
                <a:latin typeface="+mn-lt"/>
                <a:ea typeface="+mn-ea"/>
                <a:cs typeface="+mn-cs"/>
              </a:defRPr>
            </a:lvl5pPr>
            <a:lvl6pPr marL="2286000" algn="l" defTabSz="457200" rtl="0" eaLnBrk="1" latinLnBrk="0" hangingPunct="1">
              <a:defRPr sz="1800" kern="1200">
                <a:solidFill>
                  <a:schemeClr val="accent3"/>
                </a:solidFill>
                <a:latin typeface="+mn-lt"/>
                <a:ea typeface="+mn-ea"/>
                <a:cs typeface="+mn-cs"/>
              </a:defRPr>
            </a:lvl6pPr>
            <a:lvl7pPr marL="2743200" algn="l" defTabSz="457200" rtl="0" eaLnBrk="1" latinLnBrk="0" hangingPunct="1">
              <a:defRPr sz="1800" kern="1200">
                <a:solidFill>
                  <a:schemeClr val="accent3"/>
                </a:solidFill>
                <a:latin typeface="+mn-lt"/>
                <a:ea typeface="+mn-ea"/>
                <a:cs typeface="+mn-cs"/>
              </a:defRPr>
            </a:lvl7pPr>
            <a:lvl8pPr marL="3200400" algn="l" defTabSz="457200" rtl="0" eaLnBrk="1" latinLnBrk="0" hangingPunct="1">
              <a:defRPr sz="1800" kern="1200">
                <a:solidFill>
                  <a:schemeClr val="accent3"/>
                </a:solidFill>
                <a:latin typeface="+mn-lt"/>
                <a:ea typeface="+mn-ea"/>
                <a:cs typeface="+mn-cs"/>
              </a:defRPr>
            </a:lvl8pPr>
            <a:lvl9pPr marL="3657600" algn="l" defTabSz="457200" rtl="0" eaLnBrk="1" latinLnBrk="0" hangingPunct="1">
              <a:defRPr sz="1800" kern="1200">
                <a:solidFill>
                  <a:schemeClr val="accent3"/>
                </a:solidFill>
                <a:latin typeface="+mn-lt"/>
                <a:ea typeface="+mn-ea"/>
                <a:cs typeface="+mn-cs"/>
              </a:defRPr>
            </a:lvl9pPr>
          </a:lstStyle>
          <a:p>
            <a:pPr algn="ctr"/>
            <a:endParaRPr lang="fr-CA" sz="1350" b="1">
              <a:ln w="12700">
                <a:solidFill>
                  <a:schemeClr val="accent3">
                    <a:lumMod val="50000"/>
                  </a:schemeClr>
                </a:solidFill>
                <a:prstDash val="solid"/>
              </a:ln>
              <a:solidFill>
                <a:srgbClr val="9D1E8F"/>
              </a:solidFill>
              <a:effectLst>
                <a:innerShdw blurRad="177800">
                  <a:schemeClr val="accent3">
                    <a:lumMod val="50000"/>
                  </a:schemeClr>
                </a:innerShdw>
              </a:effectLst>
            </a:endParaRPr>
          </a:p>
        </p:txBody>
      </p:sp>
      <p:sp>
        <p:nvSpPr>
          <p:cNvPr id="7" name="Flèche : bas 1">
            <a:extLst>
              <a:ext uri="{FF2B5EF4-FFF2-40B4-BE49-F238E27FC236}">
                <a16:creationId xmlns:a16="http://schemas.microsoft.com/office/drawing/2014/main" id="{9181B3BA-8920-5214-9E14-6472CC91D15C}"/>
              </a:ext>
            </a:extLst>
          </p:cNvPr>
          <p:cNvSpPr/>
          <p:nvPr/>
        </p:nvSpPr>
        <p:spPr>
          <a:xfrm rot="16200000">
            <a:off x="3962174" y="4590304"/>
            <a:ext cx="1013522" cy="627509"/>
          </a:xfrm>
          <a:prstGeom prst="downArrow">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defPPr>
              <a:defRPr lang="en-US"/>
            </a:defPPr>
            <a:lvl1pPr marL="0" algn="l" defTabSz="457200" rtl="0" eaLnBrk="1" latinLnBrk="0" hangingPunct="1">
              <a:defRPr sz="1800" kern="1200">
                <a:solidFill>
                  <a:schemeClr val="accent3"/>
                </a:solidFill>
                <a:latin typeface="+mn-lt"/>
                <a:ea typeface="+mn-ea"/>
                <a:cs typeface="+mn-cs"/>
              </a:defRPr>
            </a:lvl1pPr>
            <a:lvl2pPr marL="457200" algn="l" defTabSz="457200" rtl="0" eaLnBrk="1" latinLnBrk="0" hangingPunct="1">
              <a:defRPr sz="1800" kern="1200">
                <a:solidFill>
                  <a:schemeClr val="accent3"/>
                </a:solidFill>
                <a:latin typeface="+mn-lt"/>
                <a:ea typeface="+mn-ea"/>
                <a:cs typeface="+mn-cs"/>
              </a:defRPr>
            </a:lvl2pPr>
            <a:lvl3pPr marL="914400" algn="l" defTabSz="457200" rtl="0" eaLnBrk="1" latinLnBrk="0" hangingPunct="1">
              <a:defRPr sz="1800" kern="1200">
                <a:solidFill>
                  <a:schemeClr val="accent3"/>
                </a:solidFill>
                <a:latin typeface="+mn-lt"/>
                <a:ea typeface="+mn-ea"/>
                <a:cs typeface="+mn-cs"/>
              </a:defRPr>
            </a:lvl3pPr>
            <a:lvl4pPr marL="1371600" algn="l" defTabSz="457200" rtl="0" eaLnBrk="1" latinLnBrk="0" hangingPunct="1">
              <a:defRPr sz="1800" kern="1200">
                <a:solidFill>
                  <a:schemeClr val="accent3"/>
                </a:solidFill>
                <a:latin typeface="+mn-lt"/>
                <a:ea typeface="+mn-ea"/>
                <a:cs typeface="+mn-cs"/>
              </a:defRPr>
            </a:lvl4pPr>
            <a:lvl5pPr marL="1828800" algn="l" defTabSz="457200" rtl="0" eaLnBrk="1" latinLnBrk="0" hangingPunct="1">
              <a:defRPr sz="1800" kern="1200">
                <a:solidFill>
                  <a:schemeClr val="accent3"/>
                </a:solidFill>
                <a:latin typeface="+mn-lt"/>
                <a:ea typeface="+mn-ea"/>
                <a:cs typeface="+mn-cs"/>
              </a:defRPr>
            </a:lvl5pPr>
            <a:lvl6pPr marL="2286000" algn="l" defTabSz="457200" rtl="0" eaLnBrk="1" latinLnBrk="0" hangingPunct="1">
              <a:defRPr sz="1800" kern="1200">
                <a:solidFill>
                  <a:schemeClr val="accent3"/>
                </a:solidFill>
                <a:latin typeface="+mn-lt"/>
                <a:ea typeface="+mn-ea"/>
                <a:cs typeface="+mn-cs"/>
              </a:defRPr>
            </a:lvl6pPr>
            <a:lvl7pPr marL="2743200" algn="l" defTabSz="457200" rtl="0" eaLnBrk="1" latinLnBrk="0" hangingPunct="1">
              <a:defRPr sz="1800" kern="1200">
                <a:solidFill>
                  <a:schemeClr val="accent3"/>
                </a:solidFill>
                <a:latin typeface="+mn-lt"/>
                <a:ea typeface="+mn-ea"/>
                <a:cs typeface="+mn-cs"/>
              </a:defRPr>
            </a:lvl7pPr>
            <a:lvl8pPr marL="3200400" algn="l" defTabSz="457200" rtl="0" eaLnBrk="1" latinLnBrk="0" hangingPunct="1">
              <a:defRPr sz="1800" kern="1200">
                <a:solidFill>
                  <a:schemeClr val="accent3"/>
                </a:solidFill>
                <a:latin typeface="+mn-lt"/>
                <a:ea typeface="+mn-ea"/>
                <a:cs typeface="+mn-cs"/>
              </a:defRPr>
            </a:lvl8pPr>
            <a:lvl9pPr marL="3657600" algn="l" defTabSz="457200" rtl="0" eaLnBrk="1" latinLnBrk="0" hangingPunct="1">
              <a:defRPr sz="1800" kern="1200">
                <a:solidFill>
                  <a:schemeClr val="accent3"/>
                </a:solidFill>
                <a:latin typeface="+mn-lt"/>
                <a:ea typeface="+mn-ea"/>
                <a:cs typeface="+mn-cs"/>
              </a:defRPr>
            </a:lvl9pPr>
          </a:lstStyle>
          <a:p>
            <a:pPr algn="ctr"/>
            <a:endParaRPr lang="fr-CA" sz="1350" b="1">
              <a:ln w="12700">
                <a:solidFill>
                  <a:schemeClr val="accent3">
                    <a:lumMod val="50000"/>
                  </a:schemeClr>
                </a:solidFill>
                <a:prstDash val="solid"/>
              </a:ln>
              <a:solidFill>
                <a:srgbClr val="9D1E8F"/>
              </a:solidFill>
              <a:effectLst>
                <a:innerShdw blurRad="177800">
                  <a:schemeClr val="accent3">
                    <a:lumMod val="50000"/>
                  </a:schemeClr>
                </a:innerShdw>
              </a:effectLst>
            </a:endParaRPr>
          </a:p>
        </p:txBody>
      </p:sp>
      <p:sp>
        <p:nvSpPr>
          <p:cNvPr id="9" name="Flèche : bas 1">
            <a:extLst>
              <a:ext uri="{FF2B5EF4-FFF2-40B4-BE49-F238E27FC236}">
                <a16:creationId xmlns:a16="http://schemas.microsoft.com/office/drawing/2014/main" id="{2252DAD8-888D-3B13-EF27-3E503B2F9513}"/>
              </a:ext>
            </a:extLst>
          </p:cNvPr>
          <p:cNvSpPr/>
          <p:nvPr/>
        </p:nvSpPr>
        <p:spPr>
          <a:xfrm rot="16200000">
            <a:off x="5403113" y="4590304"/>
            <a:ext cx="1013522" cy="627509"/>
          </a:xfrm>
          <a:prstGeom prst="downArrow">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defPPr>
              <a:defRPr lang="en-US"/>
            </a:defPPr>
            <a:lvl1pPr marL="0" algn="l" defTabSz="457200" rtl="0" eaLnBrk="1" latinLnBrk="0" hangingPunct="1">
              <a:defRPr sz="1800" kern="1200">
                <a:solidFill>
                  <a:schemeClr val="accent3"/>
                </a:solidFill>
                <a:latin typeface="+mn-lt"/>
                <a:ea typeface="+mn-ea"/>
                <a:cs typeface="+mn-cs"/>
              </a:defRPr>
            </a:lvl1pPr>
            <a:lvl2pPr marL="457200" algn="l" defTabSz="457200" rtl="0" eaLnBrk="1" latinLnBrk="0" hangingPunct="1">
              <a:defRPr sz="1800" kern="1200">
                <a:solidFill>
                  <a:schemeClr val="accent3"/>
                </a:solidFill>
                <a:latin typeface="+mn-lt"/>
                <a:ea typeface="+mn-ea"/>
                <a:cs typeface="+mn-cs"/>
              </a:defRPr>
            </a:lvl2pPr>
            <a:lvl3pPr marL="914400" algn="l" defTabSz="457200" rtl="0" eaLnBrk="1" latinLnBrk="0" hangingPunct="1">
              <a:defRPr sz="1800" kern="1200">
                <a:solidFill>
                  <a:schemeClr val="accent3"/>
                </a:solidFill>
                <a:latin typeface="+mn-lt"/>
                <a:ea typeface="+mn-ea"/>
                <a:cs typeface="+mn-cs"/>
              </a:defRPr>
            </a:lvl3pPr>
            <a:lvl4pPr marL="1371600" algn="l" defTabSz="457200" rtl="0" eaLnBrk="1" latinLnBrk="0" hangingPunct="1">
              <a:defRPr sz="1800" kern="1200">
                <a:solidFill>
                  <a:schemeClr val="accent3"/>
                </a:solidFill>
                <a:latin typeface="+mn-lt"/>
                <a:ea typeface="+mn-ea"/>
                <a:cs typeface="+mn-cs"/>
              </a:defRPr>
            </a:lvl4pPr>
            <a:lvl5pPr marL="1828800" algn="l" defTabSz="457200" rtl="0" eaLnBrk="1" latinLnBrk="0" hangingPunct="1">
              <a:defRPr sz="1800" kern="1200">
                <a:solidFill>
                  <a:schemeClr val="accent3"/>
                </a:solidFill>
                <a:latin typeface="+mn-lt"/>
                <a:ea typeface="+mn-ea"/>
                <a:cs typeface="+mn-cs"/>
              </a:defRPr>
            </a:lvl5pPr>
            <a:lvl6pPr marL="2286000" algn="l" defTabSz="457200" rtl="0" eaLnBrk="1" latinLnBrk="0" hangingPunct="1">
              <a:defRPr sz="1800" kern="1200">
                <a:solidFill>
                  <a:schemeClr val="accent3"/>
                </a:solidFill>
                <a:latin typeface="+mn-lt"/>
                <a:ea typeface="+mn-ea"/>
                <a:cs typeface="+mn-cs"/>
              </a:defRPr>
            </a:lvl6pPr>
            <a:lvl7pPr marL="2743200" algn="l" defTabSz="457200" rtl="0" eaLnBrk="1" latinLnBrk="0" hangingPunct="1">
              <a:defRPr sz="1800" kern="1200">
                <a:solidFill>
                  <a:schemeClr val="accent3"/>
                </a:solidFill>
                <a:latin typeface="+mn-lt"/>
                <a:ea typeface="+mn-ea"/>
                <a:cs typeface="+mn-cs"/>
              </a:defRPr>
            </a:lvl7pPr>
            <a:lvl8pPr marL="3200400" algn="l" defTabSz="457200" rtl="0" eaLnBrk="1" latinLnBrk="0" hangingPunct="1">
              <a:defRPr sz="1800" kern="1200">
                <a:solidFill>
                  <a:schemeClr val="accent3"/>
                </a:solidFill>
                <a:latin typeface="+mn-lt"/>
                <a:ea typeface="+mn-ea"/>
                <a:cs typeface="+mn-cs"/>
              </a:defRPr>
            </a:lvl8pPr>
            <a:lvl9pPr marL="3657600" algn="l" defTabSz="457200" rtl="0" eaLnBrk="1" latinLnBrk="0" hangingPunct="1">
              <a:defRPr sz="1800" kern="1200">
                <a:solidFill>
                  <a:schemeClr val="accent3"/>
                </a:solidFill>
                <a:latin typeface="+mn-lt"/>
                <a:ea typeface="+mn-ea"/>
                <a:cs typeface="+mn-cs"/>
              </a:defRPr>
            </a:lvl9pPr>
          </a:lstStyle>
          <a:p>
            <a:pPr algn="ctr"/>
            <a:endParaRPr lang="fr-CA" sz="1350" b="1">
              <a:ln w="12700">
                <a:solidFill>
                  <a:schemeClr val="accent3">
                    <a:lumMod val="50000"/>
                  </a:schemeClr>
                </a:solidFill>
                <a:prstDash val="solid"/>
              </a:ln>
              <a:solidFill>
                <a:srgbClr val="9D1E8F"/>
              </a:solidFill>
              <a:effectLst>
                <a:innerShdw blurRad="177800">
                  <a:schemeClr val="accent3">
                    <a:lumMod val="50000"/>
                  </a:schemeClr>
                </a:innerShdw>
              </a:effectLst>
            </a:endParaRPr>
          </a:p>
        </p:txBody>
      </p:sp>
      <p:sp>
        <p:nvSpPr>
          <p:cNvPr id="11" name="Flèche : bas 1">
            <a:extLst>
              <a:ext uri="{FF2B5EF4-FFF2-40B4-BE49-F238E27FC236}">
                <a16:creationId xmlns:a16="http://schemas.microsoft.com/office/drawing/2014/main" id="{CCB84CF9-52CF-ECEC-F171-89ED0C087709}"/>
              </a:ext>
            </a:extLst>
          </p:cNvPr>
          <p:cNvSpPr/>
          <p:nvPr/>
        </p:nvSpPr>
        <p:spPr>
          <a:xfrm rot="16200000">
            <a:off x="6844051" y="4590304"/>
            <a:ext cx="1013522" cy="627509"/>
          </a:xfrm>
          <a:prstGeom prst="downArrow">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defPPr>
              <a:defRPr lang="en-US"/>
            </a:defPPr>
            <a:lvl1pPr marL="0" algn="l" defTabSz="457200" rtl="0" eaLnBrk="1" latinLnBrk="0" hangingPunct="1">
              <a:defRPr sz="1800" kern="1200">
                <a:solidFill>
                  <a:schemeClr val="accent3"/>
                </a:solidFill>
                <a:latin typeface="+mn-lt"/>
                <a:ea typeface="+mn-ea"/>
                <a:cs typeface="+mn-cs"/>
              </a:defRPr>
            </a:lvl1pPr>
            <a:lvl2pPr marL="457200" algn="l" defTabSz="457200" rtl="0" eaLnBrk="1" latinLnBrk="0" hangingPunct="1">
              <a:defRPr sz="1800" kern="1200">
                <a:solidFill>
                  <a:schemeClr val="accent3"/>
                </a:solidFill>
                <a:latin typeface="+mn-lt"/>
                <a:ea typeface="+mn-ea"/>
                <a:cs typeface="+mn-cs"/>
              </a:defRPr>
            </a:lvl2pPr>
            <a:lvl3pPr marL="914400" algn="l" defTabSz="457200" rtl="0" eaLnBrk="1" latinLnBrk="0" hangingPunct="1">
              <a:defRPr sz="1800" kern="1200">
                <a:solidFill>
                  <a:schemeClr val="accent3"/>
                </a:solidFill>
                <a:latin typeface="+mn-lt"/>
                <a:ea typeface="+mn-ea"/>
                <a:cs typeface="+mn-cs"/>
              </a:defRPr>
            </a:lvl3pPr>
            <a:lvl4pPr marL="1371600" algn="l" defTabSz="457200" rtl="0" eaLnBrk="1" latinLnBrk="0" hangingPunct="1">
              <a:defRPr sz="1800" kern="1200">
                <a:solidFill>
                  <a:schemeClr val="accent3"/>
                </a:solidFill>
                <a:latin typeface="+mn-lt"/>
                <a:ea typeface="+mn-ea"/>
                <a:cs typeface="+mn-cs"/>
              </a:defRPr>
            </a:lvl4pPr>
            <a:lvl5pPr marL="1828800" algn="l" defTabSz="457200" rtl="0" eaLnBrk="1" latinLnBrk="0" hangingPunct="1">
              <a:defRPr sz="1800" kern="1200">
                <a:solidFill>
                  <a:schemeClr val="accent3"/>
                </a:solidFill>
                <a:latin typeface="+mn-lt"/>
                <a:ea typeface="+mn-ea"/>
                <a:cs typeface="+mn-cs"/>
              </a:defRPr>
            </a:lvl5pPr>
            <a:lvl6pPr marL="2286000" algn="l" defTabSz="457200" rtl="0" eaLnBrk="1" latinLnBrk="0" hangingPunct="1">
              <a:defRPr sz="1800" kern="1200">
                <a:solidFill>
                  <a:schemeClr val="accent3"/>
                </a:solidFill>
                <a:latin typeface="+mn-lt"/>
                <a:ea typeface="+mn-ea"/>
                <a:cs typeface="+mn-cs"/>
              </a:defRPr>
            </a:lvl6pPr>
            <a:lvl7pPr marL="2743200" algn="l" defTabSz="457200" rtl="0" eaLnBrk="1" latinLnBrk="0" hangingPunct="1">
              <a:defRPr sz="1800" kern="1200">
                <a:solidFill>
                  <a:schemeClr val="accent3"/>
                </a:solidFill>
                <a:latin typeface="+mn-lt"/>
                <a:ea typeface="+mn-ea"/>
                <a:cs typeface="+mn-cs"/>
              </a:defRPr>
            </a:lvl7pPr>
            <a:lvl8pPr marL="3200400" algn="l" defTabSz="457200" rtl="0" eaLnBrk="1" latinLnBrk="0" hangingPunct="1">
              <a:defRPr sz="1800" kern="1200">
                <a:solidFill>
                  <a:schemeClr val="accent3"/>
                </a:solidFill>
                <a:latin typeface="+mn-lt"/>
                <a:ea typeface="+mn-ea"/>
                <a:cs typeface="+mn-cs"/>
              </a:defRPr>
            </a:lvl8pPr>
            <a:lvl9pPr marL="3657600" algn="l" defTabSz="457200" rtl="0" eaLnBrk="1" latinLnBrk="0" hangingPunct="1">
              <a:defRPr sz="1800" kern="1200">
                <a:solidFill>
                  <a:schemeClr val="accent3"/>
                </a:solidFill>
                <a:latin typeface="+mn-lt"/>
                <a:ea typeface="+mn-ea"/>
                <a:cs typeface="+mn-cs"/>
              </a:defRPr>
            </a:lvl9pPr>
          </a:lstStyle>
          <a:p>
            <a:pPr algn="ctr"/>
            <a:endParaRPr lang="fr-CA" sz="1350" b="1">
              <a:ln w="12700">
                <a:solidFill>
                  <a:schemeClr val="accent3">
                    <a:lumMod val="50000"/>
                  </a:schemeClr>
                </a:solidFill>
                <a:prstDash val="solid"/>
              </a:ln>
              <a:solidFill>
                <a:srgbClr val="9D1E8F"/>
              </a:solidFill>
              <a:effectLst>
                <a:innerShdw blurRad="177800">
                  <a:schemeClr val="accent3">
                    <a:lumMod val="50000"/>
                  </a:schemeClr>
                </a:innerShdw>
              </a:effectLst>
            </a:endParaRPr>
          </a:p>
        </p:txBody>
      </p:sp>
      <p:sp>
        <p:nvSpPr>
          <p:cNvPr id="13" name="Flèche : bas 1">
            <a:extLst>
              <a:ext uri="{FF2B5EF4-FFF2-40B4-BE49-F238E27FC236}">
                <a16:creationId xmlns:a16="http://schemas.microsoft.com/office/drawing/2014/main" id="{FDBD1723-15B1-BF1C-495D-A882CE762B14}"/>
              </a:ext>
            </a:extLst>
          </p:cNvPr>
          <p:cNvSpPr/>
          <p:nvPr/>
        </p:nvSpPr>
        <p:spPr>
          <a:xfrm rot="16200000">
            <a:off x="8274155" y="4590304"/>
            <a:ext cx="1013522" cy="627509"/>
          </a:xfrm>
          <a:prstGeom prst="downArrow">
            <a:avLst/>
          </a:prstGeom>
          <a:noFill/>
          <a:ln w="9525" cap="flat" cmpd="sng" algn="ctr">
            <a:solidFill>
              <a:schemeClr val="accent5"/>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defPPr>
              <a:defRPr lang="en-US"/>
            </a:defPPr>
            <a:lvl1pPr marL="0" algn="l" defTabSz="457200" rtl="0" eaLnBrk="1" latinLnBrk="0" hangingPunct="1">
              <a:defRPr sz="1800" kern="1200">
                <a:solidFill>
                  <a:schemeClr val="accent3"/>
                </a:solidFill>
                <a:latin typeface="+mn-lt"/>
                <a:ea typeface="+mn-ea"/>
                <a:cs typeface="+mn-cs"/>
              </a:defRPr>
            </a:lvl1pPr>
            <a:lvl2pPr marL="457200" algn="l" defTabSz="457200" rtl="0" eaLnBrk="1" latinLnBrk="0" hangingPunct="1">
              <a:defRPr sz="1800" kern="1200">
                <a:solidFill>
                  <a:schemeClr val="accent3"/>
                </a:solidFill>
                <a:latin typeface="+mn-lt"/>
                <a:ea typeface="+mn-ea"/>
                <a:cs typeface="+mn-cs"/>
              </a:defRPr>
            </a:lvl2pPr>
            <a:lvl3pPr marL="914400" algn="l" defTabSz="457200" rtl="0" eaLnBrk="1" latinLnBrk="0" hangingPunct="1">
              <a:defRPr sz="1800" kern="1200">
                <a:solidFill>
                  <a:schemeClr val="accent3"/>
                </a:solidFill>
                <a:latin typeface="+mn-lt"/>
                <a:ea typeface="+mn-ea"/>
                <a:cs typeface="+mn-cs"/>
              </a:defRPr>
            </a:lvl3pPr>
            <a:lvl4pPr marL="1371600" algn="l" defTabSz="457200" rtl="0" eaLnBrk="1" latinLnBrk="0" hangingPunct="1">
              <a:defRPr sz="1800" kern="1200">
                <a:solidFill>
                  <a:schemeClr val="accent3"/>
                </a:solidFill>
                <a:latin typeface="+mn-lt"/>
                <a:ea typeface="+mn-ea"/>
                <a:cs typeface="+mn-cs"/>
              </a:defRPr>
            </a:lvl4pPr>
            <a:lvl5pPr marL="1828800" algn="l" defTabSz="457200" rtl="0" eaLnBrk="1" latinLnBrk="0" hangingPunct="1">
              <a:defRPr sz="1800" kern="1200">
                <a:solidFill>
                  <a:schemeClr val="accent3"/>
                </a:solidFill>
                <a:latin typeface="+mn-lt"/>
                <a:ea typeface="+mn-ea"/>
                <a:cs typeface="+mn-cs"/>
              </a:defRPr>
            </a:lvl5pPr>
            <a:lvl6pPr marL="2286000" algn="l" defTabSz="457200" rtl="0" eaLnBrk="1" latinLnBrk="0" hangingPunct="1">
              <a:defRPr sz="1800" kern="1200">
                <a:solidFill>
                  <a:schemeClr val="accent3"/>
                </a:solidFill>
                <a:latin typeface="+mn-lt"/>
                <a:ea typeface="+mn-ea"/>
                <a:cs typeface="+mn-cs"/>
              </a:defRPr>
            </a:lvl6pPr>
            <a:lvl7pPr marL="2743200" algn="l" defTabSz="457200" rtl="0" eaLnBrk="1" latinLnBrk="0" hangingPunct="1">
              <a:defRPr sz="1800" kern="1200">
                <a:solidFill>
                  <a:schemeClr val="accent3"/>
                </a:solidFill>
                <a:latin typeface="+mn-lt"/>
                <a:ea typeface="+mn-ea"/>
                <a:cs typeface="+mn-cs"/>
              </a:defRPr>
            </a:lvl7pPr>
            <a:lvl8pPr marL="3200400" algn="l" defTabSz="457200" rtl="0" eaLnBrk="1" latinLnBrk="0" hangingPunct="1">
              <a:defRPr sz="1800" kern="1200">
                <a:solidFill>
                  <a:schemeClr val="accent3"/>
                </a:solidFill>
                <a:latin typeface="+mn-lt"/>
                <a:ea typeface="+mn-ea"/>
                <a:cs typeface="+mn-cs"/>
              </a:defRPr>
            </a:lvl8pPr>
            <a:lvl9pPr marL="3657600" algn="l" defTabSz="457200" rtl="0" eaLnBrk="1" latinLnBrk="0" hangingPunct="1">
              <a:defRPr sz="1800" kern="1200">
                <a:solidFill>
                  <a:schemeClr val="accent3"/>
                </a:solidFill>
                <a:latin typeface="+mn-lt"/>
                <a:ea typeface="+mn-ea"/>
                <a:cs typeface="+mn-cs"/>
              </a:defRPr>
            </a:lvl9pPr>
          </a:lstStyle>
          <a:p>
            <a:pPr algn="ctr"/>
            <a:endParaRPr lang="fr-CA" sz="1350" b="1">
              <a:ln w="12700">
                <a:solidFill>
                  <a:schemeClr val="accent3">
                    <a:lumMod val="50000"/>
                  </a:schemeClr>
                </a:solidFill>
                <a:prstDash val="solid"/>
              </a:ln>
              <a:solidFill>
                <a:srgbClr val="9D1E8F"/>
              </a:solidFill>
              <a:effectLst>
                <a:innerShdw blurRad="177800">
                  <a:schemeClr val="accent3">
                    <a:lumMod val="50000"/>
                  </a:schemeClr>
                </a:innerShdw>
              </a:effectLst>
            </a:endParaRPr>
          </a:p>
        </p:txBody>
      </p:sp>
      <p:sp>
        <p:nvSpPr>
          <p:cNvPr id="15" name="ZoneTexte 14">
            <a:extLst>
              <a:ext uri="{FF2B5EF4-FFF2-40B4-BE49-F238E27FC236}">
                <a16:creationId xmlns:a16="http://schemas.microsoft.com/office/drawing/2014/main" id="{CB2784D7-539A-B272-2543-B50B4538F64C}"/>
              </a:ext>
            </a:extLst>
          </p:cNvPr>
          <p:cNvSpPr txBox="1"/>
          <p:nvPr/>
        </p:nvSpPr>
        <p:spPr>
          <a:xfrm>
            <a:off x="2569935" y="5514179"/>
            <a:ext cx="1268673" cy="923330"/>
          </a:xfrm>
          <a:prstGeom prst="rect">
            <a:avLst/>
          </a:prstGeom>
          <a:noFill/>
        </p:spPr>
        <p:txBody>
          <a:bodyPr wrap="square">
            <a:spAutoFit/>
          </a:bodyPr>
          <a:lstStyle/>
          <a:p>
            <a:pPr marL="0" algn="l" rtl="0" eaLnBrk="1" latinLnBrk="0" hangingPunct="1">
              <a:buNone/>
            </a:pPr>
            <a:r>
              <a:rPr lang="en-US" sz="1800" b="1" strike="sngStrike" kern="1200" dirty="0">
                <a:solidFill>
                  <a:srgbClr val="9D1E8F"/>
                </a:solidFill>
                <a:effectLst/>
                <a:latin typeface="+mn-lt"/>
                <a:ea typeface="+mn-ea"/>
                <a:cs typeface="+mn-cs"/>
              </a:rPr>
              <a:t>TESTER</a:t>
            </a:r>
            <a:br>
              <a:rPr lang="en-US" sz="1800" b="1" kern="1200" dirty="0">
                <a:solidFill>
                  <a:srgbClr val="9D1E8F"/>
                </a:solidFill>
                <a:effectLst/>
                <a:latin typeface="+mn-lt"/>
                <a:ea typeface="+mn-ea"/>
                <a:cs typeface="+mn-cs"/>
              </a:rPr>
            </a:br>
            <a:r>
              <a:rPr lang="en-US" sz="1800" b="1" strike="sngStrike" kern="1200" dirty="0">
                <a:solidFill>
                  <a:srgbClr val="9D1E8F"/>
                </a:solidFill>
                <a:effectLst/>
                <a:latin typeface="+mn-lt"/>
                <a:ea typeface="+mn-ea"/>
                <a:cs typeface="+mn-cs"/>
              </a:rPr>
              <a:t>VÉRIFIER</a:t>
            </a:r>
            <a:br>
              <a:rPr lang="en-US" sz="1800" b="1" kern="1200" dirty="0">
                <a:solidFill>
                  <a:srgbClr val="9D1E8F"/>
                </a:solidFill>
                <a:effectLst/>
                <a:latin typeface="+mn-lt"/>
                <a:ea typeface="+mn-ea"/>
                <a:cs typeface="+mn-cs"/>
              </a:rPr>
            </a:br>
            <a:r>
              <a:rPr lang="en-US" sz="1800" b="1" kern="1200" dirty="0">
                <a:solidFill>
                  <a:srgbClr val="9D1E8F"/>
                </a:solidFill>
                <a:effectLst/>
                <a:latin typeface="+mn-lt"/>
                <a:ea typeface="+mn-ea"/>
                <a:cs typeface="+mn-cs"/>
              </a:rPr>
              <a:t>VALIDER</a:t>
            </a:r>
            <a:endParaRPr lang="fr-CA" dirty="0">
              <a:solidFill>
                <a:srgbClr val="9D1E8F"/>
              </a:solidFill>
              <a:effectLst/>
            </a:endParaRPr>
          </a:p>
        </p:txBody>
      </p:sp>
      <p:sp>
        <p:nvSpPr>
          <p:cNvPr id="17" name="ZoneTexte 16">
            <a:extLst>
              <a:ext uri="{FF2B5EF4-FFF2-40B4-BE49-F238E27FC236}">
                <a16:creationId xmlns:a16="http://schemas.microsoft.com/office/drawing/2014/main" id="{21CB8833-601A-8E8B-6291-6852F3374CAE}"/>
              </a:ext>
            </a:extLst>
          </p:cNvPr>
          <p:cNvSpPr txBox="1"/>
          <p:nvPr/>
        </p:nvSpPr>
        <p:spPr>
          <a:xfrm>
            <a:off x="3995873" y="5558940"/>
            <a:ext cx="1268673" cy="923330"/>
          </a:xfrm>
          <a:prstGeom prst="rect">
            <a:avLst/>
          </a:prstGeom>
          <a:noFill/>
        </p:spPr>
        <p:txBody>
          <a:bodyPr wrap="square">
            <a:spAutoFit/>
          </a:bodyPr>
          <a:lstStyle/>
          <a:p>
            <a:r>
              <a:rPr lang="en-US" sz="1800" b="1" strike="sngStrike" kern="1200" dirty="0">
                <a:solidFill>
                  <a:srgbClr val="9D1E8F"/>
                </a:solidFill>
                <a:effectLst/>
                <a:latin typeface="+mn-lt"/>
                <a:ea typeface="+mn-ea"/>
                <a:cs typeface="+mn-cs"/>
              </a:rPr>
              <a:t>TESTER</a:t>
            </a:r>
            <a:br>
              <a:rPr lang="en-US" sz="1800" b="1" kern="1200" dirty="0">
                <a:solidFill>
                  <a:srgbClr val="9D1E8F"/>
                </a:solidFill>
                <a:effectLst/>
                <a:latin typeface="+mn-lt"/>
                <a:ea typeface="+mn-ea"/>
                <a:cs typeface="+mn-cs"/>
              </a:rPr>
            </a:br>
            <a:r>
              <a:rPr lang="en-US" b="1" strike="sngStrike" dirty="0">
                <a:solidFill>
                  <a:srgbClr val="9D1E8F"/>
                </a:solidFill>
              </a:rPr>
              <a:t>VÉRIFIER</a:t>
            </a:r>
            <a:br>
              <a:rPr lang="en-US" b="1" dirty="0">
                <a:solidFill>
                  <a:srgbClr val="9D1E8F"/>
                </a:solidFill>
              </a:rPr>
            </a:br>
            <a:r>
              <a:rPr lang="en-US" b="1" dirty="0">
                <a:solidFill>
                  <a:srgbClr val="9D1E8F"/>
                </a:solidFill>
              </a:rPr>
              <a:t>VALIDER</a:t>
            </a:r>
            <a:endParaRPr lang="fr-CA" dirty="0">
              <a:solidFill>
                <a:srgbClr val="9D1E8F"/>
              </a:solidFill>
              <a:effectLst/>
            </a:endParaRPr>
          </a:p>
        </p:txBody>
      </p:sp>
      <p:sp>
        <p:nvSpPr>
          <p:cNvPr id="19" name="ZoneTexte 18">
            <a:extLst>
              <a:ext uri="{FF2B5EF4-FFF2-40B4-BE49-F238E27FC236}">
                <a16:creationId xmlns:a16="http://schemas.microsoft.com/office/drawing/2014/main" id="{8CB333C8-E5B5-E8B3-0294-A33FE356FD51}"/>
              </a:ext>
            </a:extLst>
          </p:cNvPr>
          <p:cNvSpPr txBox="1"/>
          <p:nvPr/>
        </p:nvSpPr>
        <p:spPr>
          <a:xfrm>
            <a:off x="5421811" y="5514180"/>
            <a:ext cx="1268673" cy="923330"/>
          </a:xfrm>
          <a:prstGeom prst="rect">
            <a:avLst/>
          </a:prstGeom>
          <a:noFill/>
        </p:spPr>
        <p:txBody>
          <a:bodyPr wrap="square">
            <a:spAutoFit/>
          </a:bodyPr>
          <a:lstStyle/>
          <a:p>
            <a:r>
              <a:rPr lang="en-US" sz="1800" b="1" strike="sngStrike" kern="1200" dirty="0">
                <a:solidFill>
                  <a:srgbClr val="9D1E8F"/>
                </a:solidFill>
                <a:effectLst/>
                <a:latin typeface="+mn-lt"/>
                <a:ea typeface="+mn-ea"/>
                <a:cs typeface="+mn-cs"/>
              </a:rPr>
              <a:t>TESTER</a:t>
            </a:r>
            <a:br>
              <a:rPr lang="en-US" sz="1800" b="1" kern="1200" dirty="0">
                <a:solidFill>
                  <a:srgbClr val="9D1E8F"/>
                </a:solidFill>
                <a:effectLst/>
                <a:latin typeface="+mn-lt"/>
                <a:ea typeface="+mn-ea"/>
                <a:cs typeface="+mn-cs"/>
              </a:rPr>
            </a:br>
            <a:r>
              <a:rPr lang="en-US" b="1" strike="sngStrike" dirty="0">
                <a:solidFill>
                  <a:srgbClr val="9D1E8F"/>
                </a:solidFill>
              </a:rPr>
              <a:t>VÉRIFIER</a:t>
            </a:r>
            <a:br>
              <a:rPr lang="en-US" b="1" dirty="0">
                <a:solidFill>
                  <a:srgbClr val="9D1E8F"/>
                </a:solidFill>
              </a:rPr>
            </a:br>
            <a:r>
              <a:rPr lang="en-US" b="1" dirty="0">
                <a:solidFill>
                  <a:srgbClr val="9D1E8F"/>
                </a:solidFill>
              </a:rPr>
              <a:t>VALIDER</a:t>
            </a:r>
            <a:endParaRPr lang="fr-CA" dirty="0">
              <a:solidFill>
                <a:srgbClr val="9D1E8F"/>
              </a:solidFill>
              <a:effectLst/>
            </a:endParaRPr>
          </a:p>
        </p:txBody>
      </p:sp>
      <p:sp>
        <p:nvSpPr>
          <p:cNvPr id="21" name="ZoneTexte 20">
            <a:extLst>
              <a:ext uri="{FF2B5EF4-FFF2-40B4-BE49-F238E27FC236}">
                <a16:creationId xmlns:a16="http://schemas.microsoft.com/office/drawing/2014/main" id="{31C87F29-C025-81E0-A173-216D89F7DCC0}"/>
              </a:ext>
            </a:extLst>
          </p:cNvPr>
          <p:cNvSpPr txBox="1"/>
          <p:nvPr/>
        </p:nvSpPr>
        <p:spPr>
          <a:xfrm>
            <a:off x="6847749" y="5514179"/>
            <a:ext cx="1268673" cy="923330"/>
          </a:xfrm>
          <a:prstGeom prst="rect">
            <a:avLst/>
          </a:prstGeom>
          <a:noFill/>
        </p:spPr>
        <p:txBody>
          <a:bodyPr wrap="square">
            <a:spAutoFit/>
          </a:bodyPr>
          <a:lstStyle/>
          <a:p>
            <a:r>
              <a:rPr lang="en-US" sz="1800" b="1" strike="sngStrike" kern="1200" dirty="0">
                <a:solidFill>
                  <a:srgbClr val="9D1E8F"/>
                </a:solidFill>
                <a:effectLst/>
                <a:latin typeface="+mn-lt"/>
                <a:ea typeface="+mn-ea"/>
                <a:cs typeface="+mn-cs"/>
              </a:rPr>
              <a:t>TESTER</a:t>
            </a:r>
            <a:br>
              <a:rPr lang="en-US" sz="1800" b="1" kern="1200" dirty="0">
                <a:solidFill>
                  <a:srgbClr val="9D1E8F"/>
                </a:solidFill>
                <a:effectLst/>
                <a:latin typeface="+mn-lt"/>
                <a:ea typeface="+mn-ea"/>
                <a:cs typeface="+mn-cs"/>
              </a:rPr>
            </a:br>
            <a:r>
              <a:rPr lang="en-US" b="1" strike="sngStrike" dirty="0">
                <a:solidFill>
                  <a:srgbClr val="9D1E8F"/>
                </a:solidFill>
              </a:rPr>
              <a:t>VÉRIFIER</a:t>
            </a:r>
            <a:br>
              <a:rPr lang="en-US" b="1" dirty="0">
                <a:solidFill>
                  <a:srgbClr val="9D1E8F"/>
                </a:solidFill>
              </a:rPr>
            </a:br>
            <a:r>
              <a:rPr lang="en-US" b="1" dirty="0">
                <a:solidFill>
                  <a:srgbClr val="9D1E8F"/>
                </a:solidFill>
              </a:rPr>
              <a:t>VALIDER</a:t>
            </a:r>
            <a:endParaRPr lang="fr-CA" dirty="0">
              <a:solidFill>
                <a:srgbClr val="9D1E8F"/>
              </a:solidFill>
              <a:effectLst/>
            </a:endParaRPr>
          </a:p>
        </p:txBody>
      </p:sp>
      <p:sp>
        <p:nvSpPr>
          <p:cNvPr id="23" name="ZoneTexte 22">
            <a:extLst>
              <a:ext uri="{FF2B5EF4-FFF2-40B4-BE49-F238E27FC236}">
                <a16:creationId xmlns:a16="http://schemas.microsoft.com/office/drawing/2014/main" id="{945BEE4F-2BEA-D396-AD32-2A312552C58E}"/>
              </a:ext>
            </a:extLst>
          </p:cNvPr>
          <p:cNvSpPr txBox="1"/>
          <p:nvPr/>
        </p:nvSpPr>
        <p:spPr>
          <a:xfrm>
            <a:off x="8273687" y="5514179"/>
            <a:ext cx="1268673" cy="923330"/>
          </a:xfrm>
          <a:prstGeom prst="rect">
            <a:avLst/>
          </a:prstGeom>
          <a:noFill/>
        </p:spPr>
        <p:txBody>
          <a:bodyPr wrap="square">
            <a:spAutoFit/>
          </a:bodyPr>
          <a:lstStyle/>
          <a:p>
            <a:r>
              <a:rPr lang="en-US" sz="1800" b="1" strike="sngStrike" kern="1200" dirty="0">
                <a:solidFill>
                  <a:srgbClr val="9D1E8F"/>
                </a:solidFill>
                <a:effectLst/>
                <a:latin typeface="+mn-lt"/>
                <a:ea typeface="+mn-ea"/>
                <a:cs typeface="+mn-cs"/>
              </a:rPr>
              <a:t>TESTER</a:t>
            </a:r>
            <a:br>
              <a:rPr lang="en-US" sz="1800" b="1" kern="1200" dirty="0">
                <a:solidFill>
                  <a:srgbClr val="9D1E8F"/>
                </a:solidFill>
                <a:effectLst/>
                <a:latin typeface="+mn-lt"/>
                <a:ea typeface="+mn-ea"/>
                <a:cs typeface="+mn-cs"/>
              </a:rPr>
            </a:br>
            <a:r>
              <a:rPr lang="en-US" b="1" strike="sngStrike" dirty="0">
                <a:solidFill>
                  <a:srgbClr val="9D1E8F"/>
                </a:solidFill>
              </a:rPr>
              <a:t>VÉRIFIER</a:t>
            </a:r>
            <a:br>
              <a:rPr lang="en-US" b="1" dirty="0">
                <a:solidFill>
                  <a:srgbClr val="9D1E8F"/>
                </a:solidFill>
              </a:rPr>
            </a:br>
            <a:r>
              <a:rPr lang="en-US" b="1" dirty="0">
                <a:solidFill>
                  <a:srgbClr val="9D1E8F"/>
                </a:solidFill>
              </a:rPr>
              <a:t>VALIDER</a:t>
            </a:r>
            <a:endParaRPr lang="fr-CA" dirty="0">
              <a:solidFill>
                <a:srgbClr val="9D1E8F"/>
              </a:solidFill>
              <a:effectLst/>
            </a:endParaRPr>
          </a:p>
        </p:txBody>
      </p:sp>
    </p:spTree>
    <p:extLst>
      <p:ext uri="{BB962C8B-B14F-4D97-AF65-F5344CB8AC3E}">
        <p14:creationId xmlns:p14="http://schemas.microsoft.com/office/powerpoint/2010/main" val="1017344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2" name="Table 13">
            <a:extLst>
              <a:ext uri="{FF2B5EF4-FFF2-40B4-BE49-F238E27FC236}">
                <a16:creationId xmlns:a16="http://schemas.microsoft.com/office/drawing/2014/main" id="{50E788CE-B030-63BE-60FC-ED4C192F0AE3}"/>
              </a:ext>
            </a:extLst>
          </p:cNvPr>
          <p:cNvGraphicFramePr>
            <a:graphicFrameLocks noGrp="1"/>
          </p:cNvGraphicFramePr>
          <p:nvPr>
            <p:extLst>
              <p:ext uri="{D42A27DB-BD31-4B8C-83A1-F6EECF244321}">
                <p14:modId xmlns:p14="http://schemas.microsoft.com/office/powerpoint/2010/main" val="3713674368"/>
              </p:ext>
            </p:extLst>
          </p:nvPr>
        </p:nvGraphicFramePr>
        <p:xfrm>
          <a:off x="1291576" y="2431309"/>
          <a:ext cx="8631948" cy="1950720"/>
        </p:xfrm>
        <a:graphic>
          <a:graphicData uri="http://schemas.openxmlformats.org/drawingml/2006/table">
            <a:tbl>
              <a:tblPr firstRow="1" bandRow="1">
                <a:tableStyleId>{5C22544A-7EE6-4342-B048-85BDC9FD1C3A}</a:tableStyleId>
              </a:tblPr>
              <a:tblGrid>
                <a:gridCol w="1438658">
                  <a:extLst>
                    <a:ext uri="{9D8B030D-6E8A-4147-A177-3AD203B41FA5}">
                      <a16:colId xmlns:a16="http://schemas.microsoft.com/office/drawing/2014/main" val="1698110983"/>
                    </a:ext>
                  </a:extLst>
                </a:gridCol>
                <a:gridCol w="1438658">
                  <a:extLst>
                    <a:ext uri="{9D8B030D-6E8A-4147-A177-3AD203B41FA5}">
                      <a16:colId xmlns:a16="http://schemas.microsoft.com/office/drawing/2014/main" val="1136855438"/>
                    </a:ext>
                  </a:extLst>
                </a:gridCol>
                <a:gridCol w="1438658">
                  <a:extLst>
                    <a:ext uri="{9D8B030D-6E8A-4147-A177-3AD203B41FA5}">
                      <a16:colId xmlns:a16="http://schemas.microsoft.com/office/drawing/2014/main" val="2523017505"/>
                    </a:ext>
                  </a:extLst>
                </a:gridCol>
                <a:gridCol w="1438658">
                  <a:extLst>
                    <a:ext uri="{9D8B030D-6E8A-4147-A177-3AD203B41FA5}">
                      <a16:colId xmlns:a16="http://schemas.microsoft.com/office/drawing/2014/main" val="1833509840"/>
                    </a:ext>
                  </a:extLst>
                </a:gridCol>
                <a:gridCol w="1438658">
                  <a:extLst>
                    <a:ext uri="{9D8B030D-6E8A-4147-A177-3AD203B41FA5}">
                      <a16:colId xmlns:a16="http://schemas.microsoft.com/office/drawing/2014/main" val="3213254897"/>
                    </a:ext>
                  </a:extLst>
                </a:gridCol>
                <a:gridCol w="1438658">
                  <a:extLst>
                    <a:ext uri="{9D8B030D-6E8A-4147-A177-3AD203B41FA5}">
                      <a16:colId xmlns:a16="http://schemas.microsoft.com/office/drawing/2014/main" val="2408503863"/>
                    </a:ext>
                  </a:extLst>
                </a:gridCol>
              </a:tblGrid>
              <a:tr h="370840">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1</a:t>
                      </a:r>
                      <a:br>
                        <a:rPr lang="fr-CA"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ÉLICITER</a:t>
                      </a:r>
                      <a:br>
                        <a:rPr lang="fr-CA" sz="1100" b="1" i="0" u="none" strike="noStrike" noProof="0" dirty="0">
                          <a:solidFill>
                            <a:srgbClr val="000000"/>
                          </a:solidFill>
                          <a:latin typeface="Calibri"/>
                          <a:ea typeface="Calibri"/>
                          <a:cs typeface="Calibri"/>
                        </a:rPr>
                      </a:br>
                      <a:r>
                        <a:rPr lang="fr-CA" sz="1100" b="0" i="0" u="none" strike="noStrike" noProof="0" dirty="0">
                          <a:solidFill>
                            <a:schemeClr val="tx1"/>
                          </a:solidFill>
                          <a:latin typeface="Calibri"/>
                          <a:ea typeface="Calibri"/>
                          <a:cs typeface="Calibri"/>
                        </a:rPr>
                        <a:t>choisir</a:t>
                      </a:r>
                      <a:br>
                        <a:rPr lang="fr-CA" sz="1100" b="0" i="0" u="none" strike="noStrike" noProof="0" dirty="0">
                          <a:solidFill>
                            <a:srgbClr val="000000"/>
                          </a:solidFill>
                          <a:latin typeface="Calibri"/>
                          <a:ea typeface="Calibri"/>
                          <a:cs typeface="Calibri"/>
                        </a:rPr>
                      </a:br>
                      <a:r>
                        <a:rPr lang="fr-CA" sz="1100" b="0" i="0" u="none" strike="noStrike" noProof="0" dirty="0">
                          <a:solidFill>
                            <a:schemeClr val="tx1"/>
                          </a:solidFill>
                          <a:latin typeface="Calibri"/>
                          <a:ea typeface="Calibri"/>
                          <a:cs typeface="Calibri"/>
                        </a:rPr>
                        <a:t>apprendre</a:t>
                      </a:r>
                      <a:endParaRPr lang="en-US" sz="1100" b="0" i="0" u="none" strike="noStrike" noProof="0" dirty="0">
                        <a:solidFill>
                          <a:srgbClr val="000000"/>
                        </a:solidFill>
                        <a:latin typeface="Calibri"/>
                        <a:ea typeface="Calibri"/>
                        <a:cs typeface="Calibri"/>
                      </a:endParaRPr>
                    </a:p>
                    <a:p>
                      <a:pPr lvl="0" algn="ctr">
                        <a:lnSpc>
                          <a:spcPct val="100000"/>
                        </a:lnSpc>
                        <a:spcBef>
                          <a:spcPts val="0"/>
                        </a:spcBef>
                        <a:spcAft>
                          <a:spcPts val="0"/>
                        </a:spcAft>
                        <a:buNone/>
                      </a:pPr>
                      <a:r>
                        <a:rPr lang="fr-CA" sz="1100" b="0" i="0" u="none" strike="noStrike" noProof="0" dirty="0">
                          <a:solidFill>
                            <a:srgbClr val="000000"/>
                          </a:solidFill>
                          <a:latin typeface="Calibri"/>
                          <a:ea typeface="Calibri"/>
                          <a:cs typeface="Calibri"/>
                        </a:rPr>
                        <a:t>amélioration</a:t>
                      </a:r>
                      <a:br>
                        <a:rPr lang="fr-CA" sz="1100" b="0" i="0" u="none" strike="noStrike" noProof="0" dirty="0">
                          <a:solidFill>
                            <a:srgbClr val="000000"/>
                          </a:solidFill>
                          <a:latin typeface="Calibri"/>
                          <a:ea typeface="Calibri"/>
                          <a:cs typeface="Calibri"/>
                        </a:rPr>
                      </a:br>
                      <a:r>
                        <a:rPr lang="fr-CA" sz="1100" b="0" i="0" u="none" strike="noStrike" noProof="0" dirty="0">
                          <a:solidFill>
                            <a:schemeClr val="tx1"/>
                          </a:solidFill>
                          <a:latin typeface="Calibri"/>
                          <a:ea typeface="Calibri"/>
                          <a:cs typeface="Calibri"/>
                        </a:rPr>
                        <a:t>besoin</a:t>
                      </a:r>
                      <a:br>
                        <a:rPr lang="fr-CA" sz="1100" b="0" i="0" u="none" strike="noStrike" noProof="0" dirty="0">
                          <a:solidFill>
                            <a:srgbClr val="000000"/>
                          </a:solidFill>
                          <a:latin typeface="Calibri"/>
                          <a:ea typeface="Calibri"/>
                          <a:cs typeface="Calibri"/>
                        </a:rPr>
                      </a:br>
                      <a:r>
                        <a:rPr lang="fr-CA" sz="1100" b="0" i="0" u="none" strike="noStrike" noProof="0" dirty="0">
                          <a:solidFill>
                            <a:schemeClr val="tx1"/>
                          </a:solidFill>
                          <a:latin typeface="Calibri"/>
                          <a:ea typeface="Calibri"/>
                          <a:cs typeface="Calibri"/>
                        </a:rPr>
                        <a:t>valeur</a:t>
                      </a:r>
                      <a:br>
                        <a:rPr lang="fr-CA" sz="1100" b="0" i="0" u="none" strike="noStrike" noProof="0" dirty="0">
                          <a:solidFill>
                            <a:srgbClr val="000000"/>
                          </a:solidFill>
                          <a:latin typeface="Calibri"/>
                          <a:ea typeface="Calibri"/>
                          <a:cs typeface="Calibri"/>
                        </a:rPr>
                      </a:br>
                      <a:r>
                        <a:rPr lang="fr-CA" sz="1100" b="0" i="0" u="none" strike="noStrike" noProof="0" dirty="0">
                          <a:solidFill>
                            <a:schemeClr val="tx1"/>
                          </a:solidFill>
                          <a:latin typeface="Calibri"/>
                          <a:ea typeface="Calibri"/>
                          <a:cs typeface="Calibri"/>
                        </a:rPr>
                        <a:t>produit</a:t>
                      </a:r>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a:solidFill>
                            <a:schemeClr val="tx1"/>
                          </a:solidFill>
                          <a:latin typeface="Calibri"/>
                          <a:ea typeface="Calibri"/>
                          <a:cs typeface="Calibri"/>
                        </a:rPr>
                        <a:t>2</a:t>
                      </a:r>
                      <a:br>
                        <a:rPr lang="fr-CA" sz="1100" b="1" i="0" u="none" strike="noStrike" noProof="0" dirty="0">
                          <a:solidFill>
                            <a:srgbClr val="000000"/>
                          </a:solidFill>
                          <a:latin typeface="Calibri"/>
                          <a:ea typeface="Calibri"/>
                          <a:cs typeface="Calibri"/>
                        </a:rPr>
                      </a:br>
                      <a:r>
                        <a:rPr lang="fr-CA" sz="1600" b="1" i="0" u="none" strike="noStrike" noProof="0">
                          <a:solidFill>
                            <a:schemeClr val="tx1"/>
                          </a:solidFill>
                          <a:latin typeface="Calibri"/>
                          <a:ea typeface="Calibri"/>
                          <a:cs typeface="Calibri"/>
                        </a:rPr>
                        <a:t>DÉFINIR</a:t>
                      </a:r>
                      <a:br>
                        <a:rPr lang="fr-CA" sz="1100" b="1" i="0" u="none" strike="noStrike" noProof="0" dirty="0">
                          <a:solidFill>
                            <a:srgbClr val="000000"/>
                          </a:solidFill>
                          <a:latin typeface="Calibri"/>
                          <a:ea typeface="Calibri"/>
                          <a:cs typeface="Calibri"/>
                        </a:rPr>
                      </a:br>
                      <a:r>
                        <a:rPr lang="fr-CA" sz="1100" b="0" i="0" u="none" strike="noStrike" noProof="0">
                          <a:solidFill>
                            <a:schemeClr val="tx1"/>
                          </a:solidFill>
                          <a:latin typeface="Calibri"/>
                          <a:ea typeface="Calibri"/>
                          <a:cs typeface="Calibri"/>
                        </a:rPr>
                        <a:t>conception</a:t>
                      </a:r>
                      <a:br>
                        <a:rPr lang="fr-CA" sz="1100" b="0" i="0" u="none" strike="noStrike" noProof="0" dirty="0">
                          <a:solidFill>
                            <a:srgbClr val="000000"/>
                          </a:solidFill>
                          <a:latin typeface="Calibri"/>
                          <a:ea typeface="Calibri"/>
                          <a:cs typeface="Calibri"/>
                        </a:rPr>
                      </a:br>
                      <a:r>
                        <a:rPr lang="fr-CA" sz="1100" b="0" i="0" u="none" strike="noStrike" noProof="0">
                          <a:solidFill>
                            <a:schemeClr val="tx1"/>
                          </a:solidFill>
                          <a:latin typeface="Calibri"/>
                          <a:ea typeface="Calibri"/>
                          <a:cs typeface="Calibri"/>
                        </a:rPr>
                        <a:t>modélisation</a:t>
                      </a:r>
                      <a:br>
                        <a:rPr lang="fr-CA" sz="1100" b="0" i="0" u="none" strike="noStrike" noProof="0" dirty="0">
                          <a:solidFill>
                            <a:srgbClr val="000000"/>
                          </a:solidFill>
                          <a:latin typeface="Calibri"/>
                          <a:ea typeface="Calibri"/>
                          <a:cs typeface="Calibri"/>
                        </a:rPr>
                      </a:br>
                      <a:r>
                        <a:rPr lang="fr-CA" sz="1100" b="0" i="0" u="none" strike="noStrike" noProof="0">
                          <a:solidFill>
                            <a:schemeClr val="tx1"/>
                          </a:solidFill>
                          <a:latin typeface="Calibri"/>
                          <a:ea typeface="Calibri"/>
                          <a:cs typeface="Calibri"/>
                        </a:rPr>
                        <a:t>spécification</a:t>
                      </a:r>
                      <a:br>
                        <a:rPr lang="fr-CA" sz="1100" b="0" i="0" u="none" strike="noStrike" noProof="0" dirty="0">
                          <a:solidFill>
                            <a:srgbClr val="000000"/>
                          </a:solidFill>
                          <a:latin typeface="Calibri"/>
                          <a:ea typeface="Calibri"/>
                          <a:cs typeface="Calibri"/>
                        </a:rPr>
                      </a:br>
                      <a:r>
                        <a:rPr lang="fr-CA" sz="1100" b="0" i="0" u="none" strike="noStrike" noProof="0">
                          <a:solidFill>
                            <a:schemeClr val="tx1"/>
                          </a:solidFill>
                          <a:latin typeface="Calibri"/>
                          <a:ea typeface="Calibri"/>
                          <a:cs typeface="Calibri"/>
                        </a:rPr>
                        <a:t>produit</a:t>
                      </a:r>
                      <a:endParaRPr lang="en-US" sz="1100" b="0" i="0" u="none" strike="noStrike" noProof="0">
                        <a:solidFill>
                          <a:srgbClr val="000000"/>
                        </a:solidFill>
                        <a:latin typeface="Calibri"/>
                        <a:ea typeface="Calibri"/>
                        <a:cs typeface="Calibri"/>
                      </a:endParaRPr>
                    </a:p>
                    <a:p>
                      <a:pPr lvl="0">
                        <a:buNone/>
                      </a:pPr>
                      <a:endParaRPr lang="en-US" dirty="0"/>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en-US" sz="4000" b="1" i="0" u="none" strike="noStrike" noProof="0">
                          <a:solidFill>
                            <a:schemeClr val="tx1"/>
                          </a:solidFill>
                          <a:latin typeface="Calibri"/>
                          <a:ea typeface="Calibri"/>
                          <a:cs typeface="Calibri"/>
                        </a:rPr>
                        <a:t>3</a:t>
                      </a:r>
                      <a:br>
                        <a:rPr lang="en-US" sz="1100" b="1" i="0" u="none" strike="noStrike" noProof="0" dirty="0">
                          <a:solidFill>
                            <a:srgbClr val="000000"/>
                          </a:solidFill>
                          <a:latin typeface="Calibri"/>
                          <a:ea typeface="Calibri"/>
                          <a:cs typeface="Calibri"/>
                        </a:rPr>
                      </a:br>
                      <a:r>
                        <a:rPr lang="fr-CA" sz="1600" b="1" i="0" u="none" strike="noStrike" noProof="0">
                          <a:solidFill>
                            <a:schemeClr val="tx1"/>
                          </a:solidFill>
                          <a:latin typeface="Calibri"/>
                          <a:ea typeface="Calibri"/>
                          <a:cs typeface="Calibri"/>
                        </a:rPr>
                        <a:t>PLANIFIER</a:t>
                      </a:r>
                      <a:br>
                        <a:rPr lang="fr-CA" sz="1100" b="1" i="0" u="none" strike="noStrike" noProof="0" dirty="0">
                          <a:solidFill>
                            <a:srgbClr val="000000"/>
                          </a:solidFill>
                          <a:latin typeface="Calibri"/>
                          <a:ea typeface="Calibri"/>
                          <a:cs typeface="Calibri"/>
                        </a:rPr>
                      </a:br>
                      <a:r>
                        <a:rPr lang="fr-CA" sz="1100" b="0" i="0" u="none" strike="noStrike" noProof="0">
                          <a:solidFill>
                            <a:schemeClr val="tx1"/>
                          </a:solidFill>
                          <a:latin typeface="Calibri"/>
                          <a:ea typeface="Calibri"/>
                          <a:cs typeface="Calibri"/>
                        </a:rPr>
                        <a:t>livraison produit</a:t>
                      </a:r>
                      <a:endParaRPr lang="en-US" sz="1100" b="0" i="0" u="none" strike="noStrike" noProof="0">
                        <a:solidFill>
                          <a:srgbClr val="000000"/>
                        </a:solidFill>
                        <a:latin typeface="Calibri"/>
                        <a:ea typeface="Calibri"/>
                        <a:cs typeface="Calibri"/>
                      </a:endParaRPr>
                    </a:p>
                    <a:p>
                      <a:pPr lvl="0">
                        <a:buNone/>
                      </a:pPr>
                      <a:endParaRPr lang="en-US" dirty="0"/>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a:solidFill>
                            <a:schemeClr val="tx1"/>
                          </a:solidFill>
                          <a:latin typeface="Calibri"/>
                          <a:ea typeface="Calibri"/>
                          <a:cs typeface="Calibri"/>
                        </a:rPr>
                        <a:t>4</a:t>
                      </a:r>
                      <a:br>
                        <a:rPr lang="fr-CA" sz="1100" b="1" i="0" u="none" strike="noStrike" noProof="0" dirty="0">
                          <a:solidFill>
                            <a:srgbClr val="000000"/>
                          </a:solidFill>
                          <a:latin typeface="Calibri"/>
                          <a:ea typeface="Calibri"/>
                          <a:cs typeface="Calibri"/>
                        </a:rPr>
                      </a:br>
                      <a:r>
                        <a:rPr lang="en-US" sz="1600" b="1" i="0" u="none" strike="noStrike" noProof="0">
                          <a:solidFill>
                            <a:schemeClr val="tx1"/>
                          </a:solidFill>
                          <a:latin typeface="Calibri"/>
                          <a:ea typeface="Calibri"/>
                          <a:cs typeface="Calibri"/>
                        </a:rPr>
                        <a:t>IMPLÉMENTER</a:t>
                      </a:r>
                      <a:br>
                        <a:rPr lang="en-US" sz="1600" b="1" i="0" u="none" strike="noStrike" noProof="0" dirty="0">
                          <a:solidFill>
                            <a:srgbClr val="000000"/>
                          </a:solidFill>
                          <a:latin typeface="Calibri"/>
                          <a:ea typeface="Calibri"/>
                          <a:cs typeface="Calibri"/>
                        </a:rPr>
                      </a:br>
                      <a:r>
                        <a:rPr lang="fr-CA" sz="1100" b="0" i="0" u="none" strike="noStrike" noProof="0">
                          <a:solidFill>
                            <a:schemeClr val="tx1"/>
                          </a:solidFill>
                          <a:latin typeface="Calibri"/>
                          <a:ea typeface="Calibri"/>
                          <a:cs typeface="Calibri"/>
                        </a:rPr>
                        <a:t>programmation</a:t>
                      </a:r>
                      <a:br>
                        <a:rPr lang="fr-CA" sz="1100" b="0" i="0" u="none" strike="noStrike" noProof="0" dirty="0">
                          <a:solidFill>
                            <a:srgbClr val="000000"/>
                          </a:solidFill>
                          <a:latin typeface="Calibri"/>
                          <a:ea typeface="Calibri"/>
                          <a:cs typeface="Calibri"/>
                        </a:rPr>
                      </a:br>
                      <a:r>
                        <a:rPr lang="fr-CA" sz="1100" b="0" i="0" u="none" strike="noStrike" noProof="0">
                          <a:solidFill>
                            <a:schemeClr val="tx1"/>
                          </a:solidFill>
                          <a:latin typeface="Calibri"/>
                          <a:ea typeface="Calibri"/>
                          <a:cs typeface="Calibri"/>
                        </a:rPr>
                        <a:t>configuration</a:t>
                      </a:r>
                      <a:br>
                        <a:rPr lang="fr-CA" sz="1100" b="0" i="0" u="none" strike="noStrike" noProof="0" dirty="0">
                          <a:solidFill>
                            <a:srgbClr val="000000"/>
                          </a:solidFill>
                          <a:latin typeface="Calibri"/>
                          <a:ea typeface="Calibri"/>
                          <a:cs typeface="Calibri"/>
                        </a:rPr>
                      </a:br>
                      <a:r>
                        <a:rPr lang="fr-CA" sz="1100" b="0" i="0" u="none" strike="noStrike" noProof="0">
                          <a:solidFill>
                            <a:schemeClr val="tx1"/>
                          </a:solidFill>
                          <a:latin typeface="Calibri"/>
                          <a:ea typeface="Calibri"/>
                          <a:cs typeface="Calibri"/>
                        </a:rPr>
                        <a:t>montage</a:t>
                      </a:r>
                      <a:br>
                        <a:rPr lang="fr-CA" sz="1100" b="0" i="0" u="none" strike="noStrike" noProof="0" dirty="0">
                          <a:solidFill>
                            <a:schemeClr val="tx1"/>
                          </a:solidFill>
                          <a:latin typeface="Calibri"/>
                          <a:ea typeface="Calibri"/>
                          <a:cs typeface="Calibri"/>
                        </a:rPr>
                      </a:br>
                      <a:r>
                        <a:rPr lang="fr-CA" sz="1100" b="0" i="0" u="none" strike="noStrike" noProof="0">
                          <a:solidFill>
                            <a:schemeClr val="tx1"/>
                          </a:solidFill>
                          <a:latin typeface="Calibri"/>
                          <a:ea typeface="Calibri"/>
                          <a:cs typeface="Calibri"/>
                        </a:rPr>
                        <a:t>produit</a:t>
                      </a:r>
                      <a:endParaRPr lang="en-US" sz="1600" b="1" i="0" u="none" strike="noStrike" noProof="0">
                        <a:solidFill>
                          <a:srgbClr val="000000"/>
                        </a:solidFill>
                        <a:latin typeface="Calibri"/>
                        <a:ea typeface="Calibri"/>
                        <a:cs typeface="Calibri"/>
                      </a:endParaRPr>
                    </a:p>
                    <a:p>
                      <a:pPr lvl="0">
                        <a:buNone/>
                      </a:pPr>
                      <a:endParaRPr lang="en-US" dirty="0"/>
                    </a:p>
                  </a:txBody>
                  <a:tcPr>
                    <a:solidFill>
                      <a:schemeClr val="accent1">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a:solidFill>
                            <a:schemeClr val="tx1"/>
                          </a:solidFill>
                          <a:latin typeface="Calibri"/>
                          <a:ea typeface="Calibri"/>
                          <a:cs typeface="Calibri"/>
                        </a:rPr>
                        <a:t>5</a:t>
                      </a:r>
                      <a:br>
                        <a:rPr lang="fr-CA" sz="1100" b="1" i="0" u="none" strike="noStrike" noProof="0" dirty="0">
                          <a:solidFill>
                            <a:srgbClr val="000000"/>
                          </a:solidFill>
                          <a:latin typeface="Calibri"/>
                          <a:ea typeface="Calibri"/>
                          <a:cs typeface="Calibri"/>
                        </a:rPr>
                      </a:br>
                      <a:r>
                        <a:rPr lang="fr-CA" sz="1600" b="1" i="0" u="none" strike="noStrike" noProof="0">
                          <a:solidFill>
                            <a:schemeClr val="tx1"/>
                          </a:solidFill>
                          <a:latin typeface="Calibri"/>
                          <a:ea typeface="Calibri"/>
                          <a:cs typeface="Calibri"/>
                        </a:rPr>
                        <a:t>DIFFUSER</a:t>
                      </a:r>
                      <a:br>
                        <a:rPr lang="fr-CA" sz="1100" b="1" i="0" u="none" strike="noStrike" noProof="0" dirty="0">
                          <a:solidFill>
                            <a:srgbClr val="000000"/>
                          </a:solidFill>
                          <a:latin typeface="Calibri"/>
                          <a:ea typeface="Calibri"/>
                          <a:cs typeface="Calibri"/>
                        </a:rPr>
                      </a:br>
                      <a:r>
                        <a:rPr lang="fr-CA" sz="1100" b="0" i="0" u="none" strike="noStrike" noProof="0">
                          <a:solidFill>
                            <a:schemeClr val="tx1"/>
                          </a:solidFill>
                          <a:latin typeface="Calibri"/>
                          <a:ea typeface="Calibri"/>
                          <a:cs typeface="Calibri"/>
                        </a:rPr>
                        <a:t>livraison produit</a:t>
                      </a:r>
                      <a:endParaRPr lang="fr-CA" sz="1100" b="0" i="0" u="none" strike="noStrike" noProof="0">
                        <a:solidFill>
                          <a:srgbClr val="000000"/>
                        </a:solidFill>
                        <a:latin typeface="Calibri"/>
                        <a:ea typeface="Calibri"/>
                        <a:cs typeface="Calibri"/>
                      </a:endParaRPr>
                    </a:p>
                    <a:p>
                      <a:pPr lvl="0">
                        <a:buNone/>
                      </a:pPr>
                      <a:endParaRPr lang="en-US" dirty="0"/>
                    </a:p>
                  </a:txBody>
                  <a:tcPr>
                    <a:solidFill>
                      <a:schemeClr val="accent4">
                        <a:lumMod val="20000"/>
                        <a:lumOff val="80000"/>
                      </a:schemeClr>
                    </a:solidFill>
                  </a:tcPr>
                </a:tc>
                <a:tc>
                  <a:txBody>
                    <a:bodyPr/>
                    <a:lstStyle/>
                    <a:p>
                      <a:pPr lvl="0" algn="ctr">
                        <a:lnSpc>
                          <a:spcPct val="100000"/>
                        </a:lnSpc>
                        <a:spcBef>
                          <a:spcPts val="0"/>
                        </a:spcBef>
                        <a:spcAft>
                          <a:spcPts val="0"/>
                        </a:spcAft>
                        <a:buNone/>
                      </a:pPr>
                      <a:r>
                        <a:rPr lang="fr-CA" sz="4000" b="1" i="0" u="none" strike="noStrike" noProof="0" dirty="0">
                          <a:solidFill>
                            <a:schemeClr val="tx1"/>
                          </a:solidFill>
                          <a:latin typeface="Calibri"/>
                          <a:ea typeface="Calibri"/>
                          <a:cs typeface="Calibri"/>
                        </a:rPr>
                        <a:t>6</a:t>
                      </a:r>
                      <a:br>
                        <a:rPr lang="fr-CA" sz="1100" b="1" i="0" u="none" strike="noStrike" noProof="0" dirty="0">
                          <a:solidFill>
                            <a:srgbClr val="000000"/>
                          </a:solidFill>
                          <a:latin typeface="Calibri"/>
                          <a:ea typeface="Calibri"/>
                          <a:cs typeface="Calibri"/>
                        </a:rPr>
                      </a:br>
                      <a:r>
                        <a:rPr lang="fr-CA" sz="1600" b="1" i="0" u="none" strike="noStrike" noProof="0" dirty="0">
                          <a:solidFill>
                            <a:schemeClr val="tx1"/>
                          </a:solidFill>
                          <a:latin typeface="Calibri"/>
                          <a:ea typeface="Calibri"/>
                          <a:cs typeface="Calibri"/>
                        </a:rPr>
                        <a:t>CONFIRMER</a:t>
                      </a:r>
                      <a:br>
                        <a:rPr lang="fr-CA" sz="1100" b="0" i="0" u="none" strike="noStrike" noProof="0" dirty="0">
                          <a:solidFill>
                            <a:srgbClr val="000000"/>
                          </a:solidFill>
                          <a:latin typeface="Calibri"/>
                          <a:ea typeface="Calibri"/>
                          <a:cs typeface="Calibri"/>
                        </a:rPr>
                      </a:br>
                      <a:r>
                        <a:rPr lang="fr-CA" sz="1100" b="0" i="0" u="none" strike="noStrike" noProof="0" dirty="0">
                          <a:solidFill>
                            <a:schemeClr val="tx1"/>
                          </a:solidFill>
                          <a:latin typeface="Calibri"/>
                          <a:ea typeface="Calibri"/>
                          <a:cs typeface="Calibri"/>
                        </a:rPr>
                        <a:t>constat réel</a:t>
                      </a:r>
                      <a:br>
                        <a:rPr lang="fr-CA" sz="1100" b="0" i="0" u="none" strike="noStrike" noProof="0" dirty="0">
                          <a:solidFill>
                            <a:srgbClr val="000000"/>
                          </a:solidFill>
                          <a:latin typeface="Calibri"/>
                          <a:ea typeface="Calibri"/>
                          <a:cs typeface="Calibri"/>
                        </a:rPr>
                      </a:br>
                      <a:r>
                        <a:rPr lang="fr-CA" sz="1100" b="0" i="0" u="none" strike="noStrike" noProof="0" dirty="0">
                          <a:solidFill>
                            <a:schemeClr val="tx1"/>
                          </a:solidFill>
                          <a:latin typeface="Calibri"/>
                          <a:ea typeface="Calibri"/>
                          <a:cs typeface="Calibri"/>
                        </a:rPr>
                        <a:t>assiste/confiance</a:t>
                      </a:r>
                      <a:br>
                        <a:rPr lang="fr-CA" sz="1100" b="0" i="0" u="none" strike="noStrike" noProof="0" dirty="0">
                          <a:solidFill>
                            <a:srgbClr val="000000"/>
                          </a:solidFill>
                          <a:latin typeface="Calibri"/>
                          <a:ea typeface="Calibri"/>
                          <a:cs typeface="Calibri"/>
                        </a:rPr>
                      </a:br>
                      <a:r>
                        <a:rPr lang="fr-CA" sz="1100" b="0" i="0" u="none" strike="noStrike" noProof="0" dirty="0">
                          <a:solidFill>
                            <a:schemeClr val="tx1"/>
                          </a:solidFill>
                          <a:latin typeface="Calibri"/>
                          <a:ea typeface="Calibri"/>
                          <a:cs typeface="Calibri"/>
                        </a:rPr>
                        <a:t>premier soin</a:t>
                      </a:r>
                    </a:p>
                    <a:p>
                      <a:pPr lvl="0" algn="ctr">
                        <a:lnSpc>
                          <a:spcPct val="100000"/>
                        </a:lnSpc>
                        <a:spcBef>
                          <a:spcPts val="0"/>
                        </a:spcBef>
                        <a:spcAft>
                          <a:spcPts val="0"/>
                        </a:spcAft>
                        <a:buNone/>
                      </a:pPr>
                      <a:r>
                        <a:rPr lang="fr-CA" sz="1100" b="0" i="0" u="none" strike="noStrike" noProof="0" dirty="0">
                          <a:solidFill>
                            <a:schemeClr val="tx1"/>
                          </a:solidFill>
                          <a:latin typeface="Calibri"/>
                          <a:ea typeface="Calibri"/>
                          <a:cs typeface="Calibri"/>
                        </a:rPr>
                        <a:t>Satisfaire</a:t>
                      </a:r>
                      <a:br>
                        <a:rPr lang="fr-CA" sz="1100" b="0" i="0" u="none" strike="noStrike" noProof="0" dirty="0">
                          <a:solidFill>
                            <a:srgbClr val="000000"/>
                          </a:solidFill>
                          <a:latin typeface="Calibri"/>
                          <a:ea typeface="Calibri"/>
                          <a:cs typeface="Calibri"/>
                        </a:rPr>
                      </a:br>
                      <a:br>
                        <a:rPr lang="fr-CA" sz="1100" b="0" i="0" u="none" strike="noStrike" noProof="0" dirty="0">
                          <a:solidFill>
                            <a:srgbClr val="000000"/>
                          </a:solidFill>
                          <a:latin typeface="Calibri"/>
                          <a:ea typeface="Calibri"/>
                          <a:cs typeface="Calibri"/>
                        </a:rPr>
                      </a:br>
                      <a:endParaRPr lang="fr-CA" sz="1100" b="0" i="0" u="none" strike="noStrike" noProof="0" dirty="0">
                        <a:solidFill>
                          <a:schemeClr val="tx1"/>
                        </a:solidFill>
                        <a:latin typeface="Calibri"/>
                        <a:ea typeface="Calibri"/>
                        <a:cs typeface="Calibri"/>
                      </a:endParaRPr>
                    </a:p>
                  </a:txBody>
                  <a:tcPr>
                    <a:solidFill>
                      <a:schemeClr val="accent1">
                        <a:lumMod val="20000"/>
                        <a:lumOff val="80000"/>
                      </a:schemeClr>
                    </a:solidFill>
                  </a:tcPr>
                </a:tc>
                <a:extLst>
                  <a:ext uri="{0D108BD9-81ED-4DB2-BD59-A6C34878D82A}">
                    <a16:rowId xmlns:a16="http://schemas.microsoft.com/office/drawing/2014/main" val="1593223137"/>
                  </a:ext>
                </a:extLst>
              </a:tr>
            </a:tbl>
          </a:graphicData>
        </a:graphic>
      </p:graphicFrame>
      <p:sp>
        <p:nvSpPr>
          <p:cNvPr id="73" name="Flèche : bas 1">
            <a:extLst>
              <a:ext uri="{FF2B5EF4-FFF2-40B4-BE49-F238E27FC236}">
                <a16:creationId xmlns:a16="http://schemas.microsoft.com/office/drawing/2014/main" id="{967EED65-976F-4D5D-000C-EE65D4C934E6}"/>
              </a:ext>
            </a:extLst>
          </p:cNvPr>
          <p:cNvSpPr/>
          <p:nvPr/>
        </p:nvSpPr>
        <p:spPr>
          <a:xfrm rot="16200000">
            <a:off x="2219647" y="3509833"/>
            <a:ext cx="1013522" cy="627509"/>
          </a:xfrm>
          <a:prstGeom prst="downArrow">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en-US"/>
            </a:defPPr>
            <a:lvl1pPr marL="0" algn="l" defTabSz="457200" rtl="0" eaLnBrk="1" latinLnBrk="0" hangingPunct="1">
              <a:defRPr sz="1800" kern="1200">
                <a:solidFill>
                  <a:schemeClr val="accent3"/>
                </a:solidFill>
                <a:latin typeface="+mn-lt"/>
                <a:ea typeface="+mn-ea"/>
                <a:cs typeface="+mn-cs"/>
              </a:defRPr>
            </a:lvl1pPr>
            <a:lvl2pPr marL="457200" algn="l" defTabSz="457200" rtl="0" eaLnBrk="1" latinLnBrk="0" hangingPunct="1">
              <a:defRPr sz="1800" kern="1200">
                <a:solidFill>
                  <a:schemeClr val="accent3"/>
                </a:solidFill>
                <a:latin typeface="+mn-lt"/>
                <a:ea typeface="+mn-ea"/>
                <a:cs typeface="+mn-cs"/>
              </a:defRPr>
            </a:lvl2pPr>
            <a:lvl3pPr marL="914400" algn="l" defTabSz="457200" rtl="0" eaLnBrk="1" latinLnBrk="0" hangingPunct="1">
              <a:defRPr sz="1800" kern="1200">
                <a:solidFill>
                  <a:schemeClr val="accent3"/>
                </a:solidFill>
                <a:latin typeface="+mn-lt"/>
                <a:ea typeface="+mn-ea"/>
                <a:cs typeface="+mn-cs"/>
              </a:defRPr>
            </a:lvl3pPr>
            <a:lvl4pPr marL="1371600" algn="l" defTabSz="457200" rtl="0" eaLnBrk="1" latinLnBrk="0" hangingPunct="1">
              <a:defRPr sz="1800" kern="1200">
                <a:solidFill>
                  <a:schemeClr val="accent3"/>
                </a:solidFill>
                <a:latin typeface="+mn-lt"/>
                <a:ea typeface="+mn-ea"/>
                <a:cs typeface="+mn-cs"/>
              </a:defRPr>
            </a:lvl4pPr>
            <a:lvl5pPr marL="1828800" algn="l" defTabSz="457200" rtl="0" eaLnBrk="1" latinLnBrk="0" hangingPunct="1">
              <a:defRPr sz="1800" kern="1200">
                <a:solidFill>
                  <a:schemeClr val="accent3"/>
                </a:solidFill>
                <a:latin typeface="+mn-lt"/>
                <a:ea typeface="+mn-ea"/>
                <a:cs typeface="+mn-cs"/>
              </a:defRPr>
            </a:lvl5pPr>
            <a:lvl6pPr marL="2286000" algn="l" defTabSz="457200" rtl="0" eaLnBrk="1" latinLnBrk="0" hangingPunct="1">
              <a:defRPr sz="1800" kern="1200">
                <a:solidFill>
                  <a:schemeClr val="accent3"/>
                </a:solidFill>
                <a:latin typeface="+mn-lt"/>
                <a:ea typeface="+mn-ea"/>
                <a:cs typeface="+mn-cs"/>
              </a:defRPr>
            </a:lvl6pPr>
            <a:lvl7pPr marL="2743200" algn="l" defTabSz="457200" rtl="0" eaLnBrk="1" latinLnBrk="0" hangingPunct="1">
              <a:defRPr sz="1800" kern="1200">
                <a:solidFill>
                  <a:schemeClr val="accent3"/>
                </a:solidFill>
                <a:latin typeface="+mn-lt"/>
                <a:ea typeface="+mn-ea"/>
                <a:cs typeface="+mn-cs"/>
              </a:defRPr>
            </a:lvl7pPr>
            <a:lvl8pPr marL="3200400" algn="l" defTabSz="457200" rtl="0" eaLnBrk="1" latinLnBrk="0" hangingPunct="1">
              <a:defRPr sz="1800" kern="1200">
                <a:solidFill>
                  <a:schemeClr val="accent3"/>
                </a:solidFill>
                <a:latin typeface="+mn-lt"/>
                <a:ea typeface="+mn-ea"/>
                <a:cs typeface="+mn-cs"/>
              </a:defRPr>
            </a:lvl8pPr>
            <a:lvl9pPr marL="3657600" algn="l" defTabSz="457200" rtl="0" eaLnBrk="1" latinLnBrk="0" hangingPunct="1">
              <a:defRPr sz="1800" kern="1200">
                <a:solidFill>
                  <a:schemeClr val="accent3"/>
                </a:solidFill>
                <a:latin typeface="+mn-lt"/>
                <a:ea typeface="+mn-ea"/>
                <a:cs typeface="+mn-cs"/>
              </a:defRPr>
            </a:lvl9pPr>
          </a:lstStyle>
          <a:p>
            <a:pPr algn="ctr"/>
            <a:endParaRPr lang="fr-CA" sz="135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p:txBody>
      </p:sp>
      <p:sp>
        <p:nvSpPr>
          <p:cNvPr id="74" name="Arrow: Curved Left 29">
            <a:extLst>
              <a:ext uri="{FF2B5EF4-FFF2-40B4-BE49-F238E27FC236}">
                <a16:creationId xmlns:a16="http://schemas.microsoft.com/office/drawing/2014/main" id="{40450B7C-73B4-EE2C-F9F3-B7B953EFE3FC}"/>
              </a:ext>
            </a:extLst>
          </p:cNvPr>
          <p:cNvSpPr/>
          <p:nvPr/>
        </p:nvSpPr>
        <p:spPr>
          <a:xfrm>
            <a:off x="9120476" y="4032039"/>
            <a:ext cx="850701" cy="1216152"/>
          </a:xfrm>
          <a:prstGeom prst="curvedLeftArrow">
            <a:avLst/>
          </a:prstGeom>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br>
              <a:rPr lang="en-US" sz="1000" dirty="0">
                <a:solidFill>
                  <a:srgbClr val="000000"/>
                </a:solidFill>
                <a:ea typeface="Calibri"/>
                <a:cs typeface="Calibri"/>
              </a:rPr>
            </a:br>
            <a:r>
              <a:rPr lang="fr-CA" sz="1000">
                <a:solidFill>
                  <a:schemeClr val="accent1">
                    <a:lumMod val="76000"/>
                  </a:schemeClr>
                </a:solidFill>
                <a:ea typeface="Calibri"/>
                <a:cs typeface="Calibri"/>
              </a:rPr>
              <a:t>Métriques</a:t>
            </a:r>
            <a:br>
              <a:rPr lang="fr-CA" sz="1000" dirty="0">
                <a:solidFill>
                  <a:schemeClr val="accent1">
                    <a:lumMod val="76000"/>
                  </a:schemeClr>
                </a:solidFill>
                <a:ea typeface="Calibri"/>
                <a:cs typeface="Calibri"/>
              </a:rPr>
            </a:br>
            <a:r>
              <a:rPr lang="fr-CA" sz="1000">
                <a:solidFill>
                  <a:schemeClr val="accent1">
                    <a:lumMod val="76000"/>
                  </a:schemeClr>
                </a:solidFill>
                <a:ea typeface="Calibri"/>
                <a:cs typeface="Calibri"/>
              </a:rPr>
              <a:t>Signaux</a:t>
            </a:r>
          </a:p>
          <a:p>
            <a:endParaRPr lang="en-US" sz="1000" dirty="0">
              <a:solidFill>
                <a:schemeClr val="accent1">
                  <a:lumMod val="76000"/>
                </a:schemeClr>
              </a:solidFill>
              <a:ea typeface="Calibri"/>
              <a:cs typeface="Calibri"/>
            </a:endParaRPr>
          </a:p>
        </p:txBody>
      </p:sp>
      <p:sp>
        <p:nvSpPr>
          <p:cNvPr id="75" name="Arrow: Curved Left 31">
            <a:extLst>
              <a:ext uri="{FF2B5EF4-FFF2-40B4-BE49-F238E27FC236}">
                <a16:creationId xmlns:a16="http://schemas.microsoft.com/office/drawing/2014/main" id="{2DB35C6D-A947-1C34-FC14-E62074B6A416}"/>
              </a:ext>
            </a:extLst>
          </p:cNvPr>
          <p:cNvSpPr/>
          <p:nvPr/>
        </p:nvSpPr>
        <p:spPr>
          <a:xfrm>
            <a:off x="7636201" y="4032039"/>
            <a:ext cx="850701" cy="1216152"/>
          </a:xfrm>
          <a:prstGeom prst="curvedLeftArrow">
            <a:avLst/>
          </a:prstGeom>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br>
              <a:rPr lang="en-US" sz="1000" dirty="0">
                <a:solidFill>
                  <a:srgbClr val="000000"/>
                </a:solidFill>
                <a:ea typeface="Calibri"/>
                <a:cs typeface="Calibri"/>
              </a:rPr>
            </a:br>
            <a:r>
              <a:rPr lang="fr-CA" sz="1000">
                <a:solidFill>
                  <a:schemeClr val="accent1">
                    <a:lumMod val="76000"/>
                  </a:schemeClr>
                </a:solidFill>
                <a:ea typeface="Calibri"/>
                <a:cs typeface="Calibri"/>
              </a:rPr>
              <a:t>Métriques</a:t>
            </a:r>
            <a:br>
              <a:rPr lang="fr-CA" sz="1000" dirty="0">
                <a:solidFill>
                  <a:schemeClr val="accent1">
                    <a:lumMod val="76000"/>
                  </a:schemeClr>
                </a:solidFill>
                <a:ea typeface="Calibri"/>
                <a:cs typeface="Calibri"/>
              </a:rPr>
            </a:br>
            <a:r>
              <a:rPr lang="fr-CA" sz="1000">
                <a:solidFill>
                  <a:schemeClr val="accent1">
                    <a:lumMod val="76000"/>
                  </a:schemeClr>
                </a:solidFill>
                <a:ea typeface="Calibri"/>
                <a:cs typeface="Calibri"/>
              </a:rPr>
              <a:t>Signaux</a:t>
            </a:r>
          </a:p>
          <a:p>
            <a:pPr algn="ctr"/>
            <a:endParaRPr lang="en-US" sz="1000" dirty="0">
              <a:solidFill>
                <a:schemeClr val="accent1">
                  <a:lumMod val="76000"/>
                </a:schemeClr>
              </a:solidFill>
              <a:ea typeface="Calibri"/>
              <a:cs typeface="Calibri"/>
            </a:endParaRPr>
          </a:p>
        </p:txBody>
      </p:sp>
      <p:sp>
        <p:nvSpPr>
          <p:cNvPr id="76" name="Arrow: Curved Left 32">
            <a:extLst>
              <a:ext uri="{FF2B5EF4-FFF2-40B4-BE49-F238E27FC236}">
                <a16:creationId xmlns:a16="http://schemas.microsoft.com/office/drawing/2014/main" id="{EDBC31B6-8BF0-F3F0-398A-F7BC17DB6F9C}"/>
              </a:ext>
            </a:extLst>
          </p:cNvPr>
          <p:cNvSpPr/>
          <p:nvPr/>
        </p:nvSpPr>
        <p:spPr>
          <a:xfrm>
            <a:off x="6195263" y="4032039"/>
            <a:ext cx="850701" cy="1216152"/>
          </a:xfrm>
          <a:prstGeom prst="curvedLeftArrow">
            <a:avLst/>
          </a:prstGeom>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br>
              <a:rPr lang="en-US" sz="1000" dirty="0">
                <a:solidFill>
                  <a:srgbClr val="000000"/>
                </a:solidFill>
                <a:ea typeface="Calibri"/>
                <a:cs typeface="Calibri"/>
              </a:rPr>
            </a:br>
            <a:r>
              <a:rPr lang="fr-CA" sz="1000">
                <a:solidFill>
                  <a:schemeClr val="accent1">
                    <a:lumMod val="76000"/>
                  </a:schemeClr>
                </a:solidFill>
                <a:ea typeface="Calibri"/>
                <a:cs typeface="Calibri"/>
              </a:rPr>
              <a:t>Métriques</a:t>
            </a:r>
            <a:br>
              <a:rPr lang="fr-CA" sz="1000" dirty="0">
                <a:solidFill>
                  <a:schemeClr val="accent1">
                    <a:lumMod val="76000"/>
                  </a:schemeClr>
                </a:solidFill>
                <a:ea typeface="Calibri"/>
                <a:cs typeface="Calibri"/>
              </a:rPr>
            </a:br>
            <a:r>
              <a:rPr lang="fr-CA" sz="1000">
                <a:solidFill>
                  <a:schemeClr val="accent1">
                    <a:lumMod val="76000"/>
                  </a:schemeClr>
                </a:solidFill>
                <a:ea typeface="Calibri"/>
                <a:cs typeface="Calibri"/>
              </a:rPr>
              <a:t>Signaux</a:t>
            </a:r>
            <a:endParaRPr lang="fr-CA" sz="1000" dirty="0">
              <a:solidFill>
                <a:schemeClr val="accent1">
                  <a:lumMod val="76000"/>
                </a:schemeClr>
              </a:solidFill>
              <a:ea typeface="Calibri"/>
              <a:cs typeface="Calibri"/>
            </a:endParaRPr>
          </a:p>
          <a:p>
            <a:pPr algn="ctr"/>
            <a:endParaRPr lang="en-US" sz="1000" dirty="0">
              <a:solidFill>
                <a:schemeClr val="accent1">
                  <a:lumMod val="76000"/>
                </a:schemeClr>
              </a:solidFill>
              <a:ea typeface="Calibri"/>
              <a:cs typeface="Calibri"/>
            </a:endParaRPr>
          </a:p>
        </p:txBody>
      </p:sp>
      <p:sp>
        <p:nvSpPr>
          <p:cNvPr id="77" name="Arrow: Curved Left 33">
            <a:extLst>
              <a:ext uri="{FF2B5EF4-FFF2-40B4-BE49-F238E27FC236}">
                <a16:creationId xmlns:a16="http://schemas.microsoft.com/office/drawing/2014/main" id="{54999859-FB83-6365-9DFD-3CA685684C6C}"/>
              </a:ext>
            </a:extLst>
          </p:cNvPr>
          <p:cNvSpPr/>
          <p:nvPr/>
        </p:nvSpPr>
        <p:spPr>
          <a:xfrm>
            <a:off x="4754324" y="4032039"/>
            <a:ext cx="850701" cy="1216152"/>
          </a:xfrm>
          <a:prstGeom prst="curvedLeftArrow">
            <a:avLst/>
          </a:prstGeom>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br>
              <a:rPr lang="en-US" sz="1000" dirty="0">
                <a:solidFill>
                  <a:srgbClr val="000000"/>
                </a:solidFill>
                <a:ea typeface="Calibri"/>
                <a:cs typeface="Calibri"/>
              </a:rPr>
            </a:br>
            <a:r>
              <a:rPr lang="fr-CA" sz="1000">
                <a:solidFill>
                  <a:schemeClr val="accent1">
                    <a:lumMod val="76000"/>
                  </a:schemeClr>
                </a:solidFill>
                <a:ea typeface="Calibri"/>
                <a:cs typeface="Calibri"/>
              </a:rPr>
              <a:t>Métriques</a:t>
            </a:r>
            <a:br>
              <a:rPr lang="fr-CA" sz="1000" dirty="0">
                <a:solidFill>
                  <a:schemeClr val="accent1">
                    <a:lumMod val="76000"/>
                  </a:schemeClr>
                </a:solidFill>
                <a:ea typeface="Calibri"/>
                <a:cs typeface="Calibri"/>
              </a:rPr>
            </a:br>
            <a:r>
              <a:rPr lang="fr-CA" sz="1000">
                <a:solidFill>
                  <a:schemeClr val="accent1">
                    <a:lumMod val="76000"/>
                  </a:schemeClr>
                </a:solidFill>
                <a:ea typeface="Calibri"/>
                <a:cs typeface="Calibri"/>
              </a:rPr>
              <a:t>Signaux</a:t>
            </a:r>
          </a:p>
          <a:p>
            <a:pPr algn="ctr"/>
            <a:endParaRPr lang="en-US" sz="1000" dirty="0">
              <a:solidFill>
                <a:schemeClr val="accent1">
                  <a:lumMod val="76000"/>
                </a:schemeClr>
              </a:solidFill>
              <a:ea typeface="Calibri"/>
              <a:cs typeface="Calibri"/>
            </a:endParaRPr>
          </a:p>
        </p:txBody>
      </p:sp>
      <p:sp>
        <p:nvSpPr>
          <p:cNvPr id="78" name="Arrow: Curved Left 34">
            <a:extLst>
              <a:ext uri="{FF2B5EF4-FFF2-40B4-BE49-F238E27FC236}">
                <a16:creationId xmlns:a16="http://schemas.microsoft.com/office/drawing/2014/main" id="{ACCC0067-FB61-6E8E-8D28-D2F4555A535B}"/>
              </a:ext>
            </a:extLst>
          </p:cNvPr>
          <p:cNvSpPr/>
          <p:nvPr/>
        </p:nvSpPr>
        <p:spPr>
          <a:xfrm>
            <a:off x="3313386" y="4032039"/>
            <a:ext cx="850701" cy="1216152"/>
          </a:xfrm>
          <a:prstGeom prst="curvedLeftArrow">
            <a:avLst/>
          </a:prstGeom>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br>
              <a:rPr lang="fr-CA" sz="1000" dirty="0">
                <a:ea typeface="Calibri"/>
                <a:cs typeface="Calibri"/>
              </a:rPr>
            </a:br>
            <a:r>
              <a:rPr lang="fr-CA" sz="1000">
                <a:solidFill>
                  <a:schemeClr val="accent1">
                    <a:lumMod val="76000"/>
                  </a:schemeClr>
                </a:solidFill>
                <a:ea typeface="Calibri"/>
                <a:cs typeface="Calibri"/>
              </a:rPr>
              <a:t>Métriques</a:t>
            </a:r>
            <a:br>
              <a:rPr lang="fr-CA" sz="1000" dirty="0">
                <a:ea typeface="Calibri"/>
                <a:cs typeface="Calibri"/>
              </a:rPr>
            </a:br>
            <a:r>
              <a:rPr lang="fr-CA" sz="1000">
                <a:solidFill>
                  <a:schemeClr val="accent1">
                    <a:lumMod val="76000"/>
                  </a:schemeClr>
                </a:solidFill>
                <a:ea typeface="Calibri"/>
                <a:cs typeface="Calibri"/>
              </a:rPr>
              <a:t>Signaux</a:t>
            </a:r>
            <a:endParaRPr lang="fr-CA">
              <a:solidFill>
                <a:schemeClr val="accent1">
                  <a:lumMod val="76000"/>
                </a:schemeClr>
              </a:solidFill>
              <a:ea typeface="Calibri"/>
              <a:cs typeface="Calibri"/>
            </a:endParaRPr>
          </a:p>
          <a:p>
            <a:endParaRPr lang="en-US" sz="1000" dirty="0">
              <a:solidFill>
                <a:schemeClr val="accent1">
                  <a:lumMod val="76000"/>
                </a:schemeClr>
              </a:solidFill>
              <a:ea typeface="Calibri"/>
              <a:cs typeface="Calibri"/>
            </a:endParaRPr>
          </a:p>
        </p:txBody>
      </p:sp>
      <p:sp>
        <p:nvSpPr>
          <p:cNvPr id="79" name="Arrow: Bent-Up 36">
            <a:extLst>
              <a:ext uri="{FF2B5EF4-FFF2-40B4-BE49-F238E27FC236}">
                <a16:creationId xmlns:a16="http://schemas.microsoft.com/office/drawing/2014/main" id="{4314201E-1F59-FB1C-7FEA-3D5F19CB426C}"/>
              </a:ext>
            </a:extLst>
          </p:cNvPr>
          <p:cNvSpPr/>
          <p:nvPr/>
        </p:nvSpPr>
        <p:spPr>
          <a:xfrm flipH="1">
            <a:off x="1811570" y="4493902"/>
            <a:ext cx="951344" cy="688184"/>
          </a:xfrm>
          <a:prstGeom prst="bentUp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TextBox 40">
            <a:extLst>
              <a:ext uri="{FF2B5EF4-FFF2-40B4-BE49-F238E27FC236}">
                <a16:creationId xmlns:a16="http://schemas.microsoft.com/office/drawing/2014/main" id="{7D4424D0-2363-AC5D-E66F-A123F02D904A}"/>
              </a:ext>
            </a:extLst>
          </p:cNvPr>
          <p:cNvSpPr txBox="1"/>
          <p:nvPr/>
        </p:nvSpPr>
        <p:spPr>
          <a:xfrm>
            <a:off x="2356960" y="3543801"/>
            <a:ext cx="51115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a:ea typeface="Calibri"/>
                <a:cs typeface="Calibri"/>
              </a:rPr>
              <a:t>♻️</a:t>
            </a:r>
          </a:p>
        </p:txBody>
      </p:sp>
      <p:sp>
        <p:nvSpPr>
          <p:cNvPr id="81" name="TextBox 41">
            <a:extLst>
              <a:ext uri="{FF2B5EF4-FFF2-40B4-BE49-F238E27FC236}">
                <a16:creationId xmlns:a16="http://schemas.microsoft.com/office/drawing/2014/main" id="{AEB1F5A4-A7EC-ABFB-71EB-9BE2317CD2F4}"/>
              </a:ext>
            </a:extLst>
          </p:cNvPr>
          <p:cNvSpPr txBox="1"/>
          <p:nvPr/>
        </p:nvSpPr>
        <p:spPr>
          <a:xfrm>
            <a:off x="3808732" y="3543800"/>
            <a:ext cx="51115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a:ea typeface="Calibri"/>
                <a:cs typeface="Calibri"/>
              </a:rPr>
              <a:t>♻️</a:t>
            </a:r>
          </a:p>
        </p:txBody>
      </p:sp>
      <p:sp>
        <p:nvSpPr>
          <p:cNvPr id="82" name="TextBox 42">
            <a:extLst>
              <a:ext uri="{FF2B5EF4-FFF2-40B4-BE49-F238E27FC236}">
                <a16:creationId xmlns:a16="http://schemas.microsoft.com/office/drawing/2014/main" id="{C0A121E1-DAF5-C958-5B36-B57130403169}"/>
              </a:ext>
            </a:extLst>
          </p:cNvPr>
          <p:cNvSpPr txBox="1"/>
          <p:nvPr/>
        </p:nvSpPr>
        <p:spPr>
          <a:xfrm>
            <a:off x="5238836" y="3543798"/>
            <a:ext cx="51115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a:ea typeface="Calibri"/>
                <a:cs typeface="Calibri"/>
              </a:rPr>
              <a:t>♻️</a:t>
            </a:r>
          </a:p>
        </p:txBody>
      </p:sp>
      <p:sp>
        <p:nvSpPr>
          <p:cNvPr id="83" name="TextBox 43">
            <a:extLst>
              <a:ext uri="{FF2B5EF4-FFF2-40B4-BE49-F238E27FC236}">
                <a16:creationId xmlns:a16="http://schemas.microsoft.com/office/drawing/2014/main" id="{BBAA3FDA-5571-5A8B-31DC-5259AFA8EB16}"/>
              </a:ext>
            </a:extLst>
          </p:cNvPr>
          <p:cNvSpPr txBox="1"/>
          <p:nvPr/>
        </p:nvSpPr>
        <p:spPr>
          <a:xfrm>
            <a:off x="6679774" y="3543800"/>
            <a:ext cx="51115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a:ea typeface="Calibri"/>
                <a:cs typeface="Calibri"/>
              </a:rPr>
              <a:t>♻️</a:t>
            </a:r>
          </a:p>
        </p:txBody>
      </p:sp>
      <p:sp>
        <p:nvSpPr>
          <p:cNvPr id="84" name="TextBox 44">
            <a:extLst>
              <a:ext uri="{FF2B5EF4-FFF2-40B4-BE49-F238E27FC236}">
                <a16:creationId xmlns:a16="http://schemas.microsoft.com/office/drawing/2014/main" id="{0AF8193C-39BF-0936-6BA4-CB17604D10AF}"/>
              </a:ext>
            </a:extLst>
          </p:cNvPr>
          <p:cNvSpPr txBox="1"/>
          <p:nvPr/>
        </p:nvSpPr>
        <p:spPr>
          <a:xfrm>
            <a:off x="8109878" y="3554633"/>
            <a:ext cx="511154"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3200">
                <a:ea typeface="Calibri"/>
                <a:cs typeface="Calibri"/>
              </a:rPr>
              <a:t>♻️</a:t>
            </a:r>
          </a:p>
        </p:txBody>
      </p:sp>
      <p:sp>
        <p:nvSpPr>
          <p:cNvPr id="85" name="Flèche : bas 1">
            <a:extLst>
              <a:ext uri="{FF2B5EF4-FFF2-40B4-BE49-F238E27FC236}">
                <a16:creationId xmlns:a16="http://schemas.microsoft.com/office/drawing/2014/main" id="{C611089F-9D23-2157-8BAC-2F696A769549}"/>
              </a:ext>
            </a:extLst>
          </p:cNvPr>
          <p:cNvSpPr/>
          <p:nvPr/>
        </p:nvSpPr>
        <p:spPr>
          <a:xfrm rot="16200000">
            <a:off x="3660585" y="3509833"/>
            <a:ext cx="1013522" cy="627509"/>
          </a:xfrm>
          <a:prstGeom prst="downArrow">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en-US"/>
            </a:defPPr>
            <a:lvl1pPr marL="0" algn="l" defTabSz="457200" rtl="0" eaLnBrk="1" latinLnBrk="0" hangingPunct="1">
              <a:defRPr sz="1800" kern="1200">
                <a:solidFill>
                  <a:schemeClr val="accent3"/>
                </a:solidFill>
                <a:latin typeface="+mn-lt"/>
                <a:ea typeface="+mn-ea"/>
                <a:cs typeface="+mn-cs"/>
              </a:defRPr>
            </a:lvl1pPr>
            <a:lvl2pPr marL="457200" algn="l" defTabSz="457200" rtl="0" eaLnBrk="1" latinLnBrk="0" hangingPunct="1">
              <a:defRPr sz="1800" kern="1200">
                <a:solidFill>
                  <a:schemeClr val="accent3"/>
                </a:solidFill>
                <a:latin typeface="+mn-lt"/>
                <a:ea typeface="+mn-ea"/>
                <a:cs typeface="+mn-cs"/>
              </a:defRPr>
            </a:lvl2pPr>
            <a:lvl3pPr marL="914400" algn="l" defTabSz="457200" rtl="0" eaLnBrk="1" latinLnBrk="0" hangingPunct="1">
              <a:defRPr sz="1800" kern="1200">
                <a:solidFill>
                  <a:schemeClr val="accent3"/>
                </a:solidFill>
                <a:latin typeface="+mn-lt"/>
                <a:ea typeface="+mn-ea"/>
                <a:cs typeface="+mn-cs"/>
              </a:defRPr>
            </a:lvl3pPr>
            <a:lvl4pPr marL="1371600" algn="l" defTabSz="457200" rtl="0" eaLnBrk="1" latinLnBrk="0" hangingPunct="1">
              <a:defRPr sz="1800" kern="1200">
                <a:solidFill>
                  <a:schemeClr val="accent3"/>
                </a:solidFill>
                <a:latin typeface="+mn-lt"/>
                <a:ea typeface="+mn-ea"/>
                <a:cs typeface="+mn-cs"/>
              </a:defRPr>
            </a:lvl4pPr>
            <a:lvl5pPr marL="1828800" algn="l" defTabSz="457200" rtl="0" eaLnBrk="1" latinLnBrk="0" hangingPunct="1">
              <a:defRPr sz="1800" kern="1200">
                <a:solidFill>
                  <a:schemeClr val="accent3"/>
                </a:solidFill>
                <a:latin typeface="+mn-lt"/>
                <a:ea typeface="+mn-ea"/>
                <a:cs typeface="+mn-cs"/>
              </a:defRPr>
            </a:lvl5pPr>
            <a:lvl6pPr marL="2286000" algn="l" defTabSz="457200" rtl="0" eaLnBrk="1" latinLnBrk="0" hangingPunct="1">
              <a:defRPr sz="1800" kern="1200">
                <a:solidFill>
                  <a:schemeClr val="accent3"/>
                </a:solidFill>
                <a:latin typeface="+mn-lt"/>
                <a:ea typeface="+mn-ea"/>
                <a:cs typeface="+mn-cs"/>
              </a:defRPr>
            </a:lvl6pPr>
            <a:lvl7pPr marL="2743200" algn="l" defTabSz="457200" rtl="0" eaLnBrk="1" latinLnBrk="0" hangingPunct="1">
              <a:defRPr sz="1800" kern="1200">
                <a:solidFill>
                  <a:schemeClr val="accent3"/>
                </a:solidFill>
                <a:latin typeface="+mn-lt"/>
                <a:ea typeface="+mn-ea"/>
                <a:cs typeface="+mn-cs"/>
              </a:defRPr>
            </a:lvl7pPr>
            <a:lvl8pPr marL="3200400" algn="l" defTabSz="457200" rtl="0" eaLnBrk="1" latinLnBrk="0" hangingPunct="1">
              <a:defRPr sz="1800" kern="1200">
                <a:solidFill>
                  <a:schemeClr val="accent3"/>
                </a:solidFill>
                <a:latin typeface="+mn-lt"/>
                <a:ea typeface="+mn-ea"/>
                <a:cs typeface="+mn-cs"/>
              </a:defRPr>
            </a:lvl8pPr>
            <a:lvl9pPr marL="3657600" algn="l" defTabSz="457200" rtl="0" eaLnBrk="1" latinLnBrk="0" hangingPunct="1">
              <a:defRPr sz="1800" kern="1200">
                <a:solidFill>
                  <a:schemeClr val="accent3"/>
                </a:solidFill>
                <a:latin typeface="+mn-lt"/>
                <a:ea typeface="+mn-ea"/>
                <a:cs typeface="+mn-cs"/>
              </a:defRPr>
            </a:lvl9pPr>
          </a:lstStyle>
          <a:p>
            <a:pPr algn="ctr"/>
            <a:endParaRPr lang="fr-CA" sz="135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p:txBody>
      </p:sp>
      <p:sp>
        <p:nvSpPr>
          <p:cNvPr id="86" name="Flèche : bas 1">
            <a:extLst>
              <a:ext uri="{FF2B5EF4-FFF2-40B4-BE49-F238E27FC236}">
                <a16:creationId xmlns:a16="http://schemas.microsoft.com/office/drawing/2014/main" id="{1797ECF8-293B-0D84-B551-648E935C093B}"/>
              </a:ext>
            </a:extLst>
          </p:cNvPr>
          <p:cNvSpPr/>
          <p:nvPr/>
        </p:nvSpPr>
        <p:spPr>
          <a:xfrm rot="16200000">
            <a:off x="5101524" y="3509833"/>
            <a:ext cx="1013522" cy="627509"/>
          </a:xfrm>
          <a:prstGeom prst="downArrow">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en-US"/>
            </a:defPPr>
            <a:lvl1pPr marL="0" algn="l" defTabSz="457200" rtl="0" eaLnBrk="1" latinLnBrk="0" hangingPunct="1">
              <a:defRPr sz="1800" kern="1200">
                <a:solidFill>
                  <a:schemeClr val="accent3"/>
                </a:solidFill>
                <a:latin typeface="+mn-lt"/>
                <a:ea typeface="+mn-ea"/>
                <a:cs typeface="+mn-cs"/>
              </a:defRPr>
            </a:lvl1pPr>
            <a:lvl2pPr marL="457200" algn="l" defTabSz="457200" rtl="0" eaLnBrk="1" latinLnBrk="0" hangingPunct="1">
              <a:defRPr sz="1800" kern="1200">
                <a:solidFill>
                  <a:schemeClr val="accent3"/>
                </a:solidFill>
                <a:latin typeface="+mn-lt"/>
                <a:ea typeface="+mn-ea"/>
                <a:cs typeface="+mn-cs"/>
              </a:defRPr>
            </a:lvl2pPr>
            <a:lvl3pPr marL="914400" algn="l" defTabSz="457200" rtl="0" eaLnBrk="1" latinLnBrk="0" hangingPunct="1">
              <a:defRPr sz="1800" kern="1200">
                <a:solidFill>
                  <a:schemeClr val="accent3"/>
                </a:solidFill>
                <a:latin typeface="+mn-lt"/>
                <a:ea typeface="+mn-ea"/>
                <a:cs typeface="+mn-cs"/>
              </a:defRPr>
            </a:lvl3pPr>
            <a:lvl4pPr marL="1371600" algn="l" defTabSz="457200" rtl="0" eaLnBrk="1" latinLnBrk="0" hangingPunct="1">
              <a:defRPr sz="1800" kern="1200">
                <a:solidFill>
                  <a:schemeClr val="accent3"/>
                </a:solidFill>
                <a:latin typeface="+mn-lt"/>
                <a:ea typeface="+mn-ea"/>
                <a:cs typeface="+mn-cs"/>
              </a:defRPr>
            </a:lvl4pPr>
            <a:lvl5pPr marL="1828800" algn="l" defTabSz="457200" rtl="0" eaLnBrk="1" latinLnBrk="0" hangingPunct="1">
              <a:defRPr sz="1800" kern="1200">
                <a:solidFill>
                  <a:schemeClr val="accent3"/>
                </a:solidFill>
                <a:latin typeface="+mn-lt"/>
                <a:ea typeface="+mn-ea"/>
                <a:cs typeface="+mn-cs"/>
              </a:defRPr>
            </a:lvl5pPr>
            <a:lvl6pPr marL="2286000" algn="l" defTabSz="457200" rtl="0" eaLnBrk="1" latinLnBrk="0" hangingPunct="1">
              <a:defRPr sz="1800" kern="1200">
                <a:solidFill>
                  <a:schemeClr val="accent3"/>
                </a:solidFill>
                <a:latin typeface="+mn-lt"/>
                <a:ea typeface="+mn-ea"/>
                <a:cs typeface="+mn-cs"/>
              </a:defRPr>
            </a:lvl6pPr>
            <a:lvl7pPr marL="2743200" algn="l" defTabSz="457200" rtl="0" eaLnBrk="1" latinLnBrk="0" hangingPunct="1">
              <a:defRPr sz="1800" kern="1200">
                <a:solidFill>
                  <a:schemeClr val="accent3"/>
                </a:solidFill>
                <a:latin typeface="+mn-lt"/>
                <a:ea typeface="+mn-ea"/>
                <a:cs typeface="+mn-cs"/>
              </a:defRPr>
            </a:lvl7pPr>
            <a:lvl8pPr marL="3200400" algn="l" defTabSz="457200" rtl="0" eaLnBrk="1" latinLnBrk="0" hangingPunct="1">
              <a:defRPr sz="1800" kern="1200">
                <a:solidFill>
                  <a:schemeClr val="accent3"/>
                </a:solidFill>
                <a:latin typeface="+mn-lt"/>
                <a:ea typeface="+mn-ea"/>
                <a:cs typeface="+mn-cs"/>
              </a:defRPr>
            </a:lvl8pPr>
            <a:lvl9pPr marL="3657600" algn="l" defTabSz="457200" rtl="0" eaLnBrk="1" latinLnBrk="0" hangingPunct="1">
              <a:defRPr sz="1800" kern="1200">
                <a:solidFill>
                  <a:schemeClr val="accent3"/>
                </a:solidFill>
                <a:latin typeface="+mn-lt"/>
                <a:ea typeface="+mn-ea"/>
                <a:cs typeface="+mn-cs"/>
              </a:defRPr>
            </a:lvl9pPr>
          </a:lstStyle>
          <a:p>
            <a:pPr algn="ctr"/>
            <a:endParaRPr lang="fr-CA" sz="135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p:txBody>
      </p:sp>
      <p:sp>
        <p:nvSpPr>
          <p:cNvPr id="87" name="Flèche : bas 1">
            <a:extLst>
              <a:ext uri="{FF2B5EF4-FFF2-40B4-BE49-F238E27FC236}">
                <a16:creationId xmlns:a16="http://schemas.microsoft.com/office/drawing/2014/main" id="{9D3EFAF6-5C95-8F29-7373-5C7F677C2CFB}"/>
              </a:ext>
            </a:extLst>
          </p:cNvPr>
          <p:cNvSpPr/>
          <p:nvPr/>
        </p:nvSpPr>
        <p:spPr>
          <a:xfrm rot="16200000">
            <a:off x="6542462" y="3509833"/>
            <a:ext cx="1013522" cy="627509"/>
          </a:xfrm>
          <a:prstGeom prst="downArrow">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en-US"/>
            </a:defPPr>
            <a:lvl1pPr marL="0" algn="l" defTabSz="457200" rtl="0" eaLnBrk="1" latinLnBrk="0" hangingPunct="1">
              <a:defRPr sz="1800" kern="1200">
                <a:solidFill>
                  <a:schemeClr val="accent3"/>
                </a:solidFill>
                <a:latin typeface="+mn-lt"/>
                <a:ea typeface="+mn-ea"/>
                <a:cs typeface="+mn-cs"/>
              </a:defRPr>
            </a:lvl1pPr>
            <a:lvl2pPr marL="457200" algn="l" defTabSz="457200" rtl="0" eaLnBrk="1" latinLnBrk="0" hangingPunct="1">
              <a:defRPr sz="1800" kern="1200">
                <a:solidFill>
                  <a:schemeClr val="accent3"/>
                </a:solidFill>
                <a:latin typeface="+mn-lt"/>
                <a:ea typeface="+mn-ea"/>
                <a:cs typeface="+mn-cs"/>
              </a:defRPr>
            </a:lvl2pPr>
            <a:lvl3pPr marL="914400" algn="l" defTabSz="457200" rtl="0" eaLnBrk="1" latinLnBrk="0" hangingPunct="1">
              <a:defRPr sz="1800" kern="1200">
                <a:solidFill>
                  <a:schemeClr val="accent3"/>
                </a:solidFill>
                <a:latin typeface="+mn-lt"/>
                <a:ea typeface="+mn-ea"/>
                <a:cs typeface="+mn-cs"/>
              </a:defRPr>
            </a:lvl3pPr>
            <a:lvl4pPr marL="1371600" algn="l" defTabSz="457200" rtl="0" eaLnBrk="1" latinLnBrk="0" hangingPunct="1">
              <a:defRPr sz="1800" kern="1200">
                <a:solidFill>
                  <a:schemeClr val="accent3"/>
                </a:solidFill>
                <a:latin typeface="+mn-lt"/>
                <a:ea typeface="+mn-ea"/>
                <a:cs typeface="+mn-cs"/>
              </a:defRPr>
            </a:lvl4pPr>
            <a:lvl5pPr marL="1828800" algn="l" defTabSz="457200" rtl="0" eaLnBrk="1" latinLnBrk="0" hangingPunct="1">
              <a:defRPr sz="1800" kern="1200">
                <a:solidFill>
                  <a:schemeClr val="accent3"/>
                </a:solidFill>
                <a:latin typeface="+mn-lt"/>
                <a:ea typeface="+mn-ea"/>
                <a:cs typeface="+mn-cs"/>
              </a:defRPr>
            </a:lvl5pPr>
            <a:lvl6pPr marL="2286000" algn="l" defTabSz="457200" rtl="0" eaLnBrk="1" latinLnBrk="0" hangingPunct="1">
              <a:defRPr sz="1800" kern="1200">
                <a:solidFill>
                  <a:schemeClr val="accent3"/>
                </a:solidFill>
                <a:latin typeface="+mn-lt"/>
                <a:ea typeface="+mn-ea"/>
                <a:cs typeface="+mn-cs"/>
              </a:defRPr>
            </a:lvl6pPr>
            <a:lvl7pPr marL="2743200" algn="l" defTabSz="457200" rtl="0" eaLnBrk="1" latinLnBrk="0" hangingPunct="1">
              <a:defRPr sz="1800" kern="1200">
                <a:solidFill>
                  <a:schemeClr val="accent3"/>
                </a:solidFill>
                <a:latin typeface="+mn-lt"/>
                <a:ea typeface="+mn-ea"/>
                <a:cs typeface="+mn-cs"/>
              </a:defRPr>
            </a:lvl7pPr>
            <a:lvl8pPr marL="3200400" algn="l" defTabSz="457200" rtl="0" eaLnBrk="1" latinLnBrk="0" hangingPunct="1">
              <a:defRPr sz="1800" kern="1200">
                <a:solidFill>
                  <a:schemeClr val="accent3"/>
                </a:solidFill>
                <a:latin typeface="+mn-lt"/>
                <a:ea typeface="+mn-ea"/>
                <a:cs typeface="+mn-cs"/>
              </a:defRPr>
            </a:lvl8pPr>
            <a:lvl9pPr marL="3657600" algn="l" defTabSz="457200" rtl="0" eaLnBrk="1" latinLnBrk="0" hangingPunct="1">
              <a:defRPr sz="1800" kern="1200">
                <a:solidFill>
                  <a:schemeClr val="accent3"/>
                </a:solidFill>
                <a:latin typeface="+mn-lt"/>
                <a:ea typeface="+mn-ea"/>
                <a:cs typeface="+mn-cs"/>
              </a:defRPr>
            </a:lvl9pPr>
          </a:lstStyle>
          <a:p>
            <a:pPr algn="ctr"/>
            <a:endParaRPr lang="fr-CA" sz="135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p:txBody>
      </p:sp>
      <p:sp>
        <p:nvSpPr>
          <p:cNvPr id="88" name="Flèche : bas 1">
            <a:extLst>
              <a:ext uri="{FF2B5EF4-FFF2-40B4-BE49-F238E27FC236}">
                <a16:creationId xmlns:a16="http://schemas.microsoft.com/office/drawing/2014/main" id="{D21BD11D-4670-9A50-D925-62AAAE6F3DF0}"/>
              </a:ext>
            </a:extLst>
          </p:cNvPr>
          <p:cNvSpPr/>
          <p:nvPr/>
        </p:nvSpPr>
        <p:spPr>
          <a:xfrm rot="16200000">
            <a:off x="7972566" y="3509833"/>
            <a:ext cx="1013522" cy="627509"/>
          </a:xfrm>
          <a:prstGeom prst="downArrow">
            <a:avLst/>
          </a:prstGeom>
          <a:noFill/>
          <a:ln w="2857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3"/>
          </a:fontRef>
        </p:style>
        <p:txBody>
          <a:bodyPr rtlCol="0" anchor="ctr"/>
          <a:lstStyle>
            <a:defPPr>
              <a:defRPr lang="en-US"/>
            </a:defPPr>
            <a:lvl1pPr marL="0" algn="l" defTabSz="457200" rtl="0" eaLnBrk="1" latinLnBrk="0" hangingPunct="1">
              <a:defRPr sz="1800" kern="1200">
                <a:solidFill>
                  <a:schemeClr val="accent3"/>
                </a:solidFill>
                <a:latin typeface="+mn-lt"/>
                <a:ea typeface="+mn-ea"/>
                <a:cs typeface="+mn-cs"/>
              </a:defRPr>
            </a:lvl1pPr>
            <a:lvl2pPr marL="457200" algn="l" defTabSz="457200" rtl="0" eaLnBrk="1" latinLnBrk="0" hangingPunct="1">
              <a:defRPr sz="1800" kern="1200">
                <a:solidFill>
                  <a:schemeClr val="accent3"/>
                </a:solidFill>
                <a:latin typeface="+mn-lt"/>
                <a:ea typeface="+mn-ea"/>
                <a:cs typeface="+mn-cs"/>
              </a:defRPr>
            </a:lvl2pPr>
            <a:lvl3pPr marL="914400" algn="l" defTabSz="457200" rtl="0" eaLnBrk="1" latinLnBrk="0" hangingPunct="1">
              <a:defRPr sz="1800" kern="1200">
                <a:solidFill>
                  <a:schemeClr val="accent3"/>
                </a:solidFill>
                <a:latin typeface="+mn-lt"/>
                <a:ea typeface="+mn-ea"/>
                <a:cs typeface="+mn-cs"/>
              </a:defRPr>
            </a:lvl3pPr>
            <a:lvl4pPr marL="1371600" algn="l" defTabSz="457200" rtl="0" eaLnBrk="1" latinLnBrk="0" hangingPunct="1">
              <a:defRPr sz="1800" kern="1200">
                <a:solidFill>
                  <a:schemeClr val="accent3"/>
                </a:solidFill>
                <a:latin typeface="+mn-lt"/>
                <a:ea typeface="+mn-ea"/>
                <a:cs typeface="+mn-cs"/>
              </a:defRPr>
            </a:lvl4pPr>
            <a:lvl5pPr marL="1828800" algn="l" defTabSz="457200" rtl="0" eaLnBrk="1" latinLnBrk="0" hangingPunct="1">
              <a:defRPr sz="1800" kern="1200">
                <a:solidFill>
                  <a:schemeClr val="accent3"/>
                </a:solidFill>
                <a:latin typeface="+mn-lt"/>
                <a:ea typeface="+mn-ea"/>
                <a:cs typeface="+mn-cs"/>
              </a:defRPr>
            </a:lvl5pPr>
            <a:lvl6pPr marL="2286000" algn="l" defTabSz="457200" rtl="0" eaLnBrk="1" latinLnBrk="0" hangingPunct="1">
              <a:defRPr sz="1800" kern="1200">
                <a:solidFill>
                  <a:schemeClr val="accent3"/>
                </a:solidFill>
                <a:latin typeface="+mn-lt"/>
                <a:ea typeface="+mn-ea"/>
                <a:cs typeface="+mn-cs"/>
              </a:defRPr>
            </a:lvl6pPr>
            <a:lvl7pPr marL="2743200" algn="l" defTabSz="457200" rtl="0" eaLnBrk="1" latinLnBrk="0" hangingPunct="1">
              <a:defRPr sz="1800" kern="1200">
                <a:solidFill>
                  <a:schemeClr val="accent3"/>
                </a:solidFill>
                <a:latin typeface="+mn-lt"/>
                <a:ea typeface="+mn-ea"/>
                <a:cs typeface="+mn-cs"/>
              </a:defRPr>
            </a:lvl7pPr>
            <a:lvl8pPr marL="3200400" algn="l" defTabSz="457200" rtl="0" eaLnBrk="1" latinLnBrk="0" hangingPunct="1">
              <a:defRPr sz="1800" kern="1200">
                <a:solidFill>
                  <a:schemeClr val="accent3"/>
                </a:solidFill>
                <a:latin typeface="+mn-lt"/>
                <a:ea typeface="+mn-ea"/>
                <a:cs typeface="+mn-cs"/>
              </a:defRPr>
            </a:lvl8pPr>
            <a:lvl9pPr marL="3657600" algn="l" defTabSz="457200" rtl="0" eaLnBrk="1" latinLnBrk="0" hangingPunct="1">
              <a:defRPr sz="1800" kern="1200">
                <a:solidFill>
                  <a:schemeClr val="accent3"/>
                </a:solidFill>
                <a:latin typeface="+mn-lt"/>
                <a:ea typeface="+mn-ea"/>
                <a:cs typeface="+mn-cs"/>
              </a:defRPr>
            </a:lvl9pPr>
          </a:lstStyle>
          <a:p>
            <a:pPr algn="ctr"/>
            <a:endParaRPr lang="fr-CA" sz="135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endParaRPr>
          </a:p>
        </p:txBody>
      </p:sp>
      <p:sp>
        <p:nvSpPr>
          <p:cNvPr id="89" name="TextBox 49">
            <a:extLst>
              <a:ext uri="{FF2B5EF4-FFF2-40B4-BE49-F238E27FC236}">
                <a16:creationId xmlns:a16="http://schemas.microsoft.com/office/drawing/2014/main" id="{211540CB-9811-145A-A84C-864769DAE75A}"/>
              </a:ext>
            </a:extLst>
          </p:cNvPr>
          <p:cNvSpPr txBox="1"/>
          <p:nvPr/>
        </p:nvSpPr>
        <p:spPr>
          <a:xfrm>
            <a:off x="1562429" y="2220044"/>
            <a:ext cx="910067"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600" dirty="0">
                <a:solidFill>
                  <a:schemeClr val="accent1">
                    <a:lumMod val="76000"/>
                  </a:schemeClr>
                </a:solidFill>
                <a:ea typeface="+mn-lt"/>
                <a:cs typeface="+mn-lt"/>
              </a:rPr>
              <a:t>⟳</a:t>
            </a:r>
            <a:endParaRPr lang="en-US" sz="6600" dirty="0">
              <a:solidFill>
                <a:schemeClr val="accent1">
                  <a:lumMod val="76000"/>
                </a:schemeClr>
              </a:solidFill>
            </a:endParaRPr>
          </a:p>
        </p:txBody>
      </p:sp>
      <p:sp>
        <p:nvSpPr>
          <p:cNvPr id="90" name="TextBox 50">
            <a:extLst>
              <a:ext uri="{FF2B5EF4-FFF2-40B4-BE49-F238E27FC236}">
                <a16:creationId xmlns:a16="http://schemas.microsoft.com/office/drawing/2014/main" id="{BFA9C941-F3FA-487F-B8C6-D75EC88C08C1}"/>
              </a:ext>
            </a:extLst>
          </p:cNvPr>
          <p:cNvSpPr txBox="1"/>
          <p:nvPr/>
        </p:nvSpPr>
        <p:spPr>
          <a:xfrm>
            <a:off x="3003367" y="2230879"/>
            <a:ext cx="910067"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600" dirty="0">
                <a:solidFill>
                  <a:schemeClr val="accent1">
                    <a:lumMod val="76000"/>
                  </a:schemeClr>
                </a:solidFill>
                <a:ea typeface="+mn-lt"/>
                <a:cs typeface="+mn-lt"/>
              </a:rPr>
              <a:t>⟳</a:t>
            </a:r>
            <a:endParaRPr lang="en-US" sz="6600" dirty="0">
              <a:solidFill>
                <a:schemeClr val="accent1">
                  <a:lumMod val="76000"/>
                </a:schemeClr>
              </a:solidFill>
            </a:endParaRPr>
          </a:p>
        </p:txBody>
      </p:sp>
      <p:sp>
        <p:nvSpPr>
          <p:cNvPr id="91" name="TextBox 51">
            <a:extLst>
              <a:ext uri="{FF2B5EF4-FFF2-40B4-BE49-F238E27FC236}">
                <a16:creationId xmlns:a16="http://schemas.microsoft.com/office/drawing/2014/main" id="{DC8065D3-F85B-50C7-FAB1-B3D6356F43A2}"/>
              </a:ext>
            </a:extLst>
          </p:cNvPr>
          <p:cNvSpPr txBox="1"/>
          <p:nvPr/>
        </p:nvSpPr>
        <p:spPr>
          <a:xfrm>
            <a:off x="4433472" y="2220044"/>
            <a:ext cx="910067"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600">
                <a:solidFill>
                  <a:schemeClr val="accent1">
                    <a:lumMod val="76000"/>
                  </a:schemeClr>
                </a:solidFill>
                <a:ea typeface="+mn-lt"/>
                <a:cs typeface="+mn-lt"/>
              </a:rPr>
              <a:t>⟳</a:t>
            </a:r>
            <a:endParaRPr lang="en-US" sz="6600">
              <a:solidFill>
                <a:schemeClr val="accent1">
                  <a:lumMod val="76000"/>
                </a:schemeClr>
              </a:solidFill>
            </a:endParaRPr>
          </a:p>
        </p:txBody>
      </p:sp>
      <p:sp>
        <p:nvSpPr>
          <p:cNvPr id="92" name="TextBox 52">
            <a:extLst>
              <a:ext uri="{FF2B5EF4-FFF2-40B4-BE49-F238E27FC236}">
                <a16:creationId xmlns:a16="http://schemas.microsoft.com/office/drawing/2014/main" id="{BD27C199-098B-4666-EF54-1283CAAA9F91}"/>
              </a:ext>
            </a:extLst>
          </p:cNvPr>
          <p:cNvSpPr txBox="1"/>
          <p:nvPr/>
        </p:nvSpPr>
        <p:spPr>
          <a:xfrm>
            <a:off x="5896077" y="2220044"/>
            <a:ext cx="910067"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600">
                <a:solidFill>
                  <a:schemeClr val="accent1">
                    <a:lumMod val="76000"/>
                  </a:schemeClr>
                </a:solidFill>
                <a:ea typeface="+mn-lt"/>
                <a:cs typeface="+mn-lt"/>
              </a:rPr>
              <a:t>⟳</a:t>
            </a:r>
            <a:endParaRPr lang="en-US" sz="6600">
              <a:solidFill>
                <a:schemeClr val="accent1">
                  <a:lumMod val="76000"/>
                </a:schemeClr>
              </a:solidFill>
            </a:endParaRPr>
          </a:p>
        </p:txBody>
      </p:sp>
      <p:sp>
        <p:nvSpPr>
          <p:cNvPr id="93" name="TextBox 53">
            <a:extLst>
              <a:ext uri="{FF2B5EF4-FFF2-40B4-BE49-F238E27FC236}">
                <a16:creationId xmlns:a16="http://schemas.microsoft.com/office/drawing/2014/main" id="{B7F80321-32E5-8A89-F616-326883833DAA}"/>
              </a:ext>
            </a:extLst>
          </p:cNvPr>
          <p:cNvSpPr txBox="1"/>
          <p:nvPr/>
        </p:nvSpPr>
        <p:spPr>
          <a:xfrm>
            <a:off x="7315348" y="2220044"/>
            <a:ext cx="910067"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600">
                <a:solidFill>
                  <a:schemeClr val="accent1">
                    <a:lumMod val="76000"/>
                  </a:schemeClr>
                </a:solidFill>
                <a:ea typeface="+mn-lt"/>
                <a:cs typeface="+mn-lt"/>
              </a:rPr>
              <a:t>⟳</a:t>
            </a:r>
            <a:endParaRPr lang="en-US" sz="6600">
              <a:solidFill>
                <a:schemeClr val="accent1">
                  <a:lumMod val="76000"/>
                </a:schemeClr>
              </a:solidFill>
            </a:endParaRPr>
          </a:p>
        </p:txBody>
      </p:sp>
      <p:sp>
        <p:nvSpPr>
          <p:cNvPr id="94" name="TextBox 54">
            <a:extLst>
              <a:ext uri="{FF2B5EF4-FFF2-40B4-BE49-F238E27FC236}">
                <a16:creationId xmlns:a16="http://schemas.microsoft.com/office/drawing/2014/main" id="{58C4936E-C95F-1CAE-8CA3-281E43C12E4D}"/>
              </a:ext>
            </a:extLst>
          </p:cNvPr>
          <p:cNvSpPr txBox="1"/>
          <p:nvPr/>
        </p:nvSpPr>
        <p:spPr>
          <a:xfrm>
            <a:off x="8756287" y="2220044"/>
            <a:ext cx="910067" cy="11079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6600">
                <a:solidFill>
                  <a:schemeClr val="accent1">
                    <a:lumMod val="76000"/>
                  </a:schemeClr>
                </a:solidFill>
                <a:ea typeface="+mn-lt"/>
                <a:cs typeface="+mn-lt"/>
              </a:rPr>
              <a:t>⟳</a:t>
            </a:r>
            <a:endParaRPr lang="en-US" sz="6600">
              <a:solidFill>
                <a:schemeClr val="accent1">
                  <a:lumMod val="76000"/>
                </a:schemeClr>
              </a:solidFill>
            </a:endParaRPr>
          </a:p>
        </p:txBody>
      </p:sp>
      <p:sp>
        <p:nvSpPr>
          <p:cNvPr id="95" name="TextBox 55">
            <a:extLst>
              <a:ext uri="{FF2B5EF4-FFF2-40B4-BE49-F238E27FC236}">
                <a16:creationId xmlns:a16="http://schemas.microsoft.com/office/drawing/2014/main" id="{936C4523-C6F1-4555-F401-A52901582758}"/>
              </a:ext>
            </a:extLst>
          </p:cNvPr>
          <p:cNvSpPr txBox="1"/>
          <p:nvPr/>
        </p:nvSpPr>
        <p:spPr>
          <a:xfrm>
            <a:off x="182744" y="160951"/>
            <a:ext cx="11837805"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fr-CA" sz="2800" b="1" dirty="0">
                <a:solidFill>
                  <a:srgbClr val="9D1E8F"/>
                </a:solidFill>
                <a:latin typeface="Calibri"/>
                <a:ea typeface="Calibri"/>
                <a:cs typeface="Calibri"/>
              </a:rPr>
              <a:t>SDLC indispensable pour l’implantation d’automates, d’agents et de l’IA</a:t>
            </a:r>
            <a:r>
              <a:rPr lang="fr-CA" sz="2800" dirty="0">
                <a:solidFill>
                  <a:srgbClr val="9D1E8F"/>
                </a:solidFill>
                <a:latin typeface="Calibri"/>
                <a:ea typeface="Calibri"/>
                <a:cs typeface="Calibri"/>
              </a:rPr>
              <a:t>.</a:t>
            </a:r>
            <a:br>
              <a:rPr lang="fr-CA" sz="2000" dirty="0">
                <a:solidFill>
                  <a:srgbClr val="9D1E8F"/>
                </a:solidFill>
                <a:latin typeface="Calibri"/>
                <a:ea typeface="Calibri"/>
                <a:cs typeface="Calibri"/>
              </a:rPr>
            </a:br>
            <a:r>
              <a:rPr lang="fr-CA" sz="2000" dirty="0">
                <a:solidFill>
                  <a:srgbClr val="366092"/>
                </a:solidFill>
                <a:latin typeface="Calibri"/>
                <a:ea typeface="Calibri"/>
                <a:cs typeface="Calibri"/>
              </a:rPr>
              <a:t>Aujourd’hui nous avons, enfin, un cycle linéaire infini, aux phases itératives</a:t>
            </a:r>
            <a:r>
              <a:rPr lang="fr-CA" sz="2000" b="0" i="0" u="none" strike="noStrike" baseline="0" dirty="0">
                <a:solidFill>
                  <a:srgbClr val="366092"/>
                </a:solidFill>
                <a:latin typeface="Calibri"/>
                <a:ea typeface="Calibri"/>
                <a:cs typeface="Calibri"/>
              </a:rPr>
              <a:t>, validations</a:t>
            </a:r>
            <a:r>
              <a:rPr lang="fr-CA" sz="2000" dirty="0">
                <a:solidFill>
                  <a:srgbClr val="366092"/>
                </a:solidFill>
                <a:latin typeface="Calibri"/>
                <a:ea typeface="Calibri"/>
                <a:cs typeface="Calibri"/>
              </a:rPr>
              <a:t> holistiques et en amélioration continue. On entend nommer ce cycle parfois : le cycle IA, </a:t>
            </a:r>
            <a:r>
              <a:rPr lang="fr-CA" sz="2000" dirty="0" err="1">
                <a:solidFill>
                  <a:srgbClr val="366092"/>
                </a:solidFill>
                <a:latin typeface="Calibri"/>
                <a:ea typeface="Calibri"/>
                <a:cs typeface="Calibri"/>
              </a:rPr>
              <a:t>Spec</a:t>
            </a:r>
            <a:r>
              <a:rPr lang="fr-CA" sz="2000" dirty="0">
                <a:solidFill>
                  <a:srgbClr val="366092"/>
                </a:solidFill>
                <a:latin typeface="Calibri"/>
                <a:ea typeface="Calibri"/>
                <a:cs typeface="Calibri"/>
              </a:rPr>
              <a:t>, </a:t>
            </a:r>
            <a:r>
              <a:rPr lang="fr-CA" sz="2000" dirty="0" err="1">
                <a:solidFill>
                  <a:srgbClr val="366092"/>
                </a:solidFill>
                <a:latin typeface="Calibri"/>
                <a:ea typeface="Calibri"/>
                <a:cs typeface="Calibri"/>
              </a:rPr>
              <a:t>ModDevOps</a:t>
            </a:r>
            <a:r>
              <a:rPr lang="fr-CA" sz="2000" dirty="0">
                <a:solidFill>
                  <a:srgbClr val="366092"/>
                </a:solidFill>
                <a:latin typeface="Calibri"/>
                <a:ea typeface="Calibri"/>
                <a:cs typeface="Calibri"/>
              </a:rPr>
              <a:t>, </a:t>
            </a:r>
            <a:r>
              <a:rPr lang="fr-CA" sz="2000" dirty="0" err="1">
                <a:solidFill>
                  <a:srgbClr val="366092"/>
                </a:solidFill>
                <a:latin typeface="Calibri"/>
                <a:ea typeface="Calibri"/>
                <a:cs typeface="Calibri"/>
              </a:rPr>
              <a:t>SpecDevOps</a:t>
            </a:r>
            <a:r>
              <a:rPr lang="fr-CA" sz="2000" dirty="0">
                <a:solidFill>
                  <a:srgbClr val="366092"/>
                </a:solidFill>
                <a:latin typeface="Calibri"/>
                <a:ea typeface="Calibri"/>
                <a:cs typeface="Calibri"/>
              </a:rPr>
              <a:t>, moderne, SDLC unifié ou même le cycle </a:t>
            </a:r>
            <a:r>
              <a:rPr lang="fr-CA" sz="2000" dirty="0" err="1">
                <a:solidFill>
                  <a:srgbClr val="366092"/>
                </a:solidFill>
                <a:latin typeface="Calibri"/>
                <a:ea typeface="Calibri"/>
                <a:cs typeface="Calibri"/>
              </a:rPr>
              <a:t>ToTAL</a:t>
            </a:r>
            <a:r>
              <a:rPr lang="fr-CA" sz="2000" dirty="0">
                <a:solidFill>
                  <a:srgbClr val="366092"/>
                </a:solidFill>
                <a:latin typeface="Calibri"/>
                <a:ea typeface="Calibri"/>
                <a:cs typeface="Calibri"/>
              </a:rPr>
              <a:t>… mais il n’en reste pas moins que ce n’est pas un nouveau SDLC pour un besoin spécifique, c’est simplement le SDLC réconcilié… le SDLC complet, unifié et remis en cohérence.</a:t>
            </a:r>
            <a:endParaRPr lang="en-US" sz="2000" dirty="0">
              <a:solidFill>
                <a:srgbClr val="366092"/>
              </a:solidFill>
              <a:latin typeface="Calibri"/>
              <a:ea typeface="Calibri"/>
              <a:cs typeface="Calibri"/>
            </a:endParaRPr>
          </a:p>
        </p:txBody>
      </p:sp>
      <p:sp>
        <p:nvSpPr>
          <p:cNvPr id="100" name="TextBox 10">
            <a:extLst>
              <a:ext uri="{FF2B5EF4-FFF2-40B4-BE49-F238E27FC236}">
                <a16:creationId xmlns:a16="http://schemas.microsoft.com/office/drawing/2014/main" id="{11BB6A5C-0D0B-BC51-AA48-A585083F3A70}"/>
              </a:ext>
            </a:extLst>
          </p:cNvPr>
          <p:cNvSpPr txBox="1"/>
          <p:nvPr/>
        </p:nvSpPr>
        <p:spPr>
          <a:xfrm>
            <a:off x="4247127" y="1956356"/>
            <a:ext cx="397828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rgbClr val="366092"/>
                </a:solidFill>
                <a:ea typeface="Calibri"/>
                <a:cs typeface="Calibri"/>
              </a:rPr>
              <a:t>LIVRER </a:t>
            </a:r>
            <a:r>
              <a:rPr lang="en-US" sz="2000" dirty="0">
                <a:solidFill>
                  <a:srgbClr val="366092"/>
                </a:solidFill>
                <a:ea typeface="Calibri"/>
                <a:cs typeface="Calibri"/>
              </a:rPr>
              <a:t>(ci/cd) DELIVERY</a:t>
            </a:r>
            <a:endParaRPr lang="en-US" sz="2000" b="1" dirty="0">
              <a:solidFill>
                <a:srgbClr val="366092"/>
              </a:solidFill>
              <a:ea typeface="Calibri"/>
              <a:cs typeface="Calibri"/>
            </a:endParaRPr>
          </a:p>
        </p:txBody>
      </p:sp>
      <p:sp>
        <p:nvSpPr>
          <p:cNvPr id="101" name="TextBox 9">
            <a:extLst>
              <a:ext uri="{FF2B5EF4-FFF2-40B4-BE49-F238E27FC236}">
                <a16:creationId xmlns:a16="http://schemas.microsoft.com/office/drawing/2014/main" id="{CEF1724D-1787-7343-69FE-056DCFBC994C}"/>
              </a:ext>
            </a:extLst>
          </p:cNvPr>
          <p:cNvSpPr txBox="1"/>
          <p:nvPr/>
        </p:nvSpPr>
        <p:spPr>
          <a:xfrm>
            <a:off x="953928" y="1784753"/>
            <a:ext cx="4676713" cy="707886"/>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400" dirty="0">
                <a:solidFill>
                  <a:srgbClr val="366092"/>
                </a:solidFill>
                <a:ea typeface="Calibri"/>
                <a:cs typeface="Calibri"/>
              </a:rPr>
              <a:t>SPÉCIFIER</a:t>
            </a:r>
            <a:r>
              <a:rPr lang="en-US" sz="4000" dirty="0">
                <a:solidFill>
                  <a:srgbClr val="366092"/>
                </a:solidFill>
                <a:ea typeface="Calibri"/>
                <a:cs typeface="Calibri"/>
              </a:rPr>
              <a:t> </a:t>
            </a:r>
            <a:r>
              <a:rPr lang="en-US" sz="2000" dirty="0">
                <a:solidFill>
                  <a:srgbClr val="366092"/>
                </a:solidFill>
                <a:ea typeface="Calibri"/>
                <a:cs typeface="Calibri"/>
              </a:rPr>
              <a:t>(cs) SPECIFY</a:t>
            </a:r>
            <a:endParaRPr lang="en-US" sz="2000" b="1" dirty="0">
              <a:solidFill>
                <a:srgbClr val="366092"/>
              </a:solidFill>
              <a:ea typeface="Calibri"/>
              <a:cs typeface="Calibri"/>
            </a:endParaRPr>
          </a:p>
        </p:txBody>
      </p:sp>
      <p:cxnSp>
        <p:nvCxnSpPr>
          <p:cNvPr id="102" name="Straight Arrow Connector 15">
            <a:extLst>
              <a:ext uri="{FF2B5EF4-FFF2-40B4-BE49-F238E27FC236}">
                <a16:creationId xmlns:a16="http://schemas.microsoft.com/office/drawing/2014/main" id="{051D6A5C-AB58-9921-133D-675610CF4967}"/>
              </a:ext>
            </a:extLst>
          </p:cNvPr>
          <p:cNvCxnSpPr>
            <a:cxnSpLocks/>
          </p:cNvCxnSpPr>
          <p:nvPr/>
        </p:nvCxnSpPr>
        <p:spPr>
          <a:xfrm>
            <a:off x="4157065" y="1855449"/>
            <a:ext cx="4335" cy="567708"/>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109" name="ZoneTexte 108">
            <a:extLst>
              <a:ext uri="{FF2B5EF4-FFF2-40B4-BE49-F238E27FC236}">
                <a16:creationId xmlns:a16="http://schemas.microsoft.com/office/drawing/2014/main" id="{CB827351-8017-0960-8C89-B88E3B8D610D}"/>
              </a:ext>
            </a:extLst>
          </p:cNvPr>
          <p:cNvSpPr txBox="1"/>
          <p:nvPr/>
        </p:nvSpPr>
        <p:spPr>
          <a:xfrm>
            <a:off x="182744" y="6094320"/>
            <a:ext cx="11837804" cy="707886"/>
          </a:xfrm>
          <a:prstGeom prst="rect">
            <a:avLst/>
          </a:prstGeom>
          <a:noFill/>
        </p:spPr>
        <p:txBody>
          <a:bodyPr wrap="square">
            <a:spAutoFit/>
          </a:bodyPr>
          <a:lstStyle/>
          <a:p>
            <a:r>
              <a:rPr lang="fr-CA" sz="2000" b="1" dirty="0">
                <a:solidFill>
                  <a:schemeClr val="accent2"/>
                </a:solidFill>
                <a:latin typeface="Calibri"/>
                <a:ea typeface="Calibri"/>
                <a:cs typeface="Calibri"/>
              </a:rPr>
              <a:t>ATTENTION</a:t>
            </a:r>
            <a:r>
              <a:rPr lang="fr-CA" sz="2000" dirty="0">
                <a:solidFill>
                  <a:schemeClr val="accent2"/>
                </a:solidFill>
                <a:latin typeface="Calibri"/>
                <a:ea typeface="Calibri"/>
                <a:cs typeface="Calibri"/>
              </a:rPr>
              <a:t> : Affirmer que ce cycle de vie de développement logiciel (SDLC) est archaïque et inadapté aux contextes actuels — ceux qui tiennent de tels propos pourraient vous exposer à de graves dangers.</a:t>
            </a:r>
            <a:endParaRPr lang="fr-CA" dirty="0">
              <a:solidFill>
                <a:schemeClr val="accent2"/>
              </a:solidFill>
            </a:endParaRPr>
          </a:p>
        </p:txBody>
      </p:sp>
      <p:cxnSp>
        <p:nvCxnSpPr>
          <p:cNvPr id="2" name="Straight Arrow Connector 3">
            <a:extLst>
              <a:ext uri="{FF2B5EF4-FFF2-40B4-BE49-F238E27FC236}">
                <a16:creationId xmlns:a16="http://schemas.microsoft.com/office/drawing/2014/main" id="{D5749DED-984C-5308-1C27-C5A66A8C7BBB}"/>
              </a:ext>
            </a:extLst>
          </p:cNvPr>
          <p:cNvCxnSpPr/>
          <p:nvPr/>
        </p:nvCxnSpPr>
        <p:spPr>
          <a:xfrm>
            <a:off x="4908444" y="5344163"/>
            <a:ext cx="4335" cy="567708"/>
          </a:xfrm>
          <a:prstGeom prst="straightConnector1">
            <a:avLst/>
          </a:prstGeom>
        </p:spPr>
        <p:style>
          <a:lnRef idx="2">
            <a:schemeClr val="accent1"/>
          </a:lnRef>
          <a:fillRef idx="0">
            <a:schemeClr val="accent1"/>
          </a:fillRef>
          <a:effectRef idx="1">
            <a:schemeClr val="accent1"/>
          </a:effectRef>
          <a:fontRef idx="minor">
            <a:schemeClr val="tx1"/>
          </a:fontRef>
        </p:style>
      </p:cxnSp>
      <p:cxnSp>
        <p:nvCxnSpPr>
          <p:cNvPr id="4" name="Straight Arrow Connector 4">
            <a:extLst>
              <a:ext uri="{FF2B5EF4-FFF2-40B4-BE49-F238E27FC236}">
                <a16:creationId xmlns:a16="http://schemas.microsoft.com/office/drawing/2014/main" id="{6F7B96AA-C4E7-DB0B-7043-C650D5ABD3E2}"/>
              </a:ext>
            </a:extLst>
          </p:cNvPr>
          <p:cNvCxnSpPr>
            <a:cxnSpLocks/>
          </p:cNvCxnSpPr>
          <p:nvPr/>
        </p:nvCxnSpPr>
        <p:spPr>
          <a:xfrm>
            <a:off x="7790320" y="5344163"/>
            <a:ext cx="15169" cy="567708"/>
          </a:xfrm>
          <a:prstGeom prst="straightConnector1">
            <a:avLst/>
          </a:prstGeom>
        </p:spPr>
        <p:style>
          <a:lnRef idx="2">
            <a:schemeClr val="accent1"/>
          </a:lnRef>
          <a:fillRef idx="0">
            <a:schemeClr val="accent1"/>
          </a:fillRef>
          <a:effectRef idx="1">
            <a:schemeClr val="accent1"/>
          </a:effectRef>
          <a:fontRef idx="minor">
            <a:schemeClr val="tx1"/>
          </a:fontRef>
        </p:style>
      </p:cxnSp>
      <p:sp>
        <p:nvSpPr>
          <p:cNvPr id="6" name="TextBox 6">
            <a:extLst>
              <a:ext uri="{FF2B5EF4-FFF2-40B4-BE49-F238E27FC236}">
                <a16:creationId xmlns:a16="http://schemas.microsoft.com/office/drawing/2014/main" id="{EA4B0383-4517-5BFE-431E-7469704F9B99}"/>
              </a:ext>
            </a:extLst>
          </p:cNvPr>
          <p:cNvSpPr txBox="1"/>
          <p:nvPr/>
        </p:nvSpPr>
        <p:spPr>
          <a:xfrm>
            <a:off x="1291576" y="5259272"/>
            <a:ext cx="3789133"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366092"/>
                </a:solidFill>
                <a:ea typeface="Calibri"/>
                <a:cs typeface="Calibri"/>
              </a:rPr>
              <a:t>SENSE (faire du </a:t>
            </a:r>
            <a:r>
              <a:rPr lang="fr-CA" dirty="0">
                <a:solidFill>
                  <a:srgbClr val="366092"/>
                </a:solidFill>
                <a:ea typeface="Calibri"/>
                <a:cs typeface="Calibri"/>
              </a:rPr>
              <a:t>sens</a:t>
            </a:r>
            <a:r>
              <a:rPr lang="en-US" dirty="0">
                <a:solidFill>
                  <a:srgbClr val="366092"/>
                </a:solidFill>
                <a:ea typeface="Calibri"/>
                <a:cs typeface="Calibri"/>
              </a:rPr>
              <a:t>)</a:t>
            </a:r>
            <a:br>
              <a:rPr lang="en-US" dirty="0">
                <a:solidFill>
                  <a:srgbClr val="366092"/>
                </a:solidFill>
                <a:ea typeface="Calibri"/>
                <a:cs typeface="Calibri"/>
              </a:rPr>
            </a:br>
            <a:r>
              <a:rPr lang="fr-CA" b="1" dirty="0">
                <a:solidFill>
                  <a:srgbClr val="366092"/>
                </a:solidFill>
                <a:ea typeface="Calibri"/>
                <a:cs typeface="Calibri"/>
              </a:rPr>
              <a:t>Modélisation </a:t>
            </a:r>
            <a:r>
              <a:rPr lang="en-US" b="1" dirty="0">
                <a:solidFill>
                  <a:srgbClr val="366092"/>
                </a:solidFill>
                <a:ea typeface="Calibri"/>
                <a:cs typeface="Calibri"/>
              </a:rPr>
              <a:t>(portfolio/design)</a:t>
            </a:r>
          </a:p>
          <a:p>
            <a:r>
              <a:rPr lang="en-US" dirty="0">
                <a:solidFill>
                  <a:srgbClr val="366092"/>
                </a:solidFill>
                <a:ea typeface="Calibri"/>
                <a:cs typeface="Calibri"/>
              </a:rPr>
              <a:t>Mod</a:t>
            </a:r>
          </a:p>
        </p:txBody>
      </p:sp>
      <p:sp>
        <p:nvSpPr>
          <p:cNvPr id="8" name="TextBox 7">
            <a:extLst>
              <a:ext uri="{FF2B5EF4-FFF2-40B4-BE49-F238E27FC236}">
                <a16:creationId xmlns:a16="http://schemas.microsoft.com/office/drawing/2014/main" id="{63C9D7F8-00A5-F3B6-1458-2604FD4D9D7A}"/>
              </a:ext>
            </a:extLst>
          </p:cNvPr>
          <p:cNvSpPr txBox="1"/>
          <p:nvPr/>
        </p:nvSpPr>
        <p:spPr>
          <a:xfrm>
            <a:off x="5443931" y="5259270"/>
            <a:ext cx="1950948"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366092"/>
                </a:solidFill>
                <a:ea typeface="Calibri"/>
                <a:cs typeface="Calibri"/>
              </a:rPr>
              <a:t>FORGE</a:t>
            </a:r>
          </a:p>
          <a:p>
            <a:r>
              <a:rPr lang="en-US" b="1" dirty="0">
                <a:solidFill>
                  <a:srgbClr val="366092"/>
                </a:solidFill>
                <a:ea typeface="Calibri"/>
                <a:cs typeface="Calibri"/>
              </a:rPr>
              <a:t>Développement</a:t>
            </a:r>
          </a:p>
          <a:p>
            <a:r>
              <a:rPr lang="en-US" dirty="0">
                <a:solidFill>
                  <a:srgbClr val="366092"/>
                </a:solidFill>
                <a:ea typeface="Calibri"/>
                <a:cs typeface="Calibri"/>
              </a:rPr>
              <a:t>Dev</a:t>
            </a:r>
          </a:p>
        </p:txBody>
      </p:sp>
      <p:sp>
        <p:nvSpPr>
          <p:cNvPr id="10" name="TextBox 8">
            <a:extLst>
              <a:ext uri="{FF2B5EF4-FFF2-40B4-BE49-F238E27FC236}">
                <a16:creationId xmlns:a16="http://schemas.microsoft.com/office/drawing/2014/main" id="{796B7994-1A1B-D4B5-1712-EE461C2484A1}"/>
              </a:ext>
            </a:extLst>
          </p:cNvPr>
          <p:cNvSpPr txBox="1"/>
          <p:nvPr/>
        </p:nvSpPr>
        <p:spPr>
          <a:xfrm>
            <a:off x="8135955" y="5259270"/>
            <a:ext cx="387482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solidFill>
                  <a:srgbClr val="9D1E8F"/>
                </a:solidFill>
                <a:ea typeface="Calibri"/>
                <a:cs typeface="Calibri"/>
              </a:rPr>
              <a:t>CARE (</a:t>
            </a:r>
            <a:r>
              <a:rPr lang="fr-CA" dirty="0">
                <a:solidFill>
                  <a:srgbClr val="9D1E8F"/>
                </a:solidFill>
                <a:ea typeface="Calibri"/>
                <a:cs typeface="Calibri"/>
              </a:rPr>
              <a:t>veiller</a:t>
            </a:r>
            <a:r>
              <a:rPr lang="fr-CA" dirty="0">
                <a:solidFill>
                  <a:srgbClr val="366092"/>
                </a:solidFill>
                <a:ea typeface="Calibri"/>
                <a:cs typeface="Calibri"/>
              </a:rPr>
              <a:t> /assurer/prendre soin</a:t>
            </a:r>
            <a:r>
              <a:rPr lang="en-US" dirty="0">
                <a:solidFill>
                  <a:srgbClr val="9D1E8F"/>
                </a:solidFill>
                <a:ea typeface="Calibri"/>
                <a:cs typeface="Calibri"/>
              </a:rPr>
              <a:t>)</a:t>
            </a:r>
            <a:br>
              <a:rPr lang="en-US" dirty="0">
                <a:solidFill>
                  <a:srgbClr val="9D1E8F"/>
                </a:solidFill>
                <a:ea typeface="Calibri"/>
                <a:cs typeface="Calibri"/>
              </a:rPr>
            </a:br>
            <a:r>
              <a:rPr lang="fr-CA" b="1" dirty="0">
                <a:solidFill>
                  <a:srgbClr val="9D1E8F"/>
                </a:solidFill>
                <a:ea typeface="Calibri"/>
                <a:cs typeface="Calibri"/>
              </a:rPr>
              <a:t>Opérationnel</a:t>
            </a:r>
          </a:p>
          <a:p>
            <a:r>
              <a:rPr lang="fr-CA" dirty="0">
                <a:solidFill>
                  <a:srgbClr val="9D1E8F"/>
                </a:solidFill>
                <a:ea typeface="Calibri"/>
                <a:cs typeface="Calibri"/>
              </a:rPr>
              <a:t>Ops</a:t>
            </a:r>
          </a:p>
        </p:txBody>
      </p:sp>
    </p:spTree>
    <p:extLst>
      <p:ext uri="{BB962C8B-B14F-4D97-AF65-F5344CB8AC3E}">
        <p14:creationId xmlns:p14="http://schemas.microsoft.com/office/powerpoint/2010/main" val="1108109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0"/>
                                        </p:tgtEl>
                                        <p:attrNameLst>
                                          <p:attrName>style.visibility</p:attrName>
                                        </p:attrNameLst>
                                      </p:cBhvr>
                                      <p:to>
                                        <p:strVal val="visible"/>
                                      </p:to>
                                    </p:set>
                                    <p:animEffect transition="in" filter="fade">
                                      <p:cBhvr>
                                        <p:cTn id="21" dur="500"/>
                                        <p:tgtEl>
                                          <p:spTgt spid="8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1"/>
                                        </p:tgtEl>
                                        <p:attrNameLst>
                                          <p:attrName>style.visibility</p:attrName>
                                        </p:attrNameLst>
                                      </p:cBhvr>
                                      <p:to>
                                        <p:strVal val="visible"/>
                                      </p:to>
                                    </p:set>
                                    <p:animEffect transition="in" filter="fade">
                                      <p:cBhvr>
                                        <p:cTn id="24" dur="500"/>
                                        <p:tgtEl>
                                          <p:spTgt spid="8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2"/>
                                        </p:tgtEl>
                                        <p:attrNameLst>
                                          <p:attrName>style.visibility</p:attrName>
                                        </p:attrNameLst>
                                      </p:cBhvr>
                                      <p:to>
                                        <p:strVal val="visible"/>
                                      </p:to>
                                    </p:set>
                                    <p:animEffect transition="in" filter="fade">
                                      <p:cBhvr>
                                        <p:cTn id="27" dur="500"/>
                                        <p:tgtEl>
                                          <p:spTgt spid="8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3"/>
                                        </p:tgtEl>
                                        <p:attrNameLst>
                                          <p:attrName>style.visibility</p:attrName>
                                        </p:attrNameLst>
                                      </p:cBhvr>
                                      <p:to>
                                        <p:strVal val="visible"/>
                                      </p:to>
                                    </p:set>
                                    <p:animEffect transition="in" filter="fade">
                                      <p:cBhvr>
                                        <p:cTn id="30" dur="500"/>
                                        <p:tgtEl>
                                          <p:spTgt spid="8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84"/>
                                        </p:tgtEl>
                                        <p:attrNameLst>
                                          <p:attrName>style.visibility</p:attrName>
                                        </p:attrNameLst>
                                      </p:cBhvr>
                                      <p:to>
                                        <p:strVal val="visible"/>
                                      </p:to>
                                    </p:set>
                                    <p:animEffect transition="in" filter="fade">
                                      <p:cBhvr>
                                        <p:cTn id="33" dur="500"/>
                                        <p:tgtEl>
                                          <p:spTgt spid="84"/>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78"/>
                                        </p:tgtEl>
                                        <p:attrNameLst>
                                          <p:attrName>style.visibility</p:attrName>
                                        </p:attrNameLst>
                                      </p:cBhvr>
                                      <p:to>
                                        <p:strVal val="visible"/>
                                      </p:to>
                                    </p:set>
                                    <p:animEffect transition="in" filter="fade">
                                      <p:cBhvr>
                                        <p:cTn id="38" dur="500"/>
                                        <p:tgtEl>
                                          <p:spTgt spid="7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77"/>
                                        </p:tgtEl>
                                        <p:attrNameLst>
                                          <p:attrName>style.visibility</p:attrName>
                                        </p:attrNameLst>
                                      </p:cBhvr>
                                      <p:to>
                                        <p:strVal val="visible"/>
                                      </p:to>
                                    </p:set>
                                    <p:animEffect transition="in" filter="fade">
                                      <p:cBhvr>
                                        <p:cTn id="41" dur="500"/>
                                        <p:tgtEl>
                                          <p:spTgt spid="7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76"/>
                                        </p:tgtEl>
                                        <p:attrNameLst>
                                          <p:attrName>style.visibility</p:attrName>
                                        </p:attrNameLst>
                                      </p:cBhvr>
                                      <p:to>
                                        <p:strVal val="visible"/>
                                      </p:to>
                                    </p:set>
                                    <p:animEffect transition="in" filter="fade">
                                      <p:cBhvr>
                                        <p:cTn id="44" dur="500"/>
                                        <p:tgtEl>
                                          <p:spTgt spid="7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75"/>
                                        </p:tgtEl>
                                        <p:attrNameLst>
                                          <p:attrName>style.visibility</p:attrName>
                                        </p:attrNameLst>
                                      </p:cBhvr>
                                      <p:to>
                                        <p:strVal val="visible"/>
                                      </p:to>
                                    </p:set>
                                    <p:animEffect transition="in" filter="fade">
                                      <p:cBhvr>
                                        <p:cTn id="47" dur="500"/>
                                        <p:tgtEl>
                                          <p:spTgt spid="7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74"/>
                                        </p:tgtEl>
                                        <p:attrNameLst>
                                          <p:attrName>style.visibility</p:attrName>
                                        </p:attrNameLst>
                                      </p:cBhvr>
                                      <p:to>
                                        <p:strVal val="visible"/>
                                      </p:to>
                                    </p:set>
                                    <p:animEffect transition="in" filter="fade">
                                      <p:cBhvr>
                                        <p:cTn id="50" dur="500"/>
                                        <p:tgtEl>
                                          <p:spTgt spid="7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79"/>
                                        </p:tgtEl>
                                        <p:attrNameLst>
                                          <p:attrName>style.visibility</p:attrName>
                                        </p:attrNameLst>
                                      </p:cBhvr>
                                      <p:to>
                                        <p:strVal val="visible"/>
                                      </p:to>
                                    </p:set>
                                    <p:animEffect transition="in" filter="fade">
                                      <p:cBhvr>
                                        <p:cTn id="53" dur="500"/>
                                        <p:tgtEl>
                                          <p:spTgt spid="79"/>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6"/>
                                        </p:tgtEl>
                                        <p:attrNameLst>
                                          <p:attrName>style.visibility</p:attrName>
                                        </p:attrNameLst>
                                      </p:cBhvr>
                                      <p:to>
                                        <p:strVal val="visible"/>
                                      </p:to>
                                    </p:set>
                                    <p:animEffect transition="in" filter="fade">
                                      <p:cBhvr>
                                        <p:cTn id="58" dur="500"/>
                                        <p:tgtEl>
                                          <p:spTgt spid="6"/>
                                        </p:tgtEl>
                                      </p:cBhvr>
                                    </p:animEffect>
                                  </p:childTnLst>
                                </p:cTn>
                              </p:par>
                              <p:par>
                                <p:cTn id="59" presetID="10" presetClass="entr" presetSubtype="0" fill="hold" nodeType="withEffect">
                                  <p:stCondLst>
                                    <p:cond delay="0"/>
                                  </p:stCondLst>
                                  <p:childTnLst>
                                    <p:set>
                                      <p:cBhvr>
                                        <p:cTn id="60" dur="1" fill="hold">
                                          <p:stCondLst>
                                            <p:cond delay="0"/>
                                          </p:stCondLst>
                                        </p:cTn>
                                        <p:tgtEl>
                                          <p:spTgt spid="2"/>
                                        </p:tgtEl>
                                        <p:attrNameLst>
                                          <p:attrName>style.visibility</p:attrName>
                                        </p:attrNameLst>
                                      </p:cBhvr>
                                      <p:to>
                                        <p:strVal val="visible"/>
                                      </p:to>
                                    </p:set>
                                    <p:animEffect transition="in" filter="fade">
                                      <p:cBhvr>
                                        <p:cTn id="61" dur="500"/>
                                        <p:tgtEl>
                                          <p:spTgt spid="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8"/>
                                        </p:tgtEl>
                                        <p:attrNameLst>
                                          <p:attrName>style.visibility</p:attrName>
                                        </p:attrNameLst>
                                      </p:cBhvr>
                                      <p:to>
                                        <p:strVal val="visible"/>
                                      </p:to>
                                    </p:set>
                                    <p:animEffect transition="in" filter="fade">
                                      <p:cBhvr>
                                        <p:cTn id="64" dur="500"/>
                                        <p:tgtEl>
                                          <p:spTgt spid="8"/>
                                        </p:tgtEl>
                                      </p:cBhvr>
                                    </p:animEffect>
                                  </p:childTnLst>
                                </p:cTn>
                              </p:par>
                              <p:par>
                                <p:cTn id="65" presetID="10" presetClass="entr" presetSubtype="0" fill="hold" nodeType="withEffect">
                                  <p:stCondLst>
                                    <p:cond delay="0"/>
                                  </p:stCondLst>
                                  <p:childTnLst>
                                    <p:set>
                                      <p:cBhvr>
                                        <p:cTn id="66" dur="1" fill="hold">
                                          <p:stCondLst>
                                            <p:cond delay="0"/>
                                          </p:stCondLst>
                                        </p:cTn>
                                        <p:tgtEl>
                                          <p:spTgt spid="4"/>
                                        </p:tgtEl>
                                        <p:attrNameLst>
                                          <p:attrName>style.visibility</p:attrName>
                                        </p:attrNameLst>
                                      </p:cBhvr>
                                      <p:to>
                                        <p:strVal val="visible"/>
                                      </p:to>
                                    </p:set>
                                    <p:animEffect transition="in" filter="fade">
                                      <p:cBhvr>
                                        <p:cTn id="67" dur="500"/>
                                        <p:tgtEl>
                                          <p:spTgt spid="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0"/>
                                        </p:tgtEl>
                                        <p:attrNameLst>
                                          <p:attrName>style.visibility</p:attrName>
                                        </p:attrNameLst>
                                      </p:cBhvr>
                                      <p:to>
                                        <p:strVal val="visible"/>
                                      </p:to>
                                    </p:set>
                                    <p:animEffect transition="in" filter="fade">
                                      <p:cBhvr>
                                        <p:cTn id="70"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75" grpId="0" animBg="1"/>
      <p:bldP spid="76" grpId="0" animBg="1"/>
      <p:bldP spid="77" grpId="0" animBg="1"/>
      <p:bldP spid="78" grpId="0" animBg="1"/>
      <p:bldP spid="79" grpId="0" animBg="1"/>
      <p:bldP spid="80" grpId="0"/>
      <p:bldP spid="81" grpId="0"/>
      <p:bldP spid="82" grpId="0"/>
      <p:bldP spid="83" grpId="0"/>
      <p:bldP spid="84" grpId="0"/>
      <p:bldP spid="89" grpId="0"/>
      <p:bldP spid="90" grpId="0"/>
      <p:bldP spid="91" grpId="0"/>
      <p:bldP spid="92" grpId="0"/>
      <p:bldP spid="93" grpId="0"/>
      <p:bldP spid="94" grpId="0"/>
      <p:bldP spid="6" grpId="0"/>
      <p:bldP spid="8" grpId="0"/>
      <p:bldP spid="10" grpId="0"/>
    </p:bldLst>
  </p:timing>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5AC90CEE22541499CD799A2FF4BA625" ma:contentTypeVersion="6" ma:contentTypeDescription="Create a new document." ma:contentTypeScope="" ma:versionID="d3de516fe7ee614240c4be54404b79db">
  <xsd:schema xmlns:xsd="http://www.w3.org/2001/XMLSchema" xmlns:xs="http://www.w3.org/2001/XMLSchema" xmlns:p="http://schemas.microsoft.com/office/2006/metadata/properties" xmlns:ns3="a59e4a67-28b9-47b7-84e6-563e9d2fa1a2" targetNamespace="http://schemas.microsoft.com/office/2006/metadata/properties" ma:root="true" ma:fieldsID="a98015d540ad619be2dcd247fbc5a7d4" ns3:_="">
    <xsd:import namespace="a59e4a67-28b9-47b7-84e6-563e9d2fa1a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9e4a67-28b9-47b7-84e6-563e9d2fa1a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a59e4a67-28b9-47b7-84e6-563e9d2fa1a2" xsi:nil="true"/>
  </documentManagement>
</p:properties>
</file>

<file path=customXml/itemProps1.xml><?xml version="1.0" encoding="utf-8"?>
<ds:datastoreItem xmlns:ds="http://schemas.openxmlformats.org/officeDocument/2006/customXml" ds:itemID="{B51D1749-9D8F-491A-8B72-14B6AE78E0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59e4a67-28b9-47b7-84e6-563e9d2fa1a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97001ED-34B3-4158-A443-CD4BAC38CC72}">
  <ds:schemaRefs>
    <ds:schemaRef ds:uri="http://schemas.microsoft.com/sharepoint/v3/contenttype/forms"/>
  </ds:schemaRefs>
</ds:datastoreItem>
</file>

<file path=customXml/itemProps3.xml><?xml version="1.0" encoding="utf-8"?>
<ds:datastoreItem xmlns:ds="http://schemas.openxmlformats.org/officeDocument/2006/customXml" ds:itemID="{169ED207-9DFB-4EE6-ACEB-91BD2182FDE2}">
  <ds:schemaRefs>
    <ds:schemaRef ds:uri="http://schemas.microsoft.com/office/2006/documentManagement/types"/>
    <ds:schemaRef ds:uri="http://schemas.microsoft.com/office/2006/metadata/properties"/>
    <ds:schemaRef ds:uri="a59e4a67-28b9-47b7-84e6-563e9d2fa1a2"/>
    <ds:schemaRef ds:uri="http://purl.org/dc/terms/"/>
    <ds:schemaRef ds:uri="http://purl.org/dc/elements/1.1/"/>
    <ds:schemaRef ds:uri="http://purl.org/dc/dcmitype/"/>
    <ds:schemaRef ds:uri="http://schemas.openxmlformats.org/package/2006/metadata/core-properties"/>
    <ds:schemaRef ds:uri="http://schemas.microsoft.com/office/infopath/2007/PartnerControls"/>
    <ds:schemaRef ds:uri="http://www.w3.org/XML/1998/namespace"/>
  </ds:schemaRefs>
</ds:datastoreItem>
</file>

<file path=docMetadata/LabelInfo.xml><?xml version="1.0" encoding="utf-8"?>
<clbl:labelList xmlns:clbl="http://schemas.microsoft.com/office/2020/mipLabelMetadata">
  <clbl:label id="{d9290083-bd2f-48a2-8ac5-09a524b17d15}" enabled="1" method="Privileged" siteId="{b9fec68c-c92d-461e-9a97-3d03a0f18b82}" removed="0"/>
</clbl:labelList>
</file>

<file path=docProps/app.xml><?xml version="1.0" encoding="utf-8"?>
<Properties xmlns="http://schemas.openxmlformats.org/officeDocument/2006/extended-properties" xmlns:vt="http://schemas.openxmlformats.org/officeDocument/2006/docPropsVTypes">
  <TotalTime>4240</TotalTime>
  <Words>1608</Words>
  <Application>Microsoft Office PowerPoint</Application>
  <PresentationFormat>Grand écran</PresentationFormat>
  <Paragraphs>168</Paragraphs>
  <Slides>11</Slides>
  <Notes>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11</vt:i4>
      </vt:variant>
    </vt:vector>
  </HeadingPairs>
  <TitlesOfParts>
    <vt:vector size="17" baseType="lpstr">
      <vt:lpstr>Aptos</vt:lpstr>
      <vt:lpstr>Aptos Display</vt:lpstr>
      <vt:lpstr>Arial</vt:lpstr>
      <vt:lpstr>Calibri</vt:lpstr>
      <vt:lpstr>roboto</vt:lpstr>
      <vt:lpstr>Thème Office</vt:lpstr>
      <vt:lpstr>L’évolution du SDLC</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CGI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Belanger, Michel</dc:creator>
  <cp:lastModifiedBy>Belanger, Michel</cp:lastModifiedBy>
  <cp:revision>2</cp:revision>
  <dcterms:created xsi:type="dcterms:W3CDTF">2026-09-09T17:33:15Z</dcterms:created>
  <dcterms:modified xsi:type="dcterms:W3CDTF">2026-09-12T16:30:10Z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0x01010095AC90CEE22541499CD799A2FF4BA625</vt:lpwstr>
  </property>
</Properties>
</file>
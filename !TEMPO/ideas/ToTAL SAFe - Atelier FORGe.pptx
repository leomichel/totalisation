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A67B11-AD69-F738-6E1F-BB961D61D81D}" v="2" dt="2026-05-26T19:32:55.4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langer, Michel" userId="S::mic.belanger@cgi.com::9f46d9ab-1cf5-4fc6-8ef3-fcac8369d45b" providerId="AD" clId="Web-{2AA67B11-AD69-F738-6E1F-BB961D61D81D}"/>
    <pc:docChg chg="modSld">
      <pc:chgData name="Belanger, Michel" userId="S::mic.belanger@cgi.com::9f46d9ab-1cf5-4fc6-8ef3-fcac8369d45b" providerId="AD" clId="Web-{2AA67B11-AD69-F738-6E1F-BB961D61D81D}" dt="2026-05-26T19:32:55.462" v="1" actId="20577"/>
      <pc:docMkLst>
        <pc:docMk/>
      </pc:docMkLst>
      <pc:sldChg chg="modSp">
        <pc:chgData name="Belanger, Michel" userId="S::mic.belanger@cgi.com::9f46d9ab-1cf5-4fc6-8ef3-fcac8369d45b" providerId="AD" clId="Web-{2AA67B11-AD69-F738-6E1F-BB961D61D81D}" dt="2026-05-26T19:32:55.462" v="1" actId="20577"/>
        <pc:sldMkLst>
          <pc:docMk/>
          <pc:sldMk cId="3784089036" sldId="256"/>
        </pc:sldMkLst>
        <pc:spChg chg="mod">
          <ac:chgData name="Belanger, Michel" userId="S::mic.belanger@cgi.com::9f46d9ab-1cf5-4fc6-8ef3-fcac8369d45b" providerId="AD" clId="Web-{2AA67B11-AD69-F738-6E1F-BB961D61D81D}" dt="2026-05-26T19:32:55.462" v="1" actId="20577"/>
          <ac:spMkLst>
            <pc:docMk/>
            <pc:sldMk cId="3784089036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/>
              <a:t>TODO...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9290083-bd2f-48a2-8ac5-09a524b17d15}" enabled="1" method="Privileged" siteId="{b9fec68c-c92d-461e-9a97-3d03a0f18b8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Thème Office</vt:lpstr>
      <vt:lpstr>TODO...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2026-05-26T19:32:33Z</dcterms:created>
  <dcterms:modified xsi:type="dcterms:W3CDTF">2026-05-26T19:33:00Z</dcterms:modified>
</cp:coreProperties>
</file>